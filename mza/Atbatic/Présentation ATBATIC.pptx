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85" r:id="rId3"/>
    <p:sldId id="280" r:id="rId4"/>
    <p:sldId id="276" r:id="rId5"/>
    <p:sldId id="279" r:id="rId6"/>
    <p:sldId id="284" r:id="rId7"/>
    <p:sldId id="286" r:id="rId8"/>
    <p:sldId id="287" r:id="rId9"/>
    <p:sldId id="291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49F94AD-A522-429F-8421-16CE9CBFF036}">
  <a:tblStyle styleId="{D49F94AD-A522-429F-8421-16CE9CBFF0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BC6F889-58D8-4E41-BB5D-D7E7F27C1C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-1648" y="-1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84073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f68eef1538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f68eef1538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f68eef1538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f68eef1538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68eef153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68eef153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f68eef1538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f68eef1538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68eef1538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68eef1538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f68eef1538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f68eef1538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f68eef1538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f68eef1538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f68eef1538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f68eef1538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59235" y="1150647"/>
            <a:ext cx="4144200" cy="21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 b="0">
                <a:solidFill>
                  <a:schemeClr val="lt1"/>
                </a:solidFill>
                <a:latin typeface="Montserrat Alternates SemiBold"/>
                <a:ea typeface="Montserrat Alternates SemiBold"/>
                <a:cs typeface="Montserrat Alternates SemiBold"/>
                <a:sym typeface="Montserrat Alternate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14099" y="3431765"/>
            <a:ext cx="4270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524400" y="367350"/>
            <a:ext cx="8095200" cy="44088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8277475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524400" y="44284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075800" y="1307100"/>
            <a:ext cx="69924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 flipH="1">
            <a:off x="529975" y="367350"/>
            <a:ext cx="8095200" cy="44088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6"/>
          <p:cNvSpPr/>
          <p:nvPr/>
        </p:nvSpPr>
        <p:spPr>
          <a:xfrm flipH="1">
            <a:off x="524400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68" name="Google Shape;68;p16"/>
          <p:cNvSpPr/>
          <p:nvPr/>
        </p:nvSpPr>
        <p:spPr>
          <a:xfrm flipH="1">
            <a:off x="8277475" y="44284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895863" y="539496"/>
            <a:ext cx="4626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 flipH="1">
            <a:off x="529975" y="367350"/>
            <a:ext cx="8095200" cy="44088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/>
          <p:nvPr/>
        </p:nvSpPr>
        <p:spPr>
          <a:xfrm flipH="1">
            <a:off x="524400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73" name="Google Shape;73;p17"/>
          <p:cNvSpPr/>
          <p:nvPr/>
        </p:nvSpPr>
        <p:spPr>
          <a:xfrm flipH="1">
            <a:off x="8277475" y="44284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717750" y="539500"/>
            <a:ext cx="7708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5403650" y="2011646"/>
            <a:ext cx="263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1"/>
          </p:nvPr>
        </p:nvSpPr>
        <p:spPr>
          <a:xfrm>
            <a:off x="5126300" y="2508146"/>
            <a:ext cx="31851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876748" y="1816405"/>
            <a:ext cx="1706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740998" y="2183742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title" idx="2"/>
          </p:nvPr>
        </p:nvSpPr>
        <p:spPr>
          <a:xfrm>
            <a:off x="2957708" y="1816405"/>
            <a:ext cx="1706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subTitle" idx="3"/>
          </p:nvPr>
        </p:nvSpPr>
        <p:spPr>
          <a:xfrm>
            <a:off x="2821958" y="2183742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4"/>
          </p:nvPr>
        </p:nvSpPr>
        <p:spPr>
          <a:xfrm>
            <a:off x="740998" y="3526368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5"/>
          </p:nvPr>
        </p:nvSpPr>
        <p:spPr>
          <a:xfrm>
            <a:off x="740998" y="3893705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title" idx="6"/>
          </p:nvPr>
        </p:nvSpPr>
        <p:spPr>
          <a:xfrm>
            <a:off x="2821958" y="3526368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subTitle" idx="7"/>
          </p:nvPr>
        </p:nvSpPr>
        <p:spPr>
          <a:xfrm>
            <a:off x="2821958" y="3893705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title" idx="8"/>
          </p:nvPr>
        </p:nvSpPr>
        <p:spPr>
          <a:xfrm>
            <a:off x="667800" y="539496"/>
            <a:ext cx="42183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title" hasCustomPrompt="1"/>
          </p:nvPr>
        </p:nvSpPr>
        <p:spPr>
          <a:xfrm>
            <a:off x="3640950" y="501750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7" name="Google Shape;137;p27"/>
          <p:cNvSpPr txBox="1">
            <a:spLocks noGrp="1"/>
          </p:cNvSpPr>
          <p:nvPr>
            <p:ph type="subTitle" idx="1"/>
          </p:nvPr>
        </p:nvSpPr>
        <p:spPr>
          <a:xfrm>
            <a:off x="3640950" y="1189033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title" idx="2" hasCustomPrompt="1"/>
          </p:nvPr>
        </p:nvSpPr>
        <p:spPr>
          <a:xfrm>
            <a:off x="3640950" y="2040999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9" name="Google Shape;139;p27"/>
          <p:cNvSpPr txBox="1">
            <a:spLocks noGrp="1"/>
          </p:cNvSpPr>
          <p:nvPr>
            <p:ph type="subTitle" idx="3"/>
          </p:nvPr>
        </p:nvSpPr>
        <p:spPr>
          <a:xfrm>
            <a:off x="3640950" y="2729433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 idx="4" hasCustomPrompt="1"/>
          </p:nvPr>
        </p:nvSpPr>
        <p:spPr>
          <a:xfrm>
            <a:off x="3640950" y="3580248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5"/>
          </p:nvPr>
        </p:nvSpPr>
        <p:spPr>
          <a:xfrm>
            <a:off x="3640950" y="4276050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524400" y="367350"/>
            <a:ext cx="4776900" cy="44088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4953600" y="4425575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567600" y="597439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ubTitle" idx="1"/>
          </p:nvPr>
        </p:nvSpPr>
        <p:spPr>
          <a:xfrm>
            <a:off x="720000" y="1551952"/>
            <a:ext cx="3434700" cy="12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720000" y="3295514"/>
            <a:ext cx="4208700" cy="7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including icons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 flipH="1">
            <a:off x="524400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158" name="Google Shape;158;p30"/>
          <p:cNvSpPr/>
          <p:nvPr/>
        </p:nvSpPr>
        <p:spPr>
          <a:xfrm flipH="1">
            <a:off x="8277475" y="44284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/>
          <p:nvPr/>
        </p:nvSpPr>
        <p:spPr>
          <a:xfrm>
            <a:off x="8277475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524400" y="44284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Alternates"/>
              <a:buNone/>
              <a:defRPr sz="28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8" r:id="rId4"/>
    <p:sldLayoutId id="2147483662" r:id="rId5"/>
    <p:sldLayoutId id="2147483663" r:id="rId6"/>
    <p:sldLayoutId id="2147483667" r:id="rId7"/>
    <p:sldLayoutId id="2147483671" r:id="rId8"/>
    <p:sldLayoutId id="2147483673" r:id="rId9"/>
    <p:sldLayoutId id="2147483675" r:id="rId10"/>
    <p:sldLayoutId id="2147483676" r:id="rId11"/>
    <p:sldLayoutId id="214748367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4" Type="http://schemas.openxmlformats.org/officeDocument/2006/relationships/hyperlink" Target="https://www.facebook.com/3atbamarbouha" TargetMode="External"/><Relationship Id="rId5" Type="http://schemas.openxmlformats.org/officeDocument/2006/relationships/hyperlink" Target="https://www.linkedin.com/in/i-brahimi/" TargetMode="External"/><Relationship Id="rId6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/>
          <p:nvPr/>
        </p:nvSpPr>
        <p:spPr>
          <a:xfrm>
            <a:off x="524400" y="919500"/>
            <a:ext cx="4806300" cy="33045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5"/>
          <p:cNvSpPr txBox="1">
            <a:spLocks noGrp="1"/>
          </p:cNvSpPr>
          <p:nvPr>
            <p:ph type="ctrTitle"/>
          </p:nvPr>
        </p:nvSpPr>
        <p:spPr>
          <a:xfrm>
            <a:off x="759235" y="1899439"/>
            <a:ext cx="4144200" cy="5891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P</a:t>
            </a:r>
            <a:r>
              <a:rPr lang="fr-FR" b="1" dirty="0" err="1" smtClean="0"/>
              <a:t>résentation</a:t>
            </a:r>
            <a:r>
              <a:rPr lang="fr-FR" b="1" dirty="0" smtClean="0"/>
              <a:t> de </a:t>
            </a:r>
            <a:r>
              <a:rPr lang="fr-FR" b="1" dirty="0" err="1" smtClean="0"/>
              <a:t>Atbatic</a:t>
            </a:r>
            <a:r>
              <a:rPr lang="fr-FR" b="1" dirty="0" smtClean="0"/>
              <a:t>  </a:t>
            </a:r>
            <a:endParaRPr dirty="0"/>
          </a:p>
        </p:txBody>
      </p:sp>
      <p:sp>
        <p:nvSpPr>
          <p:cNvPr id="174" name="Google Shape;174;p35"/>
          <p:cNvSpPr txBox="1">
            <a:spLocks noGrp="1"/>
          </p:cNvSpPr>
          <p:nvPr>
            <p:ph type="subTitle" idx="1"/>
          </p:nvPr>
        </p:nvSpPr>
        <p:spPr>
          <a:xfrm>
            <a:off x="3227423" y="3063443"/>
            <a:ext cx="2003343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Services Immobilier à Alger</a:t>
            </a:r>
            <a:endParaRPr dirty="0"/>
          </a:p>
        </p:txBody>
      </p:sp>
      <p:cxnSp>
        <p:nvCxnSpPr>
          <p:cNvPr id="175" name="Google Shape;175;p35"/>
          <p:cNvCxnSpPr/>
          <p:nvPr/>
        </p:nvCxnSpPr>
        <p:spPr>
          <a:xfrm>
            <a:off x="902074" y="2546140"/>
            <a:ext cx="2489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35"/>
          <p:cNvSpPr/>
          <p:nvPr/>
        </p:nvSpPr>
        <p:spPr>
          <a:xfrm>
            <a:off x="4983000" y="91950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pic>
        <p:nvPicPr>
          <p:cNvPr id="10" name="Picture 9" descr="ATBATIC_Logo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5" y="2836640"/>
            <a:ext cx="2304586" cy="1083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4"/>
          <p:cNvSpPr txBox="1">
            <a:spLocks noGrp="1"/>
          </p:cNvSpPr>
          <p:nvPr>
            <p:ph type="title"/>
          </p:nvPr>
        </p:nvSpPr>
        <p:spPr>
          <a:xfrm>
            <a:off x="717750" y="434764"/>
            <a:ext cx="7708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 smtClean="0"/>
              <a:t>Recomandation</a:t>
            </a:r>
            <a:endParaRPr dirty="0"/>
          </a:p>
        </p:txBody>
      </p:sp>
      <p:cxnSp>
        <p:nvCxnSpPr>
          <p:cNvPr id="994" name="Google Shape;994;p64"/>
          <p:cNvCxnSpPr/>
          <p:nvPr/>
        </p:nvCxnSpPr>
        <p:spPr>
          <a:xfrm>
            <a:off x="3321750" y="963314"/>
            <a:ext cx="250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/>
          <p:cNvSpPr/>
          <p:nvPr/>
        </p:nvSpPr>
        <p:spPr>
          <a:xfrm>
            <a:off x="852866" y="1041715"/>
            <a:ext cx="3599902" cy="3600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FFFFFF"/>
                </a:solidFill>
              </a:rPr>
              <a:t>🌟 Salam </a:t>
            </a:r>
            <a:r>
              <a:rPr lang="fr-FR" sz="1200" dirty="0" err="1">
                <a:solidFill>
                  <a:srgbClr val="FFFFFF"/>
                </a:solidFill>
              </a:rPr>
              <a:t>alaykoum</a:t>
            </a:r>
            <a:r>
              <a:rPr lang="fr-FR" sz="1200" dirty="0">
                <a:solidFill>
                  <a:srgbClr val="FFFFFF"/>
                </a:solidFill>
              </a:rPr>
              <a:t> à tous</a:t>
            </a:r>
            <a:r>
              <a:rPr lang="fr-FR" sz="1200" dirty="0" smtClean="0">
                <a:solidFill>
                  <a:srgbClr val="FFFFFF"/>
                </a:solidFill>
              </a:rPr>
              <a:t>,</a:t>
            </a:r>
          </a:p>
          <a:p>
            <a:endParaRPr lang="fr-FR" sz="1200" dirty="0">
              <a:solidFill>
                <a:srgbClr val="FFFFFF"/>
              </a:solidFill>
            </a:endParaRPr>
          </a:p>
          <a:p>
            <a:r>
              <a:rPr lang="fr-FR" sz="1200" dirty="0">
                <a:solidFill>
                  <a:srgbClr val="FFFFFF"/>
                </a:solidFill>
              </a:rPr>
              <a:t>Je tiens à exprimer ma profonde gratitude envers </a:t>
            </a:r>
            <a:r>
              <a:rPr lang="fr-FR" sz="1200" dirty="0" err="1">
                <a:solidFill>
                  <a:srgbClr val="FFFFFF"/>
                </a:solidFill>
              </a:rPr>
              <a:t>Iliès</a:t>
            </a:r>
            <a:r>
              <a:rPr lang="fr-FR" sz="1200" dirty="0">
                <a:solidFill>
                  <a:srgbClr val="FFFFFF"/>
                </a:solidFill>
              </a:rPr>
              <a:t> et Sofiane pour m'avoir aidé à trouver un appartement à l'achat à Alger Plage 🏡✨.</a:t>
            </a:r>
          </a:p>
          <a:p>
            <a:r>
              <a:rPr lang="fr-FR" sz="1200" dirty="0">
                <a:solidFill>
                  <a:srgbClr val="FFFFFF"/>
                </a:solidFill>
              </a:rPr>
              <a:t>Depuis un moment, je cherchais à obtenir un logement, mais je me heurtais à des obstacles, notamment concernant les documents administratifs </a:t>
            </a:r>
          </a:p>
          <a:p>
            <a:r>
              <a:rPr lang="fr-FR" sz="1200" dirty="0" smtClean="0">
                <a:solidFill>
                  <a:srgbClr val="FFFFFF"/>
                </a:solidFill>
              </a:rPr>
              <a:t>💡 </a:t>
            </a:r>
            <a:r>
              <a:rPr lang="fr-FR" sz="1200" dirty="0">
                <a:solidFill>
                  <a:srgbClr val="FFFFFF"/>
                </a:solidFill>
              </a:rPr>
              <a:t>Après un échange téléphonique, j'ai pris la décision de réserver un billet d'avion ✈️ deux jours plus tard. Et là, surprise : le premier appartement fut le bon </a:t>
            </a:r>
            <a:r>
              <a:rPr lang="fr-FR" sz="1200" dirty="0" err="1">
                <a:solidFill>
                  <a:srgbClr val="FFFFFF"/>
                </a:solidFill>
              </a:rPr>
              <a:t>alhamdoulilah</a:t>
            </a:r>
            <a:r>
              <a:rPr lang="fr-FR" sz="1200" dirty="0">
                <a:solidFill>
                  <a:srgbClr val="FFFFFF"/>
                </a:solidFill>
              </a:rPr>
              <a:t> </a:t>
            </a:r>
            <a:r>
              <a:rPr lang="fr-FR" sz="1200" dirty="0" smtClean="0">
                <a:solidFill>
                  <a:srgbClr val="FFFFFF"/>
                </a:solidFill>
              </a:rPr>
              <a:t>🙌 Je </a:t>
            </a:r>
            <a:r>
              <a:rPr lang="fr-FR" sz="1200" dirty="0">
                <a:solidFill>
                  <a:srgbClr val="FFFFFF"/>
                </a:solidFill>
              </a:rPr>
              <a:t>tiens à souligner leur professionnalisme ,accueil chaleureux 🤝 et leur suivi irréprochable 🔑.</a:t>
            </a:r>
          </a:p>
          <a:p>
            <a:endParaRPr lang="fr-FR" sz="1200" dirty="0" smtClean="0">
              <a:solidFill>
                <a:srgbClr val="FFFFFF"/>
              </a:solidFill>
            </a:endParaRPr>
          </a:p>
          <a:p>
            <a:r>
              <a:rPr lang="fr-FR" sz="1200" dirty="0" smtClean="0">
                <a:solidFill>
                  <a:srgbClr val="FFFFFF"/>
                </a:solidFill>
              </a:rPr>
              <a:t>👉 </a:t>
            </a:r>
            <a:r>
              <a:rPr lang="fr-FR" sz="1200" dirty="0">
                <a:solidFill>
                  <a:srgbClr val="FFFFFF"/>
                </a:solidFill>
              </a:rPr>
              <a:t>Je recommande </a:t>
            </a:r>
            <a:r>
              <a:rPr lang="fr-FR" sz="1200" dirty="0" err="1">
                <a:solidFill>
                  <a:srgbClr val="FFFFFF"/>
                </a:solidFill>
              </a:rPr>
              <a:t>Illiès</a:t>
            </a:r>
            <a:r>
              <a:rPr lang="fr-FR" sz="1200" dirty="0">
                <a:solidFill>
                  <a:srgbClr val="FFFFFF"/>
                </a:solidFill>
              </a:rPr>
              <a:t> et Sofiane les yeux fermés. </a:t>
            </a:r>
          </a:p>
          <a:p>
            <a:r>
              <a:rPr lang="fr-FR" sz="1200" dirty="0">
                <a:solidFill>
                  <a:srgbClr val="FFFFFF"/>
                </a:solidFill>
              </a:rPr>
              <a:t>Qu'Allah vous </a:t>
            </a:r>
            <a:r>
              <a:rPr lang="fr-FR" sz="1200" dirty="0" smtClean="0">
                <a:solidFill>
                  <a:srgbClr val="FFFFFF"/>
                </a:solidFill>
              </a:rPr>
              <a:t>préserve.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661198" y="1041715"/>
            <a:ext cx="3765052" cy="3416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FFFFFF"/>
                </a:solidFill>
              </a:rPr>
              <a:t>Je souhaite remercier chaleureusement </a:t>
            </a:r>
            <a:r>
              <a:rPr lang="fr-FR" sz="1200" dirty="0" err="1">
                <a:solidFill>
                  <a:srgbClr val="FFFFFF"/>
                </a:solidFill>
              </a:rPr>
              <a:t>Iliès</a:t>
            </a:r>
            <a:r>
              <a:rPr lang="fr-FR" sz="1200" dirty="0">
                <a:solidFill>
                  <a:srgbClr val="FFFFFF"/>
                </a:solidFill>
              </a:rPr>
              <a:t> et Sofiane de la société </a:t>
            </a:r>
            <a:r>
              <a:rPr lang="fr-FR" sz="1200" dirty="0" err="1">
                <a:solidFill>
                  <a:srgbClr val="FFFFFF"/>
                </a:solidFill>
              </a:rPr>
              <a:t>Atbatic</a:t>
            </a:r>
            <a:r>
              <a:rPr lang="fr-FR" sz="1200" dirty="0">
                <a:solidFill>
                  <a:srgbClr val="FFFFFF"/>
                </a:solidFill>
              </a:rPr>
              <a:t> pour leur incroyable réactivité et professionnalisme.</a:t>
            </a:r>
          </a:p>
          <a:p>
            <a:endParaRPr lang="fr-FR" sz="1200" dirty="0">
              <a:solidFill>
                <a:srgbClr val="FFFFFF"/>
              </a:solidFill>
            </a:endParaRPr>
          </a:p>
          <a:p>
            <a:r>
              <a:rPr lang="fr-FR" sz="1200" dirty="0">
                <a:solidFill>
                  <a:srgbClr val="FFFFFF"/>
                </a:solidFill>
              </a:rPr>
              <a:t>Début octobre, je me suis retrouvée dans une situation urgente où je devais quitter mon logement en seulement 3 jours. Malgré cette contrainte de temps, ils ont réussi à me trouver un nouvel appartement en moins de 24 heures 🔥. Le logement était neuf, sécurisé et respectait parfaitement mon budget </a:t>
            </a:r>
            <a:r>
              <a:rPr lang="fr-FR" sz="1200" dirty="0" smtClean="0">
                <a:solidFill>
                  <a:srgbClr val="FFFFFF"/>
                </a:solidFill>
              </a:rPr>
              <a:t>!</a:t>
            </a:r>
            <a:endParaRPr lang="fr-FR" sz="1200" dirty="0">
              <a:solidFill>
                <a:srgbClr val="FFFFFF"/>
              </a:solidFill>
            </a:endParaRPr>
          </a:p>
          <a:p>
            <a:r>
              <a:rPr lang="fr-FR" sz="1200" dirty="0">
                <a:solidFill>
                  <a:srgbClr val="FFFFFF"/>
                </a:solidFill>
              </a:rPr>
              <a:t>Je recommande vivement leurs services à toute personne cherchant un accompagnement personnalisé et de qualité. Ils sont à l’écoute, efficaces et d’une grande bienveillance.</a:t>
            </a:r>
          </a:p>
          <a:p>
            <a:endParaRPr lang="fr-FR" sz="1200" dirty="0">
              <a:solidFill>
                <a:srgbClr val="FFFFFF"/>
              </a:solidFill>
            </a:endParaRPr>
          </a:p>
          <a:p>
            <a:r>
              <a:rPr lang="fr-FR" sz="1200" dirty="0">
                <a:solidFill>
                  <a:srgbClr val="FFFFFF"/>
                </a:solidFill>
              </a:rPr>
              <a:t>Encore merci à vous, </a:t>
            </a:r>
            <a:r>
              <a:rPr lang="fr-FR" sz="1200" dirty="0" err="1">
                <a:solidFill>
                  <a:srgbClr val="FFFFFF"/>
                </a:solidFill>
              </a:rPr>
              <a:t>Iliès</a:t>
            </a:r>
            <a:r>
              <a:rPr lang="fr-FR" sz="1200" dirty="0">
                <a:solidFill>
                  <a:srgbClr val="FFFFFF"/>
                </a:solidFill>
              </a:rPr>
              <a:t> et Sofiane, pour votre soutien et votre professionnalisme. 🙏</a:t>
            </a:r>
            <a:endParaRPr lang="en-US" sz="1200" dirty="0">
              <a:solidFill>
                <a:srgbClr val="FFFFFF"/>
              </a:solidFill>
            </a:endParaRPr>
          </a:p>
        </p:txBody>
      </p:sp>
      <p:pic>
        <p:nvPicPr>
          <p:cNvPr id="24" name="Picture 23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9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Notre fondateur</a:t>
            </a:r>
            <a:endParaRPr dirty="0"/>
          </a:p>
        </p:txBody>
      </p:sp>
      <p:sp>
        <p:nvSpPr>
          <p:cNvPr id="803" name="Google Shape;803;p59"/>
          <p:cNvSpPr txBox="1">
            <a:spLocks noGrp="1"/>
          </p:cNvSpPr>
          <p:nvPr>
            <p:ph type="title" idx="4294967295"/>
          </p:nvPr>
        </p:nvSpPr>
        <p:spPr>
          <a:xfrm>
            <a:off x="4345603" y="1304125"/>
            <a:ext cx="3967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 smtClean="0"/>
              <a:t>Iliès</a:t>
            </a:r>
            <a:r>
              <a:rPr lang="fr-FR" sz="2000" dirty="0" smtClean="0"/>
              <a:t> </a:t>
            </a:r>
            <a:r>
              <a:rPr lang="fr-FR" sz="2000" dirty="0" smtClean="0">
                <a:solidFill>
                  <a:schemeClr val="bg2"/>
                </a:solidFill>
              </a:rPr>
              <a:t>BRAHIMI</a:t>
            </a:r>
            <a:endParaRPr sz="2000" dirty="0">
              <a:solidFill>
                <a:schemeClr val="bg2"/>
              </a:solidFill>
            </a:endParaRPr>
          </a:p>
        </p:txBody>
      </p:sp>
      <p:sp>
        <p:nvSpPr>
          <p:cNvPr id="804" name="Google Shape;804;p59"/>
          <p:cNvSpPr txBox="1">
            <a:spLocks noGrp="1"/>
          </p:cNvSpPr>
          <p:nvPr>
            <p:ph type="subTitle" idx="4294967295"/>
          </p:nvPr>
        </p:nvSpPr>
        <p:spPr>
          <a:xfrm>
            <a:off x="4345603" y="1658178"/>
            <a:ext cx="3967800" cy="669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fr-FR" dirty="0" smtClean="0"/>
              <a:t>Je vous accompagne dans la réalisation de votre projet </a:t>
            </a:r>
            <a:r>
              <a:rPr lang="fr-FR" dirty="0" smtClean="0">
                <a:solidFill>
                  <a:srgbClr val="005FFF"/>
                </a:solidFill>
              </a:rPr>
              <a:t>Immobilier</a:t>
            </a:r>
            <a:r>
              <a:rPr lang="fr-FR" dirty="0" smtClean="0"/>
              <a:t> à Alger. </a:t>
            </a:r>
            <a:endParaRPr dirty="0"/>
          </a:p>
        </p:txBody>
      </p:sp>
      <p:sp>
        <p:nvSpPr>
          <p:cNvPr id="806" name="Google Shape;806;p59"/>
          <p:cNvSpPr txBox="1">
            <a:spLocks noGrp="1"/>
          </p:cNvSpPr>
          <p:nvPr>
            <p:ph type="title" idx="4294967295"/>
          </p:nvPr>
        </p:nvSpPr>
        <p:spPr>
          <a:xfrm>
            <a:off x="4345603" y="3199753"/>
            <a:ext cx="145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Phone:</a:t>
            </a:r>
            <a:endParaRPr sz="2000" dirty="0"/>
          </a:p>
        </p:txBody>
      </p:sp>
      <p:sp>
        <p:nvSpPr>
          <p:cNvPr id="807" name="Google Shape;807;p59"/>
          <p:cNvSpPr txBox="1">
            <a:spLocks noGrp="1"/>
          </p:cNvSpPr>
          <p:nvPr>
            <p:ph type="subTitle" idx="4294967295"/>
          </p:nvPr>
        </p:nvSpPr>
        <p:spPr>
          <a:xfrm>
            <a:off x="3893653" y="3553802"/>
            <a:ext cx="2357100" cy="5177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+</a:t>
            </a:r>
            <a:r>
              <a:rPr lang="fr-FR" dirty="0" smtClean="0"/>
              <a:t>33 6 44 65 70 15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+213 5 62 97 00 21</a:t>
            </a:r>
            <a:endParaRPr dirty="0"/>
          </a:p>
        </p:txBody>
      </p:sp>
      <p:sp>
        <p:nvSpPr>
          <p:cNvPr id="808" name="Google Shape;808;p59"/>
          <p:cNvSpPr txBox="1">
            <a:spLocks noGrp="1"/>
          </p:cNvSpPr>
          <p:nvPr>
            <p:ph type="title" idx="4294967295"/>
          </p:nvPr>
        </p:nvSpPr>
        <p:spPr>
          <a:xfrm>
            <a:off x="6860203" y="3199753"/>
            <a:ext cx="1453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Email:</a:t>
            </a:r>
            <a:endParaRPr sz="2000"/>
          </a:p>
        </p:txBody>
      </p:sp>
      <p:sp>
        <p:nvSpPr>
          <p:cNvPr id="809" name="Google Shape;809;p59"/>
          <p:cNvSpPr txBox="1">
            <a:spLocks noGrp="1"/>
          </p:cNvSpPr>
          <p:nvPr>
            <p:ph type="subTitle" idx="4294967295"/>
          </p:nvPr>
        </p:nvSpPr>
        <p:spPr>
          <a:xfrm>
            <a:off x="6408253" y="3553803"/>
            <a:ext cx="2357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 smtClean="0"/>
              <a:t>atbatic</a:t>
            </a:r>
            <a:r>
              <a:rPr lang="en" dirty="0" smtClean="0"/>
              <a:t>@</a:t>
            </a:r>
            <a:r>
              <a:rPr lang="fr-FR" dirty="0" err="1" smtClean="0"/>
              <a:t>gmail</a:t>
            </a:r>
            <a:r>
              <a:rPr lang="en" dirty="0" smtClean="0"/>
              <a:t>.com</a:t>
            </a:r>
            <a:endParaRPr dirty="0"/>
          </a:p>
        </p:txBody>
      </p:sp>
      <p:cxnSp>
        <p:nvCxnSpPr>
          <p:cNvPr id="810" name="Google Shape;810;p59"/>
          <p:cNvCxnSpPr/>
          <p:nvPr/>
        </p:nvCxnSpPr>
        <p:spPr>
          <a:xfrm>
            <a:off x="4846903" y="3123379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1" name="Google Shape;811;p59"/>
          <p:cNvCxnSpPr/>
          <p:nvPr/>
        </p:nvCxnSpPr>
        <p:spPr>
          <a:xfrm>
            <a:off x="7361503" y="3123379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12" name="Google Shape;812;p59"/>
          <p:cNvGrpSpPr/>
          <p:nvPr/>
        </p:nvGrpSpPr>
        <p:grpSpPr>
          <a:xfrm>
            <a:off x="4927376" y="2650939"/>
            <a:ext cx="289654" cy="320052"/>
            <a:chOff x="3993750" y="1966200"/>
            <a:chExt cx="379675" cy="419300"/>
          </a:xfrm>
        </p:grpSpPr>
        <p:sp>
          <p:nvSpPr>
            <p:cNvPr id="813" name="Google Shape;813;p59"/>
            <p:cNvSpPr/>
            <p:nvPr/>
          </p:nvSpPr>
          <p:spPr>
            <a:xfrm>
              <a:off x="4221925" y="2030125"/>
              <a:ext cx="151500" cy="329825"/>
            </a:xfrm>
            <a:custGeom>
              <a:avLst/>
              <a:gdLst/>
              <a:ahLst/>
              <a:cxnLst/>
              <a:rect l="l" t="t" r="r" b="b"/>
              <a:pathLst>
                <a:path w="6060" h="13193" extrusionOk="0">
                  <a:moveTo>
                    <a:pt x="3222" y="0"/>
                  </a:moveTo>
                  <a:lnTo>
                    <a:pt x="3094" y="26"/>
                  </a:lnTo>
                  <a:lnTo>
                    <a:pt x="3017" y="102"/>
                  </a:lnTo>
                  <a:lnTo>
                    <a:pt x="2940" y="205"/>
                  </a:lnTo>
                  <a:lnTo>
                    <a:pt x="2940" y="307"/>
                  </a:lnTo>
                  <a:lnTo>
                    <a:pt x="2966" y="435"/>
                  </a:lnTo>
                  <a:lnTo>
                    <a:pt x="3043" y="511"/>
                  </a:lnTo>
                  <a:lnTo>
                    <a:pt x="3324" y="767"/>
                  </a:lnTo>
                  <a:lnTo>
                    <a:pt x="3579" y="1048"/>
                  </a:lnTo>
                  <a:lnTo>
                    <a:pt x="3835" y="1330"/>
                  </a:lnTo>
                  <a:lnTo>
                    <a:pt x="4065" y="1636"/>
                  </a:lnTo>
                  <a:lnTo>
                    <a:pt x="4295" y="1943"/>
                  </a:lnTo>
                  <a:lnTo>
                    <a:pt x="4500" y="2250"/>
                  </a:lnTo>
                  <a:lnTo>
                    <a:pt x="4679" y="2582"/>
                  </a:lnTo>
                  <a:lnTo>
                    <a:pt x="4832" y="2915"/>
                  </a:lnTo>
                  <a:lnTo>
                    <a:pt x="4986" y="3247"/>
                  </a:lnTo>
                  <a:lnTo>
                    <a:pt x="5113" y="3605"/>
                  </a:lnTo>
                  <a:lnTo>
                    <a:pt x="5216" y="3963"/>
                  </a:lnTo>
                  <a:lnTo>
                    <a:pt x="5318" y="4321"/>
                  </a:lnTo>
                  <a:lnTo>
                    <a:pt x="5369" y="4704"/>
                  </a:lnTo>
                  <a:lnTo>
                    <a:pt x="5420" y="5062"/>
                  </a:lnTo>
                  <a:lnTo>
                    <a:pt x="5471" y="5446"/>
                  </a:lnTo>
                  <a:lnTo>
                    <a:pt x="5471" y="5829"/>
                  </a:lnTo>
                  <a:lnTo>
                    <a:pt x="5446" y="6417"/>
                  </a:lnTo>
                  <a:lnTo>
                    <a:pt x="5369" y="7005"/>
                  </a:lnTo>
                  <a:lnTo>
                    <a:pt x="5241" y="7568"/>
                  </a:lnTo>
                  <a:lnTo>
                    <a:pt x="5088" y="8130"/>
                  </a:lnTo>
                  <a:lnTo>
                    <a:pt x="4883" y="8667"/>
                  </a:lnTo>
                  <a:lnTo>
                    <a:pt x="4628" y="9178"/>
                  </a:lnTo>
                  <a:lnTo>
                    <a:pt x="4346" y="9664"/>
                  </a:lnTo>
                  <a:lnTo>
                    <a:pt x="4014" y="10124"/>
                  </a:lnTo>
                  <a:lnTo>
                    <a:pt x="3631" y="10559"/>
                  </a:lnTo>
                  <a:lnTo>
                    <a:pt x="3247" y="10968"/>
                  </a:lnTo>
                  <a:lnTo>
                    <a:pt x="2812" y="11326"/>
                  </a:lnTo>
                  <a:lnTo>
                    <a:pt x="2352" y="11658"/>
                  </a:lnTo>
                  <a:lnTo>
                    <a:pt x="1841" y="11965"/>
                  </a:lnTo>
                  <a:lnTo>
                    <a:pt x="1330" y="12221"/>
                  </a:lnTo>
                  <a:lnTo>
                    <a:pt x="793" y="12451"/>
                  </a:lnTo>
                  <a:lnTo>
                    <a:pt x="205" y="12604"/>
                  </a:lnTo>
                  <a:lnTo>
                    <a:pt x="102" y="12655"/>
                  </a:lnTo>
                  <a:lnTo>
                    <a:pt x="26" y="12757"/>
                  </a:lnTo>
                  <a:lnTo>
                    <a:pt x="0" y="12860"/>
                  </a:lnTo>
                  <a:lnTo>
                    <a:pt x="0" y="12962"/>
                  </a:lnTo>
                  <a:lnTo>
                    <a:pt x="51" y="13064"/>
                  </a:lnTo>
                  <a:lnTo>
                    <a:pt x="102" y="13141"/>
                  </a:lnTo>
                  <a:lnTo>
                    <a:pt x="205" y="13166"/>
                  </a:lnTo>
                  <a:lnTo>
                    <a:pt x="281" y="13192"/>
                  </a:lnTo>
                  <a:lnTo>
                    <a:pt x="358" y="13192"/>
                  </a:lnTo>
                  <a:lnTo>
                    <a:pt x="972" y="12988"/>
                  </a:lnTo>
                  <a:lnTo>
                    <a:pt x="1560" y="12757"/>
                  </a:lnTo>
                  <a:lnTo>
                    <a:pt x="2122" y="12476"/>
                  </a:lnTo>
                  <a:lnTo>
                    <a:pt x="2659" y="12169"/>
                  </a:lnTo>
                  <a:lnTo>
                    <a:pt x="3170" y="11786"/>
                  </a:lnTo>
                  <a:lnTo>
                    <a:pt x="3631" y="11402"/>
                  </a:lnTo>
                  <a:lnTo>
                    <a:pt x="4065" y="10942"/>
                  </a:lnTo>
                  <a:lnTo>
                    <a:pt x="4474" y="10482"/>
                  </a:lnTo>
                  <a:lnTo>
                    <a:pt x="4832" y="9971"/>
                  </a:lnTo>
                  <a:lnTo>
                    <a:pt x="5139" y="9459"/>
                  </a:lnTo>
                  <a:lnTo>
                    <a:pt x="5420" y="8897"/>
                  </a:lnTo>
                  <a:lnTo>
                    <a:pt x="5650" y="8309"/>
                  </a:lnTo>
                  <a:lnTo>
                    <a:pt x="5829" y="7721"/>
                  </a:lnTo>
                  <a:lnTo>
                    <a:pt x="5957" y="7107"/>
                  </a:lnTo>
                  <a:lnTo>
                    <a:pt x="6034" y="6468"/>
                  </a:lnTo>
                  <a:lnTo>
                    <a:pt x="6059" y="5829"/>
                  </a:lnTo>
                  <a:lnTo>
                    <a:pt x="6059" y="5420"/>
                  </a:lnTo>
                  <a:lnTo>
                    <a:pt x="6008" y="5011"/>
                  </a:lnTo>
                  <a:lnTo>
                    <a:pt x="5957" y="4602"/>
                  </a:lnTo>
                  <a:lnTo>
                    <a:pt x="5880" y="4193"/>
                  </a:lnTo>
                  <a:lnTo>
                    <a:pt x="5778" y="3809"/>
                  </a:lnTo>
                  <a:lnTo>
                    <a:pt x="5676" y="3426"/>
                  </a:lnTo>
                  <a:lnTo>
                    <a:pt x="5522" y="3042"/>
                  </a:lnTo>
                  <a:lnTo>
                    <a:pt x="5369" y="2659"/>
                  </a:lnTo>
                  <a:lnTo>
                    <a:pt x="5190" y="2301"/>
                  </a:lnTo>
                  <a:lnTo>
                    <a:pt x="4986" y="1943"/>
                  </a:lnTo>
                  <a:lnTo>
                    <a:pt x="4781" y="1611"/>
                  </a:lnTo>
                  <a:lnTo>
                    <a:pt x="4551" y="1278"/>
                  </a:lnTo>
                  <a:lnTo>
                    <a:pt x="4295" y="946"/>
                  </a:lnTo>
                  <a:lnTo>
                    <a:pt x="4014" y="639"/>
                  </a:lnTo>
                  <a:lnTo>
                    <a:pt x="3733" y="358"/>
                  </a:lnTo>
                  <a:lnTo>
                    <a:pt x="3426" y="77"/>
                  </a:lnTo>
                  <a:lnTo>
                    <a:pt x="3324" y="26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9"/>
            <p:cNvSpPr/>
            <p:nvPr/>
          </p:nvSpPr>
          <p:spPr>
            <a:xfrm>
              <a:off x="4173975" y="1966200"/>
              <a:ext cx="113150" cy="62025"/>
            </a:xfrm>
            <a:custGeom>
              <a:avLst/>
              <a:gdLst/>
              <a:ahLst/>
              <a:cxnLst/>
              <a:rect l="l" t="t" r="r" b="b"/>
              <a:pathLst>
                <a:path w="4526" h="2481" extrusionOk="0">
                  <a:moveTo>
                    <a:pt x="1484" y="1"/>
                  </a:moveTo>
                  <a:lnTo>
                    <a:pt x="1381" y="52"/>
                  </a:lnTo>
                  <a:lnTo>
                    <a:pt x="154" y="844"/>
                  </a:lnTo>
                  <a:lnTo>
                    <a:pt x="103" y="870"/>
                  </a:lnTo>
                  <a:lnTo>
                    <a:pt x="52" y="921"/>
                  </a:lnTo>
                  <a:lnTo>
                    <a:pt x="26" y="998"/>
                  </a:lnTo>
                  <a:lnTo>
                    <a:pt x="1" y="1049"/>
                  </a:lnTo>
                  <a:lnTo>
                    <a:pt x="26" y="1125"/>
                  </a:lnTo>
                  <a:lnTo>
                    <a:pt x="26" y="1202"/>
                  </a:lnTo>
                  <a:lnTo>
                    <a:pt x="77" y="1253"/>
                  </a:lnTo>
                  <a:lnTo>
                    <a:pt x="103" y="1304"/>
                  </a:lnTo>
                  <a:lnTo>
                    <a:pt x="1202" y="2250"/>
                  </a:lnTo>
                  <a:lnTo>
                    <a:pt x="1305" y="2327"/>
                  </a:lnTo>
                  <a:lnTo>
                    <a:pt x="1407" y="2327"/>
                  </a:lnTo>
                  <a:lnTo>
                    <a:pt x="1535" y="2301"/>
                  </a:lnTo>
                  <a:lnTo>
                    <a:pt x="1637" y="2225"/>
                  </a:lnTo>
                  <a:lnTo>
                    <a:pt x="1688" y="2122"/>
                  </a:lnTo>
                  <a:lnTo>
                    <a:pt x="1688" y="2020"/>
                  </a:lnTo>
                  <a:lnTo>
                    <a:pt x="1663" y="1918"/>
                  </a:lnTo>
                  <a:lnTo>
                    <a:pt x="1586" y="1816"/>
                  </a:lnTo>
                  <a:lnTo>
                    <a:pt x="1126" y="1407"/>
                  </a:lnTo>
                  <a:lnTo>
                    <a:pt x="1535" y="1483"/>
                  </a:lnTo>
                  <a:lnTo>
                    <a:pt x="1918" y="1534"/>
                  </a:lnTo>
                  <a:lnTo>
                    <a:pt x="2276" y="1637"/>
                  </a:lnTo>
                  <a:lnTo>
                    <a:pt x="2660" y="1765"/>
                  </a:lnTo>
                  <a:lnTo>
                    <a:pt x="3018" y="1892"/>
                  </a:lnTo>
                  <a:lnTo>
                    <a:pt x="3375" y="2046"/>
                  </a:lnTo>
                  <a:lnTo>
                    <a:pt x="3733" y="2225"/>
                  </a:lnTo>
                  <a:lnTo>
                    <a:pt x="4066" y="2429"/>
                  </a:lnTo>
                  <a:lnTo>
                    <a:pt x="4142" y="2455"/>
                  </a:lnTo>
                  <a:lnTo>
                    <a:pt x="4219" y="2480"/>
                  </a:lnTo>
                  <a:lnTo>
                    <a:pt x="4296" y="2455"/>
                  </a:lnTo>
                  <a:lnTo>
                    <a:pt x="4373" y="2429"/>
                  </a:lnTo>
                  <a:lnTo>
                    <a:pt x="4424" y="2404"/>
                  </a:lnTo>
                  <a:lnTo>
                    <a:pt x="4475" y="2327"/>
                  </a:lnTo>
                  <a:lnTo>
                    <a:pt x="4526" y="2225"/>
                  </a:lnTo>
                  <a:lnTo>
                    <a:pt x="4526" y="2097"/>
                  </a:lnTo>
                  <a:lnTo>
                    <a:pt x="4475" y="1995"/>
                  </a:lnTo>
                  <a:lnTo>
                    <a:pt x="4373" y="1918"/>
                  </a:lnTo>
                  <a:lnTo>
                    <a:pt x="4015" y="1713"/>
                  </a:lnTo>
                  <a:lnTo>
                    <a:pt x="3657" y="1534"/>
                  </a:lnTo>
                  <a:lnTo>
                    <a:pt x="3273" y="1356"/>
                  </a:lnTo>
                  <a:lnTo>
                    <a:pt x="2864" y="1202"/>
                  </a:lnTo>
                  <a:lnTo>
                    <a:pt x="2481" y="1074"/>
                  </a:lnTo>
                  <a:lnTo>
                    <a:pt x="2072" y="972"/>
                  </a:lnTo>
                  <a:lnTo>
                    <a:pt x="1663" y="895"/>
                  </a:lnTo>
                  <a:lnTo>
                    <a:pt x="1228" y="844"/>
                  </a:lnTo>
                  <a:lnTo>
                    <a:pt x="1688" y="537"/>
                  </a:lnTo>
                  <a:lnTo>
                    <a:pt x="1765" y="461"/>
                  </a:lnTo>
                  <a:lnTo>
                    <a:pt x="1816" y="358"/>
                  </a:lnTo>
                  <a:lnTo>
                    <a:pt x="1816" y="256"/>
                  </a:lnTo>
                  <a:lnTo>
                    <a:pt x="1790" y="128"/>
                  </a:lnTo>
                  <a:lnTo>
                    <a:pt x="1688" y="52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9"/>
            <p:cNvSpPr/>
            <p:nvPr/>
          </p:nvSpPr>
          <p:spPr>
            <a:xfrm>
              <a:off x="3993750" y="1991775"/>
              <a:ext cx="199425" cy="393725"/>
            </a:xfrm>
            <a:custGeom>
              <a:avLst/>
              <a:gdLst/>
              <a:ahLst/>
              <a:cxnLst/>
              <a:rect l="l" t="t" r="r" b="b"/>
              <a:pathLst>
                <a:path w="7977" h="15749" extrusionOk="0">
                  <a:moveTo>
                    <a:pt x="5727" y="0"/>
                  </a:moveTo>
                  <a:lnTo>
                    <a:pt x="5139" y="179"/>
                  </a:lnTo>
                  <a:lnTo>
                    <a:pt x="4551" y="409"/>
                  </a:lnTo>
                  <a:lnTo>
                    <a:pt x="3988" y="665"/>
                  </a:lnTo>
                  <a:lnTo>
                    <a:pt x="3452" y="997"/>
                  </a:lnTo>
                  <a:lnTo>
                    <a:pt x="2966" y="1355"/>
                  </a:lnTo>
                  <a:lnTo>
                    <a:pt x="2480" y="1739"/>
                  </a:lnTo>
                  <a:lnTo>
                    <a:pt x="2045" y="2173"/>
                  </a:lnTo>
                  <a:lnTo>
                    <a:pt x="1636" y="2659"/>
                  </a:lnTo>
                  <a:lnTo>
                    <a:pt x="1253" y="3170"/>
                  </a:lnTo>
                  <a:lnTo>
                    <a:pt x="921" y="3733"/>
                  </a:lnTo>
                  <a:lnTo>
                    <a:pt x="639" y="4295"/>
                  </a:lnTo>
                  <a:lnTo>
                    <a:pt x="409" y="4858"/>
                  </a:lnTo>
                  <a:lnTo>
                    <a:pt x="230" y="5471"/>
                  </a:lnTo>
                  <a:lnTo>
                    <a:pt x="102" y="6085"/>
                  </a:lnTo>
                  <a:lnTo>
                    <a:pt x="26" y="6724"/>
                  </a:lnTo>
                  <a:lnTo>
                    <a:pt x="0" y="7363"/>
                  </a:lnTo>
                  <a:lnTo>
                    <a:pt x="0" y="7721"/>
                  </a:lnTo>
                  <a:lnTo>
                    <a:pt x="26" y="8079"/>
                  </a:lnTo>
                  <a:lnTo>
                    <a:pt x="77" y="8437"/>
                  </a:lnTo>
                  <a:lnTo>
                    <a:pt x="128" y="8795"/>
                  </a:lnTo>
                  <a:lnTo>
                    <a:pt x="205" y="9127"/>
                  </a:lnTo>
                  <a:lnTo>
                    <a:pt x="281" y="9459"/>
                  </a:lnTo>
                  <a:lnTo>
                    <a:pt x="409" y="9792"/>
                  </a:lnTo>
                  <a:lnTo>
                    <a:pt x="512" y="10124"/>
                  </a:lnTo>
                  <a:lnTo>
                    <a:pt x="639" y="10457"/>
                  </a:lnTo>
                  <a:lnTo>
                    <a:pt x="793" y="10763"/>
                  </a:lnTo>
                  <a:lnTo>
                    <a:pt x="946" y="11070"/>
                  </a:lnTo>
                  <a:lnTo>
                    <a:pt x="1125" y="11351"/>
                  </a:lnTo>
                  <a:lnTo>
                    <a:pt x="1509" y="11914"/>
                  </a:lnTo>
                  <a:lnTo>
                    <a:pt x="1943" y="12451"/>
                  </a:lnTo>
                  <a:lnTo>
                    <a:pt x="2429" y="12911"/>
                  </a:lnTo>
                  <a:lnTo>
                    <a:pt x="2940" y="13371"/>
                  </a:lnTo>
                  <a:lnTo>
                    <a:pt x="3503" y="13755"/>
                  </a:lnTo>
                  <a:lnTo>
                    <a:pt x="3784" y="13934"/>
                  </a:lnTo>
                  <a:lnTo>
                    <a:pt x="4091" y="14112"/>
                  </a:lnTo>
                  <a:lnTo>
                    <a:pt x="4398" y="14240"/>
                  </a:lnTo>
                  <a:lnTo>
                    <a:pt x="4704" y="14394"/>
                  </a:lnTo>
                  <a:lnTo>
                    <a:pt x="5037" y="14522"/>
                  </a:lnTo>
                  <a:lnTo>
                    <a:pt x="5369" y="14624"/>
                  </a:lnTo>
                  <a:lnTo>
                    <a:pt x="5701" y="14726"/>
                  </a:lnTo>
                  <a:lnTo>
                    <a:pt x="6034" y="14803"/>
                  </a:lnTo>
                  <a:lnTo>
                    <a:pt x="6392" y="14854"/>
                  </a:lnTo>
                  <a:lnTo>
                    <a:pt x="6750" y="14905"/>
                  </a:lnTo>
                  <a:lnTo>
                    <a:pt x="6289" y="15212"/>
                  </a:lnTo>
                  <a:lnTo>
                    <a:pt x="6213" y="15288"/>
                  </a:lnTo>
                  <a:lnTo>
                    <a:pt x="6162" y="15391"/>
                  </a:lnTo>
                  <a:lnTo>
                    <a:pt x="6162" y="15493"/>
                  </a:lnTo>
                  <a:lnTo>
                    <a:pt x="6187" y="15621"/>
                  </a:lnTo>
                  <a:lnTo>
                    <a:pt x="6238" y="15672"/>
                  </a:lnTo>
                  <a:lnTo>
                    <a:pt x="6315" y="15698"/>
                  </a:lnTo>
                  <a:lnTo>
                    <a:pt x="6366" y="15723"/>
                  </a:lnTo>
                  <a:lnTo>
                    <a:pt x="6443" y="15749"/>
                  </a:lnTo>
                  <a:lnTo>
                    <a:pt x="6520" y="15723"/>
                  </a:lnTo>
                  <a:lnTo>
                    <a:pt x="6596" y="15698"/>
                  </a:lnTo>
                  <a:lnTo>
                    <a:pt x="7823" y="14905"/>
                  </a:lnTo>
                  <a:lnTo>
                    <a:pt x="7874" y="14879"/>
                  </a:lnTo>
                  <a:lnTo>
                    <a:pt x="7926" y="14803"/>
                  </a:lnTo>
                  <a:lnTo>
                    <a:pt x="7951" y="14752"/>
                  </a:lnTo>
                  <a:lnTo>
                    <a:pt x="7977" y="14675"/>
                  </a:lnTo>
                  <a:lnTo>
                    <a:pt x="7951" y="14624"/>
                  </a:lnTo>
                  <a:lnTo>
                    <a:pt x="7951" y="14547"/>
                  </a:lnTo>
                  <a:lnTo>
                    <a:pt x="7900" y="14496"/>
                  </a:lnTo>
                  <a:lnTo>
                    <a:pt x="7874" y="14445"/>
                  </a:lnTo>
                  <a:lnTo>
                    <a:pt x="6775" y="13473"/>
                  </a:lnTo>
                  <a:lnTo>
                    <a:pt x="6673" y="13422"/>
                  </a:lnTo>
                  <a:lnTo>
                    <a:pt x="6545" y="13422"/>
                  </a:lnTo>
                  <a:lnTo>
                    <a:pt x="6443" y="13448"/>
                  </a:lnTo>
                  <a:lnTo>
                    <a:pt x="6341" y="13524"/>
                  </a:lnTo>
                  <a:lnTo>
                    <a:pt x="6289" y="13627"/>
                  </a:lnTo>
                  <a:lnTo>
                    <a:pt x="6289" y="13729"/>
                  </a:lnTo>
                  <a:lnTo>
                    <a:pt x="6315" y="13831"/>
                  </a:lnTo>
                  <a:lnTo>
                    <a:pt x="6392" y="13934"/>
                  </a:lnTo>
                  <a:lnTo>
                    <a:pt x="6852" y="14317"/>
                  </a:lnTo>
                  <a:lnTo>
                    <a:pt x="6520" y="14291"/>
                  </a:lnTo>
                  <a:lnTo>
                    <a:pt x="6187" y="14240"/>
                  </a:lnTo>
                  <a:lnTo>
                    <a:pt x="5574" y="14061"/>
                  </a:lnTo>
                  <a:lnTo>
                    <a:pt x="4960" y="13857"/>
                  </a:lnTo>
                  <a:lnTo>
                    <a:pt x="4372" y="13601"/>
                  </a:lnTo>
                  <a:lnTo>
                    <a:pt x="3835" y="13269"/>
                  </a:lnTo>
                  <a:lnTo>
                    <a:pt x="3324" y="12911"/>
                  </a:lnTo>
                  <a:lnTo>
                    <a:pt x="2838" y="12502"/>
                  </a:lnTo>
                  <a:lnTo>
                    <a:pt x="2403" y="12067"/>
                  </a:lnTo>
                  <a:lnTo>
                    <a:pt x="1994" y="11581"/>
                  </a:lnTo>
                  <a:lnTo>
                    <a:pt x="1636" y="11045"/>
                  </a:lnTo>
                  <a:lnTo>
                    <a:pt x="1330" y="10508"/>
                  </a:lnTo>
                  <a:lnTo>
                    <a:pt x="1074" y="9920"/>
                  </a:lnTo>
                  <a:lnTo>
                    <a:pt x="869" y="9306"/>
                  </a:lnTo>
                  <a:lnTo>
                    <a:pt x="716" y="8693"/>
                  </a:lnTo>
                  <a:lnTo>
                    <a:pt x="665" y="8360"/>
                  </a:lnTo>
                  <a:lnTo>
                    <a:pt x="614" y="8028"/>
                  </a:lnTo>
                  <a:lnTo>
                    <a:pt x="588" y="7695"/>
                  </a:lnTo>
                  <a:lnTo>
                    <a:pt x="588" y="7363"/>
                  </a:lnTo>
                  <a:lnTo>
                    <a:pt x="614" y="6775"/>
                  </a:lnTo>
                  <a:lnTo>
                    <a:pt x="690" y="6187"/>
                  </a:lnTo>
                  <a:lnTo>
                    <a:pt x="793" y="5625"/>
                  </a:lnTo>
                  <a:lnTo>
                    <a:pt x="972" y="5062"/>
                  </a:lnTo>
                  <a:lnTo>
                    <a:pt x="1176" y="4525"/>
                  </a:lnTo>
                  <a:lnTo>
                    <a:pt x="1432" y="4014"/>
                  </a:lnTo>
                  <a:lnTo>
                    <a:pt x="1739" y="3503"/>
                  </a:lnTo>
                  <a:lnTo>
                    <a:pt x="2097" y="3017"/>
                  </a:lnTo>
                  <a:lnTo>
                    <a:pt x="2455" y="2582"/>
                  </a:lnTo>
                  <a:lnTo>
                    <a:pt x="2864" y="2173"/>
                  </a:lnTo>
                  <a:lnTo>
                    <a:pt x="3324" y="1815"/>
                  </a:lnTo>
                  <a:lnTo>
                    <a:pt x="3784" y="1483"/>
                  </a:lnTo>
                  <a:lnTo>
                    <a:pt x="4270" y="1202"/>
                  </a:lnTo>
                  <a:lnTo>
                    <a:pt x="4781" y="946"/>
                  </a:lnTo>
                  <a:lnTo>
                    <a:pt x="5318" y="742"/>
                  </a:lnTo>
                  <a:lnTo>
                    <a:pt x="5880" y="563"/>
                  </a:lnTo>
                  <a:lnTo>
                    <a:pt x="5983" y="511"/>
                  </a:lnTo>
                  <a:lnTo>
                    <a:pt x="6059" y="435"/>
                  </a:lnTo>
                  <a:lnTo>
                    <a:pt x="6085" y="333"/>
                  </a:lnTo>
                  <a:lnTo>
                    <a:pt x="6085" y="205"/>
                  </a:lnTo>
                  <a:lnTo>
                    <a:pt x="6034" y="102"/>
                  </a:lnTo>
                  <a:lnTo>
                    <a:pt x="5957" y="26"/>
                  </a:lnTo>
                  <a:lnTo>
                    <a:pt x="58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9"/>
            <p:cNvSpPr/>
            <p:nvPr/>
          </p:nvSpPr>
          <p:spPr>
            <a:xfrm>
              <a:off x="4078750" y="2059525"/>
              <a:ext cx="202625" cy="214775"/>
            </a:xfrm>
            <a:custGeom>
              <a:avLst/>
              <a:gdLst/>
              <a:ahLst/>
              <a:cxnLst/>
              <a:rect l="l" t="t" r="r" b="b"/>
              <a:pathLst>
                <a:path w="8105" h="8591" extrusionOk="0">
                  <a:moveTo>
                    <a:pt x="6136" y="818"/>
                  </a:moveTo>
                  <a:lnTo>
                    <a:pt x="6136" y="1969"/>
                  </a:lnTo>
                  <a:lnTo>
                    <a:pt x="5497" y="1330"/>
                  </a:lnTo>
                  <a:lnTo>
                    <a:pt x="5497" y="818"/>
                  </a:lnTo>
                  <a:close/>
                  <a:moveTo>
                    <a:pt x="4040" y="0"/>
                  </a:moveTo>
                  <a:lnTo>
                    <a:pt x="3938" y="26"/>
                  </a:lnTo>
                  <a:lnTo>
                    <a:pt x="3835" y="77"/>
                  </a:lnTo>
                  <a:lnTo>
                    <a:pt x="77" y="3835"/>
                  </a:lnTo>
                  <a:lnTo>
                    <a:pt x="26" y="3937"/>
                  </a:lnTo>
                  <a:lnTo>
                    <a:pt x="0" y="4040"/>
                  </a:lnTo>
                  <a:lnTo>
                    <a:pt x="26" y="4167"/>
                  </a:lnTo>
                  <a:lnTo>
                    <a:pt x="77" y="4270"/>
                  </a:lnTo>
                  <a:lnTo>
                    <a:pt x="179" y="4321"/>
                  </a:lnTo>
                  <a:lnTo>
                    <a:pt x="282" y="4346"/>
                  </a:lnTo>
                  <a:lnTo>
                    <a:pt x="410" y="4321"/>
                  </a:lnTo>
                  <a:lnTo>
                    <a:pt x="512" y="4270"/>
                  </a:lnTo>
                  <a:lnTo>
                    <a:pt x="1100" y="3656"/>
                  </a:lnTo>
                  <a:lnTo>
                    <a:pt x="1100" y="5701"/>
                  </a:lnTo>
                  <a:lnTo>
                    <a:pt x="1125" y="5829"/>
                  </a:lnTo>
                  <a:lnTo>
                    <a:pt x="1176" y="5906"/>
                  </a:lnTo>
                  <a:lnTo>
                    <a:pt x="1279" y="5983"/>
                  </a:lnTo>
                  <a:lnTo>
                    <a:pt x="1381" y="6008"/>
                  </a:lnTo>
                  <a:lnTo>
                    <a:pt x="1509" y="5983"/>
                  </a:lnTo>
                  <a:lnTo>
                    <a:pt x="1611" y="5906"/>
                  </a:lnTo>
                  <a:lnTo>
                    <a:pt x="1662" y="5829"/>
                  </a:lnTo>
                  <a:lnTo>
                    <a:pt x="1688" y="5701"/>
                  </a:lnTo>
                  <a:lnTo>
                    <a:pt x="1688" y="3068"/>
                  </a:lnTo>
                  <a:lnTo>
                    <a:pt x="4040" y="716"/>
                  </a:lnTo>
                  <a:lnTo>
                    <a:pt x="6418" y="3068"/>
                  </a:lnTo>
                  <a:lnTo>
                    <a:pt x="6418" y="8002"/>
                  </a:lnTo>
                  <a:lnTo>
                    <a:pt x="1688" y="8002"/>
                  </a:lnTo>
                  <a:lnTo>
                    <a:pt x="1688" y="6698"/>
                  </a:lnTo>
                  <a:lnTo>
                    <a:pt x="1662" y="6571"/>
                  </a:lnTo>
                  <a:lnTo>
                    <a:pt x="1611" y="6468"/>
                  </a:lnTo>
                  <a:lnTo>
                    <a:pt x="1509" y="6417"/>
                  </a:lnTo>
                  <a:lnTo>
                    <a:pt x="1381" y="6392"/>
                  </a:lnTo>
                  <a:lnTo>
                    <a:pt x="1279" y="6417"/>
                  </a:lnTo>
                  <a:lnTo>
                    <a:pt x="1176" y="6468"/>
                  </a:lnTo>
                  <a:lnTo>
                    <a:pt x="1125" y="6571"/>
                  </a:lnTo>
                  <a:lnTo>
                    <a:pt x="1100" y="6698"/>
                  </a:lnTo>
                  <a:lnTo>
                    <a:pt x="1100" y="8309"/>
                  </a:lnTo>
                  <a:lnTo>
                    <a:pt x="1125" y="8411"/>
                  </a:lnTo>
                  <a:lnTo>
                    <a:pt x="1176" y="8514"/>
                  </a:lnTo>
                  <a:lnTo>
                    <a:pt x="1279" y="8565"/>
                  </a:lnTo>
                  <a:lnTo>
                    <a:pt x="1381" y="8590"/>
                  </a:lnTo>
                  <a:lnTo>
                    <a:pt x="6699" y="8590"/>
                  </a:lnTo>
                  <a:lnTo>
                    <a:pt x="6827" y="8565"/>
                  </a:lnTo>
                  <a:lnTo>
                    <a:pt x="6903" y="8514"/>
                  </a:lnTo>
                  <a:lnTo>
                    <a:pt x="6980" y="8411"/>
                  </a:lnTo>
                  <a:lnTo>
                    <a:pt x="7006" y="8309"/>
                  </a:lnTo>
                  <a:lnTo>
                    <a:pt x="7006" y="3656"/>
                  </a:lnTo>
                  <a:lnTo>
                    <a:pt x="7594" y="4270"/>
                  </a:lnTo>
                  <a:lnTo>
                    <a:pt x="7696" y="4321"/>
                  </a:lnTo>
                  <a:lnTo>
                    <a:pt x="7798" y="4346"/>
                  </a:lnTo>
                  <a:lnTo>
                    <a:pt x="7926" y="4321"/>
                  </a:lnTo>
                  <a:lnTo>
                    <a:pt x="8028" y="4270"/>
                  </a:lnTo>
                  <a:lnTo>
                    <a:pt x="8079" y="4167"/>
                  </a:lnTo>
                  <a:lnTo>
                    <a:pt x="8105" y="4040"/>
                  </a:lnTo>
                  <a:lnTo>
                    <a:pt x="8079" y="3937"/>
                  </a:lnTo>
                  <a:lnTo>
                    <a:pt x="8028" y="3835"/>
                  </a:lnTo>
                  <a:lnTo>
                    <a:pt x="6724" y="2557"/>
                  </a:lnTo>
                  <a:lnTo>
                    <a:pt x="6724" y="537"/>
                  </a:lnTo>
                  <a:lnTo>
                    <a:pt x="6699" y="409"/>
                  </a:lnTo>
                  <a:lnTo>
                    <a:pt x="6648" y="332"/>
                  </a:lnTo>
                  <a:lnTo>
                    <a:pt x="6545" y="256"/>
                  </a:lnTo>
                  <a:lnTo>
                    <a:pt x="6443" y="230"/>
                  </a:lnTo>
                  <a:lnTo>
                    <a:pt x="5190" y="230"/>
                  </a:lnTo>
                  <a:lnTo>
                    <a:pt x="5088" y="256"/>
                  </a:lnTo>
                  <a:lnTo>
                    <a:pt x="4986" y="332"/>
                  </a:lnTo>
                  <a:lnTo>
                    <a:pt x="4935" y="409"/>
                  </a:lnTo>
                  <a:lnTo>
                    <a:pt x="4909" y="537"/>
                  </a:lnTo>
                  <a:lnTo>
                    <a:pt x="4909" y="742"/>
                  </a:lnTo>
                  <a:lnTo>
                    <a:pt x="4270" y="77"/>
                  </a:lnTo>
                  <a:lnTo>
                    <a:pt x="4168" y="26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9"/>
            <p:cNvSpPr/>
            <p:nvPr/>
          </p:nvSpPr>
          <p:spPr>
            <a:xfrm>
              <a:off x="4150975" y="2151550"/>
              <a:ext cx="58175" cy="75450"/>
            </a:xfrm>
            <a:custGeom>
              <a:avLst/>
              <a:gdLst/>
              <a:ahLst/>
              <a:cxnLst/>
              <a:rect l="l" t="t" r="r" b="b"/>
              <a:pathLst>
                <a:path w="2327" h="3018" extrusionOk="0">
                  <a:moveTo>
                    <a:pt x="1739" y="589"/>
                  </a:moveTo>
                  <a:lnTo>
                    <a:pt x="1739" y="2429"/>
                  </a:lnTo>
                  <a:lnTo>
                    <a:pt x="588" y="2429"/>
                  </a:lnTo>
                  <a:lnTo>
                    <a:pt x="588" y="589"/>
                  </a:lnTo>
                  <a:close/>
                  <a:moveTo>
                    <a:pt x="282" y="1"/>
                  </a:moveTo>
                  <a:lnTo>
                    <a:pt x="179" y="26"/>
                  </a:lnTo>
                  <a:lnTo>
                    <a:pt x="77" y="77"/>
                  </a:lnTo>
                  <a:lnTo>
                    <a:pt x="26" y="180"/>
                  </a:lnTo>
                  <a:lnTo>
                    <a:pt x="0" y="282"/>
                  </a:lnTo>
                  <a:lnTo>
                    <a:pt x="0" y="2736"/>
                  </a:lnTo>
                  <a:lnTo>
                    <a:pt x="26" y="2838"/>
                  </a:lnTo>
                  <a:lnTo>
                    <a:pt x="77" y="2941"/>
                  </a:lnTo>
                  <a:lnTo>
                    <a:pt x="179" y="2992"/>
                  </a:lnTo>
                  <a:lnTo>
                    <a:pt x="282" y="3017"/>
                  </a:lnTo>
                  <a:lnTo>
                    <a:pt x="2020" y="3017"/>
                  </a:lnTo>
                  <a:lnTo>
                    <a:pt x="2148" y="2992"/>
                  </a:lnTo>
                  <a:lnTo>
                    <a:pt x="2225" y="2941"/>
                  </a:lnTo>
                  <a:lnTo>
                    <a:pt x="2301" y="2838"/>
                  </a:lnTo>
                  <a:lnTo>
                    <a:pt x="2327" y="2736"/>
                  </a:lnTo>
                  <a:lnTo>
                    <a:pt x="2327" y="282"/>
                  </a:lnTo>
                  <a:lnTo>
                    <a:pt x="2301" y="180"/>
                  </a:lnTo>
                  <a:lnTo>
                    <a:pt x="2225" y="77"/>
                  </a:lnTo>
                  <a:lnTo>
                    <a:pt x="2148" y="26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818;p59"/>
          <p:cNvGrpSpPr/>
          <p:nvPr/>
        </p:nvGrpSpPr>
        <p:grpSpPr>
          <a:xfrm>
            <a:off x="7426861" y="2650939"/>
            <a:ext cx="319884" cy="320052"/>
            <a:chOff x="4721100" y="1966200"/>
            <a:chExt cx="419300" cy="419300"/>
          </a:xfrm>
        </p:grpSpPr>
        <p:sp>
          <p:nvSpPr>
            <p:cNvPr id="819" name="Google Shape;819;p59"/>
            <p:cNvSpPr/>
            <p:nvPr/>
          </p:nvSpPr>
          <p:spPr>
            <a:xfrm>
              <a:off x="4802900" y="1966200"/>
              <a:ext cx="337500" cy="337500"/>
            </a:xfrm>
            <a:custGeom>
              <a:avLst/>
              <a:gdLst/>
              <a:ahLst/>
              <a:cxnLst/>
              <a:rect l="l" t="t" r="r" b="b"/>
              <a:pathLst>
                <a:path w="13500" h="13500" extrusionOk="0">
                  <a:moveTo>
                    <a:pt x="282" y="1"/>
                  </a:moveTo>
                  <a:lnTo>
                    <a:pt x="180" y="26"/>
                  </a:lnTo>
                  <a:lnTo>
                    <a:pt x="77" y="77"/>
                  </a:lnTo>
                  <a:lnTo>
                    <a:pt x="26" y="179"/>
                  </a:lnTo>
                  <a:lnTo>
                    <a:pt x="1" y="282"/>
                  </a:lnTo>
                  <a:lnTo>
                    <a:pt x="1" y="13218"/>
                  </a:lnTo>
                  <a:lnTo>
                    <a:pt x="26" y="13320"/>
                  </a:lnTo>
                  <a:lnTo>
                    <a:pt x="77" y="13423"/>
                  </a:lnTo>
                  <a:lnTo>
                    <a:pt x="180" y="13474"/>
                  </a:lnTo>
                  <a:lnTo>
                    <a:pt x="282" y="13499"/>
                  </a:lnTo>
                  <a:lnTo>
                    <a:pt x="13218" y="13499"/>
                  </a:lnTo>
                  <a:lnTo>
                    <a:pt x="13320" y="13474"/>
                  </a:lnTo>
                  <a:lnTo>
                    <a:pt x="13423" y="13423"/>
                  </a:lnTo>
                  <a:lnTo>
                    <a:pt x="13474" y="13320"/>
                  </a:lnTo>
                  <a:lnTo>
                    <a:pt x="13499" y="13218"/>
                  </a:lnTo>
                  <a:lnTo>
                    <a:pt x="13499" y="2148"/>
                  </a:lnTo>
                  <a:lnTo>
                    <a:pt x="13474" y="2020"/>
                  </a:lnTo>
                  <a:lnTo>
                    <a:pt x="13423" y="1944"/>
                  </a:lnTo>
                  <a:lnTo>
                    <a:pt x="13320" y="1867"/>
                  </a:lnTo>
                  <a:lnTo>
                    <a:pt x="13218" y="1841"/>
                  </a:lnTo>
                  <a:lnTo>
                    <a:pt x="13090" y="1867"/>
                  </a:lnTo>
                  <a:lnTo>
                    <a:pt x="13014" y="1944"/>
                  </a:lnTo>
                  <a:lnTo>
                    <a:pt x="12937" y="2020"/>
                  </a:lnTo>
                  <a:lnTo>
                    <a:pt x="12937" y="2148"/>
                  </a:lnTo>
                  <a:lnTo>
                    <a:pt x="12937" y="7031"/>
                  </a:lnTo>
                  <a:lnTo>
                    <a:pt x="11787" y="7031"/>
                  </a:lnTo>
                  <a:lnTo>
                    <a:pt x="11684" y="7057"/>
                  </a:lnTo>
                  <a:lnTo>
                    <a:pt x="11582" y="7108"/>
                  </a:lnTo>
                  <a:lnTo>
                    <a:pt x="11531" y="7210"/>
                  </a:lnTo>
                  <a:lnTo>
                    <a:pt x="11505" y="7312"/>
                  </a:lnTo>
                  <a:lnTo>
                    <a:pt x="11531" y="7440"/>
                  </a:lnTo>
                  <a:lnTo>
                    <a:pt x="11582" y="7517"/>
                  </a:lnTo>
                  <a:lnTo>
                    <a:pt x="11684" y="7568"/>
                  </a:lnTo>
                  <a:lnTo>
                    <a:pt x="11787" y="7594"/>
                  </a:lnTo>
                  <a:lnTo>
                    <a:pt x="12937" y="7594"/>
                  </a:lnTo>
                  <a:lnTo>
                    <a:pt x="12937" y="12937"/>
                  </a:lnTo>
                  <a:lnTo>
                    <a:pt x="4756" y="12937"/>
                  </a:lnTo>
                  <a:lnTo>
                    <a:pt x="4756" y="11531"/>
                  </a:lnTo>
                  <a:lnTo>
                    <a:pt x="4756" y="11428"/>
                  </a:lnTo>
                  <a:lnTo>
                    <a:pt x="4679" y="11352"/>
                  </a:lnTo>
                  <a:lnTo>
                    <a:pt x="4602" y="11275"/>
                  </a:lnTo>
                  <a:lnTo>
                    <a:pt x="4475" y="11249"/>
                  </a:lnTo>
                  <a:lnTo>
                    <a:pt x="4372" y="11275"/>
                  </a:lnTo>
                  <a:lnTo>
                    <a:pt x="4270" y="11352"/>
                  </a:lnTo>
                  <a:lnTo>
                    <a:pt x="4219" y="11428"/>
                  </a:lnTo>
                  <a:lnTo>
                    <a:pt x="4193" y="11531"/>
                  </a:lnTo>
                  <a:lnTo>
                    <a:pt x="4193" y="12937"/>
                  </a:lnTo>
                  <a:lnTo>
                    <a:pt x="563" y="12937"/>
                  </a:lnTo>
                  <a:lnTo>
                    <a:pt x="563" y="563"/>
                  </a:lnTo>
                  <a:lnTo>
                    <a:pt x="4193" y="563"/>
                  </a:lnTo>
                  <a:lnTo>
                    <a:pt x="4193" y="9485"/>
                  </a:lnTo>
                  <a:lnTo>
                    <a:pt x="4219" y="9588"/>
                  </a:lnTo>
                  <a:lnTo>
                    <a:pt x="4270" y="9690"/>
                  </a:lnTo>
                  <a:lnTo>
                    <a:pt x="4372" y="9741"/>
                  </a:lnTo>
                  <a:lnTo>
                    <a:pt x="4475" y="9767"/>
                  </a:lnTo>
                  <a:lnTo>
                    <a:pt x="4602" y="9741"/>
                  </a:lnTo>
                  <a:lnTo>
                    <a:pt x="4679" y="9690"/>
                  </a:lnTo>
                  <a:lnTo>
                    <a:pt x="4756" y="9588"/>
                  </a:lnTo>
                  <a:lnTo>
                    <a:pt x="4756" y="9485"/>
                  </a:lnTo>
                  <a:lnTo>
                    <a:pt x="4756" y="7594"/>
                  </a:lnTo>
                  <a:lnTo>
                    <a:pt x="9843" y="7594"/>
                  </a:lnTo>
                  <a:lnTo>
                    <a:pt x="9971" y="7568"/>
                  </a:lnTo>
                  <a:lnTo>
                    <a:pt x="10048" y="7517"/>
                  </a:lnTo>
                  <a:lnTo>
                    <a:pt x="10125" y="7440"/>
                  </a:lnTo>
                  <a:lnTo>
                    <a:pt x="10125" y="7312"/>
                  </a:lnTo>
                  <a:lnTo>
                    <a:pt x="10125" y="7210"/>
                  </a:lnTo>
                  <a:lnTo>
                    <a:pt x="10048" y="7108"/>
                  </a:lnTo>
                  <a:lnTo>
                    <a:pt x="9971" y="7057"/>
                  </a:lnTo>
                  <a:lnTo>
                    <a:pt x="9843" y="7031"/>
                  </a:lnTo>
                  <a:lnTo>
                    <a:pt x="4756" y="7031"/>
                  </a:lnTo>
                  <a:lnTo>
                    <a:pt x="4756" y="563"/>
                  </a:lnTo>
                  <a:lnTo>
                    <a:pt x="12937" y="563"/>
                  </a:lnTo>
                  <a:lnTo>
                    <a:pt x="12937" y="1177"/>
                  </a:lnTo>
                  <a:lnTo>
                    <a:pt x="12937" y="1304"/>
                  </a:lnTo>
                  <a:lnTo>
                    <a:pt x="13014" y="1381"/>
                  </a:lnTo>
                  <a:lnTo>
                    <a:pt x="13090" y="1458"/>
                  </a:lnTo>
                  <a:lnTo>
                    <a:pt x="13218" y="1483"/>
                  </a:lnTo>
                  <a:lnTo>
                    <a:pt x="13320" y="1458"/>
                  </a:lnTo>
                  <a:lnTo>
                    <a:pt x="13423" y="1381"/>
                  </a:lnTo>
                  <a:lnTo>
                    <a:pt x="13474" y="1304"/>
                  </a:lnTo>
                  <a:lnTo>
                    <a:pt x="13499" y="1177"/>
                  </a:lnTo>
                  <a:lnTo>
                    <a:pt x="13499" y="282"/>
                  </a:lnTo>
                  <a:lnTo>
                    <a:pt x="13474" y="179"/>
                  </a:lnTo>
                  <a:lnTo>
                    <a:pt x="13423" y="77"/>
                  </a:lnTo>
                  <a:lnTo>
                    <a:pt x="13320" y="26"/>
                  </a:lnTo>
                  <a:lnTo>
                    <a:pt x="13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9"/>
            <p:cNvSpPr/>
            <p:nvPr/>
          </p:nvSpPr>
          <p:spPr>
            <a:xfrm>
              <a:off x="4721100" y="1966200"/>
              <a:ext cx="61375" cy="88875"/>
            </a:xfrm>
            <a:custGeom>
              <a:avLst/>
              <a:gdLst/>
              <a:ahLst/>
              <a:cxnLst/>
              <a:rect l="l" t="t" r="r" b="b"/>
              <a:pathLst>
                <a:path w="2455" h="3555" extrusionOk="0">
                  <a:moveTo>
                    <a:pt x="1227" y="819"/>
                  </a:moveTo>
                  <a:lnTo>
                    <a:pt x="1662" y="1509"/>
                  </a:lnTo>
                  <a:lnTo>
                    <a:pt x="793" y="1509"/>
                  </a:lnTo>
                  <a:lnTo>
                    <a:pt x="1227" y="819"/>
                  </a:lnTo>
                  <a:close/>
                  <a:moveTo>
                    <a:pt x="1151" y="1"/>
                  </a:moveTo>
                  <a:lnTo>
                    <a:pt x="1100" y="26"/>
                  </a:lnTo>
                  <a:lnTo>
                    <a:pt x="1023" y="77"/>
                  </a:lnTo>
                  <a:lnTo>
                    <a:pt x="997" y="128"/>
                  </a:lnTo>
                  <a:lnTo>
                    <a:pt x="51" y="1662"/>
                  </a:lnTo>
                  <a:lnTo>
                    <a:pt x="26" y="1713"/>
                  </a:lnTo>
                  <a:lnTo>
                    <a:pt x="0" y="1790"/>
                  </a:lnTo>
                  <a:lnTo>
                    <a:pt x="0" y="1867"/>
                  </a:lnTo>
                  <a:lnTo>
                    <a:pt x="51" y="1944"/>
                  </a:lnTo>
                  <a:lnTo>
                    <a:pt x="77" y="1995"/>
                  </a:lnTo>
                  <a:lnTo>
                    <a:pt x="154" y="2046"/>
                  </a:lnTo>
                  <a:lnTo>
                    <a:pt x="205" y="2071"/>
                  </a:lnTo>
                  <a:lnTo>
                    <a:pt x="281" y="2097"/>
                  </a:lnTo>
                  <a:lnTo>
                    <a:pt x="946" y="2097"/>
                  </a:lnTo>
                  <a:lnTo>
                    <a:pt x="946" y="3273"/>
                  </a:lnTo>
                  <a:lnTo>
                    <a:pt x="972" y="3401"/>
                  </a:lnTo>
                  <a:lnTo>
                    <a:pt x="1023" y="3477"/>
                  </a:lnTo>
                  <a:lnTo>
                    <a:pt x="1125" y="3554"/>
                  </a:lnTo>
                  <a:lnTo>
                    <a:pt x="1355" y="3554"/>
                  </a:lnTo>
                  <a:lnTo>
                    <a:pt x="1432" y="3477"/>
                  </a:lnTo>
                  <a:lnTo>
                    <a:pt x="1483" y="3401"/>
                  </a:lnTo>
                  <a:lnTo>
                    <a:pt x="1509" y="3273"/>
                  </a:lnTo>
                  <a:lnTo>
                    <a:pt x="1509" y="2097"/>
                  </a:lnTo>
                  <a:lnTo>
                    <a:pt x="2173" y="2097"/>
                  </a:lnTo>
                  <a:lnTo>
                    <a:pt x="2250" y="2071"/>
                  </a:lnTo>
                  <a:lnTo>
                    <a:pt x="2327" y="2046"/>
                  </a:lnTo>
                  <a:lnTo>
                    <a:pt x="2378" y="1995"/>
                  </a:lnTo>
                  <a:lnTo>
                    <a:pt x="2429" y="1944"/>
                  </a:lnTo>
                  <a:lnTo>
                    <a:pt x="2455" y="1867"/>
                  </a:lnTo>
                  <a:lnTo>
                    <a:pt x="2455" y="1790"/>
                  </a:lnTo>
                  <a:lnTo>
                    <a:pt x="2455" y="1713"/>
                  </a:lnTo>
                  <a:lnTo>
                    <a:pt x="2403" y="1662"/>
                  </a:lnTo>
                  <a:lnTo>
                    <a:pt x="1483" y="128"/>
                  </a:lnTo>
                  <a:lnTo>
                    <a:pt x="1432" y="77"/>
                  </a:lnTo>
                  <a:lnTo>
                    <a:pt x="1381" y="26"/>
                  </a:lnTo>
                  <a:lnTo>
                    <a:pt x="13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9"/>
            <p:cNvSpPr/>
            <p:nvPr/>
          </p:nvSpPr>
          <p:spPr>
            <a:xfrm>
              <a:off x="4721100" y="2060150"/>
              <a:ext cx="61375" cy="243550"/>
            </a:xfrm>
            <a:custGeom>
              <a:avLst/>
              <a:gdLst/>
              <a:ahLst/>
              <a:cxnLst/>
              <a:rect l="l" t="t" r="r" b="b"/>
              <a:pathLst>
                <a:path w="2455" h="9742" extrusionOk="0">
                  <a:moveTo>
                    <a:pt x="1662" y="8233"/>
                  </a:moveTo>
                  <a:lnTo>
                    <a:pt x="1227" y="8923"/>
                  </a:lnTo>
                  <a:lnTo>
                    <a:pt x="793" y="8233"/>
                  </a:lnTo>
                  <a:close/>
                  <a:moveTo>
                    <a:pt x="1227" y="1"/>
                  </a:moveTo>
                  <a:lnTo>
                    <a:pt x="1125" y="26"/>
                  </a:lnTo>
                  <a:lnTo>
                    <a:pt x="1023" y="77"/>
                  </a:lnTo>
                  <a:lnTo>
                    <a:pt x="972" y="180"/>
                  </a:lnTo>
                  <a:lnTo>
                    <a:pt x="946" y="282"/>
                  </a:lnTo>
                  <a:lnTo>
                    <a:pt x="946" y="7645"/>
                  </a:lnTo>
                  <a:lnTo>
                    <a:pt x="281" y="7645"/>
                  </a:lnTo>
                  <a:lnTo>
                    <a:pt x="205" y="7670"/>
                  </a:lnTo>
                  <a:lnTo>
                    <a:pt x="154" y="7696"/>
                  </a:lnTo>
                  <a:lnTo>
                    <a:pt x="77" y="7747"/>
                  </a:lnTo>
                  <a:lnTo>
                    <a:pt x="51" y="7798"/>
                  </a:lnTo>
                  <a:lnTo>
                    <a:pt x="0" y="7875"/>
                  </a:lnTo>
                  <a:lnTo>
                    <a:pt x="0" y="7952"/>
                  </a:lnTo>
                  <a:lnTo>
                    <a:pt x="26" y="8028"/>
                  </a:lnTo>
                  <a:lnTo>
                    <a:pt x="51" y="8079"/>
                  </a:lnTo>
                  <a:lnTo>
                    <a:pt x="997" y="9613"/>
                  </a:lnTo>
                  <a:lnTo>
                    <a:pt x="1023" y="9665"/>
                  </a:lnTo>
                  <a:lnTo>
                    <a:pt x="1100" y="9690"/>
                  </a:lnTo>
                  <a:lnTo>
                    <a:pt x="1151" y="9716"/>
                  </a:lnTo>
                  <a:lnTo>
                    <a:pt x="1227" y="9741"/>
                  </a:lnTo>
                  <a:lnTo>
                    <a:pt x="1304" y="9716"/>
                  </a:lnTo>
                  <a:lnTo>
                    <a:pt x="1381" y="9690"/>
                  </a:lnTo>
                  <a:lnTo>
                    <a:pt x="1432" y="9665"/>
                  </a:lnTo>
                  <a:lnTo>
                    <a:pt x="1483" y="9613"/>
                  </a:lnTo>
                  <a:lnTo>
                    <a:pt x="2403" y="8079"/>
                  </a:lnTo>
                  <a:lnTo>
                    <a:pt x="2455" y="8028"/>
                  </a:lnTo>
                  <a:lnTo>
                    <a:pt x="2455" y="7952"/>
                  </a:lnTo>
                  <a:lnTo>
                    <a:pt x="2455" y="7875"/>
                  </a:lnTo>
                  <a:lnTo>
                    <a:pt x="2429" y="7798"/>
                  </a:lnTo>
                  <a:lnTo>
                    <a:pt x="2378" y="7747"/>
                  </a:lnTo>
                  <a:lnTo>
                    <a:pt x="2327" y="7696"/>
                  </a:lnTo>
                  <a:lnTo>
                    <a:pt x="2250" y="7670"/>
                  </a:lnTo>
                  <a:lnTo>
                    <a:pt x="2173" y="7645"/>
                  </a:lnTo>
                  <a:lnTo>
                    <a:pt x="1509" y="7645"/>
                  </a:lnTo>
                  <a:lnTo>
                    <a:pt x="1509" y="282"/>
                  </a:lnTo>
                  <a:lnTo>
                    <a:pt x="1483" y="180"/>
                  </a:lnTo>
                  <a:lnTo>
                    <a:pt x="1432" y="77"/>
                  </a:lnTo>
                  <a:lnTo>
                    <a:pt x="1355" y="26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9"/>
            <p:cNvSpPr/>
            <p:nvPr/>
          </p:nvSpPr>
          <p:spPr>
            <a:xfrm>
              <a:off x="4802900" y="2324125"/>
              <a:ext cx="337500" cy="61375"/>
            </a:xfrm>
            <a:custGeom>
              <a:avLst/>
              <a:gdLst/>
              <a:ahLst/>
              <a:cxnLst/>
              <a:rect l="l" t="t" r="r" b="b"/>
              <a:pathLst>
                <a:path w="13500" h="2455" extrusionOk="0">
                  <a:moveTo>
                    <a:pt x="1509" y="793"/>
                  </a:moveTo>
                  <a:lnTo>
                    <a:pt x="1509" y="1662"/>
                  </a:lnTo>
                  <a:lnTo>
                    <a:pt x="819" y="1228"/>
                  </a:lnTo>
                  <a:lnTo>
                    <a:pt x="1509" y="793"/>
                  </a:lnTo>
                  <a:close/>
                  <a:moveTo>
                    <a:pt x="11991" y="793"/>
                  </a:moveTo>
                  <a:lnTo>
                    <a:pt x="12681" y="1228"/>
                  </a:lnTo>
                  <a:lnTo>
                    <a:pt x="11991" y="1662"/>
                  </a:lnTo>
                  <a:lnTo>
                    <a:pt x="11991" y="793"/>
                  </a:lnTo>
                  <a:close/>
                  <a:moveTo>
                    <a:pt x="1714" y="0"/>
                  </a:moveTo>
                  <a:lnTo>
                    <a:pt x="1662" y="26"/>
                  </a:lnTo>
                  <a:lnTo>
                    <a:pt x="128" y="972"/>
                  </a:lnTo>
                  <a:lnTo>
                    <a:pt x="77" y="1023"/>
                  </a:lnTo>
                  <a:lnTo>
                    <a:pt x="26" y="1074"/>
                  </a:lnTo>
                  <a:lnTo>
                    <a:pt x="1" y="1151"/>
                  </a:lnTo>
                  <a:lnTo>
                    <a:pt x="1" y="1228"/>
                  </a:lnTo>
                  <a:lnTo>
                    <a:pt x="1" y="1304"/>
                  </a:lnTo>
                  <a:lnTo>
                    <a:pt x="26" y="1355"/>
                  </a:lnTo>
                  <a:lnTo>
                    <a:pt x="77" y="1406"/>
                  </a:lnTo>
                  <a:lnTo>
                    <a:pt x="128" y="1458"/>
                  </a:lnTo>
                  <a:lnTo>
                    <a:pt x="1662" y="2404"/>
                  </a:lnTo>
                  <a:lnTo>
                    <a:pt x="1714" y="2429"/>
                  </a:lnTo>
                  <a:lnTo>
                    <a:pt x="1790" y="2455"/>
                  </a:lnTo>
                  <a:lnTo>
                    <a:pt x="1867" y="2429"/>
                  </a:lnTo>
                  <a:lnTo>
                    <a:pt x="1944" y="2404"/>
                  </a:lnTo>
                  <a:lnTo>
                    <a:pt x="1995" y="2378"/>
                  </a:lnTo>
                  <a:lnTo>
                    <a:pt x="2046" y="2301"/>
                  </a:lnTo>
                  <a:lnTo>
                    <a:pt x="2071" y="2250"/>
                  </a:lnTo>
                  <a:lnTo>
                    <a:pt x="2097" y="2173"/>
                  </a:lnTo>
                  <a:lnTo>
                    <a:pt x="2097" y="1509"/>
                  </a:lnTo>
                  <a:lnTo>
                    <a:pt x="11403" y="1509"/>
                  </a:lnTo>
                  <a:lnTo>
                    <a:pt x="11403" y="2173"/>
                  </a:lnTo>
                  <a:lnTo>
                    <a:pt x="11429" y="2250"/>
                  </a:lnTo>
                  <a:lnTo>
                    <a:pt x="11454" y="2301"/>
                  </a:lnTo>
                  <a:lnTo>
                    <a:pt x="11505" y="2378"/>
                  </a:lnTo>
                  <a:lnTo>
                    <a:pt x="11556" y="2404"/>
                  </a:lnTo>
                  <a:lnTo>
                    <a:pt x="11633" y="2429"/>
                  </a:lnTo>
                  <a:lnTo>
                    <a:pt x="11710" y="2455"/>
                  </a:lnTo>
                  <a:lnTo>
                    <a:pt x="11787" y="2429"/>
                  </a:lnTo>
                  <a:lnTo>
                    <a:pt x="11838" y="2404"/>
                  </a:lnTo>
                  <a:lnTo>
                    <a:pt x="13372" y="1458"/>
                  </a:lnTo>
                  <a:lnTo>
                    <a:pt x="13423" y="1406"/>
                  </a:lnTo>
                  <a:lnTo>
                    <a:pt x="13448" y="1355"/>
                  </a:lnTo>
                  <a:lnTo>
                    <a:pt x="13499" y="1304"/>
                  </a:lnTo>
                  <a:lnTo>
                    <a:pt x="13499" y="1228"/>
                  </a:lnTo>
                  <a:lnTo>
                    <a:pt x="13499" y="1151"/>
                  </a:lnTo>
                  <a:lnTo>
                    <a:pt x="13448" y="1074"/>
                  </a:lnTo>
                  <a:lnTo>
                    <a:pt x="13423" y="1023"/>
                  </a:lnTo>
                  <a:lnTo>
                    <a:pt x="13372" y="972"/>
                  </a:lnTo>
                  <a:lnTo>
                    <a:pt x="11838" y="26"/>
                  </a:lnTo>
                  <a:lnTo>
                    <a:pt x="11787" y="0"/>
                  </a:lnTo>
                  <a:lnTo>
                    <a:pt x="11633" y="0"/>
                  </a:lnTo>
                  <a:lnTo>
                    <a:pt x="11556" y="26"/>
                  </a:lnTo>
                  <a:lnTo>
                    <a:pt x="11505" y="77"/>
                  </a:lnTo>
                  <a:lnTo>
                    <a:pt x="11454" y="128"/>
                  </a:lnTo>
                  <a:lnTo>
                    <a:pt x="11429" y="205"/>
                  </a:lnTo>
                  <a:lnTo>
                    <a:pt x="11403" y="282"/>
                  </a:lnTo>
                  <a:lnTo>
                    <a:pt x="11403" y="946"/>
                  </a:lnTo>
                  <a:lnTo>
                    <a:pt x="2097" y="946"/>
                  </a:lnTo>
                  <a:lnTo>
                    <a:pt x="2097" y="282"/>
                  </a:lnTo>
                  <a:lnTo>
                    <a:pt x="2071" y="205"/>
                  </a:lnTo>
                  <a:lnTo>
                    <a:pt x="2046" y="128"/>
                  </a:lnTo>
                  <a:lnTo>
                    <a:pt x="1995" y="77"/>
                  </a:lnTo>
                  <a:lnTo>
                    <a:pt x="1944" y="26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23" name="Google Shape;823;p59"/>
          <p:cNvCxnSpPr/>
          <p:nvPr/>
        </p:nvCxnSpPr>
        <p:spPr>
          <a:xfrm>
            <a:off x="2971950" y="1068050"/>
            <a:ext cx="320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 descr="IMG_5453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0" r="8130"/>
          <a:stretch/>
        </p:blipFill>
        <p:spPr>
          <a:xfrm>
            <a:off x="978130" y="1276216"/>
            <a:ext cx="2941277" cy="2939176"/>
          </a:xfrm>
          <a:prstGeom prst="rect">
            <a:avLst/>
          </a:prstGeom>
          <a:ln>
            <a:solidFill>
              <a:srgbClr val="FF6600"/>
            </a:solidFill>
          </a:ln>
        </p:spPr>
      </p:pic>
      <p:pic>
        <p:nvPicPr>
          <p:cNvPr id="30" name="Picture 29" descr="ATBATIC_Logo_Icone PDF VF 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5"/>
          <p:cNvSpPr/>
          <p:nvPr/>
        </p:nvSpPr>
        <p:spPr>
          <a:xfrm>
            <a:off x="524400" y="367350"/>
            <a:ext cx="4505100" cy="4408800"/>
          </a:xfrm>
          <a:prstGeom prst="rect">
            <a:avLst/>
          </a:prstGeom>
          <a:solidFill>
            <a:schemeClr val="tx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55"/>
          <p:cNvSpPr txBox="1">
            <a:spLocks noGrp="1"/>
          </p:cNvSpPr>
          <p:nvPr>
            <p:ph type="title" idx="8"/>
          </p:nvPr>
        </p:nvSpPr>
        <p:spPr>
          <a:xfrm>
            <a:off x="667800" y="539496"/>
            <a:ext cx="42183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Nos</a:t>
            </a:r>
            <a:r>
              <a:rPr lang="en" dirty="0" smtClean="0"/>
              <a:t> </a:t>
            </a:r>
            <a:r>
              <a:rPr lang="en" dirty="0"/>
              <a:t>services</a:t>
            </a:r>
            <a:endParaRPr dirty="0"/>
          </a:p>
        </p:txBody>
      </p:sp>
      <p:sp>
        <p:nvSpPr>
          <p:cNvPr id="598" name="Google Shape;598;p55"/>
          <p:cNvSpPr txBox="1">
            <a:spLocks noGrp="1"/>
          </p:cNvSpPr>
          <p:nvPr>
            <p:ph type="title"/>
          </p:nvPr>
        </p:nvSpPr>
        <p:spPr>
          <a:xfrm>
            <a:off x="876748" y="1816405"/>
            <a:ext cx="1706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Recherche</a:t>
            </a:r>
            <a:endParaRPr dirty="0"/>
          </a:p>
        </p:txBody>
      </p:sp>
      <p:sp>
        <p:nvSpPr>
          <p:cNvPr id="599" name="Google Shape;599;p55"/>
          <p:cNvSpPr txBox="1">
            <a:spLocks noGrp="1"/>
          </p:cNvSpPr>
          <p:nvPr>
            <p:ph type="subTitle" idx="1"/>
          </p:nvPr>
        </p:nvSpPr>
        <p:spPr>
          <a:xfrm>
            <a:off x="740998" y="2183742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Accès à notre réseau de biens</a:t>
            </a:r>
            <a:endParaRPr dirty="0"/>
          </a:p>
        </p:txBody>
      </p:sp>
      <p:sp>
        <p:nvSpPr>
          <p:cNvPr id="600" name="Google Shape;600;p55"/>
          <p:cNvSpPr txBox="1">
            <a:spLocks noGrp="1"/>
          </p:cNvSpPr>
          <p:nvPr>
            <p:ph type="title" idx="2"/>
          </p:nvPr>
        </p:nvSpPr>
        <p:spPr>
          <a:xfrm>
            <a:off x="2957708" y="1816405"/>
            <a:ext cx="1706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Juridique</a:t>
            </a:r>
            <a:endParaRPr dirty="0"/>
          </a:p>
        </p:txBody>
      </p:sp>
      <p:sp>
        <p:nvSpPr>
          <p:cNvPr id="601" name="Google Shape;601;p55"/>
          <p:cNvSpPr txBox="1">
            <a:spLocks noGrp="1"/>
          </p:cNvSpPr>
          <p:nvPr>
            <p:ph type="subTitle" idx="3"/>
          </p:nvPr>
        </p:nvSpPr>
        <p:spPr>
          <a:xfrm>
            <a:off x="2821958" y="2183742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Résolution</a:t>
            </a:r>
            <a:r>
              <a:rPr lang="en-US" dirty="0" smtClean="0"/>
              <a:t> de </a:t>
            </a:r>
            <a:r>
              <a:rPr lang="en-US" dirty="0" err="1" smtClean="0"/>
              <a:t>litiges</a:t>
            </a:r>
            <a:r>
              <a:rPr lang="en-US" dirty="0"/>
              <a:t> </a:t>
            </a:r>
            <a:r>
              <a:rPr lang="en-US" dirty="0" err="1" smtClean="0"/>
              <a:t>foncier</a:t>
            </a:r>
            <a:r>
              <a:rPr lang="en-US" dirty="0"/>
              <a:t> </a:t>
            </a:r>
            <a:r>
              <a:rPr lang="en-US" dirty="0" smtClean="0"/>
              <a:t>et </a:t>
            </a:r>
            <a:r>
              <a:rPr lang="en-US" dirty="0" err="1" smtClean="0"/>
              <a:t>vérification</a:t>
            </a:r>
            <a:r>
              <a:rPr lang="en-US" dirty="0" smtClean="0"/>
              <a:t> </a:t>
            </a:r>
            <a:r>
              <a:rPr lang="en-US" dirty="0" err="1" smtClean="0"/>
              <a:t>administrativve</a:t>
            </a:r>
            <a:r>
              <a:rPr lang="en-US" dirty="0" smtClean="0"/>
              <a:t>. </a:t>
            </a:r>
            <a:r>
              <a:rPr lang="fr-FR" dirty="0" smtClean="0"/>
              <a:t> </a:t>
            </a:r>
            <a:endParaRPr dirty="0"/>
          </a:p>
        </p:txBody>
      </p:sp>
      <p:sp>
        <p:nvSpPr>
          <p:cNvPr id="602" name="Google Shape;602;p55"/>
          <p:cNvSpPr txBox="1">
            <a:spLocks noGrp="1"/>
          </p:cNvSpPr>
          <p:nvPr>
            <p:ph type="title" idx="4"/>
          </p:nvPr>
        </p:nvSpPr>
        <p:spPr>
          <a:xfrm>
            <a:off x="740998" y="3526368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</a:t>
            </a:r>
            <a:r>
              <a:rPr lang="fr-FR" dirty="0" smtClean="0"/>
              <a:t>ransfère</a:t>
            </a:r>
            <a:endParaRPr dirty="0"/>
          </a:p>
        </p:txBody>
      </p:sp>
      <p:sp>
        <p:nvSpPr>
          <p:cNvPr id="603" name="Google Shape;603;p55"/>
          <p:cNvSpPr txBox="1">
            <a:spLocks noGrp="1"/>
          </p:cNvSpPr>
          <p:nvPr>
            <p:ph type="subTitle" idx="5"/>
          </p:nvPr>
        </p:nvSpPr>
        <p:spPr>
          <a:xfrm>
            <a:off x="740998" y="3893705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Récuperez</a:t>
            </a:r>
            <a:r>
              <a:rPr lang="en-US" dirty="0" smtClean="0"/>
              <a:t> </a:t>
            </a:r>
            <a:r>
              <a:rPr lang="en-US" dirty="0" err="1" smtClean="0"/>
              <a:t>votre</a:t>
            </a:r>
            <a:r>
              <a:rPr lang="en-US" dirty="0" smtClean="0"/>
              <a:t> argent </a:t>
            </a:r>
            <a:r>
              <a:rPr lang="en-US" dirty="0" err="1" smtClean="0"/>
              <a:t>algérie</a:t>
            </a:r>
            <a:r>
              <a:rPr lang="en-US" dirty="0" smtClean="0"/>
              <a:t> </a:t>
            </a:r>
            <a:r>
              <a:rPr lang="en-US" dirty="0" err="1" smtClean="0"/>
              <a:t>facilement</a:t>
            </a:r>
            <a:r>
              <a:rPr lang="fr-FR" dirty="0" smtClean="0"/>
              <a:t> </a:t>
            </a:r>
            <a:endParaRPr dirty="0"/>
          </a:p>
        </p:txBody>
      </p:sp>
      <p:sp>
        <p:nvSpPr>
          <p:cNvPr id="604" name="Google Shape;604;p55"/>
          <p:cNvSpPr txBox="1">
            <a:spLocks noGrp="1"/>
          </p:cNvSpPr>
          <p:nvPr>
            <p:ph type="title" idx="6"/>
          </p:nvPr>
        </p:nvSpPr>
        <p:spPr>
          <a:xfrm>
            <a:off x="2821958" y="3526368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Construction</a:t>
            </a:r>
            <a:endParaRPr dirty="0"/>
          </a:p>
        </p:txBody>
      </p:sp>
      <p:sp>
        <p:nvSpPr>
          <p:cNvPr id="605" name="Google Shape;605;p55"/>
          <p:cNvSpPr txBox="1">
            <a:spLocks noGrp="1"/>
          </p:cNvSpPr>
          <p:nvPr>
            <p:ph type="subTitle" idx="7"/>
          </p:nvPr>
        </p:nvSpPr>
        <p:spPr>
          <a:xfrm>
            <a:off x="2821958" y="3893705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Devis sur </a:t>
            </a:r>
            <a:r>
              <a:rPr lang="fr-FR" dirty="0" err="1" smtClean="0"/>
              <a:t>meusure</a:t>
            </a:r>
            <a:r>
              <a:rPr lang="fr-FR" dirty="0" smtClean="0"/>
              <a:t> pour tout vos projets</a:t>
            </a:r>
            <a:endParaRPr dirty="0"/>
          </a:p>
        </p:txBody>
      </p:sp>
      <p:cxnSp>
        <p:nvCxnSpPr>
          <p:cNvPr id="606" name="Google Shape;606;p55"/>
          <p:cNvCxnSpPr/>
          <p:nvPr/>
        </p:nvCxnSpPr>
        <p:spPr>
          <a:xfrm>
            <a:off x="1176900" y="1068050"/>
            <a:ext cx="320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7" name="Google Shape;607;p55"/>
          <p:cNvCxnSpPr/>
          <p:nvPr/>
        </p:nvCxnSpPr>
        <p:spPr>
          <a:xfrm>
            <a:off x="1504798" y="1743025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8" name="Google Shape;608;p55"/>
          <p:cNvCxnSpPr/>
          <p:nvPr/>
        </p:nvCxnSpPr>
        <p:spPr>
          <a:xfrm>
            <a:off x="3585758" y="1743025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9" name="Google Shape;609;p55"/>
          <p:cNvCxnSpPr/>
          <p:nvPr/>
        </p:nvCxnSpPr>
        <p:spPr>
          <a:xfrm>
            <a:off x="1504798" y="3433543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55"/>
          <p:cNvCxnSpPr/>
          <p:nvPr/>
        </p:nvCxnSpPr>
        <p:spPr>
          <a:xfrm>
            <a:off x="3585758" y="3433543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0" name="Google Shape;650;p55"/>
          <p:cNvSpPr/>
          <p:nvPr/>
        </p:nvSpPr>
        <p:spPr>
          <a:xfrm>
            <a:off x="524400" y="3656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grpSp>
        <p:nvGrpSpPr>
          <p:cNvPr id="71" name="Google Shape;1586;p72"/>
          <p:cNvGrpSpPr/>
          <p:nvPr/>
        </p:nvGrpSpPr>
        <p:grpSpPr>
          <a:xfrm>
            <a:off x="3635472" y="1258530"/>
            <a:ext cx="418300" cy="401900"/>
            <a:chOff x="3988175" y="2673925"/>
            <a:chExt cx="418300" cy="401900"/>
          </a:xfrm>
        </p:grpSpPr>
        <p:sp>
          <p:nvSpPr>
            <p:cNvPr id="72" name="Google Shape;1587;p72"/>
            <p:cNvSpPr/>
            <p:nvPr/>
          </p:nvSpPr>
          <p:spPr>
            <a:xfrm>
              <a:off x="3988175" y="2673925"/>
              <a:ext cx="365875" cy="365875"/>
            </a:xfrm>
            <a:custGeom>
              <a:avLst/>
              <a:gdLst/>
              <a:ahLst/>
              <a:cxnLst/>
              <a:rect l="l" t="t" r="r" b="b"/>
              <a:pathLst>
                <a:path w="14635" h="14635" extrusionOk="0">
                  <a:moveTo>
                    <a:pt x="6471" y="582"/>
                  </a:moveTo>
                  <a:lnTo>
                    <a:pt x="6572" y="607"/>
                  </a:lnTo>
                  <a:lnTo>
                    <a:pt x="6698" y="683"/>
                  </a:lnTo>
                  <a:lnTo>
                    <a:pt x="7481" y="1467"/>
                  </a:lnTo>
                  <a:lnTo>
                    <a:pt x="4449" y="4474"/>
                  </a:lnTo>
                  <a:lnTo>
                    <a:pt x="3665" y="3691"/>
                  </a:lnTo>
                  <a:lnTo>
                    <a:pt x="3589" y="3590"/>
                  </a:lnTo>
                  <a:lnTo>
                    <a:pt x="3564" y="3463"/>
                  </a:lnTo>
                  <a:lnTo>
                    <a:pt x="3589" y="3337"/>
                  </a:lnTo>
                  <a:lnTo>
                    <a:pt x="3665" y="3236"/>
                  </a:lnTo>
                  <a:lnTo>
                    <a:pt x="6243" y="683"/>
                  </a:lnTo>
                  <a:lnTo>
                    <a:pt x="6344" y="607"/>
                  </a:lnTo>
                  <a:lnTo>
                    <a:pt x="6471" y="582"/>
                  </a:lnTo>
                  <a:close/>
                  <a:moveTo>
                    <a:pt x="7229" y="2528"/>
                  </a:moveTo>
                  <a:lnTo>
                    <a:pt x="7709" y="3009"/>
                  </a:lnTo>
                  <a:lnTo>
                    <a:pt x="6016" y="4702"/>
                  </a:lnTo>
                  <a:lnTo>
                    <a:pt x="5535" y="4222"/>
                  </a:lnTo>
                  <a:lnTo>
                    <a:pt x="7229" y="2528"/>
                  </a:lnTo>
                  <a:close/>
                  <a:moveTo>
                    <a:pt x="11626" y="6926"/>
                  </a:moveTo>
                  <a:lnTo>
                    <a:pt x="12107" y="7406"/>
                  </a:lnTo>
                  <a:lnTo>
                    <a:pt x="10388" y="9100"/>
                  </a:lnTo>
                  <a:lnTo>
                    <a:pt x="9908" y="8619"/>
                  </a:lnTo>
                  <a:lnTo>
                    <a:pt x="11626" y="6926"/>
                  </a:lnTo>
                  <a:close/>
                  <a:moveTo>
                    <a:pt x="13168" y="7153"/>
                  </a:moveTo>
                  <a:lnTo>
                    <a:pt x="13952" y="7937"/>
                  </a:lnTo>
                  <a:lnTo>
                    <a:pt x="14028" y="8038"/>
                  </a:lnTo>
                  <a:lnTo>
                    <a:pt x="14053" y="8164"/>
                  </a:lnTo>
                  <a:lnTo>
                    <a:pt x="14028" y="8291"/>
                  </a:lnTo>
                  <a:lnTo>
                    <a:pt x="13952" y="8392"/>
                  </a:lnTo>
                  <a:lnTo>
                    <a:pt x="11399" y="10970"/>
                  </a:lnTo>
                  <a:lnTo>
                    <a:pt x="11298" y="11020"/>
                  </a:lnTo>
                  <a:lnTo>
                    <a:pt x="11172" y="11046"/>
                  </a:lnTo>
                  <a:lnTo>
                    <a:pt x="11045" y="11020"/>
                  </a:lnTo>
                  <a:lnTo>
                    <a:pt x="10944" y="10970"/>
                  </a:lnTo>
                  <a:lnTo>
                    <a:pt x="10161" y="10161"/>
                  </a:lnTo>
                  <a:lnTo>
                    <a:pt x="13168" y="7153"/>
                  </a:lnTo>
                  <a:close/>
                  <a:moveTo>
                    <a:pt x="6294" y="1"/>
                  </a:moveTo>
                  <a:lnTo>
                    <a:pt x="6117" y="51"/>
                  </a:lnTo>
                  <a:lnTo>
                    <a:pt x="5965" y="153"/>
                  </a:lnTo>
                  <a:lnTo>
                    <a:pt x="5813" y="254"/>
                  </a:lnTo>
                  <a:lnTo>
                    <a:pt x="3261" y="2832"/>
                  </a:lnTo>
                  <a:lnTo>
                    <a:pt x="3134" y="2958"/>
                  </a:lnTo>
                  <a:lnTo>
                    <a:pt x="3059" y="3110"/>
                  </a:lnTo>
                  <a:lnTo>
                    <a:pt x="3008" y="3287"/>
                  </a:lnTo>
                  <a:lnTo>
                    <a:pt x="2983" y="3463"/>
                  </a:lnTo>
                  <a:lnTo>
                    <a:pt x="3008" y="3640"/>
                  </a:lnTo>
                  <a:lnTo>
                    <a:pt x="3059" y="3792"/>
                  </a:lnTo>
                  <a:lnTo>
                    <a:pt x="3134" y="3969"/>
                  </a:lnTo>
                  <a:lnTo>
                    <a:pt x="3261" y="4095"/>
                  </a:lnTo>
                  <a:lnTo>
                    <a:pt x="4246" y="5081"/>
                  </a:lnTo>
                  <a:lnTo>
                    <a:pt x="4347" y="5157"/>
                  </a:lnTo>
                  <a:lnTo>
                    <a:pt x="4449" y="5182"/>
                  </a:lnTo>
                  <a:lnTo>
                    <a:pt x="4575" y="5157"/>
                  </a:lnTo>
                  <a:lnTo>
                    <a:pt x="4651" y="5081"/>
                  </a:lnTo>
                  <a:lnTo>
                    <a:pt x="5106" y="4651"/>
                  </a:lnTo>
                  <a:lnTo>
                    <a:pt x="5586" y="5132"/>
                  </a:lnTo>
                  <a:lnTo>
                    <a:pt x="5131" y="5561"/>
                  </a:lnTo>
                  <a:lnTo>
                    <a:pt x="5080" y="5662"/>
                  </a:lnTo>
                  <a:lnTo>
                    <a:pt x="5055" y="5789"/>
                  </a:lnTo>
                  <a:lnTo>
                    <a:pt x="5080" y="5890"/>
                  </a:lnTo>
                  <a:lnTo>
                    <a:pt x="5131" y="5991"/>
                  </a:lnTo>
                  <a:lnTo>
                    <a:pt x="5889" y="6724"/>
                  </a:lnTo>
                  <a:lnTo>
                    <a:pt x="4600" y="7987"/>
                  </a:lnTo>
                  <a:lnTo>
                    <a:pt x="4524" y="8089"/>
                  </a:lnTo>
                  <a:lnTo>
                    <a:pt x="4524" y="8215"/>
                  </a:lnTo>
                  <a:lnTo>
                    <a:pt x="4524" y="8316"/>
                  </a:lnTo>
                  <a:lnTo>
                    <a:pt x="4600" y="8417"/>
                  </a:lnTo>
                  <a:lnTo>
                    <a:pt x="4701" y="8468"/>
                  </a:lnTo>
                  <a:lnTo>
                    <a:pt x="4802" y="8493"/>
                  </a:lnTo>
                  <a:lnTo>
                    <a:pt x="4904" y="8468"/>
                  </a:lnTo>
                  <a:lnTo>
                    <a:pt x="5005" y="8417"/>
                  </a:lnTo>
                  <a:lnTo>
                    <a:pt x="6294" y="7128"/>
                  </a:lnTo>
                  <a:lnTo>
                    <a:pt x="7507" y="8341"/>
                  </a:lnTo>
                  <a:lnTo>
                    <a:pt x="1921" y="13927"/>
                  </a:lnTo>
                  <a:lnTo>
                    <a:pt x="1845" y="13977"/>
                  </a:lnTo>
                  <a:lnTo>
                    <a:pt x="1770" y="14028"/>
                  </a:lnTo>
                  <a:lnTo>
                    <a:pt x="1694" y="14028"/>
                  </a:lnTo>
                  <a:lnTo>
                    <a:pt x="1618" y="14053"/>
                  </a:lnTo>
                  <a:lnTo>
                    <a:pt x="1542" y="14028"/>
                  </a:lnTo>
                  <a:lnTo>
                    <a:pt x="1466" y="14028"/>
                  </a:lnTo>
                  <a:lnTo>
                    <a:pt x="1390" y="13977"/>
                  </a:lnTo>
                  <a:lnTo>
                    <a:pt x="1340" y="13927"/>
                  </a:lnTo>
                  <a:lnTo>
                    <a:pt x="708" y="13295"/>
                  </a:lnTo>
                  <a:lnTo>
                    <a:pt x="657" y="13244"/>
                  </a:lnTo>
                  <a:lnTo>
                    <a:pt x="607" y="13169"/>
                  </a:lnTo>
                  <a:lnTo>
                    <a:pt x="582" y="13093"/>
                  </a:lnTo>
                  <a:lnTo>
                    <a:pt x="582" y="13017"/>
                  </a:lnTo>
                  <a:lnTo>
                    <a:pt x="582" y="12916"/>
                  </a:lnTo>
                  <a:lnTo>
                    <a:pt x="607" y="12840"/>
                  </a:lnTo>
                  <a:lnTo>
                    <a:pt x="657" y="12790"/>
                  </a:lnTo>
                  <a:lnTo>
                    <a:pt x="708" y="12714"/>
                  </a:lnTo>
                  <a:lnTo>
                    <a:pt x="4246" y="9175"/>
                  </a:lnTo>
                  <a:lnTo>
                    <a:pt x="4322" y="9074"/>
                  </a:lnTo>
                  <a:lnTo>
                    <a:pt x="4322" y="8973"/>
                  </a:lnTo>
                  <a:lnTo>
                    <a:pt x="4322" y="8872"/>
                  </a:lnTo>
                  <a:lnTo>
                    <a:pt x="4246" y="8771"/>
                  </a:lnTo>
                  <a:lnTo>
                    <a:pt x="4145" y="8695"/>
                  </a:lnTo>
                  <a:lnTo>
                    <a:pt x="4044" y="8670"/>
                  </a:lnTo>
                  <a:lnTo>
                    <a:pt x="3918" y="8695"/>
                  </a:lnTo>
                  <a:lnTo>
                    <a:pt x="3842" y="8771"/>
                  </a:lnTo>
                  <a:lnTo>
                    <a:pt x="278" y="12309"/>
                  </a:lnTo>
                  <a:lnTo>
                    <a:pt x="177" y="12461"/>
                  </a:lnTo>
                  <a:lnTo>
                    <a:pt x="76" y="12638"/>
                  </a:lnTo>
                  <a:lnTo>
                    <a:pt x="26" y="12815"/>
                  </a:lnTo>
                  <a:lnTo>
                    <a:pt x="0" y="13017"/>
                  </a:lnTo>
                  <a:lnTo>
                    <a:pt x="26" y="13194"/>
                  </a:lnTo>
                  <a:lnTo>
                    <a:pt x="76" y="13396"/>
                  </a:lnTo>
                  <a:lnTo>
                    <a:pt x="177" y="13548"/>
                  </a:lnTo>
                  <a:lnTo>
                    <a:pt x="278" y="13699"/>
                  </a:lnTo>
                  <a:lnTo>
                    <a:pt x="910" y="14331"/>
                  </a:lnTo>
                  <a:lnTo>
                    <a:pt x="1087" y="14458"/>
                  </a:lnTo>
                  <a:lnTo>
                    <a:pt x="1239" y="14559"/>
                  </a:lnTo>
                  <a:lnTo>
                    <a:pt x="1441" y="14609"/>
                  </a:lnTo>
                  <a:lnTo>
                    <a:pt x="1618" y="14635"/>
                  </a:lnTo>
                  <a:lnTo>
                    <a:pt x="1820" y="14609"/>
                  </a:lnTo>
                  <a:lnTo>
                    <a:pt x="1997" y="14559"/>
                  </a:lnTo>
                  <a:lnTo>
                    <a:pt x="2174" y="14458"/>
                  </a:lnTo>
                  <a:lnTo>
                    <a:pt x="2326" y="14331"/>
                  </a:lnTo>
                  <a:lnTo>
                    <a:pt x="7911" y="8746"/>
                  </a:lnTo>
                  <a:lnTo>
                    <a:pt x="8644" y="9479"/>
                  </a:lnTo>
                  <a:lnTo>
                    <a:pt x="8745" y="9554"/>
                  </a:lnTo>
                  <a:lnTo>
                    <a:pt x="8846" y="9580"/>
                  </a:lnTo>
                  <a:lnTo>
                    <a:pt x="8973" y="9554"/>
                  </a:lnTo>
                  <a:lnTo>
                    <a:pt x="9048" y="9479"/>
                  </a:lnTo>
                  <a:lnTo>
                    <a:pt x="9503" y="9024"/>
                  </a:lnTo>
                  <a:lnTo>
                    <a:pt x="9984" y="9529"/>
                  </a:lnTo>
                  <a:lnTo>
                    <a:pt x="9529" y="9959"/>
                  </a:lnTo>
                  <a:lnTo>
                    <a:pt x="9478" y="10060"/>
                  </a:lnTo>
                  <a:lnTo>
                    <a:pt x="9453" y="10161"/>
                  </a:lnTo>
                  <a:lnTo>
                    <a:pt x="9478" y="10287"/>
                  </a:lnTo>
                  <a:lnTo>
                    <a:pt x="9529" y="10389"/>
                  </a:lnTo>
                  <a:lnTo>
                    <a:pt x="10540" y="11374"/>
                  </a:lnTo>
                  <a:lnTo>
                    <a:pt x="10666" y="11475"/>
                  </a:lnTo>
                  <a:lnTo>
                    <a:pt x="10818" y="11576"/>
                  </a:lnTo>
                  <a:lnTo>
                    <a:pt x="10995" y="11627"/>
                  </a:lnTo>
                  <a:lnTo>
                    <a:pt x="11348" y="11627"/>
                  </a:lnTo>
                  <a:lnTo>
                    <a:pt x="11500" y="11576"/>
                  </a:lnTo>
                  <a:lnTo>
                    <a:pt x="11677" y="11475"/>
                  </a:lnTo>
                  <a:lnTo>
                    <a:pt x="11803" y="11374"/>
                  </a:lnTo>
                  <a:lnTo>
                    <a:pt x="14356" y="8796"/>
                  </a:lnTo>
                  <a:lnTo>
                    <a:pt x="14482" y="8670"/>
                  </a:lnTo>
                  <a:lnTo>
                    <a:pt x="14558" y="8518"/>
                  </a:lnTo>
                  <a:lnTo>
                    <a:pt x="14609" y="8341"/>
                  </a:lnTo>
                  <a:lnTo>
                    <a:pt x="14634" y="8164"/>
                  </a:lnTo>
                  <a:lnTo>
                    <a:pt x="14609" y="7987"/>
                  </a:lnTo>
                  <a:lnTo>
                    <a:pt x="14558" y="7836"/>
                  </a:lnTo>
                  <a:lnTo>
                    <a:pt x="14482" y="7684"/>
                  </a:lnTo>
                  <a:lnTo>
                    <a:pt x="14356" y="7533"/>
                  </a:lnTo>
                  <a:lnTo>
                    <a:pt x="13370" y="6547"/>
                  </a:lnTo>
                  <a:lnTo>
                    <a:pt x="13269" y="6471"/>
                  </a:lnTo>
                  <a:lnTo>
                    <a:pt x="13168" y="6446"/>
                  </a:lnTo>
                  <a:lnTo>
                    <a:pt x="13067" y="6471"/>
                  </a:lnTo>
                  <a:lnTo>
                    <a:pt x="12966" y="6547"/>
                  </a:lnTo>
                  <a:lnTo>
                    <a:pt x="12511" y="7002"/>
                  </a:lnTo>
                  <a:lnTo>
                    <a:pt x="12031" y="6522"/>
                  </a:lnTo>
                  <a:lnTo>
                    <a:pt x="12486" y="6067"/>
                  </a:lnTo>
                  <a:lnTo>
                    <a:pt x="12536" y="5966"/>
                  </a:lnTo>
                  <a:lnTo>
                    <a:pt x="12562" y="5864"/>
                  </a:lnTo>
                  <a:lnTo>
                    <a:pt x="12536" y="5738"/>
                  </a:lnTo>
                  <a:lnTo>
                    <a:pt x="12486" y="5637"/>
                  </a:lnTo>
                  <a:lnTo>
                    <a:pt x="12031" y="5182"/>
                  </a:lnTo>
                  <a:lnTo>
                    <a:pt x="11930" y="5132"/>
                  </a:lnTo>
                  <a:lnTo>
                    <a:pt x="11829" y="5106"/>
                  </a:lnTo>
                  <a:lnTo>
                    <a:pt x="11728" y="5132"/>
                  </a:lnTo>
                  <a:lnTo>
                    <a:pt x="11626" y="5182"/>
                  </a:lnTo>
                  <a:lnTo>
                    <a:pt x="11551" y="5283"/>
                  </a:lnTo>
                  <a:lnTo>
                    <a:pt x="11525" y="5384"/>
                  </a:lnTo>
                  <a:lnTo>
                    <a:pt x="11551" y="5485"/>
                  </a:lnTo>
                  <a:lnTo>
                    <a:pt x="11626" y="5586"/>
                  </a:lnTo>
                  <a:lnTo>
                    <a:pt x="11879" y="5839"/>
                  </a:lnTo>
                  <a:lnTo>
                    <a:pt x="8846" y="8872"/>
                  </a:lnTo>
                  <a:lnTo>
                    <a:pt x="5763" y="5789"/>
                  </a:lnTo>
                  <a:lnTo>
                    <a:pt x="8770" y="2756"/>
                  </a:lnTo>
                  <a:lnTo>
                    <a:pt x="10818" y="4803"/>
                  </a:lnTo>
                  <a:lnTo>
                    <a:pt x="10919" y="4854"/>
                  </a:lnTo>
                  <a:lnTo>
                    <a:pt x="11020" y="4879"/>
                  </a:lnTo>
                  <a:lnTo>
                    <a:pt x="11146" y="4854"/>
                  </a:lnTo>
                  <a:lnTo>
                    <a:pt x="11222" y="4803"/>
                  </a:lnTo>
                  <a:lnTo>
                    <a:pt x="11298" y="4702"/>
                  </a:lnTo>
                  <a:lnTo>
                    <a:pt x="11323" y="4601"/>
                  </a:lnTo>
                  <a:lnTo>
                    <a:pt x="11298" y="4474"/>
                  </a:lnTo>
                  <a:lnTo>
                    <a:pt x="11222" y="4399"/>
                  </a:lnTo>
                  <a:lnTo>
                    <a:pt x="8973" y="2149"/>
                  </a:lnTo>
                  <a:lnTo>
                    <a:pt x="8897" y="2073"/>
                  </a:lnTo>
                  <a:lnTo>
                    <a:pt x="8770" y="2048"/>
                  </a:lnTo>
                  <a:lnTo>
                    <a:pt x="8669" y="2073"/>
                  </a:lnTo>
                  <a:lnTo>
                    <a:pt x="8568" y="2149"/>
                  </a:lnTo>
                  <a:lnTo>
                    <a:pt x="8113" y="2604"/>
                  </a:lnTo>
                  <a:lnTo>
                    <a:pt x="7633" y="2124"/>
                  </a:lnTo>
                  <a:lnTo>
                    <a:pt x="8088" y="1669"/>
                  </a:lnTo>
                  <a:lnTo>
                    <a:pt x="8164" y="1568"/>
                  </a:lnTo>
                  <a:lnTo>
                    <a:pt x="8164" y="1467"/>
                  </a:lnTo>
                  <a:lnTo>
                    <a:pt x="8164" y="1340"/>
                  </a:lnTo>
                  <a:lnTo>
                    <a:pt x="8088" y="1239"/>
                  </a:lnTo>
                  <a:lnTo>
                    <a:pt x="7102" y="254"/>
                  </a:lnTo>
                  <a:lnTo>
                    <a:pt x="6951" y="153"/>
                  </a:lnTo>
                  <a:lnTo>
                    <a:pt x="6799" y="51"/>
                  </a:lnTo>
                  <a:lnTo>
                    <a:pt x="66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588;p72"/>
            <p:cNvSpPr/>
            <p:nvPr/>
          </p:nvSpPr>
          <p:spPr>
            <a:xfrm>
              <a:off x="4175200" y="3019550"/>
              <a:ext cx="231275" cy="56275"/>
            </a:xfrm>
            <a:custGeom>
              <a:avLst/>
              <a:gdLst/>
              <a:ahLst/>
              <a:cxnLst/>
              <a:rect l="l" t="t" r="r" b="b"/>
              <a:pathLst>
                <a:path w="9251" h="2251" extrusionOk="0">
                  <a:moveTo>
                    <a:pt x="1239" y="1"/>
                  </a:moveTo>
                  <a:lnTo>
                    <a:pt x="986" y="26"/>
                  </a:lnTo>
                  <a:lnTo>
                    <a:pt x="759" y="102"/>
                  </a:lnTo>
                  <a:lnTo>
                    <a:pt x="557" y="228"/>
                  </a:lnTo>
                  <a:lnTo>
                    <a:pt x="380" y="380"/>
                  </a:lnTo>
                  <a:lnTo>
                    <a:pt x="228" y="557"/>
                  </a:lnTo>
                  <a:lnTo>
                    <a:pt x="102" y="759"/>
                  </a:lnTo>
                  <a:lnTo>
                    <a:pt x="26" y="986"/>
                  </a:lnTo>
                  <a:lnTo>
                    <a:pt x="0" y="1239"/>
                  </a:lnTo>
                  <a:lnTo>
                    <a:pt x="0" y="1947"/>
                  </a:lnTo>
                  <a:lnTo>
                    <a:pt x="26" y="2073"/>
                  </a:lnTo>
                  <a:lnTo>
                    <a:pt x="102" y="2149"/>
                  </a:lnTo>
                  <a:lnTo>
                    <a:pt x="177" y="2225"/>
                  </a:lnTo>
                  <a:lnTo>
                    <a:pt x="304" y="2250"/>
                  </a:lnTo>
                  <a:lnTo>
                    <a:pt x="6268" y="2250"/>
                  </a:lnTo>
                  <a:lnTo>
                    <a:pt x="6395" y="2225"/>
                  </a:lnTo>
                  <a:lnTo>
                    <a:pt x="6471" y="2149"/>
                  </a:lnTo>
                  <a:lnTo>
                    <a:pt x="6547" y="2073"/>
                  </a:lnTo>
                  <a:lnTo>
                    <a:pt x="6572" y="1947"/>
                  </a:lnTo>
                  <a:lnTo>
                    <a:pt x="6547" y="1846"/>
                  </a:lnTo>
                  <a:lnTo>
                    <a:pt x="6471" y="1745"/>
                  </a:lnTo>
                  <a:lnTo>
                    <a:pt x="6395" y="1694"/>
                  </a:lnTo>
                  <a:lnTo>
                    <a:pt x="6268" y="1669"/>
                  </a:lnTo>
                  <a:lnTo>
                    <a:pt x="582" y="1669"/>
                  </a:lnTo>
                  <a:lnTo>
                    <a:pt x="582" y="1239"/>
                  </a:lnTo>
                  <a:lnTo>
                    <a:pt x="607" y="1113"/>
                  </a:lnTo>
                  <a:lnTo>
                    <a:pt x="632" y="986"/>
                  </a:lnTo>
                  <a:lnTo>
                    <a:pt x="708" y="885"/>
                  </a:lnTo>
                  <a:lnTo>
                    <a:pt x="784" y="784"/>
                  </a:lnTo>
                  <a:lnTo>
                    <a:pt x="885" y="708"/>
                  </a:lnTo>
                  <a:lnTo>
                    <a:pt x="986" y="633"/>
                  </a:lnTo>
                  <a:lnTo>
                    <a:pt x="1113" y="607"/>
                  </a:lnTo>
                  <a:lnTo>
                    <a:pt x="1239" y="582"/>
                  </a:lnTo>
                  <a:lnTo>
                    <a:pt x="8012" y="582"/>
                  </a:lnTo>
                  <a:lnTo>
                    <a:pt x="8139" y="607"/>
                  </a:lnTo>
                  <a:lnTo>
                    <a:pt x="8265" y="633"/>
                  </a:lnTo>
                  <a:lnTo>
                    <a:pt x="8366" y="708"/>
                  </a:lnTo>
                  <a:lnTo>
                    <a:pt x="8467" y="784"/>
                  </a:lnTo>
                  <a:lnTo>
                    <a:pt x="8543" y="885"/>
                  </a:lnTo>
                  <a:lnTo>
                    <a:pt x="8619" y="986"/>
                  </a:lnTo>
                  <a:lnTo>
                    <a:pt x="8644" y="1113"/>
                  </a:lnTo>
                  <a:lnTo>
                    <a:pt x="8670" y="1239"/>
                  </a:lnTo>
                  <a:lnTo>
                    <a:pt x="8670" y="1669"/>
                  </a:lnTo>
                  <a:lnTo>
                    <a:pt x="7381" y="1669"/>
                  </a:lnTo>
                  <a:lnTo>
                    <a:pt x="7254" y="1694"/>
                  </a:lnTo>
                  <a:lnTo>
                    <a:pt x="7178" y="1745"/>
                  </a:lnTo>
                  <a:lnTo>
                    <a:pt x="7103" y="1846"/>
                  </a:lnTo>
                  <a:lnTo>
                    <a:pt x="7077" y="1947"/>
                  </a:lnTo>
                  <a:lnTo>
                    <a:pt x="7103" y="2073"/>
                  </a:lnTo>
                  <a:lnTo>
                    <a:pt x="7178" y="2149"/>
                  </a:lnTo>
                  <a:lnTo>
                    <a:pt x="7254" y="2225"/>
                  </a:lnTo>
                  <a:lnTo>
                    <a:pt x="7381" y="2250"/>
                  </a:lnTo>
                  <a:lnTo>
                    <a:pt x="8948" y="2250"/>
                  </a:lnTo>
                  <a:lnTo>
                    <a:pt x="9074" y="2225"/>
                  </a:lnTo>
                  <a:lnTo>
                    <a:pt x="9150" y="2149"/>
                  </a:lnTo>
                  <a:lnTo>
                    <a:pt x="9226" y="2073"/>
                  </a:lnTo>
                  <a:lnTo>
                    <a:pt x="9251" y="1947"/>
                  </a:lnTo>
                  <a:lnTo>
                    <a:pt x="9251" y="1239"/>
                  </a:lnTo>
                  <a:lnTo>
                    <a:pt x="9226" y="986"/>
                  </a:lnTo>
                  <a:lnTo>
                    <a:pt x="9150" y="759"/>
                  </a:lnTo>
                  <a:lnTo>
                    <a:pt x="9023" y="557"/>
                  </a:lnTo>
                  <a:lnTo>
                    <a:pt x="8872" y="380"/>
                  </a:lnTo>
                  <a:lnTo>
                    <a:pt x="8695" y="228"/>
                  </a:lnTo>
                  <a:lnTo>
                    <a:pt x="8493" y="102"/>
                  </a:lnTo>
                  <a:lnTo>
                    <a:pt x="8265" y="26"/>
                  </a:lnTo>
                  <a:lnTo>
                    <a:pt x="8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1546;p72"/>
          <p:cNvGrpSpPr/>
          <p:nvPr/>
        </p:nvGrpSpPr>
        <p:grpSpPr>
          <a:xfrm>
            <a:off x="1558316" y="1234186"/>
            <a:ext cx="346925" cy="418300"/>
            <a:chOff x="6998950" y="1959325"/>
            <a:chExt cx="346925" cy="418300"/>
          </a:xfrm>
        </p:grpSpPr>
        <p:sp>
          <p:nvSpPr>
            <p:cNvPr id="75" name="Google Shape;1547;p72"/>
            <p:cNvSpPr/>
            <p:nvPr/>
          </p:nvSpPr>
          <p:spPr>
            <a:xfrm>
              <a:off x="6998950" y="1959325"/>
              <a:ext cx="346925" cy="418300"/>
            </a:xfrm>
            <a:custGeom>
              <a:avLst/>
              <a:gdLst/>
              <a:ahLst/>
              <a:cxnLst/>
              <a:rect l="l" t="t" r="r" b="b"/>
              <a:pathLst>
                <a:path w="13877" h="16732" extrusionOk="0">
                  <a:moveTo>
                    <a:pt x="7078" y="0"/>
                  </a:moveTo>
                  <a:lnTo>
                    <a:pt x="6597" y="25"/>
                  </a:lnTo>
                  <a:lnTo>
                    <a:pt x="6142" y="51"/>
                  </a:lnTo>
                  <a:lnTo>
                    <a:pt x="5688" y="126"/>
                  </a:lnTo>
                  <a:lnTo>
                    <a:pt x="5233" y="202"/>
                  </a:lnTo>
                  <a:lnTo>
                    <a:pt x="4803" y="329"/>
                  </a:lnTo>
                  <a:lnTo>
                    <a:pt x="4348" y="480"/>
                  </a:lnTo>
                  <a:lnTo>
                    <a:pt x="3918" y="682"/>
                  </a:lnTo>
                  <a:lnTo>
                    <a:pt x="3514" y="885"/>
                  </a:lnTo>
                  <a:lnTo>
                    <a:pt x="3135" y="1112"/>
                  </a:lnTo>
                  <a:lnTo>
                    <a:pt x="2756" y="1365"/>
                  </a:lnTo>
                  <a:lnTo>
                    <a:pt x="2402" y="1643"/>
                  </a:lnTo>
                  <a:lnTo>
                    <a:pt x="2099" y="1946"/>
                  </a:lnTo>
                  <a:lnTo>
                    <a:pt x="1770" y="2275"/>
                  </a:lnTo>
                  <a:lnTo>
                    <a:pt x="1492" y="2629"/>
                  </a:lnTo>
                  <a:lnTo>
                    <a:pt x="1239" y="2982"/>
                  </a:lnTo>
                  <a:lnTo>
                    <a:pt x="1012" y="3361"/>
                  </a:lnTo>
                  <a:lnTo>
                    <a:pt x="784" y="3766"/>
                  </a:lnTo>
                  <a:lnTo>
                    <a:pt x="607" y="4195"/>
                  </a:lnTo>
                  <a:lnTo>
                    <a:pt x="431" y="4625"/>
                  </a:lnTo>
                  <a:lnTo>
                    <a:pt x="304" y="5080"/>
                  </a:lnTo>
                  <a:lnTo>
                    <a:pt x="203" y="5560"/>
                  </a:lnTo>
                  <a:lnTo>
                    <a:pt x="102" y="6040"/>
                  </a:lnTo>
                  <a:lnTo>
                    <a:pt x="51" y="6521"/>
                  </a:lnTo>
                  <a:lnTo>
                    <a:pt x="26" y="7001"/>
                  </a:lnTo>
                  <a:lnTo>
                    <a:pt x="1" y="7481"/>
                  </a:lnTo>
                  <a:lnTo>
                    <a:pt x="1" y="7860"/>
                  </a:lnTo>
                  <a:lnTo>
                    <a:pt x="26" y="8265"/>
                  </a:lnTo>
                  <a:lnTo>
                    <a:pt x="77" y="8644"/>
                  </a:lnTo>
                  <a:lnTo>
                    <a:pt x="127" y="9023"/>
                  </a:lnTo>
                  <a:lnTo>
                    <a:pt x="203" y="9427"/>
                  </a:lnTo>
                  <a:lnTo>
                    <a:pt x="279" y="9806"/>
                  </a:lnTo>
                  <a:lnTo>
                    <a:pt x="380" y="10160"/>
                  </a:lnTo>
                  <a:lnTo>
                    <a:pt x="506" y="10539"/>
                  </a:lnTo>
                  <a:lnTo>
                    <a:pt x="633" y="10893"/>
                  </a:lnTo>
                  <a:lnTo>
                    <a:pt x="784" y="11247"/>
                  </a:lnTo>
                  <a:lnTo>
                    <a:pt x="936" y="11601"/>
                  </a:lnTo>
                  <a:lnTo>
                    <a:pt x="1113" y="11955"/>
                  </a:lnTo>
                  <a:lnTo>
                    <a:pt x="1290" y="12308"/>
                  </a:lnTo>
                  <a:lnTo>
                    <a:pt x="1492" y="12637"/>
                  </a:lnTo>
                  <a:lnTo>
                    <a:pt x="1720" y="12966"/>
                  </a:lnTo>
                  <a:lnTo>
                    <a:pt x="1947" y="13269"/>
                  </a:lnTo>
                  <a:lnTo>
                    <a:pt x="2174" y="13572"/>
                  </a:lnTo>
                  <a:lnTo>
                    <a:pt x="2427" y="13875"/>
                  </a:lnTo>
                  <a:lnTo>
                    <a:pt x="2958" y="14431"/>
                  </a:lnTo>
                  <a:lnTo>
                    <a:pt x="3539" y="14937"/>
                  </a:lnTo>
                  <a:lnTo>
                    <a:pt x="4146" y="15392"/>
                  </a:lnTo>
                  <a:lnTo>
                    <a:pt x="4778" y="15796"/>
                  </a:lnTo>
                  <a:lnTo>
                    <a:pt x="5435" y="16150"/>
                  </a:lnTo>
                  <a:lnTo>
                    <a:pt x="6142" y="16479"/>
                  </a:lnTo>
                  <a:lnTo>
                    <a:pt x="6496" y="16605"/>
                  </a:lnTo>
                  <a:lnTo>
                    <a:pt x="6850" y="16731"/>
                  </a:lnTo>
                  <a:lnTo>
                    <a:pt x="7027" y="16731"/>
                  </a:lnTo>
                  <a:lnTo>
                    <a:pt x="7381" y="16605"/>
                  </a:lnTo>
                  <a:lnTo>
                    <a:pt x="7735" y="16479"/>
                  </a:lnTo>
                  <a:lnTo>
                    <a:pt x="8442" y="16150"/>
                  </a:lnTo>
                  <a:lnTo>
                    <a:pt x="9100" y="15796"/>
                  </a:lnTo>
                  <a:lnTo>
                    <a:pt x="9757" y="15392"/>
                  </a:lnTo>
                  <a:lnTo>
                    <a:pt x="10363" y="14937"/>
                  </a:lnTo>
                  <a:lnTo>
                    <a:pt x="10919" y="14431"/>
                  </a:lnTo>
                  <a:lnTo>
                    <a:pt x="11450" y="13875"/>
                  </a:lnTo>
                  <a:lnTo>
                    <a:pt x="11703" y="13572"/>
                  </a:lnTo>
                  <a:lnTo>
                    <a:pt x="11930" y="13269"/>
                  </a:lnTo>
                  <a:lnTo>
                    <a:pt x="12183" y="12966"/>
                  </a:lnTo>
                  <a:lnTo>
                    <a:pt x="12385" y="12637"/>
                  </a:lnTo>
                  <a:lnTo>
                    <a:pt x="12587" y="12308"/>
                  </a:lnTo>
                  <a:lnTo>
                    <a:pt x="12790" y="11955"/>
                  </a:lnTo>
                  <a:lnTo>
                    <a:pt x="12941" y="11601"/>
                  </a:lnTo>
                  <a:lnTo>
                    <a:pt x="13118" y="11247"/>
                  </a:lnTo>
                  <a:lnTo>
                    <a:pt x="13270" y="10893"/>
                  </a:lnTo>
                  <a:lnTo>
                    <a:pt x="13396" y="10539"/>
                  </a:lnTo>
                  <a:lnTo>
                    <a:pt x="13497" y="10160"/>
                  </a:lnTo>
                  <a:lnTo>
                    <a:pt x="13598" y="9806"/>
                  </a:lnTo>
                  <a:lnTo>
                    <a:pt x="13699" y="9427"/>
                  </a:lnTo>
                  <a:lnTo>
                    <a:pt x="13750" y="9023"/>
                  </a:lnTo>
                  <a:lnTo>
                    <a:pt x="13801" y="8644"/>
                  </a:lnTo>
                  <a:lnTo>
                    <a:pt x="13851" y="8265"/>
                  </a:lnTo>
                  <a:lnTo>
                    <a:pt x="13876" y="7860"/>
                  </a:lnTo>
                  <a:lnTo>
                    <a:pt x="13876" y="7481"/>
                  </a:lnTo>
                  <a:lnTo>
                    <a:pt x="13876" y="7001"/>
                  </a:lnTo>
                  <a:lnTo>
                    <a:pt x="13826" y="6521"/>
                  </a:lnTo>
                  <a:lnTo>
                    <a:pt x="13775" y="6040"/>
                  </a:lnTo>
                  <a:lnTo>
                    <a:pt x="13699" y="5560"/>
                  </a:lnTo>
                  <a:lnTo>
                    <a:pt x="13598" y="5181"/>
                  </a:lnTo>
                  <a:lnTo>
                    <a:pt x="13497" y="4802"/>
                  </a:lnTo>
                  <a:lnTo>
                    <a:pt x="13371" y="4448"/>
                  </a:lnTo>
                  <a:lnTo>
                    <a:pt x="13245" y="4094"/>
                  </a:lnTo>
                  <a:lnTo>
                    <a:pt x="13093" y="3741"/>
                  </a:lnTo>
                  <a:lnTo>
                    <a:pt x="12916" y="3412"/>
                  </a:lnTo>
                  <a:lnTo>
                    <a:pt x="12714" y="3083"/>
                  </a:lnTo>
                  <a:lnTo>
                    <a:pt x="12512" y="2780"/>
                  </a:lnTo>
                  <a:lnTo>
                    <a:pt x="12436" y="2704"/>
                  </a:lnTo>
                  <a:lnTo>
                    <a:pt x="12335" y="2679"/>
                  </a:lnTo>
                  <a:lnTo>
                    <a:pt x="12208" y="2679"/>
                  </a:lnTo>
                  <a:lnTo>
                    <a:pt x="12107" y="2730"/>
                  </a:lnTo>
                  <a:lnTo>
                    <a:pt x="12031" y="2805"/>
                  </a:lnTo>
                  <a:lnTo>
                    <a:pt x="12006" y="2907"/>
                  </a:lnTo>
                  <a:lnTo>
                    <a:pt x="12006" y="3033"/>
                  </a:lnTo>
                  <a:lnTo>
                    <a:pt x="12057" y="3134"/>
                  </a:lnTo>
                  <a:lnTo>
                    <a:pt x="12234" y="3412"/>
                  </a:lnTo>
                  <a:lnTo>
                    <a:pt x="12410" y="3690"/>
                  </a:lnTo>
                  <a:lnTo>
                    <a:pt x="12562" y="3993"/>
                  </a:lnTo>
                  <a:lnTo>
                    <a:pt x="12714" y="4322"/>
                  </a:lnTo>
                  <a:lnTo>
                    <a:pt x="12840" y="4650"/>
                  </a:lnTo>
                  <a:lnTo>
                    <a:pt x="12941" y="4979"/>
                  </a:lnTo>
                  <a:lnTo>
                    <a:pt x="13042" y="5333"/>
                  </a:lnTo>
                  <a:lnTo>
                    <a:pt x="13118" y="5687"/>
                  </a:lnTo>
                  <a:lnTo>
                    <a:pt x="13194" y="6116"/>
                  </a:lnTo>
                  <a:lnTo>
                    <a:pt x="13270" y="6571"/>
                  </a:lnTo>
                  <a:lnTo>
                    <a:pt x="13295" y="7026"/>
                  </a:lnTo>
                  <a:lnTo>
                    <a:pt x="13295" y="7481"/>
                  </a:lnTo>
                  <a:lnTo>
                    <a:pt x="13270" y="8214"/>
                  </a:lnTo>
                  <a:lnTo>
                    <a:pt x="13194" y="8947"/>
                  </a:lnTo>
                  <a:lnTo>
                    <a:pt x="13042" y="9655"/>
                  </a:lnTo>
                  <a:lnTo>
                    <a:pt x="12840" y="10362"/>
                  </a:lnTo>
                  <a:lnTo>
                    <a:pt x="12587" y="11019"/>
                  </a:lnTo>
                  <a:lnTo>
                    <a:pt x="12259" y="11702"/>
                  </a:lnTo>
                  <a:lnTo>
                    <a:pt x="11905" y="12334"/>
                  </a:lnTo>
                  <a:lnTo>
                    <a:pt x="11475" y="12940"/>
                  </a:lnTo>
                  <a:lnTo>
                    <a:pt x="11020" y="13471"/>
                  </a:lnTo>
                  <a:lnTo>
                    <a:pt x="10540" y="14002"/>
                  </a:lnTo>
                  <a:lnTo>
                    <a:pt x="10009" y="14457"/>
                  </a:lnTo>
                  <a:lnTo>
                    <a:pt x="9453" y="14886"/>
                  </a:lnTo>
                  <a:lnTo>
                    <a:pt x="8872" y="15266"/>
                  </a:lnTo>
                  <a:lnTo>
                    <a:pt x="8240" y="15619"/>
                  </a:lnTo>
                  <a:lnTo>
                    <a:pt x="7608" y="15897"/>
                  </a:lnTo>
                  <a:lnTo>
                    <a:pt x="6951" y="16150"/>
                  </a:lnTo>
                  <a:lnTo>
                    <a:pt x="6269" y="15897"/>
                  </a:lnTo>
                  <a:lnTo>
                    <a:pt x="5637" y="15619"/>
                  </a:lnTo>
                  <a:lnTo>
                    <a:pt x="5030" y="15266"/>
                  </a:lnTo>
                  <a:lnTo>
                    <a:pt x="4424" y="14886"/>
                  </a:lnTo>
                  <a:lnTo>
                    <a:pt x="3868" y="14457"/>
                  </a:lnTo>
                  <a:lnTo>
                    <a:pt x="3337" y="14002"/>
                  </a:lnTo>
                  <a:lnTo>
                    <a:pt x="2857" y="13471"/>
                  </a:lnTo>
                  <a:lnTo>
                    <a:pt x="2402" y="12940"/>
                  </a:lnTo>
                  <a:lnTo>
                    <a:pt x="1998" y="12334"/>
                  </a:lnTo>
                  <a:lnTo>
                    <a:pt x="1618" y="11702"/>
                  </a:lnTo>
                  <a:lnTo>
                    <a:pt x="1315" y="11019"/>
                  </a:lnTo>
                  <a:lnTo>
                    <a:pt x="1037" y="10362"/>
                  </a:lnTo>
                  <a:lnTo>
                    <a:pt x="835" y="9655"/>
                  </a:lnTo>
                  <a:lnTo>
                    <a:pt x="709" y="8947"/>
                  </a:lnTo>
                  <a:lnTo>
                    <a:pt x="607" y="8214"/>
                  </a:lnTo>
                  <a:lnTo>
                    <a:pt x="582" y="7481"/>
                  </a:lnTo>
                  <a:lnTo>
                    <a:pt x="607" y="7026"/>
                  </a:lnTo>
                  <a:lnTo>
                    <a:pt x="633" y="6571"/>
                  </a:lnTo>
                  <a:lnTo>
                    <a:pt x="683" y="6116"/>
                  </a:lnTo>
                  <a:lnTo>
                    <a:pt x="759" y="5687"/>
                  </a:lnTo>
                  <a:lnTo>
                    <a:pt x="860" y="5257"/>
                  </a:lnTo>
                  <a:lnTo>
                    <a:pt x="987" y="4827"/>
                  </a:lnTo>
                  <a:lnTo>
                    <a:pt x="1138" y="4423"/>
                  </a:lnTo>
                  <a:lnTo>
                    <a:pt x="1315" y="4044"/>
                  </a:lnTo>
                  <a:lnTo>
                    <a:pt x="1492" y="3665"/>
                  </a:lnTo>
                  <a:lnTo>
                    <a:pt x="1720" y="3311"/>
                  </a:lnTo>
                  <a:lnTo>
                    <a:pt x="1947" y="2982"/>
                  </a:lnTo>
                  <a:lnTo>
                    <a:pt x="2225" y="2654"/>
                  </a:lnTo>
                  <a:lnTo>
                    <a:pt x="2503" y="2376"/>
                  </a:lnTo>
                  <a:lnTo>
                    <a:pt x="2781" y="2098"/>
                  </a:lnTo>
                  <a:lnTo>
                    <a:pt x="3110" y="1820"/>
                  </a:lnTo>
                  <a:lnTo>
                    <a:pt x="3438" y="1592"/>
                  </a:lnTo>
                  <a:lnTo>
                    <a:pt x="3792" y="1390"/>
                  </a:lnTo>
                  <a:lnTo>
                    <a:pt x="4171" y="1188"/>
                  </a:lnTo>
                  <a:lnTo>
                    <a:pt x="4550" y="1036"/>
                  </a:lnTo>
                  <a:lnTo>
                    <a:pt x="4955" y="885"/>
                  </a:lnTo>
                  <a:lnTo>
                    <a:pt x="5384" y="783"/>
                  </a:lnTo>
                  <a:lnTo>
                    <a:pt x="5814" y="682"/>
                  </a:lnTo>
                  <a:lnTo>
                    <a:pt x="6244" y="632"/>
                  </a:lnTo>
                  <a:lnTo>
                    <a:pt x="6673" y="607"/>
                  </a:lnTo>
                  <a:lnTo>
                    <a:pt x="7103" y="581"/>
                  </a:lnTo>
                  <a:lnTo>
                    <a:pt x="7533" y="607"/>
                  </a:lnTo>
                  <a:lnTo>
                    <a:pt x="7962" y="657"/>
                  </a:lnTo>
                  <a:lnTo>
                    <a:pt x="8392" y="758"/>
                  </a:lnTo>
                  <a:lnTo>
                    <a:pt x="8796" y="859"/>
                  </a:lnTo>
                  <a:lnTo>
                    <a:pt x="9201" y="986"/>
                  </a:lnTo>
                  <a:lnTo>
                    <a:pt x="9580" y="1137"/>
                  </a:lnTo>
                  <a:lnTo>
                    <a:pt x="9984" y="1340"/>
                  </a:lnTo>
                  <a:lnTo>
                    <a:pt x="10338" y="1542"/>
                  </a:lnTo>
                  <a:lnTo>
                    <a:pt x="10692" y="1769"/>
                  </a:lnTo>
                  <a:lnTo>
                    <a:pt x="11020" y="2022"/>
                  </a:lnTo>
                  <a:lnTo>
                    <a:pt x="11349" y="2300"/>
                  </a:lnTo>
                  <a:lnTo>
                    <a:pt x="11425" y="2376"/>
                  </a:lnTo>
                  <a:lnTo>
                    <a:pt x="11551" y="2401"/>
                  </a:lnTo>
                  <a:lnTo>
                    <a:pt x="11652" y="2376"/>
                  </a:lnTo>
                  <a:lnTo>
                    <a:pt x="11753" y="2300"/>
                  </a:lnTo>
                  <a:lnTo>
                    <a:pt x="11804" y="2199"/>
                  </a:lnTo>
                  <a:lnTo>
                    <a:pt x="11829" y="2098"/>
                  </a:lnTo>
                  <a:lnTo>
                    <a:pt x="11804" y="1997"/>
                  </a:lnTo>
                  <a:lnTo>
                    <a:pt x="11728" y="1896"/>
                  </a:lnTo>
                  <a:lnTo>
                    <a:pt x="11400" y="1592"/>
                  </a:lnTo>
                  <a:lnTo>
                    <a:pt x="11020" y="1289"/>
                  </a:lnTo>
                  <a:lnTo>
                    <a:pt x="10641" y="1036"/>
                  </a:lnTo>
                  <a:lnTo>
                    <a:pt x="10237" y="809"/>
                  </a:lnTo>
                  <a:lnTo>
                    <a:pt x="9807" y="607"/>
                  </a:lnTo>
                  <a:lnTo>
                    <a:pt x="9378" y="430"/>
                  </a:lnTo>
                  <a:lnTo>
                    <a:pt x="8923" y="278"/>
                  </a:lnTo>
                  <a:lnTo>
                    <a:pt x="8468" y="177"/>
                  </a:lnTo>
                  <a:lnTo>
                    <a:pt x="7988" y="76"/>
                  </a:lnTo>
                  <a:lnTo>
                    <a:pt x="7533" y="25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548;p72"/>
            <p:cNvSpPr/>
            <p:nvPr/>
          </p:nvSpPr>
          <p:spPr>
            <a:xfrm>
              <a:off x="7077950" y="2031350"/>
              <a:ext cx="189575" cy="189575"/>
            </a:xfrm>
            <a:custGeom>
              <a:avLst/>
              <a:gdLst/>
              <a:ahLst/>
              <a:cxnLst/>
              <a:rect l="l" t="t" r="r" b="b"/>
              <a:pathLst>
                <a:path w="7583" h="7583" extrusionOk="0">
                  <a:moveTo>
                    <a:pt x="3791" y="0"/>
                  </a:moveTo>
                  <a:lnTo>
                    <a:pt x="3387" y="26"/>
                  </a:lnTo>
                  <a:lnTo>
                    <a:pt x="3033" y="76"/>
                  </a:lnTo>
                  <a:lnTo>
                    <a:pt x="2654" y="177"/>
                  </a:lnTo>
                  <a:lnTo>
                    <a:pt x="2300" y="304"/>
                  </a:lnTo>
                  <a:lnTo>
                    <a:pt x="1972" y="480"/>
                  </a:lnTo>
                  <a:lnTo>
                    <a:pt x="1668" y="657"/>
                  </a:lnTo>
                  <a:lnTo>
                    <a:pt x="1365" y="885"/>
                  </a:lnTo>
                  <a:lnTo>
                    <a:pt x="1112" y="1112"/>
                  </a:lnTo>
                  <a:lnTo>
                    <a:pt x="859" y="1390"/>
                  </a:lnTo>
                  <a:lnTo>
                    <a:pt x="632" y="1694"/>
                  </a:lnTo>
                  <a:lnTo>
                    <a:pt x="455" y="1997"/>
                  </a:lnTo>
                  <a:lnTo>
                    <a:pt x="303" y="2325"/>
                  </a:lnTo>
                  <a:lnTo>
                    <a:pt x="177" y="2679"/>
                  </a:lnTo>
                  <a:lnTo>
                    <a:pt x="76" y="3033"/>
                  </a:lnTo>
                  <a:lnTo>
                    <a:pt x="25" y="3412"/>
                  </a:lnTo>
                  <a:lnTo>
                    <a:pt x="0" y="3791"/>
                  </a:lnTo>
                  <a:lnTo>
                    <a:pt x="0" y="4069"/>
                  </a:lnTo>
                  <a:lnTo>
                    <a:pt x="51" y="4373"/>
                  </a:lnTo>
                  <a:lnTo>
                    <a:pt x="101" y="4625"/>
                  </a:lnTo>
                  <a:lnTo>
                    <a:pt x="152" y="4903"/>
                  </a:lnTo>
                  <a:lnTo>
                    <a:pt x="253" y="5181"/>
                  </a:lnTo>
                  <a:lnTo>
                    <a:pt x="354" y="5434"/>
                  </a:lnTo>
                  <a:lnTo>
                    <a:pt x="506" y="5687"/>
                  </a:lnTo>
                  <a:lnTo>
                    <a:pt x="632" y="5914"/>
                  </a:lnTo>
                  <a:lnTo>
                    <a:pt x="733" y="5990"/>
                  </a:lnTo>
                  <a:lnTo>
                    <a:pt x="834" y="6041"/>
                  </a:lnTo>
                  <a:lnTo>
                    <a:pt x="935" y="6041"/>
                  </a:lnTo>
                  <a:lnTo>
                    <a:pt x="1036" y="5990"/>
                  </a:lnTo>
                  <a:lnTo>
                    <a:pt x="1137" y="5914"/>
                  </a:lnTo>
                  <a:lnTo>
                    <a:pt x="1163" y="5813"/>
                  </a:lnTo>
                  <a:lnTo>
                    <a:pt x="1163" y="5687"/>
                  </a:lnTo>
                  <a:lnTo>
                    <a:pt x="1112" y="5586"/>
                  </a:lnTo>
                  <a:lnTo>
                    <a:pt x="986" y="5384"/>
                  </a:lnTo>
                  <a:lnTo>
                    <a:pt x="885" y="5181"/>
                  </a:lnTo>
                  <a:lnTo>
                    <a:pt x="784" y="4954"/>
                  </a:lnTo>
                  <a:lnTo>
                    <a:pt x="708" y="4726"/>
                  </a:lnTo>
                  <a:lnTo>
                    <a:pt x="657" y="4499"/>
                  </a:lnTo>
                  <a:lnTo>
                    <a:pt x="607" y="4272"/>
                  </a:lnTo>
                  <a:lnTo>
                    <a:pt x="581" y="4044"/>
                  </a:lnTo>
                  <a:lnTo>
                    <a:pt x="581" y="3791"/>
                  </a:lnTo>
                  <a:lnTo>
                    <a:pt x="581" y="3463"/>
                  </a:lnTo>
                  <a:lnTo>
                    <a:pt x="632" y="3159"/>
                  </a:lnTo>
                  <a:lnTo>
                    <a:pt x="708" y="2856"/>
                  </a:lnTo>
                  <a:lnTo>
                    <a:pt x="834" y="2553"/>
                  </a:lnTo>
                  <a:lnTo>
                    <a:pt x="961" y="2275"/>
                  </a:lnTo>
                  <a:lnTo>
                    <a:pt x="1112" y="1997"/>
                  </a:lnTo>
                  <a:lnTo>
                    <a:pt x="1314" y="1769"/>
                  </a:lnTo>
                  <a:lnTo>
                    <a:pt x="1517" y="1542"/>
                  </a:lnTo>
                  <a:lnTo>
                    <a:pt x="1744" y="1314"/>
                  </a:lnTo>
                  <a:lnTo>
                    <a:pt x="1997" y="1138"/>
                  </a:lnTo>
                  <a:lnTo>
                    <a:pt x="2250" y="986"/>
                  </a:lnTo>
                  <a:lnTo>
                    <a:pt x="2528" y="834"/>
                  </a:lnTo>
                  <a:lnTo>
                    <a:pt x="2831" y="733"/>
                  </a:lnTo>
                  <a:lnTo>
                    <a:pt x="3134" y="657"/>
                  </a:lnTo>
                  <a:lnTo>
                    <a:pt x="3463" y="607"/>
                  </a:lnTo>
                  <a:lnTo>
                    <a:pt x="3791" y="582"/>
                  </a:lnTo>
                  <a:lnTo>
                    <a:pt x="4120" y="607"/>
                  </a:lnTo>
                  <a:lnTo>
                    <a:pt x="4423" y="657"/>
                  </a:lnTo>
                  <a:lnTo>
                    <a:pt x="4726" y="733"/>
                  </a:lnTo>
                  <a:lnTo>
                    <a:pt x="5030" y="834"/>
                  </a:lnTo>
                  <a:lnTo>
                    <a:pt x="5308" y="986"/>
                  </a:lnTo>
                  <a:lnTo>
                    <a:pt x="5586" y="1138"/>
                  </a:lnTo>
                  <a:lnTo>
                    <a:pt x="5813" y="1314"/>
                  </a:lnTo>
                  <a:lnTo>
                    <a:pt x="6041" y="1542"/>
                  </a:lnTo>
                  <a:lnTo>
                    <a:pt x="6268" y="1769"/>
                  </a:lnTo>
                  <a:lnTo>
                    <a:pt x="6445" y="1997"/>
                  </a:lnTo>
                  <a:lnTo>
                    <a:pt x="6597" y="2275"/>
                  </a:lnTo>
                  <a:lnTo>
                    <a:pt x="6748" y="2553"/>
                  </a:lnTo>
                  <a:lnTo>
                    <a:pt x="6849" y="2856"/>
                  </a:lnTo>
                  <a:lnTo>
                    <a:pt x="6925" y="3159"/>
                  </a:lnTo>
                  <a:lnTo>
                    <a:pt x="6976" y="3463"/>
                  </a:lnTo>
                  <a:lnTo>
                    <a:pt x="7001" y="3791"/>
                  </a:lnTo>
                  <a:lnTo>
                    <a:pt x="6976" y="4120"/>
                  </a:lnTo>
                  <a:lnTo>
                    <a:pt x="6925" y="4448"/>
                  </a:lnTo>
                  <a:lnTo>
                    <a:pt x="6849" y="4752"/>
                  </a:lnTo>
                  <a:lnTo>
                    <a:pt x="6748" y="5055"/>
                  </a:lnTo>
                  <a:lnTo>
                    <a:pt x="6597" y="5333"/>
                  </a:lnTo>
                  <a:lnTo>
                    <a:pt x="6445" y="5586"/>
                  </a:lnTo>
                  <a:lnTo>
                    <a:pt x="6268" y="5839"/>
                  </a:lnTo>
                  <a:lnTo>
                    <a:pt x="6041" y="6066"/>
                  </a:lnTo>
                  <a:lnTo>
                    <a:pt x="5813" y="6268"/>
                  </a:lnTo>
                  <a:lnTo>
                    <a:pt x="5586" y="6445"/>
                  </a:lnTo>
                  <a:lnTo>
                    <a:pt x="5308" y="6622"/>
                  </a:lnTo>
                  <a:lnTo>
                    <a:pt x="5030" y="6748"/>
                  </a:lnTo>
                  <a:lnTo>
                    <a:pt x="4726" y="6849"/>
                  </a:lnTo>
                  <a:lnTo>
                    <a:pt x="4423" y="6951"/>
                  </a:lnTo>
                  <a:lnTo>
                    <a:pt x="4120" y="7001"/>
                  </a:lnTo>
                  <a:lnTo>
                    <a:pt x="3539" y="7001"/>
                  </a:lnTo>
                  <a:lnTo>
                    <a:pt x="3311" y="6976"/>
                  </a:lnTo>
                  <a:lnTo>
                    <a:pt x="3058" y="6925"/>
                  </a:lnTo>
                  <a:lnTo>
                    <a:pt x="2831" y="6875"/>
                  </a:lnTo>
                  <a:lnTo>
                    <a:pt x="2603" y="6774"/>
                  </a:lnTo>
                  <a:lnTo>
                    <a:pt x="2376" y="6698"/>
                  </a:lnTo>
                  <a:lnTo>
                    <a:pt x="2174" y="6571"/>
                  </a:lnTo>
                  <a:lnTo>
                    <a:pt x="1972" y="6445"/>
                  </a:lnTo>
                  <a:lnTo>
                    <a:pt x="1870" y="6395"/>
                  </a:lnTo>
                  <a:lnTo>
                    <a:pt x="1744" y="6395"/>
                  </a:lnTo>
                  <a:lnTo>
                    <a:pt x="1643" y="6445"/>
                  </a:lnTo>
                  <a:lnTo>
                    <a:pt x="1567" y="6521"/>
                  </a:lnTo>
                  <a:lnTo>
                    <a:pt x="1517" y="6622"/>
                  </a:lnTo>
                  <a:lnTo>
                    <a:pt x="1517" y="6723"/>
                  </a:lnTo>
                  <a:lnTo>
                    <a:pt x="1567" y="6849"/>
                  </a:lnTo>
                  <a:lnTo>
                    <a:pt x="1643" y="6925"/>
                  </a:lnTo>
                  <a:lnTo>
                    <a:pt x="1870" y="7077"/>
                  </a:lnTo>
                  <a:lnTo>
                    <a:pt x="2123" y="7203"/>
                  </a:lnTo>
                  <a:lnTo>
                    <a:pt x="2401" y="7330"/>
                  </a:lnTo>
                  <a:lnTo>
                    <a:pt x="2654" y="7406"/>
                  </a:lnTo>
                  <a:lnTo>
                    <a:pt x="2932" y="7481"/>
                  </a:lnTo>
                  <a:lnTo>
                    <a:pt x="3210" y="7532"/>
                  </a:lnTo>
                  <a:lnTo>
                    <a:pt x="3488" y="7582"/>
                  </a:lnTo>
                  <a:lnTo>
                    <a:pt x="3791" y="7582"/>
                  </a:lnTo>
                  <a:lnTo>
                    <a:pt x="4170" y="7557"/>
                  </a:lnTo>
                  <a:lnTo>
                    <a:pt x="4549" y="7507"/>
                  </a:lnTo>
                  <a:lnTo>
                    <a:pt x="4903" y="7406"/>
                  </a:lnTo>
                  <a:lnTo>
                    <a:pt x="5257" y="7279"/>
                  </a:lnTo>
                  <a:lnTo>
                    <a:pt x="5586" y="7128"/>
                  </a:lnTo>
                  <a:lnTo>
                    <a:pt x="5889" y="6925"/>
                  </a:lnTo>
                  <a:lnTo>
                    <a:pt x="6192" y="6723"/>
                  </a:lnTo>
                  <a:lnTo>
                    <a:pt x="6470" y="6470"/>
                  </a:lnTo>
                  <a:lnTo>
                    <a:pt x="6698" y="6218"/>
                  </a:lnTo>
                  <a:lnTo>
                    <a:pt x="6925" y="5914"/>
                  </a:lnTo>
                  <a:lnTo>
                    <a:pt x="7102" y="5611"/>
                  </a:lnTo>
                  <a:lnTo>
                    <a:pt x="7279" y="5283"/>
                  </a:lnTo>
                  <a:lnTo>
                    <a:pt x="7405" y="4929"/>
                  </a:lnTo>
                  <a:lnTo>
                    <a:pt x="7481" y="4550"/>
                  </a:lnTo>
                  <a:lnTo>
                    <a:pt x="7557" y="4196"/>
                  </a:lnTo>
                  <a:lnTo>
                    <a:pt x="7582" y="3791"/>
                  </a:lnTo>
                  <a:lnTo>
                    <a:pt x="7557" y="3412"/>
                  </a:lnTo>
                  <a:lnTo>
                    <a:pt x="7481" y="3033"/>
                  </a:lnTo>
                  <a:lnTo>
                    <a:pt x="7405" y="2679"/>
                  </a:lnTo>
                  <a:lnTo>
                    <a:pt x="7279" y="2325"/>
                  </a:lnTo>
                  <a:lnTo>
                    <a:pt x="7102" y="1997"/>
                  </a:lnTo>
                  <a:lnTo>
                    <a:pt x="6925" y="1694"/>
                  </a:lnTo>
                  <a:lnTo>
                    <a:pt x="6698" y="1390"/>
                  </a:lnTo>
                  <a:lnTo>
                    <a:pt x="6470" y="1112"/>
                  </a:lnTo>
                  <a:lnTo>
                    <a:pt x="6192" y="885"/>
                  </a:lnTo>
                  <a:lnTo>
                    <a:pt x="5889" y="657"/>
                  </a:lnTo>
                  <a:lnTo>
                    <a:pt x="5586" y="480"/>
                  </a:lnTo>
                  <a:lnTo>
                    <a:pt x="5257" y="304"/>
                  </a:lnTo>
                  <a:lnTo>
                    <a:pt x="4903" y="177"/>
                  </a:lnTo>
                  <a:lnTo>
                    <a:pt x="4549" y="76"/>
                  </a:lnTo>
                  <a:lnTo>
                    <a:pt x="4170" y="26"/>
                  </a:lnTo>
                  <a:lnTo>
                    <a:pt x="37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1534;p72"/>
          <p:cNvGrpSpPr/>
          <p:nvPr/>
        </p:nvGrpSpPr>
        <p:grpSpPr>
          <a:xfrm>
            <a:off x="3660097" y="2923180"/>
            <a:ext cx="393675" cy="418300"/>
            <a:chOff x="5500200" y="1959325"/>
            <a:chExt cx="393675" cy="418300"/>
          </a:xfrm>
        </p:grpSpPr>
        <p:sp>
          <p:nvSpPr>
            <p:cNvPr id="78" name="Google Shape;1535;p72"/>
            <p:cNvSpPr/>
            <p:nvPr/>
          </p:nvSpPr>
          <p:spPr>
            <a:xfrm>
              <a:off x="5500200" y="1959325"/>
              <a:ext cx="393675" cy="418300"/>
            </a:xfrm>
            <a:custGeom>
              <a:avLst/>
              <a:gdLst/>
              <a:ahLst/>
              <a:cxnLst/>
              <a:rect l="l" t="t" r="r" b="b"/>
              <a:pathLst>
                <a:path w="15747" h="16732" extrusionOk="0">
                  <a:moveTo>
                    <a:pt x="7886" y="0"/>
                  </a:moveTo>
                  <a:lnTo>
                    <a:pt x="7760" y="25"/>
                  </a:lnTo>
                  <a:lnTo>
                    <a:pt x="7684" y="101"/>
                  </a:lnTo>
                  <a:lnTo>
                    <a:pt x="5434" y="2350"/>
                  </a:lnTo>
                  <a:lnTo>
                    <a:pt x="5359" y="2452"/>
                  </a:lnTo>
                  <a:lnTo>
                    <a:pt x="5333" y="2553"/>
                  </a:lnTo>
                  <a:lnTo>
                    <a:pt x="5359" y="2654"/>
                  </a:lnTo>
                  <a:lnTo>
                    <a:pt x="5434" y="2755"/>
                  </a:lnTo>
                  <a:lnTo>
                    <a:pt x="5536" y="2831"/>
                  </a:lnTo>
                  <a:lnTo>
                    <a:pt x="5738" y="2831"/>
                  </a:lnTo>
                  <a:lnTo>
                    <a:pt x="5839" y="2755"/>
                  </a:lnTo>
                  <a:lnTo>
                    <a:pt x="7886" y="708"/>
                  </a:lnTo>
                  <a:lnTo>
                    <a:pt x="12941" y="5788"/>
                  </a:lnTo>
                  <a:lnTo>
                    <a:pt x="12941" y="16150"/>
                  </a:lnTo>
                  <a:lnTo>
                    <a:pt x="11172" y="16150"/>
                  </a:lnTo>
                  <a:lnTo>
                    <a:pt x="11172" y="13648"/>
                  </a:lnTo>
                  <a:lnTo>
                    <a:pt x="11146" y="13547"/>
                  </a:lnTo>
                  <a:lnTo>
                    <a:pt x="11096" y="13446"/>
                  </a:lnTo>
                  <a:lnTo>
                    <a:pt x="10995" y="13395"/>
                  </a:lnTo>
                  <a:lnTo>
                    <a:pt x="10868" y="13370"/>
                  </a:lnTo>
                  <a:lnTo>
                    <a:pt x="10767" y="13395"/>
                  </a:lnTo>
                  <a:lnTo>
                    <a:pt x="10666" y="13446"/>
                  </a:lnTo>
                  <a:lnTo>
                    <a:pt x="10616" y="13547"/>
                  </a:lnTo>
                  <a:lnTo>
                    <a:pt x="10590" y="13648"/>
                  </a:lnTo>
                  <a:lnTo>
                    <a:pt x="10590" y="16150"/>
                  </a:lnTo>
                  <a:lnTo>
                    <a:pt x="5182" y="16150"/>
                  </a:lnTo>
                  <a:lnTo>
                    <a:pt x="5182" y="11272"/>
                  </a:lnTo>
                  <a:lnTo>
                    <a:pt x="5182" y="10994"/>
                  </a:lnTo>
                  <a:lnTo>
                    <a:pt x="5232" y="10741"/>
                  </a:lnTo>
                  <a:lnTo>
                    <a:pt x="5308" y="10463"/>
                  </a:lnTo>
                  <a:lnTo>
                    <a:pt x="5384" y="10236"/>
                  </a:lnTo>
                  <a:lnTo>
                    <a:pt x="5510" y="9983"/>
                  </a:lnTo>
                  <a:lnTo>
                    <a:pt x="5637" y="9756"/>
                  </a:lnTo>
                  <a:lnTo>
                    <a:pt x="5788" y="9554"/>
                  </a:lnTo>
                  <a:lnTo>
                    <a:pt x="5965" y="9377"/>
                  </a:lnTo>
                  <a:lnTo>
                    <a:pt x="6167" y="9200"/>
                  </a:lnTo>
                  <a:lnTo>
                    <a:pt x="6370" y="9048"/>
                  </a:lnTo>
                  <a:lnTo>
                    <a:pt x="6597" y="8896"/>
                  </a:lnTo>
                  <a:lnTo>
                    <a:pt x="6824" y="8795"/>
                  </a:lnTo>
                  <a:lnTo>
                    <a:pt x="7077" y="8694"/>
                  </a:lnTo>
                  <a:lnTo>
                    <a:pt x="7330" y="8618"/>
                  </a:lnTo>
                  <a:lnTo>
                    <a:pt x="7608" y="8593"/>
                  </a:lnTo>
                  <a:lnTo>
                    <a:pt x="7886" y="8568"/>
                  </a:lnTo>
                  <a:lnTo>
                    <a:pt x="8164" y="8593"/>
                  </a:lnTo>
                  <a:lnTo>
                    <a:pt x="8417" y="8618"/>
                  </a:lnTo>
                  <a:lnTo>
                    <a:pt x="8695" y="8694"/>
                  </a:lnTo>
                  <a:lnTo>
                    <a:pt x="8922" y="8795"/>
                  </a:lnTo>
                  <a:lnTo>
                    <a:pt x="9175" y="8896"/>
                  </a:lnTo>
                  <a:lnTo>
                    <a:pt x="9402" y="9048"/>
                  </a:lnTo>
                  <a:lnTo>
                    <a:pt x="9605" y="9200"/>
                  </a:lnTo>
                  <a:lnTo>
                    <a:pt x="9782" y="9377"/>
                  </a:lnTo>
                  <a:lnTo>
                    <a:pt x="9958" y="9554"/>
                  </a:lnTo>
                  <a:lnTo>
                    <a:pt x="10135" y="9756"/>
                  </a:lnTo>
                  <a:lnTo>
                    <a:pt x="10262" y="9983"/>
                  </a:lnTo>
                  <a:lnTo>
                    <a:pt x="10363" y="10236"/>
                  </a:lnTo>
                  <a:lnTo>
                    <a:pt x="10464" y="10463"/>
                  </a:lnTo>
                  <a:lnTo>
                    <a:pt x="10540" y="10741"/>
                  </a:lnTo>
                  <a:lnTo>
                    <a:pt x="10565" y="10994"/>
                  </a:lnTo>
                  <a:lnTo>
                    <a:pt x="10590" y="11272"/>
                  </a:lnTo>
                  <a:lnTo>
                    <a:pt x="10590" y="12688"/>
                  </a:lnTo>
                  <a:lnTo>
                    <a:pt x="10616" y="12789"/>
                  </a:lnTo>
                  <a:lnTo>
                    <a:pt x="10666" y="12890"/>
                  </a:lnTo>
                  <a:lnTo>
                    <a:pt x="10767" y="12940"/>
                  </a:lnTo>
                  <a:lnTo>
                    <a:pt x="10868" y="12966"/>
                  </a:lnTo>
                  <a:lnTo>
                    <a:pt x="10995" y="12940"/>
                  </a:lnTo>
                  <a:lnTo>
                    <a:pt x="11096" y="12890"/>
                  </a:lnTo>
                  <a:lnTo>
                    <a:pt x="11146" y="12789"/>
                  </a:lnTo>
                  <a:lnTo>
                    <a:pt x="11172" y="12688"/>
                  </a:lnTo>
                  <a:lnTo>
                    <a:pt x="11172" y="11272"/>
                  </a:lnTo>
                  <a:lnTo>
                    <a:pt x="11146" y="10944"/>
                  </a:lnTo>
                  <a:lnTo>
                    <a:pt x="11096" y="10615"/>
                  </a:lnTo>
                  <a:lnTo>
                    <a:pt x="11020" y="10312"/>
                  </a:lnTo>
                  <a:lnTo>
                    <a:pt x="10919" y="10009"/>
                  </a:lnTo>
                  <a:lnTo>
                    <a:pt x="10767" y="9705"/>
                  </a:lnTo>
                  <a:lnTo>
                    <a:pt x="10616" y="9452"/>
                  </a:lnTo>
                  <a:lnTo>
                    <a:pt x="10413" y="9200"/>
                  </a:lnTo>
                  <a:lnTo>
                    <a:pt x="10211" y="8947"/>
                  </a:lnTo>
                  <a:lnTo>
                    <a:pt x="9984" y="8745"/>
                  </a:lnTo>
                  <a:lnTo>
                    <a:pt x="9731" y="8543"/>
                  </a:lnTo>
                  <a:lnTo>
                    <a:pt x="9453" y="8391"/>
                  </a:lnTo>
                  <a:lnTo>
                    <a:pt x="9150" y="8239"/>
                  </a:lnTo>
                  <a:lnTo>
                    <a:pt x="8846" y="8138"/>
                  </a:lnTo>
                  <a:lnTo>
                    <a:pt x="8543" y="8062"/>
                  </a:lnTo>
                  <a:lnTo>
                    <a:pt x="8215" y="8012"/>
                  </a:lnTo>
                  <a:lnTo>
                    <a:pt x="7886" y="7987"/>
                  </a:lnTo>
                  <a:lnTo>
                    <a:pt x="7557" y="8012"/>
                  </a:lnTo>
                  <a:lnTo>
                    <a:pt x="7229" y="8062"/>
                  </a:lnTo>
                  <a:lnTo>
                    <a:pt x="6900" y="8138"/>
                  </a:lnTo>
                  <a:lnTo>
                    <a:pt x="6597" y="8239"/>
                  </a:lnTo>
                  <a:lnTo>
                    <a:pt x="6319" y="8391"/>
                  </a:lnTo>
                  <a:lnTo>
                    <a:pt x="6041" y="8543"/>
                  </a:lnTo>
                  <a:lnTo>
                    <a:pt x="5788" y="8745"/>
                  </a:lnTo>
                  <a:lnTo>
                    <a:pt x="5561" y="8947"/>
                  </a:lnTo>
                  <a:lnTo>
                    <a:pt x="5333" y="9200"/>
                  </a:lnTo>
                  <a:lnTo>
                    <a:pt x="5156" y="9452"/>
                  </a:lnTo>
                  <a:lnTo>
                    <a:pt x="4979" y="9705"/>
                  </a:lnTo>
                  <a:lnTo>
                    <a:pt x="4853" y="10009"/>
                  </a:lnTo>
                  <a:lnTo>
                    <a:pt x="4752" y="10312"/>
                  </a:lnTo>
                  <a:lnTo>
                    <a:pt x="4651" y="10615"/>
                  </a:lnTo>
                  <a:lnTo>
                    <a:pt x="4600" y="10944"/>
                  </a:lnTo>
                  <a:lnTo>
                    <a:pt x="4600" y="11272"/>
                  </a:lnTo>
                  <a:lnTo>
                    <a:pt x="4600" y="16150"/>
                  </a:lnTo>
                  <a:lnTo>
                    <a:pt x="2806" y="16150"/>
                  </a:lnTo>
                  <a:lnTo>
                    <a:pt x="2806" y="5788"/>
                  </a:lnTo>
                  <a:lnTo>
                    <a:pt x="5156" y="3437"/>
                  </a:lnTo>
                  <a:lnTo>
                    <a:pt x="5232" y="3336"/>
                  </a:lnTo>
                  <a:lnTo>
                    <a:pt x="5257" y="3210"/>
                  </a:lnTo>
                  <a:lnTo>
                    <a:pt x="5232" y="3109"/>
                  </a:lnTo>
                  <a:lnTo>
                    <a:pt x="5156" y="3008"/>
                  </a:lnTo>
                  <a:lnTo>
                    <a:pt x="5081" y="2957"/>
                  </a:lnTo>
                  <a:lnTo>
                    <a:pt x="4954" y="2932"/>
                  </a:lnTo>
                  <a:lnTo>
                    <a:pt x="4853" y="2957"/>
                  </a:lnTo>
                  <a:lnTo>
                    <a:pt x="4752" y="3008"/>
                  </a:lnTo>
                  <a:lnTo>
                    <a:pt x="102" y="7683"/>
                  </a:lnTo>
                  <a:lnTo>
                    <a:pt x="26" y="7759"/>
                  </a:lnTo>
                  <a:lnTo>
                    <a:pt x="0" y="7885"/>
                  </a:lnTo>
                  <a:lnTo>
                    <a:pt x="26" y="7987"/>
                  </a:lnTo>
                  <a:lnTo>
                    <a:pt x="102" y="8088"/>
                  </a:lnTo>
                  <a:lnTo>
                    <a:pt x="203" y="8138"/>
                  </a:lnTo>
                  <a:lnTo>
                    <a:pt x="304" y="8164"/>
                  </a:lnTo>
                  <a:lnTo>
                    <a:pt x="405" y="8138"/>
                  </a:lnTo>
                  <a:lnTo>
                    <a:pt x="506" y="8088"/>
                  </a:lnTo>
                  <a:lnTo>
                    <a:pt x="2225" y="6369"/>
                  </a:lnTo>
                  <a:lnTo>
                    <a:pt x="2225" y="16428"/>
                  </a:lnTo>
                  <a:lnTo>
                    <a:pt x="2250" y="16554"/>
                  </a:lnTo>
                  <a:lnTo>
                    <a:pt x="2326" y="16656"/>
                  </a:lnTo>
                  <a:lnTo>
                    <a:pt x="2402" y="16706"/>
                  </a:lnTo>
                  <a:lnTo>
                    <a:pt x="2528" y="16731"/>
                  </a:lnTo>
                  <a:lnTo>
                    <a:pt x="13244" y="16731"/>
                  </a:lnTo>
                  <a:lnTo>
                    <a:pt x="13345" y="16706"/>
                  </a:lnTo>
                  <a:lnTo>
                    <a:pt x="13446" y="16656"/>
                  </a:lnTo>
                  <a:lnTo>
                    <a:pt x="13497" y="16554"/>
                  </a:lnTo>
                  <a:lnTo>
                    <a:pt x="13522" y="16428"/>
                  </a:lnTo>
                  <a:lnTo>
                    <a:pt x="13522" y="6369"/>
                  </a:lnTo>
                  <a:lnTo>
                    <a:pt x="15241" y="8088"/>
                  </a:lnTo>
                  <a:lnTo>
                    <a:pt x="15342" y="8138"/>
                  </a:lnTo>
                  <a:lnTo>
                    <a:pt x="15468" y="8164"/>
                  </a:lnTo>
                  <a:lnTo>
                    <a:pt x="15569" y="8138"/>
                  </a:lnTo>
                  <a:lnTo>
                    <a:pt x="15670" y="8088"/>
                  </a:lnTo>
                  <a:lnTo>
                    <a:pt x="15721" y="7987"/>
                  </a:lnTo>
                  <a:lnTo>
                    <a:pt x="15746" y="7885"/>
                  </a:lnTo>
                  <a:lnTo>
                    <a:pt x="15721" y="7759"/>
                  </a:lnTo>
                  <a:lnTo>
                    <a:pt x="15670" y="7683"/>
                  </a:lnTo>
                  <a:lnTo>
                    <a:pt x="10489" y="2502"/>
                  </a:lnTo>
                  <a:lnTo>
                    <a:pt x="10489" y="1062"/>
                  </a:lnTo>
                  <a:lnTo>
                    <a:pt x="12385" y="1062"/>
                  </a:lnTo>
                  <a:lnTo>
                    <a:pt x="12385" y="3968"/>
                  </a:lnTo>
                  <a:lnTo>
                    <a:pt x="12410" y="4094"/>
                  </a:lnTo>
                  <a:lnTo>
                    <a:pt x="12486" y="4170"/>
                  </a:lnTo>
                  <a:lnTo>
                    <a:pt x="12562" y="4246"/>
                  </a:lnTo>
                  <a:lnTo>
                    <a:pt x="12688" y="4271"/>
                  </a:lnTo>
                  <a:lnTo>
                    <a:pt x="12789" y="4246"/>
                  </a:lnTo>
                  <a:lnTo>
                    <a:pt x="12890" y="4170"/>
                  </a:lnTo>
                  <a:lnTo>
                    <a:pt x="12966" y="4094"/>
                  </a:lnTo>
                  <a:lnTo>
                    <a:pt x="12966" y="3968"/>
                  </a:lnTo>
                  <a:lnTo>
                    <a:pt x="12966" y="783"/>
                  </a:lnTo>
                  <a:lnTo>
                    <a:pt x="12966" y="657"/>
                  </a:lnTo>
                  <a:lnTo>
                    <a:pt x="12890" y="581"/>
                  </a:lnTo>
                  <a:lnTo>
                    <a:pt x="12789" y="505"/>
                  </a:lnTo>
                  <a:lnTo>
                    <a:pt x="12688" y="480"/>
                  </a:lnTo>
                  <a:lnTo>
                    <a:pt x="10186" y="480"/>
                  </a:lnTo>
                  <a:lnTo>
                    <a:pt x="10085" y="505"/>
                  </a:lnTo>
                  <a:lnTo>
                    <a:pt x="9984" y="581"/>
                  </a:lnTo>
                  <a:lnTo>
                    <a:pt x="9933" y="657"/>
                  </a:lnTo>
                  <a:lnTo>
                    <a:pt x="9908" y="783"/>
                  </a:lnTo>
                  <a:lnTo>
                    <a:pt x="9908" y="1921"/>
                  </a:lnTo>
                  <a:lnTo>
                    <a:pt x="8088" y="101"/>
                  </a:lnTo>
                  <a:lnTo>
                    <a:pt x="7987" y="25"/>
                  </a:lnTo>
                  <a:lnTo>
                    <a:pt x="7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536;p72"/>
            <p:cNvSpPr/>
            <p:nvPr/>
          </p:nvSpPr>
          <p:spPr>
            <a:xfrm>
              <a:off x="5643625" y="2277775"/>
              <a:ext cx="14550" cy="14550"/>
            </a:xfrm>
            <a:custGeom>
              <a:avLst/>
              <a:gdLst/>
              <a:ahLst/>
              <a:cxnLst/>
              <a:rect l="l" t="t" r="r" b="b"/>
              <a:pathLst>
                <a:path w="582" h="582" extrusionOk="0">
                  <a:moveTo>
                    <a:pt x="279" y="0"/>
                  </a:moveTo>
                  <a:lnTo>
                    <a:pt x="178" y="25"/>
                  </a:lnTo>
                  <a:lnTo>
                    <a:pt x="77" y="76"/>
                  </a:lnTo>
                  <a:lnTo>
                    <a:pt x="26" y="177"/>
                  </a:lnTo>
                  <a:lnTo>
                    <a:pt x="1" y="303"/>
                  </a:lnTo>
                  <a:lnTo>
                    <a:pt x="26" y="404"/>
                  </a:lnTo>
                  <a:lnTo>
                    <a:pt x="77" y="506"/>
                  </a:lnTo>
                  <a:lnTo>
                    <a:pt x="178" y="556"/>
                  </a:lnTo>
                  <a:lnTo>
                    <a:pt x="279" y="581"/>
                  </a:lnTo>
                  <a:lnTo>
                    <a:pt x="405" y="556"/>
                  </a:lnTo>
                  <a:lnTo>
                    <a:pt x="481" y="506"/>
                  </a:lnTo>
                  <a:lnTo>
                    <a:pt x="557" y="404"/>
                  </a:lnTo>
                  <a:lnTo>
                    <a:pt x="582" y="303"/>
                  </a:lnTo>
                  <a:lnTo>
                    <a:pt x="557" y="177"/>
                  </a:lnTo>
                  <a:lnTo>
                    <a:pt x="481" y="76"/>
                  </a:lnTo>
                  <a:lnTo>
                    <a:pt x="405" y="25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1549;p72"/>
          <p:cNvGrpSpPr/>
          <p:nvPr/>
        </p:nvGrpSpPr>
        <p:grpSpPr>
          <a:xfrm>
            <a:off x="1605204" y="2923180"/>
            <a:ext cx="272975" cy="418300"/>
            <a:chOff x="310775" y="2665725"/>
            <a:chExt cx="272975" cy="418300"/>
          </a:xfrm>
        </p:grpSpPr>
        <p:sp>
          <p:nvSpPr>
            <p:cNvPr id="81" name="Google Shape;1550;p72"/>
            <p:cNvSpPr/>
            <p:nvPr/>
          </p:nvSpPr>
          <p:spPr>
            <a:xfrm>
              <a:off x="310775" y="2665725"/>
              <a:ext cx="272975" cy="418300"/>
            </a:xfrm>
            <a:custGeom>
              <a:avLst/>
              <a:gdLst/>
              <a:ahLst/>
              <a:cxnLst/>
              <a:rect l="l" t="t" r="r" b="b"/>
              <a:pathLst>
                <a:path w="10919" h="16732" extrusionOk="0">
                  <a:moveTo>
                    <a:pt x="5460" y="2022"/>
                  </a:moveTo>
                  <a:lnTo>
                    <a:pt x="5687" y="2048"/>
                  </a:lnTo>
                  <a:lnTo>
                    <a:pt x="5915" y="2073"/>
                  </a:lnTo>
                  <a:lnTo>
                    <a:pt x="6117" y="2123"/>
                  </a:lnTo>
                  <a:lnTo>
                    <a:pt x="6319" y="2199"/>
                  </a:lnTo>
                  <a:lnTo>
                    <a:pt x="6521" y="2300"/>
                  </a:lnTo>
                  <a:lnTo>
                    <a:pt x="6698" y="2401"/>
                  </a:lnTo>
                  <a:lnTo>
                    <a:pt x="6875" y="2528"/>
                  </a:lnTo>
                  <a:lnTo>
                    <a:pt x="7027" y="2679"/>
                  </a:lnTo>
                  <a:lnTo>
                    <a:pt x="7178" y="2831"/>
                  </a:lnTo>
                  <a:lnTo>
                    <a:pt x="7305" y="3008"/>
                  </a:lnTo>
                  <a:lnTo>
                    <a:pt x="7431" y="3185"/>
                  </a:lnTo>
                  <a:lnTo>
                    <a:pt x="7507" y="3387"/>
                  </a:lnTo>
                  <a:lnTo>
                    <a:pt x="7583" y="3589"/>
                  </a:lnTo>
                  <a:lnTo>
                    <a:pt x="7633" y="3817"/>
                  </a:lnTo>
                  <a:lnTo>
                    <a:pt x="7684" y="4019"/>
                  </a:lnTo>
                  <a:lnTo>
                    <a:pt x="7684" y="4246"/>
                  </a:lnTo>
                  <a:lnTo>
                    <a:pt x="7684" y="7583"/>
                  </a:lnTo>
                  <a:lnTo>
                    <a:pt x="3210" y="7583"/>
                  </a:lnTo>
                  <a:lnTo>
                    <a:pt x="3210" y="4246"/>
                  </a:lnTo>
                  <a:lnTo>
                    <a:pt x="3236" y="4019"/>
                  </a:lnTo>
                  <a:lnTo>
                    <a:pt x="3261" y="3817"/>
                  </a:lnTo>
                  <a:lnTo>
                    <a:pt x="3311" y="3589"/>
                  </a:lnTo>
                  <a:lnTo>
                    <a:pt x="3387" y="3387"/>
                  </a:lnTo>
                  <a:lnTo>
                    <a:pt x="3488" y="3185"/>
                  </a:lnTo>
                  <a:lnTo>
                    <a:pt x="3615" y="3008"/>
                  </a:lnTo>
                  <a:lnTo>
                    <a:pt x="3741" y="2831"/>
                  </a:lnTo>
                  <a:lnTo>
                    <a:pt x="3867" y="2679"/>
                  </a:lnTo>
                  <a:lnTo>
                    <a:pt x="4044" y="2528"/>
                  </a:lnTo>
                  <a:lnTo>
                    <a:pt x="4196" y="2401"/>
                  </a:lnTo>
                  <a:lnTo>
                    <a:pt x="4398" y="2300"/>
                  </a:lnTo>
                  <a:lnTo>
                    <a:pt x="4575" y="2199"/>
                  </a:lnTo>
                  <a:lnTo>
                    <a:pt x="4803" y="2123"/>
                  </a:lnTo>
                  <a:lnTo>
                    <a:pt x="5005" y="2073"/>
                  </a:lnTo>
                  <a:lnTo>
                    <a:pt x="5232" y="2048"/>
                  </a:lnTo>
                  <a:lnTo>
                    <a:pt x="5460" y="2022"/>
                  </a:lnTo>
                  <a:close/>
                  <a:moveTo>
                    <a:pt x="5460" y="0"/>
                  </a:moveTo>
                  <a:lnTo>
                    <a:pt x="5030" y="26"/>
                  </a:lnTo>
                  <a:lnTo>
                    <a:pt x="4600" y="76"/>
                  </a:lnTo>
                  <a:lnTo>
                    <a:pt x="4196" y="203"/>
                  </a:lnTo>
                  <a:lnTo>
                    <a:pt x="3792" y="329"/>
                  </a:lnTo>
                  <a:lnTo>
                    <a:pt x="3438" y="506"/>
                  </a:lnTo>
                  <a:lnTo>
                    <a:pt x="3084" y="733"/>
                  </a:lnTo>
                  <a:lnTo>
                    <a:pt x="2755" y="961"/>
                  </a:lnTo>
                  <a:lnTo>
                    <a:pt x="2452" y="1239"/>
                  </a:lnTo>
                  <a:lnTo>
                    <a:pt x="2174" y="1542"/>
                  </a:lnTo>
                  <a:lnTo>
                    <a:pt x="1921" y="1871"/>
                  </a:lnTo>
                  <a:lnTo>
                    <a:pt x="1719" y="2224"/>
                  </a:lnTo>
                  <a:lnTo>
                    <a:pt x="1542" y="2604"/>
                  </a:lnTo>
                  <a:lnTo>
                    <a:pt x="1391" y="2983"/>
                  </a:lnTo>
                  <a:lnTo>
                    <a:pt x="1290" y="3412"/>
                  </a:lnTo>
                  <a:lnTo>
                    <a:pt x="1214" y="3817"/>
                  </a:lnTo>
                  <a:lnTo>
                    <a:pt x="1188" y="4246"/>
                  </a:lnTo>
                  <a:lnTo>
                    <a:pt x="1188" y="7583"/>
                  </a:lnTo>
                  <a:lnTo>
                    <a:pt x="279" y="7583"/>
                  </a:lnTo>
                  <a:lnTo>
                    <a:pt x="177" y="7608"/>
                  </a:lnTo>
                  <a:lnTo>
                    <a:pt x="76" y="7684"/>
                  </a:lnTo>
                  <a:lnTo>
                    <a:pt x="26" y="7759"/>
                  </a:lnTo>
                  <a:lnTo>
                    <a:pt x="1" y="7886"/>
                  </a:lnTo>
                  <a:lnTo>
                    <a:pt x="1" y="13345"/>
                  </a:lnTo>
                  <a:lnTo>
                    <a:pt x="26" y="13446"/>
                  </a:lnTo>
                  <a:lnTo>
                    <a:pt x="76" y="13547"/>
                  </a:lnTo>
                  <a:lnTo>
                    <a:pt x="177" y="13598"/>
                  </a:lnTo>
                  <a:lnTo>
                    <a:pt x="279" y="13623"/>
                  </a:lnTo>
                  <a:lnTo>
                    <a:pt x="405" y="13598"/>
                  </a:lnTo>
                  <a:lnTo>
                    <a:pt x="481" y="13547"/>
                  </a:lnTo>
                  <a:lnTo>
                    <a:pt x="557" y="13446"/>
                  </a:lnTo>
                  <a:lnTo>
                    <a:pt x="582" y="13345"/>
                  </a:lnTo>
                  <a:lnTo>
                    <a:pt x="582" y="8164"/>
                  </a:lnTo>
                  <a:lnTo>
                    <a:pt x="10338" y="8164"/>
                  </a:lnTo>
                  <a:lnTo>
                    <a:pt x="10338" y="16150"/>
                  </a:lnTo>
                  <a:lnTo>
                    <a:pt x="582" y="16150"/>
                  </a:lnTo>
                  <a:lnTo>
                    <a:pt x="582" y="14331"/>
                  </a:lnTo>
                  <a:lnTo>
                    <a:pt x="557" y="14230"/>
                  </a:lnTo>
                  <a:lnTo>
                    <a:pt x="481" y="14129"/>
                  </a:lnTo>
                  <a:lnTo>
                    <a:pt x="405" y="14078"/>
                  </a:lnTo>
                  <a:lnTo>
                    <a:pt x="279" y="14053"/>
                  </a:lnTo>
                  <a:lnTo>
                    <a:pt x="177" y="14078"/>
                  </a:lnTo>
                  <a:lnTo>
                    <a:pt x="76" y="14129"/>
                  </a:lnTo>
                  <a:lnTo>
                    <a:pt x="26" y="14230"/>
                  </a:lnTo>
                  <a:lnTo>
                    <a:pt x="1" y="14331"/>
                  </a:lnTo>
                  <a:lnTo>
                    <a:pt x="1" y="16428"/>
                  </a:lnTo>
                  <a:lnTo>
                    <a:pt x="26" y="16555"/>
                  </a:lnTo>
                  <a:lnTo>
                    <a:pt x="76" y="16631"/>
                  </a:lnTo>
                  <a:lnTo>
                    <a:pt x="177" y="16706"/>
                  </a:lnTo>
                  <a:lnTo>
                    <a:pt x="279" y="16732"/>
                  </a:lnTo>
                  <a:lnTo>
                    <a:pt x="10616" y="16732"/>
                  </a:lnTo>
                  <a:lnTo>
                    <a:pt x="10742" y="16706"/>
                  </a:lnTo>
                  <a:lnTo>
                    <a:pt x="10818" y="16631"/>
                  </a:lnTo>
                  <a:lnTo>
                    <a:pt x="10894" y="16555"/>
                  </a:lnTo>
                  <a:lnTo>
                    <a:pt x="10919" y="16428"/>
                  </a:lnTo>
                  <a:lnTo>
                    <a:pt x="10919" y="7886"/>
                  </a:lnTo>
                  <a:lnTo>
                    <a:pt x="10894" y="7759"/>
                  </a:lnTo>
                  <a:lnTo>
                    <a:pt x="10818" y="7684"/>
                  </a:lnTo>
                  <a:lnTo>
                    <a:pt x="10742" y="7608"/>
                  </a:lnTo>
                  <a:lnTo>
                    <a:pt x="10616" y="7583"/>
                  </a:lnTo>
                  <a:lnTo>
                    <a:pt x="9706" y="7583"/>
                  </a:lnTo>
                  <a:lnTo>
                    <a:pt x="9706" y="4246"/>
                  </a:lnTo>
                  <a:lnTo>
                    <a:pt x="9681" y="3791"/>
                  </a:lnTo>
                  <a:lnTo>
                    <a:pt x="9605" y="3337"/>
                  </a:lnTo>
                  <a:lnTo>
                    <a:pt x="9504" y="2907"/>
                  </a:lnTo>
                  <a:lnTo>
                    <a:pt x="9327" y="2477"/>
                  </a:lnTo>
                  <a:lnTo>
                    <a:pt x="9099" y="2073"/>
                  </a:lnTo>
                  <a:lnTo>
                    <a:pt x="8846" y="1694"/>
                  </a:lnTo>
                  <a:lnTo>
                    <a:pt x="8543" y="1340"/>
                  </a:lnTo>
                  <a:lnTo>
                    <a:pt x="8215" y="1011"/>
                  </a:lnTo>
                  <a:lnTo>
                    <a:pt x="8114" y="961"/>
                  </a:lnTo>
                  <a:lnTo>
                    <a:pt x="8012" y="961"/>
                  </a:lnTo>
                  <a:lnTo>
                    <a:pt x="7886" y="986"/>
                  </a:lnTo>
                  <a:lnTo>
                    <a:pt x="7810" y="1062"/>
                  </a:lnTo>
                  <a:lnTo>
                    <a:pt x="7760" y="1163"/>
                  </a:lnTo>
                  <a:lnTo>
                    <a:pt x="7734" y="1264"/>
                  </a:lnTo>
                  <a:lnTo>
                    <a:pt x="7760" y="1365"/>
                  </a:lnTo>
                  <a:lnTo>
                    <a:pt x="7836" y="1466"/>
                  </a:lnTo>
                  <a:lnTo>
                    <a:pt x="8139" y="1744"/>
                  </a:lnTo>
                  <a:lnTo>
                    <a:pt x="8392" y="2048"/>
                  </a:lnTo>
                  <a:lnTo>
                    <a:pt x="8619" y="2376"/>
                  </a:lnTo>
                  <a:lnTo>
                    <a:pt x="8796" y="2730"/>
                  </a:lnTo>
                  <a:lnTo>
                    <a:pt x="8948" y="3084"/>
                  </a:lnTo>
                  <a:lnTo>
                    <a:pt x="9049" y="3463"/>
                  </a:lnTo>
                  <a:lnTo>
                    <a:pt x="9125" y="3867"/>
                  </a:lnTo>
                  <a:lnTo>
                    <a:pt x="9125" y="4246"/>
                  </a:lnTo>
                  <a:lnTo>
                    <a:pt x="9125" y="7583"/>
                  </a:lnTo>
                  <a:lnTo>
                    <a:pt x="8265" y="7583"/>
                  </a:lnTo>
                  <a:lnTo>
                    <a:pt x="8265" y="4246"/>
                  </a:lnTo>
                  <a:lnTo>
                    <a:pt x="8265" y="3968"/>
                  </a:lnTo>
                  <a:lnTo>
                    <a:pt x="8215" y="3690"/>
                  </a:lnTo>
                  <a:lnTo>
                    <a:pt x="8139" y="3412"/>
                  </a:lnTo>
                  <a:lnTo>
                    <a:pt x="8038" y="3160"/>
                  </a:lnTo>
                  <a:lnTo>
                    <a:pt x="7937" y="2907"/>
                  </a:lnTo>
                  <a:lnTo>
                    <a:pt x="7785" y="2679"/>
                  </a:lnTo>
                  <a:lnTo>
                    <a:pt x="7633" y="2477"/>
                  </a:lnTo>
                  <a:lnTo>
                    <a:pt x="7431" y="2275"/>
                  </a:lnTo>
                  <a:lnTo>
                    <a:pt x="7254" y="2098"/>
                  </a:lnTo>
                  <a:lnTo>
                    <a:pt x="7027" y="1921"/>
                  </a:lnTo>
                  <a:lnTo>
                    <a:pt x="6799" y="1795"/>
                  </a:lnTo>
                  <a:lnTo>
                    <a:pt x="6547" y="1668"/>
                  </a:lnTo>
                  <a:lnTo>
                    <a:pt x="6294" y="1567"/>
                  </a:lnTo>
                  <a:lnTo>
                    <a:pt x="6016" y="1492"/>
                  </a:lnTo>
                  <a:lnTo>
                    <a:pt x="5738" y="1466"/>
                  </a:lnTo>
                  <a:lnTo>
                    <a:pt x="5460" y="1441"/>
                  </a:lnTo>
                  <a:lnTo>
                    <a:pt x="5156" y="1466"/>
                  </a:lnTo>
                  <a:lnTo>
                    <a:pt x="4878" y="1492"/>
                  </a:lnTo>
                  <a:lnTo>
                    <a:pt x="4626" y="1567"/>
                  </a:lnTo>
                  <a:lnTo>
                    <a:pt x="4373" y="1668"/>
                  </a:lnTo>
                  <a:lnTo>
                    <a:pt x="4120" y="1795"/>
                  </a:lnTo>
                  <a:lnTo>
                    <a:pt x="3893" y="1921"/>
                  </a:lnTo>
                  <a:lnTo>
                    <a:pt x="3665" y="2098"/>
                  </a:lnTo>
                  <a:lnTo>
                    <a:pt x="3463" y="2275"/>
                  </a:lnTo>
                  <a:lnTo>
                    <a:pt x="3286" y="2477"/>
                  </a:lnTo>
                  <a:lnTo>
                    <a:pt x="3135" y="2679"/>
                  </a:lnTo>
                  <a:lnTo>
                    <a:pt x="2983" y="2907"/>
                  </a:lnTo>
                  <a:lnTo>
                    <a:pt x="2857" y="3160"/>
                  </a:lnTo>
                  <a:lnTo>
                    <a:pt x="2755" y="3412"/>
                  </a:lnTo>
                  <a:lnTo>
                    <a:pt x="2705" y="3690"/>
                  </a:lnTo>
                  <a:lnTo>
                    <a:pt x="2654" y="3968"/>
                  </a:lnTo>
                  <a:lnTo>
                    <a:pt x="2629" y="4246"/>
                  </a:lnTo>
                  <a:lnTo>
                    <a:pt x="2629" y="7583"/>
                  </a:lnTo>
                  <a:lnTo>
                    <a:pt x="1770" y="7583"/>
                  </a:lnTo>
                  <a:lnTo>
                    <a:pt x="1770" y="4246"/>
                  </a:lnTo>
                  <a:lnTo>
                    <a:pt x="1795" y="3893"/>
                  </a:lnTo>
                  <a:lnTo>
                    <a:pt x="1846" y="3513"/>
                  </a:lnTo>
                  <a:lnTo>
                    <a:pt x="1947" y="3160"/>
                  </a:lnTo>
                  <a:lnTo>
                    <a:pt x="2073" y="2831"/>
                  </a:lnTo>
                  <a:lnTo>
                    <a:pt x="2225" y="2502"/>
                  </a:lnTo>
                  <a:lnTo>
                    <a:pt x="2402" y="2199"/>
                  </a:lnTo>
                  <a:lnTo>
                    <a:pt x="2629" y="1921"/>
                  </a:lnTo>
                  <a:lnTo>
                    <a:pt x="2857" y="1668"/>
                  </a:lnTo>
                  <a:lnTo>
                    <a:pt x="3109" y="1416"/>
                  </a:lnTo>
                  <a:lnTo>
                    <a:pt x="3387" y="1213"/>
                  </a:lnTo>
                  <a:lnTo>
                    <a:pt x="3691" y="1011"/>
                  </a:lnTo>
                  <a:lnTo>
                    <a:pt x="4019" y="860"/>
                  </a:lnTo>
                  <a:lnTo>
                    <a:pt x="4373" y="733"/>
                  </a:lnTo>
                  <a:lnTo>
                    <a:pt x="4727" y="657"/>
                  </a:lnTo>
                  <a:lnTo>
                    <a:pt x="5081" y="607"/>
                  </a:lnTo>
                  <a:lnTo>
                    <a:pt x="5460" y="582"/>
                  </a:lnTo>
                  <a:lnTo>
                    <a:pt x="5864" y="607"/>
                  </a:lnTo>
                  <a:lnTo>
                    <a:pt x="6269" y="683"/>
                  </a:lnTo>
                  <a:lnTo>
                    <a:pt x="6673" y="784"/>
                  </a:lnTo>
                  <a:lnTo>
                    <a:pt x="7052" y="935"/>
                  </a:lnTo>
                  <a:lnTo>
                    <a:pt x="7153" y="986"/>
                  </a:lnTo>
                  <a:lnTo>
                    <a:pt x="7279" y="961"/>
                  </a:lnTo>
                  <a:lnTo>
                    <a:pt x="7381" y="910"/>
                  </a:lnTo>
                  <a:lnTo>
                    <a:pt x="7431" y="809"/>
                  </a:lnTo>
                  <a:lnTo>
                    <a:pt x="7482" y="708"/>
                  </a:lnTo>
                  <a:lnTo>
                    <a:pt x="7456" y="582"/>
                  </a:lnTo>
                  <a:lnTo>
                    <a:pt x="7406" y="481"/>
                  </a:lnTo>
                  <a:lnTo>
                    <a:pt x="7305" y="430"/>
                  </a:lnTo>
                  <a:lnTo>
                    <a:pt x="6875" y="228"/>
                  </a:lnTo>
                  <a:lnTo>
                    <a:pt x="6395" y="101"/>
                  </a:lnTo>
                  <a:lnTo>
                    <a:pt x="5940" y="26"/>
                  </a:lnTo>
                  <a:lnTo>
                    <a:pt x="5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551;p72"/>
            <p:cNvSpPr/>
            <p:nvPr/>
          </p:nvSpPr>
          <p:spPr>
            <a:xfrm>
              <a:off x="348675" y="2918450"/>
              <a:ext cx="55650" cy="109350"/>
            </a:xfrm>
            <a:custGeom>
              <a:avLst/>
              <a:gdLst/>
              <a:ahLst/>
              <a:cxnLst/>
              <a:rect l="l" t="t" r="r" b="b"/>
              <a:pathLst>
                <a:path w="2226" h="4374" extrusionOk="0">
                  <a:moveTo>
                    <a:pt x="1644" y="582"/>
                  </a:moveTo>
                  <a:lnTo>
                    <a:pt x="1644" y="1239"/>
                  </a:lnTo>
                  <a:lnTo>
                    <a:pt x="582" y="1239"/>
                  </a:lnTo>
                  <a:lnTo>
                    <a:pt x="582" y="582"/>
                  </a:lnTo>
                  <a:close/>
                  <a:moveTo>
                    <a:pt x="1644" y="1821"/>
                  </a:moveTo>
                  <a:lnTo>
                    <a:pt x="1644" y="3792"/>
                  </a:lnTo>
                  <a:lnTo>
                    <a:pt x="582" y="3792"/>
                  </a:lnTo>
                  <a:lnTo>
                    <a:pt x="582" y="3160"/>
                  </a:lnTo>
                  <a:lnTo>
                    <a:pt x="1164" y="3160"/>
                  </a:lnTo>
                  <a:lnTo>
                    <a:pt x="1290" y="3135"/>
                  </a:lnTo>
                  <a:lnTo>
                    <a:pt x="1366" y="3084"/>
                  </a:lnTo>
                  <a:lnTo>
                    <a:pt x="1442" y="2983"/>
                  </a:lnTo>
                  <a:lnTo>
                    <a:pt x="1467" y="2882"/>
                  </a:lnTo>
                  <a:lnTo>
                    <a:pt x="1442" y="2756"/>
                  </a:lnTo>
                  <a:lnTo>
                    <a:pt x="1366" y="2680"/>
                  </a:lnTo>
                  <a:lnTo>
                    <a:pt x="1290" y="2604"/>
                  </a:lnTo>
                  <a:lnTo>
                    <a:pt x="1164" y="2579"/>
                  </a:lnTo>
                  <a:lnTo>
                    <a:pt x="582" y="2579"/>
                  </a:lnTo>
                  <a:lnTo>
                    <a:pt x="582" y="1821"/>
                  </a:lnTo>
                  <a:close/>
                  <a:moveTo>
                    <a:pt x="279" y="1"/>
                  </a:moveTo>
                  <a:lnTo>
                    <a:pt x="178" y="26"/>
                  </a:lnTo>
                  <a:lnTo>
                    <a:pt x="77" y="102"/>
                  </a:lnTo>
                  <a:lnTo>
                    <a:pt x="26" y="178"/>
                  </a:lnTo>
                  <a:lnTo>
                    <a:pt x="1" y="304"/>
                  </a:lnTo>
                  <a:lnTo>
                    <a:pt x="1" y="4095"/>
                  </a:lnTo>
                  <a:lnTo>
                    <a:pt x="26" y="4196"/>
                  </a:lnTo>
                  <a:lnTo>
                    <a:pt x="77" y="4298"/>
                  </a:lnTo>
                  <a:lnTo>
                    <a:pt x="178" y="4348"/>
                  </a:lnTo>
                  <a:lnTo>
                    <a:pt x="279" y="4373"/>
                  </a:lnTo>
                  <a:lnTo>
                    <a:pt x="1947" y="4373"/>
                  </a:lnTo>
                  <a:lnTo>
                    <a:pt x="2048" y="4348"/>
                  </a:lnTo>
                  <a:lnTo>
                    <a:pt x="2149" y="4298"/>
                  </a:lnTo>
                  <a:lnTo>
                    <a:pt x="2200" y="4196"/>
                  </a:lnTo>
                  <a:lnTo>
                    <a:pt x="2225" y="4095"/>
                  </a:lnTo>
                  <a:lnTo>
                    <a:pt x="2225" y="304"/>
                  </a:lnTo>
                  <a:lnTo>
                    <a:pt x="2200" y="178"/>
                  </a:lnTo>
                  <a:lnTo>
                    <a:pt x="2149" y="102"/>
                  </a:lnTo>
                  <a:lnTo>
                    <a:pt x="2048" y="26"/>
                  </a:lnTo>
                  <a:lnTo>
                    <a:pt x="19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552;p72"/>
            <p:cNvSpPr/>
            <p:nvPr/>
          </p:nvSpPr>
          <p:spPr>
            <a:xfrm>
              <a:off x="418825" y="2918450"/>
              <a:ext cx="56250" cy="109350"/>
            </a:xfrm>
            <a:custGeom>
              <a:avLst/>
              <a:gdLst/>
              <a:ahLst/>
              <a:cxnLst/>
              <a:rect l="l" t="t" r="r" b="b"/>
              <a:pathLst>
                <a:path w="2250" h="4374" extrusionOk="0">
                  <a:moveTo>
                    <a:pt x="1669" y="582"/>
                  </a:moveTo>
                  <a:lnTo>
                    <a:pt x="1669" y="1239"/>
                  </a:lnTo>
                  <a:lnTo>
                    <a:pt x="582" y="1239"/>
                  </a:lnTo>
                  <a:lnTo>
                    <a:pt x="582" y="582"/>
                  </a:lnTo>
                  <a:close/>
                  <a:moveTo>
                    <a:pt x="1669" y="1821"/>
                  </a:moveTo>
                  <a:lnTo>
                    <a:pt x="1669" y="2579"/>
                  </a:lnTo>
                  <a:lnTo>
                    <a:pt x="582" y="2579"/>
                  </a:lnTo>
                  <a:lnTo>
                    <a:pt x="582" y="1821"/>
                  </a:lnTo>
                  <a:close/>
                  <a:moveTo>
                    <a:pt x="1669" y="3160"/>
                  </a:moveTo>
                  <a:lnTo>
                    <a:pt x="1669" y="3792"/>
                  </a:lnTo>
                  <a:lnTo>
                    <a:pt x="582" y="3792"/>
                  </a:lnTo>
                  <a:lnTo>
                    <a:pt x="582" y="3160"/>
                  </a:lnTo>
                  <a:close/>
                  <a:moveTo>
                    <a:pt x="304" y="1"/>
                  </a:moveTo>
                  <a:lnTo>
                    <a:pt x="177" y="26"/>
                  </a:lnTo>
                  <a:lnTo>
                    <a:pt x="102" y="102"/>
                  </a:lnTo>
                  <a:lnTo>
                    <a:pt x="26" y="178"/>
                  </a:lnTo>
                  <a:lnTo>
                    <a:pt x="0" y="304"/>
                  </a:lnTo>
                  <a:lnTo>
                    <a:pt x="0" y="4095"/>
                  </a:lnTo>
                  <a:lnTo>
                    <a:pt x="26" y="4196"/>
                  </a:lnTo>
                  <a:lnTo>
                    <a:pt x="102" y="4298"/>
                  </a:lnTo>
                  <a:lnTo>
                    <a:pt x="177" y="4348"/>
                  </a:lnTo>
                  <a:lnTo>
                    <a:pt x="304" y="4373"/>
                  </a:lnTo>
                  <a:lnTo>
                    <a:pt x="1972" y="4373"/>
                  </a:lnTo>
                  <a:lnTo>
                    <a:pt x="2073" y="4348"/>
                  </a:lnTo>
                  <a:lnTo>
                    <a:pt x="2174" y="4298"/>
                  </a:lnTo>
                  <a:lnTo>
                    <a:pt x="2225" y="4196"/>
                  </a:lnTo>
                  <a:lnTo>
                    <a:pt x="2250" y="4095"/>
                  </a:lnTo>
                  <a:lnTo>
                    <a:pt x="2250" y="304"/>
                  </a:lnTo>
                  <a:lnTo>
                    <a:pt x="2225" y="178"/>
                  </a:lnTo>
                  <a:lnTo>
                    <a:pt x="2174" y="102"/>
                  </a:lnTo>
                  <a:lnTo>
                    <a:pt x="2073" y="26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553;p72"/>
            <p:cNvSpPr/>
            <p:nvPr/>
          </p:nvSpPr>
          <p:spPr>
            <a:xfrm>
              <a:off x="489600" y="2918450"/>
              <a:ext cx="56250" cy="109350"/>
            </a:xfrm>
            <a:custGeom>
              <a:avLst/>
              <a:gdLst/>
              <a:ahLst/>
              <a:cxnLst/>
              <a:rect l="l" t="t" r="r" b="b"/>
              <a:pathLst>
                <a:path w="2250" h="4374" extrusionOk="0">
                  <a:moveTo>
                    <a:pt x="1668" y="582"/>
                  </a:moveTo>
                  <a:lnTo>
                    <a:pt x="1668" y="2579"/>
                  </a:lnTo>
                  <a:lnTo>
                    <a:pt x="581" y="2579"/>
                  </a:lnTo>
                  <a:lnTo>
                    <a:pt x="581" y="1821"/>
                  </a:lnTo>
                  <a:lnTo>
                    <a:pt x="1188" y="1821"/>
                  </a:lnTo>
                  <a:lnTo>
                    <a:pt x="1289" y="1795"/>
                  </a:lnTo>
                  <a:lnTo>
                    <a:pt x="1390" y="1720"/>
                  </a:lnTo>
                  <a:lnTo>
                    <a:pt x="1441" y="1644"/>
                  </a:lnTo>
                  <a:lnTo>
                    <a:pt x="1466" y="1517"/>
                  </a:lnTo>
                  <a:lnTo>
                    <a:pt x="1441" y="1416"/>
                  </a:lnTo>
                  <a:lnTo>
                    <a:pt x="1390" y="1315"/>
                  </a:lnTo>
                  <a:lnTo>
                    <a:pt x="1289" y="1265"/>
                  </a:lnTo>
                  <a:lnTo>
                    <a:pt x="1188" y="1239"/>
                  </a:lnTo>
                  <a:lnTo>
                    <a:pt x="581" y="1239"/>
                  </a:lnTo>
                  <a:lnTo>
                    <a:pt x="581" y="582"/>
                  </a:lnTo>
                  <a:close/>
                  <a:moveTo>
                    <a:pt x="1668" y="3160"/>
                  </a:moveTo>
                  <a:lnTo>
                    <a:pt x="1668" y="3792"/>
                  </a:lnTo>
                  <a:lnTo>
                    <a:pt x="581" y="3792"/>
                  </a:lnTo>
                  <a:lnTo>
                    <a:pt x="581" y="3160"/>
                  </a:lnTo>
                  <a:close/>
                  <a:moveTo>
                    <a:pt x="278" y="1"/>
                  </a:moveTo>
                  <a:lnTo>
                    <a:pt x="177" y="26"/>
                  </a:lnTo>
                  <a:lnTo>
                    <a:pt x="76" y="102"/>
                  </a:lnTo>
                  <a:lnTo>
                    <a:pt x="25" y="178"/>
                  </a:lnTo>
                  <a:lnTo>
                    <a:pt x="0" y="304"/>
                  </a:lnTo>
                  <a:lnTo>
                    <a:pt x="0" y="4095"/>
                  </a:lnTo>
                  <a:lnTo>
                    <a:pt x="25" y="4196"/>
                  </a:lnTo>
                  <a:lnTo>
                    <a:pt x="76" y="4298"/>
                  </a:lnTo>
                  <a:lnTo>
                    <a:pt x="177" y="4348"/>
                  </a:lnTo>
                  <a:lnTo>
                    <a:pt x="278" y="4373"/>
                  </a:lnTo>
                  <a:lnTo>
                    <a:pt x="1946" y="4373"/>
                  </a:lnTo>
                  <a:lnTo>
                    <a:pt x="2073" y="4348"/>
                  </a:lnTo>
                  <a:lnTo>
                    <a:pt x="2148" y="4298"/>
                  </a:lnTo>
                  <a:lnTo>
                    <a:pt x="2224" y="4196"/>
                  </a:lnTo>
                  <a:lnTo>
                    <a:pt x="2250" y="4095"/>
                  </a:lnTo>
                  <a:lnTo>
                    <a:pt x="2250" y="304"/>
                  </a:lnTo>
                  <a:lnTo>
                    <a:pt x="2224" y="178"/>
                  </a:lnTo>
                  <a:lnTo>
                    <a:pt x="2148" y="102"/>
                  </a:lnTo>
                  <a:lnTo>
                    <a:pt x="2073" y="26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" name="Picture 35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8"/>
          <p:cNvSpPr/>
          <p:nvPr/>
        </p:nvSpPr>
        <p:spPr>
          <a:xfrm>
            <a:off x="1148489" y="367350"/>
            <a:ext cx="7556535" cy="4408800"/>
          </a:xfrm>
          <a:prstGeom prst="rect">
            <a:avLst/>
          </a:prstGeom>
          <a:solidFill>
            <a:srgbClr val="000000">
              <a:alpha val="74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58"/>
          <p:cNvSpPr txBox="1">
            <a:spLocks noGrp="1"/>
          </p:cNvSpPr>
          <p:nvPr>
            <p:ph type="subTitle" idx="1"/>
          </p:nvPr>
        </p:nvSpPr>
        <p:spPr>
          <a:xfrm>
            <a:off x="2036365" y="2314882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Ventes</a:t>
            </a:r>
            <a:endParaRPr dirty="0"/>
          </a:p>
        </p:txBody>
      </p:sp>
      <p:sp>
        <p:nvSpPr>
          <p:cNvPr id="784" name="Google Shape;784;p58"/>
          <p:cNvSpPr txBox="1">
            <a:spLocks noGrp="1"/>
          </p:cNvSpPr>
          <p:nvPr>
            <p:ph type="title"/>
          </p:nvPr>
        </p:nvSpPr>
        <p:spPr>
          <a:xfrm>
            <a:off x="2036365" y="1627599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endParaRPr dirty="0"/>
          </a:p>
        </p:txBody>
      </p:sp>
      <p:sp>
        <p:nvSpPr>
          <p:cNvPr id="785" name="Google Shape;785;p58"/>
          <p:cNvSpPr txBox="1">
            <a:spLocks noGrp="1"/>
          </p:cNvSpPr>
          <p:nvPr>
            <p:ph type="title" idx="2"/>
          </p:nvPr>
        </p:nvSpPr>
        <p:spPr>
          <a:xfrm>
            <a:off x="5589088" y="1614851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7</a:t>
            </a:r>
            <a:endParaRPr dirty="0"/>
          </a:p>
        </p:txBody>
      </p:sp>
      <p:sp>
        <p:nvSpPr>
          <p:cNvPr id="786" name="Google Shape;786;p58"/>
          <p:cNvSpPr txBox="1">
            <a:spLocks noGrp="1"/>
          </p:cNvSpPr>
          <p:nvPr>
            <p:ph type="subTitle" idx="3"/>
          </p:nvPr>
        </p:nvSpPr>
        <p:spPr>
          <a:xfrm>
            <a:off x="5589088" y="2303285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Procédures</a:t>
            </a:r>
            <a:endParaRPr dirty="0"/>
          </a:p>
        </p:txBody>
      </p:sp>
      <p:sp>
        <p:nvSpPr>
          <p:cNvPr id="787" name="Google Shape;787;p58"/>
          <p:cNvSpPr txBox="1">
            <a:spLocks noGrp="1"/>
          </p:cNvSpPr>
          <p:nvPr>
            <p:ph type="title" idx="4"/>
          </p:nvPr>
        </p:nvSpPr>
        <p:spPr>
          <a:xfrm>
            <a:off x="5589088" y="3202644"/>
            <a:ext cx="1862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29</a:t>
            </a:r>
            <a:endParaRPr dirty="0"/>
          </a:p>
        </p:txBody>
      </p:sp>
      <p:sp>
        <p:nvSpPr>
          <p:cNvPr id="788" name="Google Shape;788;p58"/>
          <p:cNvSpPr txBox="1">
            <a:spLocks noGrp="1"/>
          </p:cNvSpPr>
          <p:nvPr>
            <p:ph type="subTitle" idx="5"/>
          </p:nvPr>
        </p:nvSpPr>
        <p:spPr>
          <a:xfrm>
            <a:off x="5589088" y="3898446"/>
            <a:ext cx="186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Locations</a:t>
            </a:r>
            <a:endParaRPr dirty="0"/>
          </a:p>
        </p:txBody>
      </p:sp>
      <p:cxnSp>
        <p:nvCxnSpPr>
          <p:cNvPr id="789" name="Google Shape;789;p58"/>
          <p:cNvCxnSpPr/>
          <p:nvPr/>
        </p:nvCxnSpPr>
        <p:spPr>
          <a:xfrm>
            <a:off x="2742115" y="2314423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0" name="Google Shape;790;p58"/>
          <p:cNvCxnSpPr/>
          <p:nvPr/>
        </p:nvCxnSpPr>
        <p:spPr>
          <a:xfrm>
            <a:off x="6294838" y="2306557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58"/>
          <p:cNvCxnSpPr/>
          <p:nvPr/>
        </p:nvCxnSpPr>
        <p:spPr>
          <a:xfrm>
            <a:off x="6294838" y="3899941"/>
            <a:ext cx="45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6" name="Google Shape;796;p58"/>
          <p:cNvSpPr/>
          <p:nvPr/>
        </p:nvSpPr>
        <p:spPr>
          <a:xfrm>
            <a:off x="1175108" y="367350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797" name="Google Shape;797;p58"/>
          <p:cNvSpPr/>
          <p:nvPr/>
        </p:nvSpPr>
        <p:spPr>
          <a:xfrm>
            <a:off x="8344231" y="4425575"/>
            <a:ext cx="347700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30" name="Google Shape;802;p59"/>
          <p:cNvSpPr txBox="1">
            <a:spLocks/>
          </p:cNvSpPr>
          <p:nvPr/>
        </p:nvSpPr>
        <p:spPr>
          <a:xfrm>
            <a:off x="1300227" y="498241"/>
            <a:ext cx="46945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Alternates"/>
              <a:buNone/>
              <a:defRPr sz="4500" b="1" i="0" u="none" strike="noStrike" cap="none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800" dirty="0" smtClean="0"/>
              <a:t>Nos</a:t>
            </a:r>
            <a:r>
              <a:rPr lang="fr-FR" dirty="0" smtClean="0"/>
              <a:t> </a:t>
            </a:r>
            <a:r>
              <a:rPr lang="fr-FR" sz="2800" dirty="0" smtClean="0"/>
              <a:t>réalisations</a:t>
            </a:r>
            <a:endParaRPr lang="fr-FR" sz="2800" dirty="0"/>
          </a:p>
        </p:txBody>
      </p:sp>
      <p:cxnSp>
        <p:nvCxnSpPr>
          <p:cNvPr id="31" name="Google Shape;823;p59"/>
          <p:cNvCxnSpPr/>
          <p:nvPr/>
        </p:nvCxnSpPr>
        <p:spPr>
          <a:xfrm>
            <a:off x="2236815" y="1079841"/>
            <a:ext cx="2841235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785;p58"/>
          <p:cNvSpPr txBox="1">
            <a:spLocks/>
          </p:cNvSpPr>
          <p:nvPr/>
        </p:nvSpPr>
        <p:spPr>
          <a:xfrm>
            <a:off x="1507919" y="3195593"/>
            <a:ext cx="2680122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Alternates"/>
              <a:buNone/>
              <a:defRPr sz="4500" b="1" i="0" u="none" strike="noStrike" cap="none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 smtClean="0"/>
              <a:t>+ 160k €</a:t>
            </a:r>
            <a:endParaRPr lang="en-US" dirty="0"/>
          </a:p>
        </p:txBody>
      </p:sp>
      <p:sp>
        <p:nvSpPr>
          <p:cNvPr id="38" name="Google Shape;786;p58"/>
          <p:cNvSpPr txBox="1">
            <a:spLocks/>
          </p:cNvSpPr>
          <p:nvPr/>
        </p:nvSpPr>
        <p:spPr>
          <a:xfrm>
            <a:off x="2200622" y="3910628"/>
            <a:ext cx="153358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leway"/>
              <a:buNone/>
              <a:defRPr sz="21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leway"/>
              <a:buNone/>
              <a:defRPr sz="21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fr-FR" dirty="0" smtClean="0"/>
              <a:t>Transfères</a:t>
            </a:r>
            <a:endParaRPr lang="fr-FR" dirty="0"/>
          </a:p>
        </p:txBody>
      </p:sp>
      <p:cxnSp>
        <p:nvCxnSpPr>
          <p:cNvPr id="39" name="Google Shape;790;p58"/>
          <p:cNvCxnSpPr/>
          <p:nvPr/>
        </p:nvCxnSpPr>
        <p:spPr>
          <a:xfrm>
            <a:off x="2840556" y="3913900"/>
            <a:ext cx="371105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2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3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Accompagnement</a:t>
            </a:r>
            <a:r>
              <a:rPr lang="fr-FR" dirty="0" smtClean="0"/>
              <a:t> </a:t>
            </a:r>
            <a:r>
              <a:rPr lang="fr-FR" dirty="0" smtClean="0"/>
              <a:t>location</a:t>
            </a:r>
            <a:endParaRPr dirty="0"/>
          </a:p>
        </p:txBody>
      </p:sp>
      <p:graphicFrame>
        <p:nvGraphicFramePr>
          <p:cNvPr id="953" name="Google Shape;953;p63"/>
          <p:cNvGraphicFramePr/>
          <p:nvPr>
            <p:extLst>
              <p:ext uri="{D42A27DB-BD31-4B8C-83A1-F6EECF244321}">
                <p14:modId xmlns:p14="http://schemas.microsoft.com/office/powerpoint/2010/main" val="1402940619"/>
              </p:ext>
            </p:extLst>
          </p:nvPr>
        </p:nvGraphicFramePr>
        <p:xfrm>
          <a:off x="1621397" y="1227924"/>
          <a:ext cx="6026190" cy="1977426"/>
        </p:xfrm>
        <a:graphic>
          <a:graphicData uri="http://schemas.openxmlformats.org/drawingml/2006/table">
            <a:tbl>
              <a:tblPr>
                <a:noFill/>
                <a:tableStyleId>{D49F94AD-A522-429F-8421-16CE9CBFF036}</a:tableStyleId>
              </a:tblPr>
              <a:tblGrid>
                <a:gridCol w="3602282"/>
                <a:gridCol w="2423908"/>
              </a:tblGrid>
              <a:tr h="6423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Location</a:t>
                      </a:r>
                      <a:r>
                        <a:rPr lang="en-US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rgbClr val="005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 </a:t>
                      </a:r>
                      <a:r>
                        <a:rPr lang="en-US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 </a:t>
                      </a:r>
                      <a:r>
                        <a:rPr lang="en-US" sz="1600" baseline="0" dirty="0" err="1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jours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Gratuit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675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</a:t>
                      </a:r>
                      <a:r>
                        <a:rPr lang="fr-FR" sz="1600" dirty="0" err="1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ocation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r>
                        <a:rPr lang="fr-FR" sz="1600" dirty="0" smtClean="0">
                          <a:solidFill>
                            <a:srgbClr val="005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+ </a:t>
                      </a: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 jours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Un </a:t>
                      </a:r>
                      <a:r>
                        <a:rPr lang="fr-FR" sz="1600" baseline="0" dirty="0" smtClean="0">
                          <a:solidFill>
                            <a:srgbClr val="005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mois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de loyer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675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accent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Visites location</a:t>
                      </a:r>
                      <a:r>
                        <a:rPr lang="fr-FR" sz="1600" baseline="0" dirty="0" smtClean="0">
                          <a:solidFill>
                            <a:schemeClr val="accent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r>
                        <a:rPr lang="fr-FR" sz="1600" baseline="0" dirty="0" smtClean="0">
                          <a:solidFill>
                            <a:schemeClr val="bg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+</a:t>
                      </a:r>
                      <a:r>
                        <a:rPr lang="fr-FR" sz="1600" baseline="0" dirty="0" smtClean="0">
                          <a:solidFill>
                            <a:schemeClr val="accent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30 jours </a:t>
                      </a:r>
                      <a:endParaRPr sz="1600" dirty="0">
                        <a:solidFill>
                          <a:schemeClr val="accent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968" name="Google Shape;968;p63"/>
          <p:cNvCxnSpPr/>
          <p:nvPr/>
        </p:nvCxnSpPr>
        <p:spPr>
          <a:xfrm>
            <a:off x="2421000" y="1068050"/>
            <a:ext cx="4302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939;p62"/>
          <p:cNvSpPr txBox="1">
            <a:spLocks/>
          </p:cNvSpPr>
          <p:nvPr/>
        </p:nvSpPr>
        <p:spPr>
          <a:xfrm>
            <a:off x="1322418" y="3587779"/>
            <a:ext cx="6585906" cy="52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●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○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aleway"/>
              <a:buChar char="■"/>
              <a:defRPr sz="16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Font typeface="Raleway"/>
              <a:buNone/>
            </a:pPr>
            <a:r>
              <a:rPr lang="en-US" dirty="0" smtClean="0"/>
              <a:t>NB : </a:t>
            </a:r>
            <a:r>
              <a:rPr lang="en-US" dirty="0" err="1" smtClean="0"/>
              <a:t>Chaque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5FFF"/>
                </a:solidFill>
              </a:rPr>
              <a:t>réservation</a:t>
            </a:r>
            <a:r>
              <a:rPr lang="en-US" dirty="0" smtClean="0"/>
              <a:t> </a:t>
            </a:r>
            <a:r>
              <a:rPr lang="en-US" dirty="0" err="1" smtClean="0"/>
              <a:t>doit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validée</a:t>
            </a:r>
            <a:r>
              <a:rPr lang="en-US" dirty="0" smtClean="0"/>
              <a:t> par un </a:t>
            </a:r>
            <a:r>
              <a:rPr lang="en-US" dirty="0" err="1" smtClean="0">
                <a:solidFill>
                  <a:srgbClr val="005FFF"/>
                </a:solidFill>
              </a:rPr>
              <a:t>accompte</a:t>
            </a:r>
            <a:r>
              <a:rPr lang="en-US" dirty="0"/>
              <a:t> </a:t>
            </a:r>
            <a:r>
              <a:rPr lang="en-US" dirty="0" err="1" smtClean="0"/>
              <a:t>à</a:t>
            </a:r>
            <a:r>
              <a:rPr lang="en-US" dirty="0" smtClean="0"/>
              <a:t> </a:t>
            </a:r>
            <a:r>
              <a:rPr lang="en-US" dirty="0" err="1" smtClean="0"/>
              <a:t>l’agence</a:t>
            </a:r>
            <a:r>
              <a:rPr lang="en-US" dirty="0" smtClean="0"/>
              <a:t>.  </a:t>
            </a:r>
            <a:endParaRPr lang="en-US" dirty="0"/>
          </a:p>
        </p:txBody>
      </p:sp>
      <p:pic>
        <p:nvPicPr>
          <p:cNvPr id="10" name="Picture 9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5"/>
          <p:cNvSpPr/>
          <p:nvPr/>
        </p:nvSpPr>
        <p:spPr>
          <a:xfrm>
            <a:off x="785595" y="367350"/>
            <a:ext cx="7834055" cy="4408800"/>
          </a:xfrm>
          <a:prstGeom prst="rect">
            <a:avLst/>
          </a:prstGeom>
          <a:solidFill>
            <a:schemeClr val="dk1">
              <a:alpha val="70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5"/>
          <p:cNvSpPr/>
          <p:nvPr/>
        </p:nvSpPr>
        <p:spPr>
          <a:xfrm>
            <a:off x="783197" y="365650"/>
            <a:ext cx="303544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sp>
        <p:nvSpPr>
          <p:cNvPr id="1017" name="Google Shape;1017;p65"/>
          <p:cNvSpPr/>
          <p:nvPr/>
        </p:nvSpPr>
        <p:spPr>
          <a:xfrm>
            <a:off x="8314214" y="4428450"/>
            <a:ext cx="305385" cy="34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</a:endParaRPr>
          </a:p>
        </p:txBody>
      </p:sp>
      <p:graphicFrame>
        <p:nvGraphicFramePr>
          <p:cNvPr id="20" name="Google Shape;953;p63"/>
          <p:cNvGraphicFramePr/>
          <p:nvPr>
            <p:extLst>
              <p:ext uri="{D42A27DB-BD31-4B8C-83A1-F6EECF244321}">
                <p14:modId xmlns:p14="http://schemas.microsoft.com/office/powerpoint/2010/main" val="991368359"/>
              </p:ext>
            </p:extLst>
          </p:nvPr>
        </p:nvGraphicFramePr>
        <p:xfrm>
          <a:off x="1908736" y="1485958"/>
          <a:ext cx="5486072" cy="1719392"/>
        </p:xfrm>
        <a:graphic>
          <a:graphicData uri="http://schemas.openxmlformats.org/drawingml/2006/table">
            <a:tbl>
              <a:tblPr>
                <a:noFill/>
                <a:tableStyleId>{D49F94AD-A522-429F-8421-16CE9CBFF036}</a:tableStyleId>
              </a:tblPr>
              <a:tblGrid>
                <a:gridCol w="3279415"/>
                <a:gridCol w="2206657"/>
              </a:tblGrid>
              <a:tr h="5585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 visites  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Gratuit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0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</a:t>
                      </a:r>
                      <a:r>
                        <a:rPr lang="fr-FR" sz="1600" dirty="0" err="1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isite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supplémentaire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150 €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0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Honoraires sur une vente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2000 €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" name="Google Shape;952;p63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 smtClean="0"/>
              <a:t>Accompagnement </a:t>
            </a:r>
            <a:r>
              <a:rPr lang="fr-FR" dirty="0" smtClean="0"/>
              <a:t>achat</a:t>
            </a:r>
            <a:endParaRPr dirty="0"/>
          </a:p>
        </p:txBody>
      </p:sp>
      <p:cxnSp>
        <p:nvCxnSpPr>
          <p:cNvPr id="22" name="Google Shape;968;p63"/>
          <p:cNvCxnSpPr/>
          <p:nvPr/>
        </p:nvCxnSpPr>
        <p:spPr>
          <a:xfrm>
            <a:off x="2421000" y="1068050"/>
            <a:ext cx="4302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939;p62"/>
          <p:cNvSpPr txBox="1">
            <a:spLocks noGrp="1"/>
          </p:cNvSpPr>
          <p:nvPr>
            <p:ph type="subTitle" idx="4294967295"/>
          </p:nvPr>
        </p:nvSpPr>
        <p:spPr>
          <a:xfrm>
            <a:off x="1387883" y="3368484"/>
            <a:ext cx="6481160" cy="870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NB : </a:t>
            </a:r>
            <a:r>
              <a:rPr lang="en-US" dirty="0" smtClean="0"/>
              <a:t>L</a:t>
            </a:r>
            <a:r>
              <a:rPr lang="fr-FR" dirty="0" smtClean="0"/>
              <a:t>es honoraires de l’agence sont </a:t>
            </a:r>
            <a:r>
              <a:rPr lang="fr-FR" dirty="0" smtClean="0">
                <a:solidFill>
                  <a:srgbClr val="005FFF"/>
                </a:solidFill>
              </a:rPr>
              <a:t>fixe</a:t>
            </a:r>
            <a:r>
              <a:rPr lang="fr-FR" dirty="0" smtClean="0"/>
              <a:t>. </a:t>
            </a:r>
            <a:endParaRPr dirty="0"/>
          </a:p>
        </p:txBody>
      </p:sp>
      <p:pic>
        <p:nvPicPr>
          <p:cNvPr id="13" name="Picture 12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6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Autres services</a:t>
            </a:r>
            <a:endParaRPr dirty="0"/>
          </a:p>
        </p:txBody>
      </p:sp>
      <p:cxnSp>
        <p:nvCxnSpPr>
          <p:cNvPr id="1036" name="Google Shape;1036;p66"/>
          <p:cNvCxnSpPr/>
          <p:nvPr/>
        </p:nvCxnSpPr>
        <p:spPr>
          <a:xfrm>
            <a:off x="2792850" y="1068050"/>
            <a:ext cx="355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" name="Google Shape;953;p63"/>
          <p:cNvGraphicFramePr/>
          <p:nvPr>
            <p:extLst>
              <p:ext uri="{D42A27DB-BD31-4B8C-83A1-F6EECF244321}">
                <p14:modId xmlns:p14="http://schemas.microsoft.com/office/powerpoint/2010/main" val="2893321092"/>
              </p:ext>
            </p:extLst>
          </p:nvPr>
        </p:nvGraphicFramePr>
        <p:xfrm>
          <a:off x="1803990" y="1497711"/>
          <a:ext cx="5486072" cy="1719392"/>
        </p:xfrm>
        <a:graphic>
          <a:graphicData uri="http://schemas.openxmlformats.org/drawingml/2006/table">
            <a:tbl>
              <a:tblPr>
                <a:noFill/>
                <a:tableStyleId>{D49F94AD-A522-429F-8421-16CE9CBFF036}</a:tableStyleId>
              </a:tblPr>
              <a:tblGrid>
                <a:gridCol w="3279415"/>
                <a:gridCol w="2206657"/>
              </a:tblGrid>
              <a:tr h="5585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Devis de construction 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0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</a:t>
                      </a:r>
                      <a:r>
                        <a:rPr lang="fr-FR" sz="1600" dirty="0" err="1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rocédure</a:t>
                      </a: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Juridique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0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</a:t>
                      </a:r>
                      <a:r>
                        <a:rPr lang="fr-FR" sz="1600" dirty="0" err="1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aiements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+ change </a:t>
                      </a:r>
                      <a:r>
                        <a:rPr lang="fr-FR" sz="1600" baseline="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devise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 smtClean="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500 €</a:t>
                      </a:r>
                      <a:endParaRPr sz="1600" dirty="0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" name="Picture 8" descr="ATBATIC_Logo_Icone PDF VF 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13" y="4032320"/>
            <a:ext cx="1019536" cy="1019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70"/>
          <p:cNvSpPr txBox="1">
            <a:spLocks noGrp="1"/>
          </p:cNvSpPr>
          <p:nvPr>
            <p:ph type="title"/>
          </p:nvPr>
        </p:nvSpPr>
        <p:spPr>
          <a:xfrm>
            <a:off x="727307" y="1363526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 smtClean="0"/>
              <a:t>Suivez- nous </a:t>
            </a:r>
            <a:endParaRPr sz="4400" dirty="0"/>
          </a:p>
        </p:txBody>
      </p:sp>
      <p:cxnSp>
        <p:nvCxnSpPr>
          <p:cNvPr id="1155" name="Google Shape;1155;p70"/>
          <p:cNvCxnSpPr/>
          <p:nvPr/>
        </p:nvCxnSpPr>
        <p:spPr>
          <a:xfrm>
            <a:off x="879707" y="2304273"/>
            <a:ext cx="4140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6" name="Google Shape;1156;p70"/>
          <p:cNvSpPr/>
          <p:nvPr/>
        </p:nvSpPr>
        <p:spPr>
          <a:xfrm>
            <a:off x="525331" y="2893862"/>
            <a:ext cx="4792594" cy="12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70"/>
          <p:cNvGrpSpPr/>
          <p:nvPr/>
        </p:nvGrpSpPr>
        <p:grpSpPr>
          <a:xfrm>
            <a:off x="1541229" y="3122314"/>
            <a:ext cx="2586549" cy="757744"/>
            <a:chOff x="793959" y="3142957"/>
            <a:chExt cx="1056600" cy="276317"/>
          </a:xfrm>
        </p:grpSpPr>
        <p:grpSp>
          <p:nvGrpSpPr>
            <p:cNvPr id="1139" name="Google Shape;1139;p70"/>
            <p:cNvGrpSpPr/>
            <p:nvPr/>
          </p:nvGrpSpPr>
          <p:grpSpPr>
            <a:xfrm>
              <a:off x="793959" y="3142957"/>
              <a:ext cx="370800" cy="276317"/>
              <a:chOff x="793959" y="3142957"/>
              <a:chExt cx="370800" cy="276317"/>
            </a:xfrm>
          </p:grpSpPr>
          <p:sp>
            <p:nvSpPr>
              <p:cNvPr id="1140" name="Google Shape;1140;p70">
                <a:hlinkClick r:id="rId4"/>
              </p:cNvPr>
              <p:cNvSpPr/>
              <p:nvPr/>
            </p:nvSpPr>
            <p:spPr>
              <a:xfrm>
                <a:off x="927246" y="3142957"/>
                <a:ext cx="104227" cy="200123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13644" extrusionOk="0">
                    <a:moveTo>
                      <a:pt x="5671" y="2336"/>
                    </a:moveTo>
                    <a:cubicBezTo>
                      <a:pt x="6071" y="2302"/>
                      <a:pt x="6505" y="2336"/>
                      <a:pt x="6939" y="2336"/>
                    </a:cubicBezTo>
                    <a:lnTo>
                      <a:pt x="7105" y="2336"/>
                    </a:lnTo>
                    <a:lnTo>
                      <a:pt x="7105" y="134"/>
                    </a:lnTo>
                    <a:cubicBezTo>
                      <a:pt x="6872" y="101"/>
                      <a:pt x="6638" y="67"/>
                      <a:pt x="6405" y="67"/>
                    </a:cubicBezTo>
                    <a:cubicBezTo>
                      <a:pt x="5971" y="34"/>
                      <a:pt x="5538" y="1"/>
                      <a:pt x="5104" y="34"/>
                    </a:cubicBezTo>
                    <a:cubicBezTo>
                      <a:pt x="4437" y="34"/>
                      <a:pt x="3803" y="201"/>
                      <a:pt x="3269" y="601"/>
                    </a:cubicBezTo>
                    <a:cubicBezTo>
                      <a:pt x="2635" y="1035"/>
                      <a:pt x="2302" y="1668"/>
                      <a:pt x="2168" y="2436"/>
                    </a:cubicBezTo>
                    <a:cubicBezTo>
                      <a:pt x="2102" y="2736"/>
                      <a:pt x="2102" y="3069"/>
                      <a:pt x="2102" y="3370"/>
                    </a:cubicBezTo>
                    <a:cubicBezTo>
                      <a:pt x="2068" y="3870"/>
                      <a:pt x="2068" y="4370"/>
                      <a:pt x="2102" y="4837"/>
                    </a:cubicBezTo>
                    <a:lnTo>
                      <a:pt x="2102" y="5038"/>
                    </a:lnTo>
                    <a:lnTo>
                      <a:pt x="0" y="5038"/>
                    </a:lnTo>
                    <a:lnTo>
                      <a:pt x="0" y="7473"/>
                    </a:lnTo>
                    <a:lnTo>
                      <a:pt x="2068" y="7473"/>
                    </a:lnTo>
                    <a:lnTo>
                      <a:pt x="2068" y="13644"/>
                    </a:lnTo>
                    <a:lnTo>
                      <a:pt x="4637" y="13644"/>
                    </a:lnTo>
                    <a:lnTo>
                      <a:pt x="4637" y="7506"/>
                    </a:lnTo>
                    <a:lnTo>
                      <a:pt x="6705" y="7506"/>
                    </a:lnTo>
                    <a:cubicBezTo>
                      <a:pt x="6805" y="6672"/>
                      <a:pt x="6905" y="5871"/>
                      <a:pt x="7039" y="5038"/>
                    </a:cubicBezTo>
                    <a:lnTo>
                      <a:pt x="6572" y="5038"/>
                    </a:lnTo>
                    <a:cubicBezTo>
                      <a:pt x="5971" y="5038"/>
                      <a:pt x="4604" y="5038"/>
                      <a:pt x="4604" y="5038"/>
                    </a:cubicBezTo>
                    <a:cubicBezTo>
                      <a:pt x="4604" y="5038"/>
                      <a:pt x="4604" y="3803"/>
                      <a:pt x="4637" y="3303"/>
                    </a:cubicBezTo>
                    <a:cubicBezTo>
                      <a:pt x="4637" y="2569"/>
                      <a:pt x="5071" y="2336"/>
                      <a:pt x="5671" y="233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41" name="Google Shape;1141;p70"/>
              <p:cNvCxnSpPr/>
              <p:nvPr/>
            </p:nvCxnSpPr>
            <p:spPr>
              <a:xfrm rot="10800000">
                <a:off x="793959" y="3419274"/>
                <a:ext cx="3708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44" name="Google Shape;1144;p70"/>
            <p:cNvCxnSpPr/>
            <p:nvPr/>
          </p:nvCxnSpPr>
          <p:spPr>
            <a:xfrm rot="10800000">
              <a:off x="1479759" y="3419274"/>
              <a:ext cx="370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51" name="Google Shape;1151;p70"/>
            <p:cNvGrpSpPr/>
            <p:nvPr/>
          </p:nvGrpSpPr>
          <p:grpSpPr>
            <a:xfrm>
              <a:off x="1578807" y="3159832"/>
              <a:ext cx="166375" cy="166373"/>
              <a:chOff x="3808854" y="2845488"/>
              <a:chExt cx="166375" cy="166373"/>
            </a:xfrm>
          </p:grpSpPr>
          <p:sp>
            <p:nvSpPr>
              <p:cNvPr id="1152" name="Google Shape;1152;p70">
                <a:hlinkClick r:id="rId5"/>
              </p:cNvPr>
              <p:cNvSpPr/>
              <p:nvPr/>
            </p:nvSpPr>
            <p:spPr>
              <a:xfrm>
                <a:off x="3808854" y="2845488"/>
                <a:ext cx="40130" cy="166373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11343" extrusionOk="0">
                    <a:moveTo>
                      <a:pt x="1368" y="1"/>
                    </a:moveTo>
                    <a:cubicBezTo>
                      <a:pt x="601" y="1"/>
                      <a:pt x="1" y="635"/>
                      <a:pt x="1" y="1368"/>
                    </a:cubicBezTo>
                    <a:cubicBezTo>
                      <a:pt x="1" y="2136"/>
                      <a:pt x="601" y="2736"/>
                      <a:pt x="1368" y="2736"/>
                    </a:cubicBezTo>
                    <a:cubicBezTo>
                      <a:pt x="2136" y="2736"/>
                      <a:pt x="2736" y="2136"/>
                      <a:pt x="2736" y="1368"/>
                    </a:cubicBezTo>
                    <a:cubicBezTo>
                      <a:pt x="2736" y="635"/>
                      <a:pt x="2136" y="1"/>
                      <a:pt x="1368" y="1"/>
                    </a:cubicBezTo>
                    <a:close/>
                    <a:moveTo>
                      <a:pt x="201" y="3770"/>
                    </a:moveTo>
                    <a:lnTo>
                      <a:pt x="201" y="11342"/>
                    </a:lnTo>
                    <a:lnTo>
                      <a:pt x="2536" y="11342"/>
                    </a:lnTo>
                    <a:lnTo>
                      <a:pt x="2536" y="377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70"/>
              <p:cNvSpPr/>
              <p:nvPr/>
            </p:nvSpPr>
            <p:spPr>
              <a:xfrm>
                <a:off x="3868054" y="2897851"/>
                <a:ext cx="107175" cy="114010"/>
              </a:xfrm>
              <a:custGeom>
                <a:avLst/>
                <a:gdLst/>
                <a:ahLst/>
                <a:cxnLst/>
                <a:rect l="l" t="t" r="r" b="b"/>
                <a:pathLst>
                  <a:path w="7307" h="7773" extrusionOk="0">
                    <a:moveTo>
                      <a:pt x="4504" y="0"/>
                    </a:moveTo>
                    <a:cubicBezTo>
                      <a:pt x="3337" y="0"/>
                      <a:pt x="2569" y="634"/>
                      <a:pt x="2269" y="1234"/>
                    </a:cubicBezTo>
                    <a:lnTo>
                      <a:pt x="2236" y="1234"/>
                    </a:lnTo>
                    <a:lnTo>
                      <a:pt x="2236" y="200"/>
                    </a:lnTo>
                    <a:lnTo>
                      <a:pt x="1" y="200"/>
                    </a:lnTo>
                    <a:lnTo>
                      <a:pt x="1" y="7772"/>
                    </a:lnTo>
                    <a:lnTo>
                      <a:pt x="2336" y="7772"/>
                    </a:lnTo>
                    <a:lnTo>
                      <a:pt x="2336" y="4036"/>
                    </a:lnTo>
                    <a:cubicBezTo>
                      <a:pt x="2336" y="3036"/>
                      <a:pt x="2536" y="2068"/>
                      <a:pt x="3737" y="2068"/>
                    </a:cubicBezTo>
                    <a:cubicBezTo>
                      <a:pt x="4938" y="2068"/>
                      <a:pt x="4971" y="3202"/>
                      <a:pt x="4971" y="4103"/>
                    </a:cubicBezTo>
                    <a:lnTo>
                      <a:pt x="4971" y="7772"/>
                    </a:lnTo>
                    <a:lnTo>
                      <a:pt x="7306" y="7772"/>
                    </a:lnTo>
                    <a:lnTo>
                      <a:pt x="7306" y="3603"/>
                    </a:lnTo>
                    <a:cubicBezTo>
                      <a:pt x="7306" y="1568"/>
                      <a:pt x="6872" y="0"/>
                      <a:pt x="45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6" name="Picture 25" descr="ATBATIC_Logo.png"/>
          <p:cNvPicPr>
            <a:picLocks noChangeAspect="1"/>
          </p:cNvPicPr>
          <p:nvPr/>
        </p:nvPicPr>
        <p:blipFill>
          <a:blip r:embed="rId6">
            <a:alphaModFix amt="8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794" y="515040"/>
            <a:ext cx="2880514" cy="1354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odern Apartments for Sale by Slidesgo">
  <a:themeElements>
    <a:clrScheme name="Simple Light">
      <a:dk1>
        <a:srgbClr val="000000"/>
      </a:dk1>
      <a:lt1>
        <a:srgbClr val="FFFFFF"/>
      </a:lt1>
      <a:dk2>
        <a:srgbClr val="005FFF"/>
      </a:dk2>
      <a:lt2>
        <a:srgbClr val="333333"/>
      </a:lt2>
      <a:accent1>
        <a:srgbClr val="86868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BAC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407</Words>
  <Application>Microsoft Macintosh PowerPoint</Application>
  <PresentationFormat>On-screen Show (16:9)</PresentationFormat>
  <Paragraphs>67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Modern Apartments for Sale by Slidesgo</vt:lpstr>
      <vt:lpstr>Présentation de Atbatic  </vt:lpstr>
      <vt:lpstr>Recomandation</vt:lpstr>
      <vt:lpstr>Notre fondateur</vt:lpstr>
      <vt:lpstr>Nos services</vt:lpstr>
      <vt:lpstr>3</vt:lpstr>
      <vt:lpstr>Accompagnement location</vt:lpstr>
      <vt:lpstr>Accompagnement achat</vt:lpstr>
      <vt:lpstr>Autres services</vt:lpstr>
      <vt:lpstr>Suivez- nous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ATBATIC  ALGER</dc:title>
  <cp:lastModifiedBy>Administrateur ilies</cp:lastModifiedBy>
  <cp:revision>31</cp:revision>
  <dcterms:modified xsi:type="dcterms:W3CDTF">2025-02-02T15:29:47Z</dcterms:modified>
</cp:coreProperties>
</file>