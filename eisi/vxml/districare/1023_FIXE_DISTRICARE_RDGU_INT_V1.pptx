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51" r:id="rId4"/>
  </p:sldMasterIdLst>
  <p:notesMasterIdLst>
    <p:notesMasterId r:id="rId71"/>
  </p:notesMasterIdLst>
  <p:handoutMasterIdLst>
    <p:handoutMasterId r:id="rId72"/>
  </p:handoutMasterIdLst>
  <p:sldIdLst>
    <p:sldId id="545" r:id="rId5"/>
    <p:sldId id="588" r:id="rId6"/>
    <p:sldId id="596" r:id="rId7"/>
    <p:sldId id="608" r:id="rId8"/>
    <p:sldId id="606" r:id="rId9"/>
    <p:sldId id="599" r:id="rId10"/>
    <p:sldId id="602" r:id="rId11"/>
    <p:sldId id="600" r:id="rId12"/>
    <p:sldId id="590" r:id="rId13"/>
    <p:sldId id="514" r:id="rId14"/>
    <p:sldId id="503" r:id="rId15"/>
    <p:sldId id="467" r:id="rId16"/>
    <p:sldId id="413" r:id="rId17"/>
    <p:sldId id="575" r:id="rId18"/>
    <p:sldId id="460" r:id="rId19"/>
    <p:sldId id="490" r:id="rId20"/>
    <p:sldId id="524" r:id="rId21"/>
    <p:sldId id="544" r:id="rId22"/>
    <p:sldId id="591" r:id="rId23"/>
    <p:sldId id="525" r:id="rId24"/>
    <p:sldId id="526" r:id="rId25"/>
    <p:sldId id="527" r:id="rId26"/>
    <p:sldId id="592" r:id="rId27"/>
    <p:sldId id="536" r:id="rId28"/>
    <p:sldId id="537" r:id="rId29"/>
    <p:sldId id="538" r:id="rId30"/>
    <p:sldId id="593" r:id="rId31"/>
    <p:sldId id="474" r:id="rId32"/>
    <p:sldId id="554" r:id="rId33"/>
    <p:sldId id="532" r:id="rId34"/>
    <p:sldId id="533" r:id="rId35"/>
    <p:sldId id="534" r:id="rId36"/>
    <p:sldId id="585" r:id="rId37"/>
    <p:sldId id="578" r:id="rId38"/>
    <p:sldId id="508" r:id="rId39"/>
    <p:sldId id="598" r:id="rId40"/>
    <p:sldId id="574" r:id="rId41"/>
    <p:sldId id="509" r:id="rId42"/>
    <p:sldId id="601" r:id="rId43"/>
    <p:sldId id="318" r:id="rId44"/>
    <p:sldId id="388" r:id="rId45"/>
    <p:sldId id="390" r:id="rId46"/>
    <p:sldId id="389" r:id="rId47"/>
    <p:sldId id="391" r:id="rId48"/>
    <p:sldId id="594" r:id="rId49"/>
    <p:sldId id="603" r:id="rId50"/>
    <p:sldId id="583" r:id="rId51"/>
    <p:sldId id="584" r:id="rId52"/>
    <p:sldId id="541" r:id="rId53"/>
    <p:sldId id="576" r:id="rId54"/>
    <p:sldId id="577" r:id="rId55"/>
    <p:sldId id="528" r:id="rId56"/>
    <p:sldId id="529" r:id="rId57"/>
    <p:sldId id="530" r:id="rId58"/>
    <p:sldId id="377" r:id="rId59"/>
    <p:sldId id="607" r:id="rId60"/>
    <p:sldId id="482" r:id="rId61"/>
    <p:sldId id="485" r:id="rId62"/>
    <p:sldId id="481" r:id="rId63"/>
    <p:sldId id="483" r:id="rId64"/>
    <p:sldId id="484" r:id="rId65"/>
    <p:sldId id="586" r:id="rId66"/>
    <p:sldId id="595" r:id="rId67"/>
    <p:sldId id="382" r:id="rId68"/>
    <p:sldId id="522" r:id="rId69"/>
    <p:sldId id="405" r:id="rId70"/>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ＭＳ Ｐゴシック" pitchFamily="1"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1"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1"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1"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1" charset="-128"/>
        <a:cs typeface="+mn-cs"/>
      </a:defRPr>
    </a:lvl5pPr>
    <a:lvl6pPr marL="2286000" algn="l" defTabSz="914400" rtl="0" eaLnBrk="1" latinLnBrk="0" hangingPunct="1">
      <a:defRPr kern="1200">
        <a:solidFill>
          <a:schemeClr val="tx1"/>
        </a:solidFill>
        <a:latin typeface="Arial" charset="0"/>
        <a:ea typeface="ＭＳ Ｐゴシック" pitchFamily="1" charset="-128"/>
        <a:cs typeface="+mn-cs"/>
      </a:defRPr>
    </a:lvl6pPr>
    <a:lvl7pPr marL="2743200" algn="l" defTabSz="914400" rtl="0" eaLnBrk="1" latinLnBrk="0" hangingPunct="1">
      <a:defRPr kern="1200">
        <a:solidFill>
          <a:schemeClr val="tx1"/>
        </a:solidFill>
        <a:latin typeface="Arial" charset="0"/>
        <a:ea typeface="ＭＳ Ｐゴシック" pitchFamily="1" charset="-128"/>
        <a:cs typeface="+mn-cs"/>
      </a:defRPr>
    </a:lvl7pPr>
    <a:lvl8pPr marL="3200400" algn="l" defTabSz="914400" rtl="0" eaLnBrk="1" latinLnBrk="0" hangingPunct="1">
      <a:defRPr kern="1200">
        <a:solidFill>
          <a:schemeClr val="tx1"/>
        </a:solidFill>
        <a:latin typeface="Arial" charset="0"/>
        <a:ea typeface="ＭＳ Ｐゴシック" pitchFamily="1" charset="-128"/>
        <a:cs typeface="+mn-cs"/>
      </a:defRPr>
    </a:lvl8pPr>
    <a:lvl9pPr marL="3657600" algn="l" defTabSz="914400" rtl="0" eaLnBrk="1" latinLnBrk="0" hangingPunct="1">
      <a:defRPr kern="1200">
        <a:solidFill>
          <a:schemeClr val="tx1"/>
        </a:solidFill>
        <a:latin typeface="Arial" charset="0"/>
        <a:ea typeface="ＭＳ Ｐゴシック" pitchFamily="1" charset="-128"/>
        <a:cs typeface="+mn-cs"/>
      </a:defRPr>
    </a:lvl9pPr>
  </p:defaultTextStyle>
  <p:extLst>
    <p:ext uri="{EFAFB233-063F-42B5-8137-9DF3F51BA10A}">
      <p15:sldGuideLst xmlns:p15="http://schemas.microsoft.com/office/powerpoint/2012/main">
        <p15:guide id="1" orient="horz" pos="3430">
          <p15:clr>
            <a:srgbClr val="A4A3A4"/>
          </p15:clr>
        </p15:guide>
        <p15:guide id="2" pos="2880">
          <p15:clr>
            <a:srgbClr val="A4A3A4"/>
          </p15:clr>
        </p15:guide>
      </p15:sldGuideLst>
    </p:ext>
    <p:ext uri="{2D200454-40CA-4A62-9FC3-DE9A4176ACB9}">
      <p15:notesGuideLst xmlns:p15="http://schemas.microsoft.com/office/powerpoint/2012/main">
        <p15:guide id="1" orient="horz" pos="3222"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FF9933"/>
    <a:srgbClr val="FF9999"/>
    <a:srgbClr val="0000FF"/>
    <a:srgbClr val="F35F0D"/>
    <a:srgbClr val="FF7C80"/>
    <a:srgbClr val="CCFFFF"/>
    <a:srgbClr val="B8EDED"/>
    <a:srgbClr val="D31E05"/>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F4DC3-93B8-4195-B50A-9538095DD616}" v="3040" vWet="3042" dt="2024-08-23T15:47:16.867"/>
    <p1510:client id="{F2A235DE-0E68-4F7B-98D1-FBE67517F362}" v="1554" dt="2024-08-23T16:06:34.54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3832" autoAdjust="0"/>
  </p:normalViewPr>
  <p:slideViewPr>
    <p:cSldViewPr snapToGrid="0">
      <p:cViewPr varScale="1">
        <p:scale>
          <a:sx n="106" d="100"/>
          <a:sy n="106" d="100"/>
        </p:scale>
        <p:origin x="3570" y="102"/>
      </p:cViewPr>
      <p:guideLst>
        <p:guide orient="horz" pos="343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222"/>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FALHER, Martial" userId="4e18b825-4c81-4fdf-8616-10afe3723b47" providerId="ADAL" clId="{055A2AAE-F55B-4C0C-8D50-7115180FAC95}"/>
    <pc:docChg chg="undo custSel addSld delSld modSld">
      <pc:chgData name="LE FALHER, Martial" userId="4e18b825-4c81-4fdf-8616-10afe3723b47" providerId="ADAL" clId="{055A2AAE-F55B-4C0C-8D50-7115180FAC95}" dt="2024-08-22T14:22:15.489" v="939" actId="20577"/>
      <pc:docMkLst>
        <pc:docMk/>
      </pc:docMkLst>
      <pc:sldChg chg="delSp modSp mod">
        <pc:chgData name="LE FALHER, Martial" userId="4e18b825-4c81-4fdf-8616-10afe3723b47" providerId="ADAL" clId="{055A2AAE-F55B-4C0C-8D50-7115180FAC95}" dt="2024-08-22T13:19:29.376" v="725" actId="113"/>
        <pc:sldMkLst>
          <pc:docMk/>
          <pc:sldMk cId="323713546" sldId="388"/>
        </pc:sldMkLst>
        <pc:spChg chg="del">
          <ac:chgData name="LE FALHER, Martial" userId="4e18b825-4c81-4fdf-8616-10afe3723b47" providerId="ADAL" clId="{055A2AAE-F55B-4C0C-8D50-7115180FAC95}" dt="2024-08-22T13:00:57.077" v="670" actId="478"/>
          <ac:spMkLst>
            <pc:docMk/>
            <pc:sldMk cId="323713546" sldId="388"/>
            <ac:spMk id="5" creationId="{3AF9176F-D3FE-D3F0-B682-0E619533BF7C}"/>
          </ac:spMkLst>
        </pc:spChg>
        <pc:spChg chg="del">
          <ac:chgData name="LE FALHER, Martial" userId="4e18b825-4c81-4fdf-8616-10afe3723b47" providerId="ADAL" clId="{055A2AAE-F55B-4C0C-8D50-7115180FAC95}" dt="2024-08-22T13:10:56.406" v="690" actId="478"/>
          <ac:spMkLst>
            <pc:docMk/>
            <pc:sldMk cId="323713546" sldId="388"/>
            <ac:spMk id="10" creationId="{03C50420-6A37-3ABE-920C-80369907F01E}"/>
          </ac:spMkLst>
        </pc:spChg>
        <pc:spChg chg="del">
          <ac:chgData name="LE FALHER, Martial" userId="4e18b825-4c81-4fdf-8616-10afe3723b47" providerId="ADAL" clId="{055A2AAE-F55B-4C0C-8D50-7115180FAC95}" dt="2024-08-22T13:00:57.077" v="670" actId="478"/>
          <ac:spMkLst>
            <pc:docMk/>
            <pc:sldMk cId="323713546" sldId="388"/>
            <ac:spMk id="20" creationId="{4947F322-9972-7D80-654E-5E2E7D5E695B}"/>
          </ac:spMkLst>
        </pc:spChg>
        <pc:spChg chg="del">
          <ac:chgData name="LE FALHER, Martial" userId="4e18b825-4c81-4fdf-8616-10afe3723b47" providerId="ADAL" clId="{055A2AAE-F55B-4C0C-8D50-7115180FAC95}" dt="2024-08-22T13:00:57.077" v="670" actId="478"/>
          <ac:spMkLst>
            <pc:docMk/>
            <pc:sldMk cId="323713546" sldId="388"/>
            <ac:spMk id="21" creationId="{AAEF5913-BB8F-5B0E-8559-90A2356DC038}"/>
          </ac:spMkLst>
        </pc:spChg>
        <pc:spChg chg="del">
          <ac:chgData name="LE FALHER, Martial" userId="4e18b825-4c81-4fdf-8616-10afe3723b47" providerId="ADAL" clId="{055A2AAE-F55B-4C0C-8D50-7115180FAC95}" dt="2024-08-22T13:00:57.077" v="670" actId="478"/>
          <ac:spMkLst>
            <pc:docMk/>
            <pc:sldMk cId="323713546" sldId="388"/>
            <ac:spMk id="22" creationId="{FF23054C-3B91-1D2C-9959-F61C42C0E137}"/>
          </ac:spMkLst>
        </pc:spChg>
        <pc:spChg chg="del">
          <ac:chgData name="LE FALHER, Martial" userId="4e18b825-4c81-4fdf-8616-10afe3723b47" providerId="ADAL" clId="{055A2AAE-F55B-4C0C-8D50-7115180FAC95}" dt="2024-08-22T13:00:57.077" v="670" actId="478"/>
          <ac:spMkLst>
            <pc:docMk/>
            <pc:sldMk cId="323713546" sldId="388"/>
            <ac:spMk id="23" creationId="{4C5522AC-8C2D-7935-82B0-25F3F7A7FB7A}"/>
          </ac:spMkLst>
        </pc:spChg>
        <pc:spChg chg="del">
          <ac:chgData name="LE FALHER, Martial" userId="4e18b825-4c81-4fdf-8616-10afe3723b47" providerId="ADAL" clId="{055A2AAE-F55B-4C0C-8D50-7115180FAC95}" dt="2024-08-22T13:00:57.077" v="670" actId="478"/>
          <ac:spMkLst>
            <pc:docMk/>
            <pc:sldMk cId="323713546" sldId="388"/>
            <ac:spMk id="24" creationId="{894950F2-E32A-B873-762C-831EFD0F6D43}"/>
          </ac:spMkLst>
        </pc:spChg>
        <pc:spChg chg="del">
          <ac:chgData name="LE FALHER, Martial" userId="4e18b825-4c81-4fdf-8616-10afe3723b47" providerId="ADAL" clId="{055A2AAE-F55B-4C0C-8D50-7115180FAC95}" dt="2024-08-22T13:00:57.077" v="670" actId="478"/>
          <ac:spMkLst>
            <pc:docMk/>
            <pc:sldMk cId="323713546" sldId="388"/>
            <ac:spMk id="25" creationId="{669BFC4A-8A80-1E31-91BE-623E3B877B2F}"/>
          </ac:spMkLst>
        </pc:spChg>
        <pc:spChg chg="del">
          <ac:chgData name="LE FALHER, Martial" userId="4e18b825-4c81-4fdf-8616-10afe3723b47" providerId="ADAL" clId="{055A2AAE-F55B-4C0C-8D50-7115180FAC95}" dt="2024-08-22T13:02:56.987" v="687" actId="478"/>
          <ac:spMkLst>
            <pc:docMk/>
            <pc:sldMk cId="323713546" sldId="388"/>
            <ac:spMk id="26" creationId="{30EE2308-2142-531A-4AE5-CFBD782D388E}"/>
          </ac:spMkLst>
        </pc:spChg>
        <pc:spChg chg="del">
          <ac:chgData name="LE FALHER, Martial" userId="4e18b825-4c81-4fdf-8616-10afe3723b47" providerId="ADAL" clId="{055A2AAE-F55B-4C0C-8D50-7115180FAC95}" dt="2024-08-22T13:00:57.077" v="670" actId="478"/>
          <ac:spMkLst>
            <pc:docMk/>
            <pc:sldMk cId="323713546" sldId="388"/>
            <ac:spMk id="27" creationId="{CA4AC992-BDE6-AE51-19F5-C9A6EC119BE8}"/>
          </ac:spMkLst>
        </pc:spChg>
        <pc:spChg chg="del">
          <ac:chgData name="LE FALHER, Martial" userId="4e18b825-4c81-4fdf-8616-10afe3723b47" providerId="ADAL" clId="{055A2AAE-F55B-4C0C-8D50-7115180FAC95}" dt="2024-08-22T13:00:57.077" v="670" actId="478"/>
          <ac:spMkLst>
            <pc:docMk/>
            <pc:sldMk cId="323713546" sldId="388"/>
            <ac:spMk id="28" creationId="{B0811B8E-74DA-844A-CDA3-58950AD98604}"/>
          </ac:spMkLst>
        </pc:spChg>
        <pc:spChg chg="del">
          <ac:chgData name="LE FALHER, Martial" userId="4e18b825-4c81-4fdf-8616-10afe3723b47" providerId="ADAL" clId="{055A2AAE-F55B-4C0C-8D50-7115180FAC95}" dt="2024-08-22T13:00:57.077" v="670" actId="478"/>
          <ac:spMkLst>
            <pc:docMk/>
            <pc:sldMk cId="323713546" sldId="388"/>
            <ac:spMk id="29" creationId="{BA3E6621-5530-970C-C94E-8EF6A2041585}"/>
          </ac:spMkLst>
        </pc:spChg>
        <pc:spChg chg="del">
          <ac:chgData name="LE FALHER, Martial" userId="4e18b825-4c81-4fdf-8616-10afe3723b47" providerId="ADAL" clId="{055A2AAE-F55B-4C0C-8D50-7115180FAC95}" dt="2024-08-22T13:00:57.077" v="670" actId="478"/>
          <ac:spMkLst>
            <pc:docMk/>
            <pc:sldMk cId="323713546" sldId="388"/>
            <ac:spMk id="30" creationId="{5AE70CB7-5CC0-0AB0-D4E1-682F3E2FF6B4}"/>
          </ac:spMkLst>
        </pc:spChg>
        <pc:spChg chg="del">
          <ac:chgData name="LE FALHER, Martial" userId="4e18b825-4c81-4fdf-8616-10afe3723b47" providerId="ADAL" clId="{055A2AAE-F55B-4C0C-8D50-7115180FAC95}" dt="2024-08-22T13:00:57.077" v="670" actId="478"/>
          <ac:spMkLst>
            <pc:docMk/>
            <pc:sldMk cId="323713546" sldId="388"/>
            <ac:spMk id="31" creationId="{A7F94297-1F5D-A137-2465-C13F3205500C}"/>
          </ac:spMkLst>
        </pc:spChg>
        <pc:spChg chg="del">
          <ac:chgData name="LE FALHER, Martial" userId="4e18b825-4c81-4fdf-8616-10afe3723b47" providerId="ADAL" clId="{055A2AAE-F55B-4C0C-8D50-7115180FAC95}" dt="2024-08-22T13:00:57.077" v="670" actId="478"/>
          <ac:spMkLst>
            <pc:docMk/>
            <pc:sldMk cId="323713546" sldId="388"/>
            <ac:spMk id="32" creationId="{225F2726-15F9-ACFD-9744-D8FE10D8D289}"/>
          </ac:spMkLst>
        </pc:spChg>
        <pc:spChg chg="del">
          <ac:chgData name="LE FALHER, Martial" userId="4e18b825-4c81-4fdf-8616-10afe3723b47" providerId="ADAL" clId="{055A2AAE-F55B-4C0C-8D50-7115180FAC95}" dt="2024-08-22T13:00:57.077" v="670" actId="478"/>
          <ac:spMkLst>
            <pc:docMk/>
            <pc:sldMk cId="323713546" sldId="388"/>
            <ac:spMk id="33" creationId="{9B6BA0CC-3D64-5436-8BB9-CCA4ED5C1B04}"/>
          </ac:spMkLst>
        </pc:spChg>
        <pc:spChg chg="del">
          <ac:chgData name="LE FALHER, Martial" userId="4e18b825-4c81-4fdf-8616-10afe3723b47" providerId="ADAL" clId="{055A2AAE-F55B-4C0C-8D50-7115180FAC95}" dt="2024-08-22T13:00:57.077" v="670" actId="478"/>
          <ac:spMkLst>
            <pc:docMk/>
            <pc:sldMk cId="323713546" sldId="388"/>
            <ac:spMk id="34" creationId="{04008C35-9899-A085-E1CB-2E5D25BE6F9D}"/>
          </ac:spMkLst>
        </pc:spChg>
        <pc:spChg chg="mod">
          <ac:chgData name="LE FALHER, Martial" userId="4e18b825-4c81-4fdf-8616-10afe3723b47" providerId="ADAL" clId="{055A2AAE-F55B-4C0C-8D50-7115180FAC95}" dt="2024-08-22T13:01:14.243" v="676" actId="113"/>
          <ac:spMkLst>
            <pc:docMk/>
            <pc:sldMk cId="323713546" sldId="388"/>
            <ac:spMk id="91" creationId="{00000000-0000-0000-0000-000000000000}"/>
          </ac:spMkLst>
        </pc:spChg>
        <pc:spChg chg="mod">
          <ac:chgData name="LE FALHER, Martial" userId="4e18b825-4c81-4fdf-8616-10afe3723b47" providerId="ADAL" clId="{055A2AAE-F55B-4C0C-8D50-7115180FAC95}" dt="2024-08-22T13:01:07.951" v="673" actId="20577"/>
          <ac:spMkLst>
            <pc:docMk/>
            <pc:sldMk cId="323713546" sldId="388"/>
            <ac:spMk id="125" creationId="{00000000-0000-0000-0000-000000000000}"/>
          </ac:spMkLst>
        </pc:spChg>
        <pc:spChg chg="mod">
          <ac:chgData name="LE FALHER, Martial" userId="4e18b825-4c81-4fdf-8616-10afe3723b47" providerId="ADAL" clId="{055A2AAE-F55B-4C0C-8D50-7115180FAC95}" dt="2024-08-22T13:18:21.949" v="703" actId="113"/>
          <ac:spMkLst>
            <pc:docMk/>
            <pc:sldMk cId="323713546" sldId="388"/>
            <ac:spMk id="137" creationId="{00000000-0000-0000-0000-000000000000}"/>
          </ac:spMkLst>
        </pc:spChg>
        <pc:spChg chg="mod">
          <ac:chgData name="LE FALHER, Martial" userId="4e18b825-4c81-4fdf-8616-10afe3723b47" providerId="ADAL" clId="{055A2AAE-F55B-4C0C-8D50-7115180FAC95}" dt="2024-08-22T13:19:29.376" v="725" actId="113"/>
          <ac:spMkLst>
            <pc:docMk/>
            <pc:sldMk cId="323713546" sldId="388"/>
            <ac:spMk id="139" creationId="{00000000-0000-0000-0000-000000000000}"/>
          </ac:spMkLst>
        </pc:spChg>
        <pc:spChg chg="mod">
          <ac:chgData name="LE FALHER, Martial" userId="4e18b825-4c81-4fdf-8616-10afe3723b47" providerId="ADAL" clId="{055A2AAE-F55B-4C0C-8D50-7115180FAC95}" dt="2024-08-22T13:18:38.444" v="711" actId="113"/>
          <ac:spMkLst>
            <pc:docMk/>
            <pc:sldMk cId="323713546" sldId="388"/>
            <ac:spMk id="140" creationId="{00000000-0000-0000-0000-000000000000}"/>
          </ac:spMkLst>
        </pc:spChg>
        <pc:spChg chg="mod">
          <ac:chgData name="LE FALHER, Martial" userId="4e18b825-4c81-4fdf-8616-10afe3723b47" providerId="ADAL" clId="{055A2AAE-F55B-4C0C-8D50-7115180FAC95}" dt="2024-08-22T13:18:34.446" v="709" actId="113"/>
          <ac:spMkLst>
            <pc:docMk/>
            <pc:sldMk cId="323713546" sldId="388"/>
            <ac:spMk id="142" creationId="{00000000-0000-0000-0000-000000000000}"/>
          </ac:spMkLst>
        </pc:spChg>
        <pc:spChg chg="mod">
          <ac:chgData name="LE FALHER, Martial" userId="4e18b825-4c81-4fdf-8616-10afe3723b47" providerId="ADAL" clId="{055A2AAE-F55B-4C0C-8D50-7115180FAC95}" dt="2024-08-22T13:19:12.345" v="722" actId="113"/>
          <ac:spMkLst>
            <pc:docMk/>
            <pc:sldMk cId="323713546" sldId="388"/>
            <ac:spMk id="143" creationId="{00000000-0000-0000-0000-000000000000}"/>
          </ac:spMkLst>
        </pc:spChg>
        <pc:spChg chg="mod">
          <ac:chgData name="LE FALHER, Martial" userId="4e18b825-4c81-4fdf-8616-10afe3723b47" providerId="ADAL" clId="{055A2AAE-F55B-4C0C-8D50-7115180FAC95}" dt="2024-08-22T13:18:43.066" v="713" actId="113"/>
          <ac:spMkLst>
            <pc:docMk/>
            <pc:sldMk cId="323713546" sldId="388"/>
            <ac:spMk id="148" creationId="{00000000-0000-0000-0000-000000000000}"/>
          </ac:spMkLst>
        </pc:spChg>
        <pc:spChg chg="mod">
          <ac:chgData name="LE FALHER, Martial" userId="4e18b825-4c81-4fdf-8616-10afe3723b47" providerId="ADAL" clId="{055A2AAE-F55B-4C0C-8D50-7115180FAC95}" dt="2024-08-22T13:03:07.138" v="689" actId="113"/>
          <ac:spMkLst>
            <pc:docMk/>
            <pc:sldMk cId="323713546" sldId="388"/>
            <ac:spMk id="156" creationId="{00000000-0000-0000-0000-000000000000}"/>
          </ac:spMkLst>
        </pc:spChg>
        <pc:spChg chg="mod">
          <ac:chgData name="LE FALHER, Martial" userId="4e18b825-4c81-4fdf-8616-10afe3723b47" providerId="ADAL" clId="{055A2AAE-F55B-4C0C-8D50-7115180FAC95}" dt="2024-08-22T13:01:20.696" v="679" actId="113"/>
          <ac:spMkLst>
            <pc:docMk/>
            <pc:sldMk cId="323713546" sldId="388"/>
            <ac:spMk id="167" creationId="{00000000-0000-0000-0000-000000000000}"/>
          </ac:spMkLst>
        </pc:spChg>
        <pc:spChg chg="mod">
          <ac:chgData name="LE FALHER, Martial" userId="4e18b825-4c81-4fdf-8616-10afe3723b47" providerId="ADAL" clId="{055A2AAE-F55B-4C0C-8D50-7115180FAC95}" dt="2024-08-22T13:18:06.398" v="700" actId="113"/>
          <ac:spMkLst>
            <pc:docMk/>
            <pc:sldMk cId="323713546" sldId="388"/>
            <ac:spMk id="178" creationId="{00000000-0000-0000-0000-000000000000}"/>
          </ac:spMkLst>
        </pc:spChg>
        <pc:spChg chg="mod">
          <ac:chgData name="LE FALHER, Martial" userId="4e18b825-4c81-4fdf-8616-10afe3723b47" providerId="ADAL" clId="{055A2AAE-F55B-4C0C-8D50-7115180FAC95}" dt="2024-08-22T13:01:33.412" v="682" actId="113"/>
          <ac:spMkLst>
            <pc:docMk/>
            <pc:sldMk cId="323713546" sldId="388"/>
            <ac:spMk id="237" creationId="{00000000-0000-0000-0000-000000000000}"/>
          </ac:spMkLst>
        </pc:spChg>
        <pc:spChg chg="mod">
          <ac:chgData name="LE FALHER, Martial" userId="4e18b825-4c81-4fdf-8616-10afe3723b47" providerId="ADAL" clId="{055A2AAE-F55B-4C0C-8D50-7115180FAC95}" dt="2024-08-22T13:01:45.160" v="685" actId="113"/>
          <ac:spMkLst>
            <pc:docMk/>
            <pc:sldMk cId="323713546" sldId="388"/>
            <ac:spMk id="270" creationId="{00000000-0000-0000-0000-000000000000}"/>
          </ac:spMkLst>
        </pc:spChg>
        <pc:spChg chg="mod">
          <ac:chgData name="LE FALHER, Martial" userId="4e18b825-4c81-4fdf-8616-10afe3723b47" providerId="ADAL" clId="{055A2AAE-F55B-4C0C-8D50-7115180FAC95}" dt="2024-08-22T13:18:47.163" v="715" actId="113"/>
          <ac:spMkLst>
            <pc:docMk/>
            <pc:sldMk cId="323713546" sldId="388"/>
            <ac:spMk id="307" creationId="{00000000-0000-0000-0000-000000000000}"/>
          </ac:spMkLst>
        </pc:spChg>
        <pc:spChg chg="mod">
          <ac:chgData name="LE FALHER, Martial" userId="4e18b825-4c81-4fdf-8616-10afe3723b47" providerId="ADAL" clId="{055A2AAE-F55B-4C0C-8D50-7115180FAC95}" dt="2024-08-22T13:18:28.588" v="706" actId="113"/>
          <ac:spMkLst>
            <pc:docMk/>
            <pc:sldMk cId="323713546" sldId="388"/>
            <ac:spMk id="314" creationId="{00000000-0000-0000-0000-000000000000}"/>
          </ac:spMkLst>
        </pc:spChg>
        <pc:spChg chg="mod">
          <ac:chgData name="LE FALHER, Martial" userId="4e18b825-4c81-4fdf-8616-10afe3723b47" providerId="ADAL" clId="{055A2AAE-F55B-4C0C-8D50-7115180FAC95}" dt="2024-08-22T13:17:58.911" v="698" actId="113"/>
          <ac:spMkLst>
            <pc:docMk/>
            <pc:sldMk cId="323713546" sldId="388"/>
            <ac:spMk id="327" creationId="{00000000-0000-0000-0000-000000000000}"/>
          </ac:spMkLst>
        </pc:spChg>
        <pc:spChg chg="mod">
          <ac:chgData name="LE FALHER, Martial" userId="4e18b825-4c81-4fdf-8616-10afe3723b47" providerId="ADAL" clId="{055A2AAE-F55B-4C0C-8D50-7115180FAC95}" dt="2024-08-22T13:18:51.816" v="717" actId="113"/>
          <ac:spMkLst>
            <pc:docMk/>
            <pc:sldMk cId="323713546" sldId="388"/>
            <ac:spMk id="341" creationId="{00000000-0000-0000-0000-000000000000}"/>
          </ac:spMkLst>
        </pc:spChg>
      </pc:sldChg>
      <pc:sldChg chg="delSp modSp mod">
        <pc:chgData name="LE FALHER, Martial" userId="4e18b825-4c81-4fdf-8616-10afe3723b47" providerId="ADAL" clId="{055A2AAE-F55B-4C0C-8D50-7115180FAC95}" dt="2024-08-22T12:58:17.051" v="637" actId="113"/>
        <pc:sldMkLst>
          <pc:docMk/>
          <pc:sldMk cId="3010235000" sldId="389"/>
        </pc:sldMkLst>
        <pc:spChg chg="del">
          <ac:chgData name="LE FALHER, Martial" userId="4e18b825-4c81-4fdf-8616-10afe3723b47" providerId="ADAL" clId="{055A2AAE-F55B-4C0C-8D50-7115180FAC95}" dt="2024-08-22T12:57:21.811" v="621" actId="478"/>
          <ac:spMkLst>
            <pc:docMk/>
            <pc:sldMk cId="3010235000" sldId="389"/>
            <ac:spMk id="13" creationId="{DBBE1577-06B7-0FC9-4E61-01E1926D05E1}"/>
          </ac:spMkLst>
        </pc:spChg>
        <pc:spChg chg="del">
          <ac:chgData name="LE FALHER, Martial" userId="4e18b825-4c81-4fdf-8616-10afe3723b47" providerId="ADAL" clId="{055A2AAE-F55B-4C0C-8D50-7115180FAC95}" dt="2024-08-22T12:57:21.811" v="621" actId="478"/>
          <ac:spMkLst>
            <pc:docMk/>
            <pc:sldMk cId="3010235000" sldId="389"/>
            <ac:spMk id="16" creationId="{69472F81-4E9E-BB44-97BF-DF42855E424C}"/>
          </ac:spMkLst>
        </pc:spChg>
        <pc:spChg chg="del">
          <ac:chgData name="LE FALHER, Martial" userId="4e18b825-4c81-4fdf-8616-10afe3723b47" providerId="ADAL" clId="{055A2AAE-F55B-4C0C-8D50-7115180FAC95}" dt="2024-08-22T12:57:21.811" v="621" actId="478"/>
          <ac:spMkLst>
            <pc:docMk/>
            <pc:sldMk cId="3010235000" sldId="389"/>
            <ac:spMk id="26" creationId="{75AC9099-F3F0-0721-0897-989B0471491B}"/>
          </ac:spMkLst>
        </pc:spChg>
        <pc:spChg chg="del">
          <ac:chgData name="LE FALHER, Martial" userId="4e18b825-4c81-4fdf-8616-10afe3723b47" providerId="ADAL" clId="{055A2AAE-F55B-4C0C-8D50-7115180FAC95}" dt="2024-08-22T12:57:21.811" v="621" actId="478"/>
          <ac:spMkLst>
            <pc:docMk/>
            <pc:sldMk cId="3010235000" sldId="389"/>
            <ac:spMk id="27" creationId="{C082AEB8-4887-EB54-B95B-32B68D470008}"/>
          </ac:spMkLst>
        </pc:spChg>
        <pc:spChg chg="del">
          <ac:chgData name="LE FALHER, Martial" userId="4e18b825-4c81-4fdf-8616-10afe3723b47" providerId="ADAL" clId="{055A2AAE-F55B-4C0C-8D50-7115180FAC95}" dt="2024-08-22T12:57:21.811" v="621" actId="478"/>
          <ac:spMkLst>
            <pc:docMk/>
            <pc:sldMk cId="3010235000" sldId="389"/>
            <ac:spMk id="28" creationId="{861DB5DF-9A91-BFA1-AFA6-214210CADB53}"/>
          </ac:spMkLst>
        </pc:spChg>
        <pc:spChg chg="mod">
          <ac:chgData name="LE FALHER, Martial" userId="4e18b825-4c81-4fdf-8616-10afe3723b47" providerId="ADAL" clId="{055A2AAE-F55B-4C0C-8D50-7115180FAC95}" dt="2024-08-22T12:58:06.186" v="634" actId="113"/>
          <ac:spMkLst>
            <pc:docMk/>
            <pc:sldMk cId="3010235000" sldId="389"/>
            <ac:spMk id="33" creationId="{00000000-0000-0000-0000-000000000000}"/>
          </ac:spMkLst>
        </pc:spChg>
        <pc:spChg chg="mod">
          <ac:chgData name="LE FALHER, Martial" userId="4e18b825-4c81-4fdf-8616-10afe3723b47" providerId="ADAL" clId="{055A2AAE-F55B-4C0C-8D50-7115180FAC95}" dt="2024-08-22T12:58:11.780" v="636" actId="113"/>
          <ac:spMkLst>
            <pc:docMk/>
            <pc:sldMk cId="3010235000" sldId="389"/>
            <ac:spMk id="42" creationId="{00000000-0000-0000-0000-000000000000}"/>
          </ac:spMkLst>
        </pc:spChg>
        <pc:spChg chg="mod">
          <ac:chgData name="LE FALHER, Martial" userId="4e18b825-4c81-4fdf-8616-10afe3723b47" providerId="ADAL" clId="{055A2AAE-F55B-4C0C-8D50-7115180FAC95}" dt="2024-08-22T12:58:08.885" v="635" actId="113"/>
          <ac:spMkLst>
            <pc:docMk/>
            <pc:sldMk cId="3010235000" sldId="389"/>
            <ac:spMk id="45" creationId="{00000000-0000-0000-0000-000000000000}"/>
          </ac:spMkLst>
        </pc:spChg>
        <pc:spChg chg="mod">
          <ac:chgData name="LE FALHER, Martial" userId="4e18b825-4c81-4fdf-8616-10afe3723b47" providerId="ADAL" clId="{055A2AAE-F55B-4C0C-8D50-7115180FAC95}" dt="2024-08-22T12:57:47.385" v="629" actId="113"/>
          <ac:spMkLst>
            <pc:docMk/>
            <pc:sldMk cId="3010235000" sldId="389"/>
            <ac:spMk id="49" creationId="{00000000-0000-0000-0000-000000000000}"/>
          </ac:spMkLst>
        </pc:spChg>
        <pc:spChg chg="mod">
          <ac:chgData name="LE FALHER, Martial" userId="4e18b825-4c81-4fdf-8616-10afe3723b47" providerId="ADAL" clId="{055A2AAE-F55B-4C0C-8D50-7115180FAC95}" dt="2024-08-22T12:58:17.051" v="637" actId="113"/>
          <ac:spMkLst>
            <pc:docMk/>
            <pc:sldMk cId="3010235000" sldId="389"/>
            <ac:spMk id="82" creationId="{00000000-0000-0000-0000-000000000000}"/>
          </ac:spMkLst>
        </pc:spChg>
      </pc:sldChg>
      <pc:sldChg chg="delSp modSp mod">
        <pc:chgData name="LE FALHER, Martial" userId="4e18b825-4c81-4fdf-8616-10afe3723b47" providerId="ADAL" clId="{055A2AAE-F55B-4C0C-8D50-7115180FAC95}" dt="2024-08-22T13:00:14.100" v="669" actId="113"/>
        <pc:sldMkLst>
          <pc:docMk/>
          <pc:sldMk cId="3626143145" sldId="390"/>
        </pc:sldMkLst>
        <pc:spChg chg="del">
          <ac:chgData name="LE FALHER, Martial" userId="4e18b825-4c81-4fdf-8616-10afe3723b47" providerId="ADAL" clId="{055A2AAE-F55B-4C0C-8D50-7115180FAC95}" dt="2024-08-22T12:58:37.552" v="638" actId="478"/>
          <ac:spMkLst>
            <pc:docMk/>
            <pc:sldMk cId="3626143145" sldId="390"/>
            <ac:spMk id="2" creationId="{21B14ED7-88A1-B755-542C-F9B1FE7FB3EC}"/>
          </ac:spMkLst>
        </pc:spChg>
        <pc:spChg chg="del">
          <ac:chgData name="LE FALHER, Martial" userId="4e18b825-4c81-4fdf-8616-10afe3723b47" providerId="ADAL" clId="{055A2AAE-F55B-4C0C-8D50-7115180FAC95}" dt="2024-08-22T12:58:37.552" v="638" actId="478"/>
          <ac:spMkLst>
            <pc:docMk/>
            <pc:sldMk cId="3626143145" sldId="390"/>
            <ac:spMk id="3" creationId="{E5E829D1-EC3E-7E65-9B8E-1047AC2D851C}"/>
          </ac:spMkLst>
        </pc:spChg>
        <pc:spChg chg="del">
          <ac:chgData name="LE FALHER, Martial" userId="4e18b825-4c81-4fdf-8616-10afe3723b47" providerId="ADAL" clId="{055A2AAE-F55B-4C0C-8D50-7115180FAC95}" dt="2024-08-22T12:58:37.552" v="638" actId="478"/>
          <ac:spMkLst>
            <pc:docMk/>
            <pc:sldMk cId="3626143145" sldId="390"/>
            <ac:spMk id="5" creationId="{ECB43AF9-DE2E-9456-E43E-9EC1D9E5D5EA}"/>
          </ac:spMkLst>
        </pc:spChg>
        <pc:spChg chg="del">
          <ac:chgData name="LE FALHER, Martial" userId="4e18b825-4c81-4fdf-8616-10afe3723b47" providerId="ADAL" clId="{055A2AAE-F55B-4C0C-8D50-7115180FAC95}" dt="2024-08-22T12:58:37.552" v="638" actId="478"/>
          <ac:spMkLst>
            <pc:docMk/>
            <pc:sldMk cId="3626143145" sldId="390"/>
            <ac:spMk id="7" creationId="{AFB286C4-19B7-0482-5042-717EDCE27BDD}"/>
          </ac:spMkLst>
        </pc:spChg>
        <pc:spChg chg="del">
          <ac:chgData name="LE FALHER, Martial" userId="4e18b825-4c81-4fdf-8616-10afe3723b47" providerId="ADAL" clId="{055A2AAE-F55B-4C0C-8D50-7115180FAC95}" dt="2024-08-22T12:58:37.552" v="638" actId="478"/>
          <ac:spMkLst>
            <pc:docMk/>
            <pc:sldMk cId="3626143145" sldId="390"/>
            <ac:spMk id="9" creationId="{C9F4935D-204E-3699-2B97-7ABDBB44A061}"/>
          </ac:spMkLst>
        </pc:spChg>
        <pc:spChg chg="del">
          <ac:chgData name="LE FALHER, Martial" userId="4e18b825-4c81-4fdf-8616-10afe3723b47" providerId="ADAL" clId="{055A2AAE-F55B-4C0C-8D50-7115180FAC95}" dt="2024-08-22T12:58:37.552" v="638" actId="478"/>
          <ac:spMkLst>
            <pc:docMk/>
            <pc:sldMk cId="3626143145" sldId="390"/>
            <ac:spMk id="13" creationId="{1B216E35-573B-55B0-E5D2-132468495D57}"/>
          </ac:spMkLst>
        </pc:spChg>
        <pc:spChg chg="del">
          <ac:chgData name="LE FALHER, Martial" userId="4e18b825-4c81-4fdf-8616-10afe3723b47" providerId="ADAL" clId="{055A2AAE-F55B-4C0C-8D50-7115180FAC95}" dt="2024-08-22T12:58:37.552" v="638" actId="478"/>
          <ac:spMkLst>
            <pc:docMk/>
            <pc:sldMk cId="3626143145" sldId="390"/>
            <ac:spMk id="14" creationId="{F2A115E8-1FFD-02AB-CFDA-6D7838FCE087}"/>
          </ac:spMkLst>
        </pc:spChg>
        <pc:spChg chg="del">
          <ac:chgData name="LE FALHER, Martial" userId="4e18b825-4c81-4fdf-8616-10afe3723b47" providerId="ADAL" clId="{055A2AAE-F55B-4C0C-8D50-7115180FAC95}" dt="2024-08-22T12:58:37.552" v="638" actId="478"/>
          <ac:spMkLst>
            <pc:docMk/>
            <pc:sldMk cId="3626143145" sldId="390"/>
            <ac:spMk id="15" creationId="{8C923BA2-DDAD-3681-1C0B-32BEE33D68DB}"/>
          </ac:spMkLst>
        </pc:spChg>
        <pc:spChg chg="del">
          <ac:chgData name="LE FALHER, Martial" userId="4e18b825-4c81-4fdf-8616-10afe3723b47" providerId="ADAL" clId="{055A2AAE-F55B-4C0C-8D50-7115180FAC95}" dt="2024-08-22T12:58:37.552" v="638" actId="478"/>
          <ac:spMkLst>
            <pc:docMk/>
            <pc:sldMk cId="3626143145" sldId="390"/>
            <ac:spMk id="16" creationId="{BD6DC27A-6C0C-6B0A-8DC6-5B5951C10363}"/>
          </ac:spMkLst>
        </pc:spChg>
        <pc:spChg chg="del">
          <ac:chgData name="LE FALHER, Martial" userId="4e18b825-4c81-4fdf-8616-10afe3723b47" providerId="ADAL" clId="{055A2AAE-F55B-4C0C-8D50-7115180FAC95}" dt="2024-08-22T12:58:37.552" v="638" actId="478"/>
          <ac:spMkLst>
            <pc:docMk/>
            <pc:sldMk cId="3626143145" sldId="390"/>
            <ac:spMk id="17" creationId="{F5A289D8-8C01-BCB1-24AF-AF9D152C5D19}"/>
          </ac:spMkLst>
        </pc:spChg>
        <pc:spChg chg="mod">
          <ac:chgData name="LE FALHER, Martial" userId="4e18b825-4c81-4fdf-8616-10afe3723b47" providerId="ADAL" clId="{055A2AAE-F55B-4C0C-8D50-7115180FAC95}" dt="2024-08-22T12:59:11.882" v="649" actId="207"/>
          <ac:spMkLst>
            <pc:docMk/>
            <pc:sldMk cId="3626143145" sldId="390"/>
            <ac:spMk id="65" creationId="{00000000-0000-0000-0000-000000000000}"/>
          </ac:spMkLst>
        </pc:spChg>
        <pc:spChg chg="mod">
          <ac:chgData name="LE FALHER, Martial" userId="4e18b825-4c81-4fdf-8616-10afe3723b47" providerId="ADAL" clId="{055A2AAE-F55B-4C0C-8D50-7115180FAC95}" dt="2024-08-22T12:59:21.796" v="651" actId="113"/>
          <ac:spMkLst>
            <pc:docMk/>
            <pc:sldMk cId="3626143145" sldId="390"/>
            <ac:spMk id="72" creationId="{00000000-0000-0000-0000-000000000000}"/>
          </ac:spMkLst>
        </pc:spChg>
        <pc:spChg chg="mod">
          <ac:chgData name="LE FALHER, Martial" userId="4e18b825-4c81-4fdf-8616-10afe3723b47" providerId="ADAL" clId="{055A2AAE-F55B-4C0C-8D50-7115180FAC95}" dt="2024-08-22T12:59:40" v="657" actId="113"/>
          <ac:spMkLst>
            <pc:docMk/>
            <pc:sldMk cId="3626143145" sldId="390"/>
            <ac:spMk id="130" creationId="{00000000-0000-0000-0000-000000000000}"/>
          </ac:spMkLst>
        </pc:spChg>
        <pc:spChg chg="mod">
          <ac:chgData name="LE FALHER, Martial" userId="4e18b825-4c81-4fdf-8616-10afe3723b47" providerId="ADAL" clId="{055A2AAE-F55B-4C0C-8D50-7115180FAC95}" dt="2024-08-22T12:59:47.476" v="659" actId="113"/>
          <ac:spMkLst>
            <pc:docMk/>
            <pc:sldMk cId="3626143145" sldId="390"/>
            <ac:spMk id="137" creationId="{00000000-0000-0000-0000-000000000000}"/>
          </ac:spMkLst>
        </pc:spChg>
        <pc:spChg chg="mod">
          <ac:chgData name="LE FALHER, Martial" userId="4e18b825-4c81-4fdf-8616-10afe3723b47" providerId="ADAL" clId="{055A2AAE-F55B-4C0C-8D50-7115180FAC95}" dt="2024-08-22T12:59:03.028" v="646" actId="113"/>
          <ac:spMkLst>
            <pc:docMk/>
            <pc:sldMk cId="3626143145" sldId="390"/>
            <ac:spMk id="159" creationId="{00000000-0000-0000-0000-000000000000}"/>
          </ac:spMkLst>
        </pc:spChg>
        <pc:spChg chg="mod">
          <ac:chgData name="LE FALHER, Martial" userId="4e18b825-4c81-4fdf-8616-10afe3723b47" providerId="ADAL" clId="{055A2AAE-F55B-4C0C-8D50-7115180FAC95}" dt="2024-08-22T13:00:14.100" v="669" actId="113"/>
          <ac:spMkLst>
            <pc:docMk/>
            <pc:sldMk cId="3626143145" sldId="390"/>
            <ac:spMk id="160" creationId="{00000000-0000-0000-0000-000000000000}"/>
          </ac:spMkLst>
        </pc:spChg>
        <pc:spChg chg="mod">
          <ac:chgData name="LE FALHER, Martial" userId="4e18b825-4c81-4fdf-8616-10afe3723b47" providerId="ADAL" clId="{055A2AAE-F55B-4C0C-8D50-7115180FAC95}" dt="2024-08-22T12:58:58.933" v="644" actId="113"/>
          <ac:spMkLst>
            <pc:docMk/>
            <pc:sldMk cId="3626143145" sldId="390"/>
            <ac:spMk id="161" creationId="{00000000-0000-0000-0000-000000000000}"/>
          </ac:spMkLst>
        </pc:spChg>
        <pc:spChg chg="mod">
          <ac:chgData name="LE FALHER, Martial" userId="4e18b825-4c81-4fdf-8616-10afe3723b47" providerId="ADAL" clId="{055A2AAE-F55B-4C0C-8D50-7115180FAC95}" dt="2024-08-22T13:00:04.401" v="665" actId="113"/>
          <ac:spMkLst>
            <pc:docMk/>
            <pc:sldMk cId="3626143145" sldId="390"/>
            <ac:spMk id="162" creationId="{00000000-0000-0000-0000-000000000000}"/>
          </ac:spMkLst>
        </pc:spChg>
        <pc:spChg chg="mod">
          <ac:chgData name="LE FALHER, Martial" userId="4e18b825-4c81-4fdf-8616-10afe3723b47" providerId="ADAL" clId="{055A2AAE-F55B-4C0C-8D50-7115180FAC95}" dt="2024-08-22T12:59:55.233" v="662" actId="113"/>
          <ac:spMkLst>
            <pc:docMk/>
            <pc:sldMk cId="3626143145" sldId="390"/>
            <ac:spMk id="164" creationId="{00000000-0000-0000-0000-000000000000}"/>
          </ac:spMkLst>
        </pc:spChg>
        <pc:spChg chg="mod">
          <ac:chgData name="LE FALHER, Martial" userId="4e18b825-4c81-4fdf-8616-10afe3723b47" providerId="ADAL" clId="{055A2AAE-F55B-4C0C-8D50-7115180FAC95}" dt="2024-08-22T12:59:35.910" v="655" actId="113"/>
          <ac:spMkLst>
            <pc:docMk/>
            <pc:sldMk cId="3626143145" sldId="390"/>
            <ac:spMk id="165" creationId="{00000000-0000-0000-0000-000000000000}"/>
          </ac:spMkLst>
        </pc:spChg>
      </pc:sldChg>
      <pc:sldChg chg="delSp modSp mod">
        <pc:chgData name="LE FALHER, Martial" userId="4e18b825-4c81-4fdf-8616-10afe3723b47" providerId="ADAL" clId="{055A2AAE-F55B-4C0C-8D50-7115180FAC95}" dt="2024-08-22T12:57:01.371" v="620" actId="113"/>
        <pc:sldMkLst>
          <pc:docMk/>
          <pc:sldMk cId="3868182096" sldId="391"/>
        </pc:sldMkLst>
        <pc:spChg chg="del">
          <ac:chgData name="LE FALHER, Martial" userId="4e18b825-4c81-4fdf-8616-10afe3723b47" providerId="ADAL" clId="{055A2AAE-F55B-4C0C-8D50-7115180FAC95}" dt="2024-08-22T12:56:27.008" v="608" actId="478"/>
          <ac:spMkLst>
            <pc:docMk/>
            <pc:sldMk cId="3868182096" sldId="391"/>
            <ac:spMk id="2" creationId="{A1F83379-642A-164A-AD8C-446917FE164E}"/>
          </ac:spMkLst>
        </pc:spChg>
        <pc:spChg chg="del">
          <ac:chgData name="LE FALHER, Martial" userId="4e18b825-4c81-4fdf-8616-10afe3723b47" providerId="ADAL" clId="{055A2AAE-F55B-4C0C-8D50-7115180FAC95}" dt="2024-08-22T12:56:27.008" v="608" actId="478"/>
          <ac:spMkLst>
            <pc:docMk/>
            <pc:sldMk cId="3868182096" sldId="391"/>
            <ac:spMk id="3" creationId="{455341C0-D700-FEFF-CA8E-B2C6616C063A}"/>
          </ac:spMkLst>
        </pc:spChg>
        <pc:spChg chg="del">
          <ac:chgData name="LE FALHER, Martial" userId="4e18b825-4c81-4fdf-8616-10afe3723b47" providerId="ADAL" clId="{055A2AAE-F55B-4C0C-8D50-7115180FAC95}" dt="2024-08-22T12:56:27.008" v="608" actId="478"/>
          <ac:spMkLst>
            <pc:docMk/>
            <pc:sldMk cId="3868182096" sldId="391"/>
            <ac:spMk id="5" creationId="{33172733-6EF2-B919-721A-47296FAA656D}"/>
          </ac:spMkLst>
        </pc:spChg>
        <pc:spChg chg="del">
          <ac:chgData name="LE FALHER, Martial" userId="4e18b825-4c81-4fdf-8616-10afe3723b47" providerId="ADAL" clId="{055A2AAE-F55B-4C0C-8D50-7115180FAC95}" dt="2024-08-22T12:56:27.008" v="608" actId="478"/>
          <ac:spMkLst>
            <pc:docMk/>
            <pc:sldMk cId="3868182096" sldId="391"/>
            <ac:spMk id="6" creationId="{328F3D53-E3E8-F141-16D0-144581A793D4}"/>
          </ac:spMkLst>
        </pc:spChg>
        <pc:spChg chg="mod">
          <ac:chgData name="LE FALHER, Martial" userId="4e18b825-4c81-4fdf-8616-10afe3723b47" providerId="ADAL" clId="{055A2AAE-F55B-4C0C-8D50-7115180FAC95}" dt="2024-08-22T12:56:56.475" v="618" actId="113"/>
          <ac:spMkLst>
            <pc:docMk/>
            <pc:sldMk cId="3868182096" sldId="391"/>
            <ac:spMk id="39" creationId="{00000000-0000-0000-0000-000000000000}"/>
          </ac:spMkLst>
        </pc:spChg>
        <pc:spChg chg="mod">
          <ac:chgData name="LE FALHER, Martial" userId="4e18b825-4c81-4fdf-8616-10afe3723b47" providerId="ADAL" clId="{055A2AAE-F55B-4C0C-8D50-7115180FAC95}" dt="2024-08-22T12:56:41.389" v="613" actId="113"/>
          <ac:spMkLst>
            <pc:docMk/>
            <pc:sldMk cId="3868182096" sldId="391"/>
            <ac:spMk id="67" creationId="{00000000-0000-0000-0000-000000000000}"/>
          </ac:spMkLst>
        </pc:spChg>
        <pc:spChg chg="mod">
          <ac:chgData name="LE FALHER, Martial" userId="4e18b825-4c81-4fdf-8616-10afe3723b47" providerId="ADAL" clId="{055A2AAE-F55B-4C0C-8D50-7115180FAC95}" dt="2024-08-22T12:57:01.371" v="620" actId="113"/>
          <ac:spMkLst>
            <pc:docMk/>
            <pc:sldMk cId="3868182096" sldId="391"/>
            <ac:spMk id="70" creationId="{00000000-0000-0000-0000-000000000000}"/>
          </ac:spMkLst>
        </pc:spChg>
        <pc:spChg chg="mod">
          <ac:chgData name="LE FALHER, Martial" userId="4e18b825-4c81-4fdf-8616-10afe3723b47" providerId="ADAL" clId="{055A2AAE-F55B-4C0C-8D50-7115180FAC95}" dt="2024-08-22T12:56:45.556" v="615" actId="113"/>
          <ac:spMkLst>
            <pc:docMk/>
            <pc:sldMk cId="3868182096" sldId="391"/>
            <ac:spMk id="73" creationId="{00000000-0000-0000-0000-000000000000}"/>
          </ac:spMkLst>
        </pc:spChg>
      </pc:sldChg>
      <pc:sldChg chg="modSp">
        <pc:chgData name="LE FALHER, Martial" userId="4e18b825-4c81-4fdf-8616-10afe3723b47" providerId="ADAL" clId="{055A2AAE-F55B-4C0C-8D50-7115180FAC95}" dt="2024-08-22T09:36:31.786" v="142" actId="1076"/>
        <pc:sldMkLst>
          <pc:docMk/>
          <pc:sldMk cId="4057771642" sldId="413"/>
        </pc:sldMkLst>
        <pc:spChg chg="mod">
          <ac:chgData name="LE FALHER, Martial" userId="4e18b825-4c81-4fdf-8616-10afe3723b47" providerId="ADAL" clId="{055A2AAE-F55B-4C0C-8D50-7115180FAC95}" dt="2024-08-22T09:36:21.240" v="134" actId="20578"/>
          <ac:spMkLst>
            <pc:docMk/>
            <pc:sldMk cId="4057771642" sldId="413"/>
            <ac:spMk id="62" creationId="{C9488228-A1C7-4762-B149-BC040857899C}"/>
          </ac:spMkLst>
        </pc:spChg>
        <pc:cxnChg chg="mod">
          <ac:chgData name="LE FALHER, Martial" userId="4e18b825-4c81-4fdf-8616-10afe3723b47" providerId="ADAL" clId="{055A2AAE-F55B-4C0C-8D50-7115180FAC95}" dt="2024-08-22T09:36:31.786" v="142" actId="1076"/>
          <ac:cxnSpMkLst>
            <pc:docMk/>
            <pc:sldMk cId="4057771642" sldId="413"/>
            <ac:cxnSpMk id="57" creationId="{6DDEE680-D968-42A4-96E2-59D600E1080E}"/>
          </ac:cxnSpMkLst>
        </pc:cxnChg>
      </pc:sldChg>
      <pc:sldChg chg="delSp modSp mod">
        <pc:chgData name="LE FALHER, Martial" userId="4e18b825-4c81-4fdf-8616-10afe3723b47" providerId="ADAL" clId="{055A2AAE-F55B-4C0C-8D50-7115180FAC95}" dt="2024-08-22T12:08:50.637" v="427" actId="1076"/>
        <pc:sldMkLst>
          <pc:docMk/>
          <pc:sldMk cId="2607479552" sldId="508"/>
        </pc:sldMkLst>
        <pc:spChg chg="del">
          <ac:chgData name="LE FALHER, Martial" userId="4e18b825-4c81-4fdf-8616-10afe3723b47" providerId="ADAL" clId="{055A2AAE-F55B-4C0C-8D50-7115180FAC95}" dt="2024-08-22T12:08:01.517" v="423" actId="478"/>
          <ac:spMkLst>
            <pc:docMk/>
            <pc:sldMk cId="2607479552" sldId="508"/>
            <ac:spMk id="2" creationId="{160EF109-6F6C-422C-CC74-7AD219D0350F}"/>
          </ac:spMkLst>
        </pc:spChg>
        <pc:spChg chg="del">
          <ac:chgData name="LE FALHER, Martial" userId="4e18b825-4c81-4fdf-8616-10afe3723b47" providerId="ADAL" clId="{055A2AAE-F55B-4C0C-8D50-7115180FAC95}" dt="2024-08-22T12:08:01.517" v="423" actId="478"/>
          <ac:spMkLst>
            <pc:docMk/>
            <pc:sldMk cId="2607479552" sldId="508"/>
            <ac:spMk id="7" creationId="{FAC74910-185C-3FF6-1AA3-10F137CF1DCB}"/>
          </ac:spMkLst>
        </pc:spChg>
        <pc:spChg chg="del">
          <ac:chgData name="LE FALHER, Martial" userId="4e18b825-4c81-4fdf-8616-10afe3723b47" providerId="ADAL" clId="{055A2AAE-F55B-4C0C-8D50-7115180FAC95}" dt="2024-08-22T11:45:40.130" v="346" actId="478"/>
          <ac:spMkLst>
            <pc:docMk/>
            <pc:sldMk cId="2607479552" sldId="508"/>
            <ac:spMk id="8" creationId="{E51E2753-93D4-237F-DB1C-2BC242EECD98}"/>
          </ac:spMkLst>
        </pc:spChg>
        <pc:spChg chg="del">
          <ac:chgData name="LE FALHER, Martial" userId="4e18b825-4c81-4fdf-8616-10afe3723b47" providerId="ADAL" clId="{055A2AAE-F55B-4C0C-8D50-7115180FAC95}" dt="2024-08-22T12:08:01.517" v="423" actId="478"/>
          <ac:spMkLst>
            <pc:docMk/>
            <pc:sldMk cId="2607479552" sldId="508"/>
            <ac:spMk id="9" creationId="{511C554A-BA9E-79EC-160B-ACF3B72C94A3}"/>
          </ac:spMkLst>
        </pc:spChg>
        <pc:spChg chg="del">
          <ac:chgData name="LE FALHER, Martial" userId="4e18b825-4c81-4fdf-8616-10afe3723b47" providerId="ADAL" clId="{055A2AAE-F55B-4C0C-8D50-7115180FAC95}" dt="2024-08-22T12:08:36.534" v="426" actId="478"/>
          <ac:spMkLst>
            <pc:docMk/>
            <pc:sldMk cId="2607479552" sldId="508"/>
            <ac:spMk id="10" creationId="{43846CD2-4145-BAB9-02D0-8D459FF787A7}"/>
          </ac:spMkLst>
        </pc:spChg>
        <pc:spChg chg="del">
          <ac:chgData name="LE FALHER, Martial" userId="4e18b825-4c81-4fdf-8616-10afe3723b47" providerId="ADAL" clId="{055A2AAE-F55B-4C0C-8D50-7115180FAC95}" dt="2024-08-22T11:45:40.130" v="346" actId="478"/>
          <ac:spMkLst>
            <pc:docMk/>
            <pc:sldMk cId="2607479552" sldId="508"/>
            <ac:spMk id="44" creationId="{80589C38-CAA4-4849-750E-A43242555D8D}"/>
          </ac:spMkLst>
        </pc:spChg>
        <pc:spChg chg="del">
          <ac:chgData name="LE FALHER, Martial" userId="4e18b825-4c81-4fdf-8616-10afe3723b47" providerId="ADAL" clId="{055A2AAE-F55B-4C0C-8D50-7115180FAC95}" dt="2024-08-22T11:45:40.130" v="346" actId="478"/>
          <ac:spMkLst>
            <pc:docMk/>
            <pc:sldMk cId="2607479552" sldId="508"/>
            <ac:spMk id="45" creationId="{EB04F4E8-218A-63AD-24F0-92239395E558}"/>
          </ac:spMkLst>
        </pc:spChg>
        <pc:spChg chg="del">
          <ac:chgData name="LE FALHER, Martial" userId="4e18b825-4c81-4fdf-8616-10afe3723b47" providerId="ADAL" clId="{055A2AAE-F55B-4C0C-8D50-7115180FAC95}" dt="2024-08-22T11:45:40.130" v="346" actId="478"/>
          <ac:spMkLst>
            <pc:docMk/>
            <pc:sldMk cId="2607479552" sldId="508"/>
            <ac:spMk id="46" creationId="{80D6213D-89F1-FD3B-FE6C-04A5DBCFCD70}"/>
          </ac:spMkLst>
        </pc:spChg>
        <pc:spChg chg="del">
          <ac:chgData name="LE FALHER, Martial" userId="4e18b825-4c81-4fdf-8616-10afe3723b47" providerId="ADAL" clId="{055A2AAE-F55B-4C0C-8D50-7115180FAC95}" dt="2024-08-22T12:08:01.517" v="423" actId="478"/>
          <ac:spMkLst>
            <pc:docMk/>
            <pc:sldMk cId="2607479552" sldId="508"/>
            <ac:spMk id="47" creationId="{808C7527-D930-FB78-CE85-9EFADCBF97E3}"/>
          </ac:spMkLst>
        </pc:spChg>
        <pc:spChg chg="del">
          <ac:chgData name="LE FALHER, Martial" userId="4e18b825-4c81-4fdf-8616-10afe3723b47" providerId="ADAL" clId="{055A2AAE-F55B-4C0C-8D50-7115180FAC95}" dt="2024-08-22T12:08:01.517" v="423" actId="478"/>
          <ac:spMkLst>
            <pc:docMk/>
            <pc:sldMk cId="2607479552" sldId="508"/>
            <ac:spMk id="48" creationId="{01BDE07A-20FE-218A-5C82-F09A5676E9AD}"/>
          </ac:spMkLst>
        </pc:spChg>
        <pc:spChg chg="del">
          <ac:chgData name="LE FALHER, Martial" userId="4e18b825-4c81-4fdf-8616-10afe3723b47" providerId="ADAL" clId="{055A2AAE-F55B-4C0C-8D50-7115180FAC95}" dt="2024-08-22T11:45:40.130" v="346" actId="478"/>
          <ac:spMkLst>
            <pc:docMk/>
            <pc:sldMk cId="2607479552" sldId="508"/>
            <ac:spMk id="49" creationId="{67213983-98F8-8C20-4E7E-AE552781DD33}"/>
          </ac:spMkLst>
        </pc:spChg>
        <pc:spChg chg="del">
          <ac:chgData name="LE FALHER, Martial" userId="4e18b825-4c81-4fdf-8616-10afe3723b47" providerId="ADAL" clId="{055A2AAE-F55B-4C0C-8D50-7115180FAC95}" dt="2024-08-22T11:46:47.040" v="355" actId="478"/>
          <ac:spMkLst>
            <pc:docMk/>
            <pc:sldMk cId="2607479552" sldId="508"/>
            <ac:spMk id="51" creationId="{A50B61EE-B639-ED7F-F9B3-1B5B3AC7DEE9}"/>
          </ac:spMkLst>
        </pc:spChg>
        <pc:spChg chg="del">
          <ac:chgData name="LE FALHER, Martial" userId="4e18b825-4c81-4fdf-8616-10afe3723b47" providerId="ADAL" clId="{055A2AAE-F55B-4C0C-8D50-7115180FAC95}" dt="2024-08-22T11:45:40.130" v="346" actId="478"/>
          <ac:spMkLst>
            <pc:docMk/>
            <pc:sldMk cId="2607479552" sldId="508"/>
            <ac:spMk id="52" creationId="{338042D7-E32B-BF76-1C2D-B9916FAF0950}"/>
          </ac:spMkLst>
        </pc:spChg>
        <pc:spChg chg="del">
          <ac:chgData name="LE FALHER, Martial" userId="4e18b825-4c81-4fdf-8616-10afe3723b47" providerId="ADAL" clId="{055A2AAE-F55B-4C0C-8D50-7115180FAC95}" dt="2024-08-22T11:45:40.130" v="346" actId="478"/>
          <ac:spMkLst>
            <pc:docMk/>
            <pc:sldMk cId="2607479552" sldId="508"/>
            <ac:spMk id="55" creationId="{A0DB8D4D-2D49-C322-30A6-BA74EA2EFFD1}"/>
          </ac:spMkLst>
        </pc:spChg>
        <pc:spChg chg="del">
          <ac:chgData name="LE FALHER, Martial" userId="4e18b825-4c81-4fdf-8616-10afe3723b47" providerId="ADAL" clId="{055A2AAE-F55B-4C0C-8D50-7115180FAC95}" dt="2024-08-22T11:45:40.130" v="346" actId="478"/>
          <ac:spMkLst>
            <pc:docMk/>
            <pc:sldMk cId="2607479552" sldId="508"/>
            <ac:spMk id="56" creationId="{C3EF1307-2565-329F-B171-FF045275C593}"/>
          </ac:spMkLst>
        </pc:spChg>
        <pc:spChg chg="del">
          <ac:chgData name="LE FALHER, Martial" userId="4e18b825-4c81-4fdf-8616-10afe3723b47" providerId="ADAL" clId="{055A2AAE-F55B-4C0C-8D50-7115180FAC95}" dt="2024-08-22T11:45:40.130" v="346" actId="478"/>
          <ac:spMkLst>
            <pc:docMk/>
            <pc:sldMk cId="2607479552" sldId="508"/>
            <ac:spMk id="57" creationId="{2A258C57-30AE-BAE5-680F-1A89E7806912}"/>
          </ac:spMkLst>
        </pc:spChg>
        <pc:spChg chg="del">
          <ac:chgData name="LE FALHER, Martial" userId="4e18b825-4c81-4fdf-8616-10afe3723b47" providerId="ADAL" clId="{055A2AAE-F55B-4C0C-8D50-7115180FAC95}" dt="2024-08-22T11:45:40.130" v="346" actId="478"/>
          <ac:spMkLst>
            <pc:docMk/>
            <pc:sldMk cId="2607479552" sldId="508"/>
            <ac:spMk id="58" creationId="{BE1A6569-78CE-C730-119B-B8D6027D45D8}"/>
          </ac:spMkLst>
        </pc:spChg>
        <pc:spChg chg="del">
          <ac:chgData name="LE FALHER, Martial" userId="4e18b825-4c81-4fdf-8616-10afe3723b47" providerId="ADAL" clId="{055A2AAE-F55B-4C0C-8D50-7115180FAC95}" dt="2024-08-22T11:45:40.130" v="346" actId="478"/>
          <ac:spMkLst>
            <pc:docMk/>
            <pc:sldMk cId="2607479552" sldId="508"/>
            <ac:spMk id="59" creationId="{C17501F5-AAE7-726D-6C39-D6FB7B1AB46F}"/>
          </ac:spMkLst>
        </pc:spChg>
        <pc:spChg chg="del">
          <ac:chgData name="LE FALHER, Martial" userId="4e18b825-4c81-4fdf-8616-10afe3723b47" providerId="ADAL" clId="{055A2AAE-F55B-4C0C-8D50-7115180FAC95}" dt="2024-08-22T12:08:01.517" v="423" actId="478"/>
          <ac:spMkLst>
            <pc:docMk/>
            <pc:sldMk cId="2607479552" sldId="508"/>
            <ac:spMk id="61" creationId="{088F862E-5E08-9030-13EB-A0C8BA34412E}"/>
          </ac:spMkLst>
        </pc:spChg>
        <pc:spChg chg="mod">
          <ac:chgData name="LE FALHER, Martial" userId="4e18b825-4c81-4fdf-8616-10afe3723b47" providerId="ADAL" clId="{055A2AAE-F55B-4C0C-8D50-7115180FAC95}" dt="2024-08-22T12:08:50.637" v="427" actId="1076"/>
          <ac:spMkLst>
            <pc:docMk/>
            <pc:sldMk cId="2607479552" sldId="508"/>
            <ac:spMk id="109" creationId="{3D4C149E-AF6C-4CC2-B01B-65A002A33D11}"/>
          </ac:spMkLst>
        </pc:spChg>
        <pc:spChg chg="mod">
          <ac:chgData name="LE FALHER, Martial" userId="4e18b825-4c81-4fdf-8616-10afe3723b47" providerId="ADAL" clId="{055A2AAE-F55B-4C0C-8D50-7115180FAC95}" dt="2024-08-22T12:08:50.637" v="427" actId="1076"/>
          <ac:spMkLst>
            <pc:docMk/>
            <pc:sldMk cId="2607479552" sldId="508"/>
            <ac:spMk id="111"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3"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4"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5"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6"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7"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8"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19"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26" creationId="{00000000-0000-0000-0000-000000000000}"/>
          </ac:spMkLst>
        </pc:spChg>
        <pc:spChg chg="del">
          <ac:chgData name="LE FALHER, Martial" userId="4e18b825-4c81-4fdf-8616-10afe3723b47" providerId="ADAL" clId="{055A2AAE-F55B-4C0C-8D50-7115180FAC95}" dt="2024-08-22T12:08:01.517" v="423" actId="478"/>
          <ac:spMkLst>
            <pc:docMk/>
            <pc:sldMk cId="2607479552" sldId="508"/>
            <ac:spMk id="127" creationId="{48908FD5-1217-41F5-AFCF-0F9B2FFE437C}"/>
          </ac:spMkLst>
        </pc:spChg>
        <pc:spChg chg="del mod">
          <ac:chgData name="LE FALHER, Martial" userId="4e18b825-4c81-4fdf-8616-10afe3723b47" providerId="ADAL" clId="{055A2AAE-F55B-4C0C-8D50-7115180FAC95}" dt="2024-08-22T12:08:01.517" v="423" actId="478"/>
          <ac:spMkLst>
            <pc:docMk/>
            <pc:sldMk cId="2607479552" sldId="508"/>
            <ac:spMk id="128" creationId="{0BE43311-7BD9-4412-AB73-DE1F6306533F}"/>
          </ac:spMkLst>
        </pc:spChg>
        <pc:spChg chg="del">
          <ac:chgData name="LE FALHER, Martial" userId="4e18b825-4c81-4fdf-8616-10afe3723b47" providerId="ADAL" clId="{055A2AAE-F55B-4C0C-8D50-7115180FAC95}" dt="2024-08-22T12:08:01.517" v="423" actId="478"/>
          <ac:spMkLst>
            <pc:docMk/>
            <pc:sldMk cId="2607479552" sldId="508"/>
            <ac:spMk id="129" creationId="{65A61A4E-DCB1-4553-AC07-498854E594FD}"/>
          </ac:spMkLst>
        </pc:spChg>
        <pc:spChg chg="mod">
          <ac:chgData name="LE FALHER, Martial" userId="4e18b825-4c81-4fdf-8616-10afe3723b47" providerId="ADAL" clId="{055A2AAE-F55B-4C0C-8D50-7115180FAC95}" dt="2024-08-22T12:08:50.637" v="427" actId="1076"/>
          <ac:spMkLst>
            <pc:docMk/>
            <pc:sldMk cId="2607479552" sldId="508"/>
            <ac:spMk id="139"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0"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1"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2"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3"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4"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55" creationId="{00000000-0000-0000-0000-000000000000}"/>
          </ac:spMkLst>
        </pc:spChg>
        <pc:spChg chg="del mod">
          <ac:chgData name="LE FALHER, Martial" userId="4e18b825-4c81-4fdf-8616-10afe3723b47" providerId="ADAL" clId="{055A2AAE-F55B-4C0C-8D50-7115180FAC95}" dt="2024-08-22T12:08:01.517" v="423" actId="478"/>
          <ac:spMkLst>
            <pc:docMk/>
            <pc:sldMk cId="2607479552" sldId="508"/>
            <ac:spMk id="156" creationId="{89FB5B53-C7A9-4D57-930B-995AD0DDDBEA}"/>
          </ac:spMkLst>
        </pc:spChg>
        <pc:spChg chg="mod">
          <ac:chgData name="LE FALHER, Martial" userId="4e18b825-4c81-4fdf-8616-10afe3723b47" providerId="ADAL" clId="{055A2AAE-F55B-4C0C-8D50-7115180FAC95}" dt="2024-08-22T12:08:50.637" v="427" actId="1076"/>
          <ac:spMkLst>
            <pc:docMk/>
            <pc:sldMk cId="2607479552" sldId="508"/>
            <ac:spMk id="159"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60"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61"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62" creationId="{00000000-0000-0000-0000-000000000000}"/>
          </ac:spMkLst>
        </pc:spChg>
        <pc:spChg chg="del">
          <ac:chgData name="LE FALHER, Martial" userId="4e18b825-4c81-4fdf-8616-10afe3723b47" providerId="ADAL" clId="{055A2AAE-F55B-4C0C-8D50-7115180FAC95}" dt="2024-08-22T12:08:01.517" v="423" actId="478"/>
          <ac:spMkLst>
            <pc:docMk/>
            <pc:sldMk cId="2607479552" sldId="508"/>
            <ac:spMk id="163" creationId="{01C2BECD-AFE3-465A-9B5F-78248E706BA6}"/>
          </ac:spMkLst>
        </pc:spChg>
        <pc:spChg chg="mod">
          <ac:chgData name="LE FALHER, Martial" userId="4e18b825-4c81-4fdf-8616-10afe3723b47" providerId="ADAL" clId="{055A2AAE-F55B-4C0C-8D50-7115180FAC95}" dt="2024-08-22T12:08:50.637" v="427" actId="1076"/>
          <ac:spMkLst>
            <pc:docMk/>
            <pc:sldMk cId="2607479552" sldId="508"/>
            <ac:spMk id="168"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74"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85" creationId="{00000000-0000-0000-0000-000000000000}"/>
          </ac:spMkLst>
        </pc:spChg>
        <pc:spChg chg="mod">
          <ac:chgData name="LE FALHER, Martial" userId="4e18b825-4c81-4fdf-8616-10afe3723b47" providerId="ADAL" clId="{055A2AAE-F55B-4C0C-8D50-7115180FAC95}" dt="2024-08-22T12:08:50.637" v="427" actId="1076"/>
          <ac:spMkLst>
            <pc:docMk/>
            <pc:sldMk cId="2607479552" sldId="508"/>
            <ac:spMk id="192" creationId="{1F6D933B-494D-4363-BEF6-C622F8C8DEE2}"/>
          </ac:spMkLst>
        </pc:spChg>
        <pc:spChg chg="del">
          <ac:chgData name="LE FALHER, Martial" userId="4e18b825-4c81-4fdf-8616-10afe3723b47" providerId="ADAL" clId="{055A2AAE-F55B-4C0C-8D50-7115180FAC95}" dt="2024-08-22T12:08:01.517" v="423" actId="478"/>
          <ac:spMkLst>
            <pc:docMk/>
            <pc:sldMk cId="2607479552" sldId="508"/>
            <ac:spMk id="199" creationId="{EE4458FB-5DF8-47D7-B7FB-407C3F82B1EA}"/>
          </ac:spMkLst>
        </pc:spChg>
        <pc:spChg chg="mod">
          <ac:chgData name="LE FALHER, Martial" userId="4e18b825-4c81-4fdf-8616-10afe3723b47" providerId="ADAL" clId="{055A2AAE-F55B-4C0C-8D50-7115180FAC95}" dt="2024-08-22T12:08:50.637" v="427" actId="1076"/>
          <ac:spMkLst>
            <pc:docMk/>
            <pc:sldMk cId="2607479552" sldId="508"/>
            <ac:spMk id="200" creationId="{98CF863B-9D5B-4AA5-9AD4-C9D0FF04E091}"/>
          </ac:spMkLst>
        </pc:spChg>
        <pc:spChg chg="mod">
          <ac:chgData name="LE FALHER, Martial" userId="4e18b825-4c81-4fdf-8616-10afe3723b47" providerId="ADAL" clId="{055A2AAE-F55B-4C0C-8D50-7115180FAC95}" dt="2024-08-22T12:08:50.637" v="427" actId="1076"/>
          <ac:spMkLst>
            <pc:docMk/>
            <pc:sldMk cId="2607479552" sldId="508"/>
            <ac:spMk id="212" creationId="{23F5CBD0-AD44-4F53-B2F6-5819CB603297}"/>
          </ac:spMkLst>
        </pc:spChg>
        <pc:spChg chg="mod">
          <ac:chgData name="LE FALHER, Martial" userId="4e18b825-4c81-4fdf-8616-10afe3723b47" providerId="ADAL" clId="{055A2AAE-F55B-4C0C-8D50-7115180FAC95}" dt="2024-08-22T12:08:50.637" v="427" actId="1076"/>
          <ac:spMkLst>
            <pc:docMk/>
            <pc:sldMk cId="2607479552" sldId="508"/>
            <ac:spMk id="223" creationId="{C2AF832E-4937-4569-B387-7C2AC85C7B0C}"/>
          </ac:spMkLst>
        </pc:spChg>
        <pc:spChg chg="mod">
          <ac:chgData name="LE FALHER, Martial" userId="4e18b825-4c81-4fdf-8616-10afe3723b47" providerId="ADAL" clId="{055A2AAE-F55B-4C0C-8D50-7115180FAC95}" dt="2024-08-22T12:08:50.637" v="427" actId="1076"/>
          <ac:spMkLst>
            <pc:docMk/>
            <pc:sldMk cId="2607479552" sldId="508"/>
            <ac:spMk id="235" creationId="{BD6BF6B4-CF40-4453-9D2F-258659F36742}"/>
          </ac:spMkLst>
        </pc:spChg>
        <pc:spChg chg="mod">
          <ac:chgData name="LE FALHER, Martial" userId="4e18b825-4c81-4fdf-8616-10afe3723b47" providerId="ADAL" clId="{055A2AAE-F55B-4C0C-8D50-7115180FAC95}" dt="2024-08-22T12:08:50.637" v="427" actId="1076"/>
          <ac:spMkLst>
            <pc:docMk/>
            <pc:sldMk cId="2607479552" sldId="508"/>
            <ac:spMk id="236" creationId="{B38980F8-D88F-46D4-9B5C-1A77388E136D}"/>
          </ac:spMkLst>
        </pc:spChg>
        <pc:spChg chg="mod">
          <ac:chgData name="LE FALHER, Martial" userId="4e18b825-4c81-4fdf-8616-10afe3723b47" providerId="ADAL" clId="{055A2AAE-F55B-4C0C-8D50-7115180FAC95}" dt="2024-08-22T12:08:50.637" v="427" actId="1076"/>
          <ac:spMkLst>
            <pc:docMk/>
            <pc:sldMk cId="2607479552" sldId="508"/>
            <ac:spMk id="237" creationId="{55811BCA-6073-447C-96E3-9F1EC2756BE2}"/>
          </ac:spMkLst>
        </pc:spChg>
        <pc:spChg chg="mod">
          <ac:chgData name="LE FALHER, Martial" userId="4e18b825-4c81-4fdf-8616-10afe3723b47" providerId="ADAL" clId="{055A2AAE-F55B-4C0C-8D50-7115180FAC95}" dt="2024-08-22T12:08:50.637" v="427" actId="1076"/>
          <ac:spMkLst>
            <pc:docMk/>
            <pc:sldMk cId="2607479552" sldId="508"/>
            <ac:spMk id="239" creationId="{8058C4E7-424B-4133-A271-90742A256197}"/>
          </ac:spMkLst>
        </pc:spChg>
        <pc:spChg chg="mod">
          <ac:chgData name="LE FALHER, Martial" userId="4e18b825-4c81-4fdf-8616-10afe3723b47" providerId="ADAL" clId="{055A2AAE-F55B-4C0C-8D50-7115180FAC95}" dt="2024-08-22T12:08:50.637" v="427" actId="1076"/>
          <ac:spMkLst>
            <pc:docMk/>
            <pc:sldMk cId="2607479552" sldId="508"/>
            <ac:spMk id="241" creationId="{C4F7E264-9B03-4436-8227-AF22AB36CA47}"/>
          </ac:spMkLst>
        </pc:spChg>
        <pc:spChg chg="mod">
          <ac:chgData name="LE FALHER, Martial" userId="4e18b825-4c81-4fdf-8616-10afe3723b47" providerId="ADAL" clId="{055A2AAE-F55B-4C0C-8D50-7115180FAC95}" dt="2024-08-22T12:08:50.637" v="427" actId="1076"/>
          <ac:spMkLst>
            <pc:docMk/>
            <pc:sldMk cId="2607479552" sldId="508"/>
            <ac:spMk id="244" creationId="{3FE77914-9678-4AA3-8234-87A7661916C5}"/>
          </ac:spMkLst>
        </pc:spChg>
        <pc:spChg chg="mod">
          <ac:chgData name="LE FALHER, Martial" userId="4e18b825-4c81-4fdf-8616-10afe3723b47" providerId="ADAL" clId="{055A2AAE-F55B-4C0C-8D50-7115180FAC95}" dt="2024-08-22T12:08:50.637" v="427" actId="1076"/>
          <ac:spMkLst>
            <pc:docMk/>
            <pc:sldMk cId="2607479552" sldId="508"/>
            <ac:spMk id="245" creationId="{8250F67E-93CF-4CD0-A2FC-522C5BC4ED86}"/>
          </ac:spMkLst>
        </pc:spChg>
        <pc:spChg chg="mod">
          <ac:chgData name="LE FALHER, Martial" userId="4e18b825-4c81-4fdf-8616-10afe3723b47" providerId="ADAL" clId="{055A2AAE-F55B-4C0C-8D50-7115180FAC95}" dt="2024-08-22T12:08:50.637" v="427" actId="1076"/>
          <ac:spMkLst>
            <pc:docMk/>
            <pc:sldMk cId="2607479552" sldId="508"/>
            <ac:spMk id="246" creationId="{AB64AB98-E7BB-4565-8F32-04BDF68CE122}"/>
          </ac:spMkLst>
        </pc:spChg>
        <pc:spChg chg="mod">
          <ac:chgData name="LE FALHER, Martial" userId="4e18b825-4c81-4fdf-8616-10afe3723b47" providerId="ADAL" clId="{055A2AAE-F55B-4C0C-8D50-7115180FAC95}" dt="2024-08-22T12:08:50.637" v="427" actId="1076"/>
          <ac:spMkLst>
            <pc:docMk/>
            <pc:sldMk cId="2607479552" sldId="508"/>
            <ac:spMk id="247" creationId="{06F5B2D6-4072-4589-9341-520E7F5D599D}"/>
          </ac:spMkLst>
        </pc:spChg>
        <pc:spChg chg="mod">
          <ac:chgData name="LE FALHER, Martial" userId="4e18b825-4c81-4fdf-8616-10afe3723b47" providerId="ADAL" clId="{055A2AAE-F55B-4C0C-8D50-7115180FAC95}" dt="2024-08-22T12:08:50.637" v="427" actId="1076"/>
          <ac:spMkLst>
            <pc:docMk/>
            <pc:sldMk cId="2607479552" sldId="508"/>
            <ac:spMk id="252" creationId="{DC61D096-9CD6-4CB5-A94C-0A6CD36AD023}"/>
          </ac:spMkLst>
        </pc:spChg>
        <pc:spChg chg="mod">
          <ac:chgData name="LE FALHER, Martial" userId="4e18b825-4c81-4fdf-8616-10afe3723b47" providerId="ADAL" clId="{055A2AAE-F55B-4C0C-8D50-7115180FAC95}" dt="2024-08-22T12:08:50.637" v="427" actId="1076"/>
          <ac:spMkLst>
            <pc:docMk/>
            <pc:sldMk cId="2607479552" sldId="508"/>
            <ac:spMk id="254" creationId="{14977A7A-F69B-423A-8051-BC7378F363DA}"/>
          </ac:spMkLst>
        </pc:spChg>
        <pc:spChg chg="del">
          <ac:chgData name="LE FALHER, Martial" userId="4e18b825-4c81-4fdf-8616-10afe3723b47" providerId="ADAL" clId="{055A2AAE-F55B-4C0C-8D50-7115180FAC95}" dt="2024-08-22T12:08:01.517" v="423" actId="478"/>
          <ac:spMkLst>
            <pc:docMk/>
            <pc:sldMk cId="2607479552" sldId="508"/>
            <ac:spMk id="256" creationId="{CB7A6850-AFD2-4DD6-8CE9-934156A6530B}"/>
          </ac:spMkLst>
        </pc:spChg>
        <pc:spChg chg="mod">
          <ac:chgData name="LE FALHER, Martial" userId="4e18b825-4c81-4fdf-8616-10afe3723b47" providerId="ADAL" clId="{055A2AAE-F55B-4C0C-8D50-7115180FAC95}" dt="2024-08-22T12:08:50.637" v="427" actId="1076"/>
          <ac:spMkLst>
            <pc:docMk/>
            <pc:sldMk cId="2607479552" sldId="508"/>
            <ac:spMk id="262" creationId="{B7D5DC7C-D992-4372-A0A8-D3D8441EE363}"/>
          </ac:spMkLst>
        </pc:spChg>
        <pc:spChg chg="del">
          <ac:chgData name="LE FALHER, Martial" userId="4e18b825-4c81-4fdf-8616-10afe3723b47" providerId="ADAL" clId="{055A2AAE-F55B-4C0C-8D50-7115180FAC95}" dt="2024-08-22T12:08:01.517" v="423" actId="478"/>
          <ac:spMkLst>
            <pc:docMk/>
            <pc:sldMk cId="2607479552" sldId="508"/>
            <ac:spMk id="272" creationId="{BB1117EA-C893-4605-89DA-03B0B1AA1B6E}"/>
          </ac:spMkLst>
        </pc:spChg>
        <pc:spChg chg="mod">
          <ac:chgData name="LE FALHER, Martial" userId="4e18b825-4c81-4fdf-8616-10afe3723b47" providerId="ADAL" clId="{055A2AAE-F55B-4C0C-8D50-7115180FAC95}" dt="2024-08-22T12:08:50.637" v="427" actId="1076"/>
          <ac:spMkLst>
            <pc:docMk/>
            <pc:sldMk cId="2607479552" sldId="508"/>
            <ac:spMk id="274" creationId="{5458C7DE-1661-4E13-89D8-78270F4E9EDA}"/>
          </ac:spMkLst>
        </pc:spChg>
        <pc:spChg chg="mod">
          <ac:chgData name="LE FALHER, Martial" userId="4e18b825-4c81-4fdf-8616-10afe3723b47" providerId="ADAL" clId="{055A2AAE-F55B-4C0C-8D50-7115180FAC95}" dt="2024-08-22T12:08:50.637" v="427" actId="1076"/>
          <ac:spMkLst>
            <pc:docMk/>
            <pc:sldMk cId="2607479552" sldId="508"/>
            <ac:spMk id="279" creationId="{D2286AC6-72D6-40BB-A7BD-1286ABA9839C}"/>
          </ac:spMkLst>
        </pc:spChg>
        <pc:spChg chg="mod">
          <ac:chgData name="LE FALHER, Martial" userId="4e18b825-4c81-4fdf-8616-10afe3723b47" providerId="ADAL" clId="{055A2AAE-F55B-4C0C-8D50-7115180FAC95}" dt="2024-08-22T12:08:50.637" v="427" actId="1076"/>
          <ac:spMkLst>
            <pc:docMk/>
            <pc:sldMk cId="2607479552" sldId="508"/>
            <ac:spMk id="280" creationId="{A601153D-DE3F-47BB-A70F-C823B703D308}"/>
          </ac:spMkLst>
        </pc:spChg>
        <pc:spChg chg="del">
          <ac:chgData name="LE FALHER, Martial" userId="4e18b825-4c81-4fdf-8616-10afe3723b47" providerId="ADAL" clId="{055A2AAE-F55B-4C0C-8D50-7115180FAC95}" dt="2024-08-22T12:08:01.517" v="423" actId="478"/>
          <ac:spMkLst>
            <pc:docMk/>
            <pc:sldMk cId="2607479552" sldId="508"/>
            <ac:spMk id="281" creationId="{F884742E-76CB-4F3C-BFB9-BF1C5CC4BC5F}"/>
          </ac:spMkLst>
        </pc:spChg>
        <pc:spChg chg="mod">
          <ac:chgData name="LE FALHER, Martial" userId="4e18b825-4c81-4fdf-8616-10afe3723b47" providerId="ADAL" clId="{055A2AAE-F55B-4C0C-8D50-7115180FAC95}" dt="2024-08-22T12:08:50.637" v="427" actId="1076"/>
          <ac:spMkLst>
            <pc:docMk/>
            <pc:sldMk cId="2607479552" sldId="508"/>
            <ac:spMk id="288" creationId="{469CBD5E-A218-488E-B4E6-C58EFE417865}"/>
          </ac:spMkLst>
        </pc:spChg>
        <pc:spChg chg="mod">
          <ac:chgData name="LE FALHER, Martial" userId="4e18b825-4c81-4fdf-8616-10afe3723b47" providerId="ADAL" clId="{055A2AAE-F55B-4C0C-8D50-7115180FAC95}" dt="2024-08-22T12:08:50.637" v="427" actId="1076"/>
          <ac:spMkLst>
            <pc:docMk/>
            <pc:sldMk cId="2607479552" sldId="508"/>
            <ac:spMk id="311" creationId="{5197C84C-20F6-4A1B-8793-2CCF716E1B4E}"/>
          </ac:spMkLst>
        </pc:spChg>
        <pc:spChg chg="mod">
          <ac:chgData name="LE FALHER, Martial" userId="4e18b825-4c81-4fdf-8616-10afe3723b47" providerId="ADAL" clId="{055A2AAE-F55B-4C0C-8D50-7115180FAC95}" dt="2024-08-22T12:08:50.637" v="427" actId="1076"/>
          <ac:spMkLst>
            <pc:docMk/>
            <pc:sldMk cId="2607479552" sldId="508"/>
            <ac:spMk id="326" creationId="{01BABC14-0362-4E09-8C04-1BDD57994E01}"/>
          </ac:spMkLst>
        </pc:spChg>
        <pc:spChg chg="mod">
          <ac:chgData name="LE FALHER, Martial" userId="4e18b825-4c81-4fdf-8616-10afe3723b47" providerId="ADAL" clId="{055A2AAE-F55B-4C0C-8D50-7115180FAC95}" dt="2024-08-22T12:08:50.637" v="427" actId="1076"/>
          <ac:spMkLst>
            <pc:docMk/>
            <pc:sldMk cId="2607479552" sldId="508"/>
            <ac:spMk id="336" creationId="{A47B52BF-A34B-4F7B-8432-56946BDCA35B}"/>
          </ac:spMkLst>
        </pc:spChg>
        <pc:spChg chg="mod">
          <ac:chgData name="LE FALHER, Martial" userId="4e18b825-4c81-4fdf-8616-10afe3723b47" providerId="ADAL" clId="{055A2AAE-F55B-4C0C-8D50-7115180FAC95}" dt="2024-08-22T12:08:50.637" v="427" actId="1076"/>
          <ac:spMkLst>
            <pc:docMk/>
            <pc:sldMk cId="2607479552" sldId="508"/>
            <ac:spMk id="473" creationId="{691E1AA9-167D-4CCE-B14E-E08576BED335}"/>
          </ac:spMkLst>
        </pc:spChg>
        <pc:cxnChg chg="mod">
          <ac:chgData name="LE FALHER, Martial" userId="4e18b825-4c81-4fdf-8616-10afe3723b47" providerId="ADAL" clId="{055A2AAE-F55B-4C0C-8D50-7115180FAC95}" dt="2024-08-22T12:08:50.637" v="427" actId="1076"/>
          <ac:cxnSpMkLst>
            <pc:docMk/>
            <pc:sldMk cId="2607479552" sldId="508"/>
            <ac:cxnSpMk id="6" creationId="{3F72B40D-2457-4399-8D84-104A7D6D6FD8}"/>
          </ac:cxnSpMkLst>
        </pc:cxnChg>
        <pc:cxnChg chg="del mod">
          <ac:chgData name="LE FALHER, Martial" userId="4e18b825-4c81-4fdf-8616-10afe3723b47" providerId="ADAL" clId="{055A2AAE-F55B-4C0C-8D50-7115180FAC95}" dt="2024-08-22T12:08:01.517" v="423" actId="478"/>
          <ac:cxnSpMkLst>
            <pc:docMk/>
            <pc:sldMk cId="2607479552" sldId="508"/>
            <ac:cxnSpMk id="18" creationId="{8AB125C9-1212-4998-AE9E-71ABFD534B46}"/>
          </ac:cxnSpMkLst>
        </pc:cxnChg>
        <pc:cxnChg chg="mod">
          <ac:chgData name="LE FALHER, Martial" userId="4e18b825-4c81-4fdf-8616-10afe3723b47" providerId="ADAL" clId="{055A2AAE-F55B-4C0C-8D50-7115180FAC95}" dt="2024-08-22T12:08:50.637" v="427" actId="1076"/>
          <ac:cxnSpMkLst>
            <pc:docMk/>
            <pc:sldMk cId="2607479552" sldId="508"/>
            <ac:cxnSpMk id="27" creationId="{CC429F4F-B680-8ADE-5C05-A7F2594F8845}"/>
          </ac:cxnSpMkLst>
        </pc:cxnChg>
        <pc:cxnChg chg="mod">
          <ac:chgData name="LE FALHER, Martial" userId="4e18b825-4c81-4fdf-8616-10afe3723b47" providerId="ADAL" clId="{055A2AAE-F55B-4C0C-8D50-7115180FAC95}" dt="2024-08-22T12:08:50.637" v="427" actId="1076"/>
          <ac:cxnSpMkLst>
            <pc:docMk/>
            <pc:sldMk cId="2607479552" sldId="508"/>
            <ac:cxnSpMk id="32"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34"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37" creationId="{361709D2-82F4-4417-931B-2BD1C62B5F61}"/>
          </ac:cxnSpMkLst>
        </pc:cxnChg>
        <pc:cxnChg chg="mod">
          <ac:chgData name="LE FALHER, Martial" userId="4e18b825-4c81-4fdf-8616-10afe3723b47" providerId="ADAL" clId="{055A2AAE-F55B-4C0C-8D50-7115180FAC95}" dt="2024-08-22T12:08:50.637" v="427" actId="1076"/>
          <ac:cxnSpMkLst>
            <pc:docMk/>
            <pc:sldMk cId="2607479552" sldId="508"/>
            <ac:cxnSpMk id="39" creationId="{564825EA-E83F-4FBA-A184-B5DB0A78861A}"/>
          </ac:cxnSpMkLst>
        </pc:cxnChg>
        <pc:cxnChg chg="del mod">
          <ac:chgData name="LE FALHER, Martial" userId="4e18b825-4c81-4fdf-8616-10afe3723b47" providerId="ADAL" clId="{055A2AAE-F55B-4C0C-8D50-7115180FAC95}" dt="2024-08-22T12:08:01.517" v="423" actId="478"/>
          <ac:cxnSpMkLst>
            <pc:docMk/>
            <pc:sldMk cId="2607479552" sldId="508"/>
            <ac:cxnSpMk id="40" creationId="{4805B998-A1ED-4F9C-8610-13C8F9A3B223}"/>
          </ac:cxnSpMkLst>
        </pc:cxnChg>
        <pc:cxnChg chg="del mod">
          <ac:chgData name="LE FALHER, Martial" userId="4e18b825-4c81-4fdf-8616-10afe3723b47" providerId="ADAL" clId="{055A2AAE-F55B-4C0C-8D50-7115180FAC95}" dt="2024-08-22T12:08:01.517" v="423" actId="478"/>
          <ac:cxnSpMkLst>
            <pc:docMk/>
            <pc:sldMk cId="2607479552" sldId="508"/>
            <ac:cxnSpMk id="50" creationId="{8E983F2A-F646-47C9-1788-8E221C4BFBFA}"/>
          </ac:cxnSpMkLst>
        </pc:cxnChg>
        <pc:cxnChg chg="del mod">
          <ac:chgData name="LE FALHER, Martial" userId="4e18b825-4c81-4fdf-8616-10afe3723b47" providerId="ADAL" clId="{055A2AAE-F55B-4C0C-8D50-7115180FAC95}" dt="2024-08-22T12:08:01.517" v="423" actId="478"/>
          <ac:cxnSpMkLst>
            <pc:docMk/>
            <pc:sldMk cId="2607479552" sldId="508"/>
            <ac:cxnSpMk id="53" creationId="{6AA0D258-4468-DCCB-A15A-2C464101E43D}"/>
          </ac:cxnSpMkLst>
        </pc:cxnChg>
        <pc:cxnChg chg="mod">
          <ac:chgData name="LE FALHER, Martial" userId="4e18b825-4c81-4fdf-8616-10afe3723b47" providerId="ADAL" clId="{055A2AAE-F55B-4C0C-8D50-7115180FAC95}" dt="2024-08-22T12:08:50.637" v="427" actId="1076"/>
          <ac:cxnSpMkLst>
            <pc:docMk/>
            <pc:sldMk cId="2607479552" sldId="508"/>
            <ac:cxnSpMk id="54" creationId="{07A4776C-DC3B-4948-931D-F5ABED73CA33}"/>
          </ac:cxnSpMkLst>
        </pc:cxnChg>
        <pc:cxnChg chg="mod">
          <ac:chgData name="LE FALHER, Martial" userId="4e18b825-4c81-4fdf-8616-10afe3723b47" providerId="ADAL" clId="{055A2AAE-F55B-4C0C-8D50-7115180FAC95}" dt="2024-08-22T12:08:50.637" v="427" actId="1076"/>
          <ac:cxnSpMkLst>
            <pc:docMk/>
            <pc:sldMk cId="2607479552" sldId="508"/>
            <ac:cxnSpMk id="60" creationId="{5E172DF7-86A3-484B-83E2-59ABA564A54F}"/>
          </ac:cxnSpMkLst>
        </pc:cxnChg>
        <pc:cxnChg chg="mod">
          <ac:chgData name="LE FALHER, Martial" userId="4e18b825-4c81-4fdf-8616-10afe3723b47" providerId="ADAL" clId="{055A2AAE-F55B-4C0C-8D50-7115180FAC95}" dt="2024-08-22T12:08:50.637" v="427" actId="1076"/>
          <ac:cxnSpMkLst>
            <pc:docMk/>
            <pc:sldMk cId="2607479552" sldId="508"/>
            <ac:cxnSpMk id="62" creationId="{79858EE7-9393-4364-A6CF-AF7E96069AC1}"/>
          </ac:cxnSpMkLst>
        </pc:cxnChg>
        <pc:cxnChg chg="mod">
          <ac:chgData name="LE FALHER, Martial" userId="4e18b825-4c81-4fdf-8616-10afe3723b47" providerId="ADAL" clId="{055A2AAE-F55B-4C0C-8D50-7115180FAC95}" dt="2024-08-22T12:08:50.637" v="427" actId="1076"/>
          <ac:cxnSpMkLst>
            <pc:docMk/>
            <pc:sldMk cId="2607479552" sldId="508"/>
            <ac:cxnSpMk id="65" creationId="{DB9C2E11-8E26-4D94-A46A-24EDD9D5BAFD}"/>
          </ac:cxnSpMkLst>
        </pc:cxnChg>
        <pc:cxnChg chg="mod">
          <ac:chgData name="LE FALHER, Martial" userId="4e18b825-4c81-4fdf-8616-10afe3723b47" providerId="ADAL" clId="{055A2AAE-F55B-4C0C-8D50-7115180FAC95}" dt="2024-08-22T12:08:50.637" v="427" actId="1076"/>
          <ac:cxnSpMkLst>
            <pc:docMk/>
            <pc:sldMk cId="2607479552" sldId="508"/>
            <ac:cxnSpMk id="68" creationId="{26C25D1C-C1D8-4A57-9FF0-BD1D49C27975}"/>
          </ac:cxnSpMkLst>
        </pc:cxnChg>
        <pc:cxnChg chg="mod">
          <ac:chgData name="LE FALHER, Martial" userId="4e18b825-4c81-4fdf-8616-10afe3723b47" providerId="ADAL" clId="{055A2AAE-F55B-4C0C-8D50-7115180FAC95}" dt="2024-08-22T12:08:50.637" v="427" actId="1076"/>
          <ac:cxnSpMkLst>
            <pc:docMk/>
            <pc:sldMk cId="2607479552" sldId="508"/>
            <ac:cxnSpMk id="70" creationId="{BC7B3F37-BC16-4C9C-A031-EA5A850A4E0F}"/>
          </ac:cxnSpMkLst>
        </pc:cxnChg>
        <pc:cxnChg chg="mod">
          <ac:chgData name="LE FALHER, Martial" userId="4e18b825-4c81-4fdf-8616-10afe3723b47" providerId="ADAL" clId="{055A2AAE-F55B-4C0C-8D50-7115180FAC95}" dt="2024-08-22T12:08:50.637" v="427" actId="1076"/>
          <ac:cxnSpMkLst>
            <pc:docMk/>
            <pc:sldMk cId="2607479552" sldId="508"/>
            <ac:cxnSpMk id="110" creationId="{00000000-0000-0000-0000-000000000000}"/>
          </ac:cxnSpMkLst>
        </pc:cxnChg>
        <pc:cxnChg chg="del mod">
          <ac:chgData name="LE FALHER, Martial" userId="4e18b825-4c81-4fdf-8616-10afe3723b47" providerId="ADAL" clId="{055A2AAE-F55B-4C0C-8D50-7115180FAC95}" dt="2024-08-22T12:08:01.517" v="423" actId="478"/>
          <ac:cxnSpMkLst>
            <pc:docMk/>
            <pc:sldMk cId="2607479552" sldId="508"/>
            <ac:cxnSpMk id="120"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21" creationId="{00000000-0000-0000-0000-000000000000}"/>
          </ac:cxnSpMkLst>
        </pc:cxnChg>
        <pc:cxnChg chg="del mod">
          <ac:chgData name="LE FALHER, Martial" userId="4e18b825-4c81-4fdf-8616-10afe3723b47" providerId="ADAL" clId="{055A2AAE-F55B-4C0C-8D50-7115180FAC95}" dt="2024-08-22T12:08:01.517" v="423" actId="478"/>
          <ac:cxnSpMkLst>
            <pc:docMk/>
            <pc:sldMk cId="2607479552" sldId="508"/>
            <ac:cxnSpMk id="122"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24"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25"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31" creationId="{DDF81F33-AEDC-4CB7-8E6F-94FA7B6FA4F3}"/>
          </ac:cxnSpMkLst>
        </pc:cxnChg>
        <pc:cxnChg chg="mod">
          <ac:chgData name="LE FALHER, Martial" userId="4e18b825-4c81-4fdf-8616-10afe3723b47" providerId="ADAL" clId="{055A2AAE-F55B-4C0C-8D50-7115180FAC95}" dt="2024-08-22T12:08:50.637" v="427" actId="1076"/>
          <ac:cxnSpMkLst>
            <pc:docMk/>
            <pc:sldMk cId="2607479552" sldId="508"/>
            <ac:cxnSpMk id="138" creationId="{2B033C7E-355E-4B22-9611-CAD1C9DA212D}"/>
          </ac:cxnSpMkLst>
        </pc:cxnChg>
        <pc:cxnChg chg="mod">
          <ac:chgData name="LE FALHER, Martial" userId="4e18b825-4c81-4fdf-8616-10afe3723b47" providerId="ADAL" clId="{055A2AAE-F55B-4C0C-8D50-7115180FAC95}" dt="2024-08-22T12:08:50.637" v="427" actId="1076"/>
          <ac:cxnSpMkLst>
            <pc:docMk/>
            <pc:sldMk cId="2607479552" sldId="508"/>
            <ac:cxnSpMk id="143"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46" creationId="{F00DFF8E-8925-464C-8588-A2DA02ADF327}"/>
          </ac:cxnSpMkLst>
        </pc:cxnChg>
        <pc:cxnChg chg="mod">
          <ac:chgData name="LE FALHER, Martial" userId="4e18b825-4c81-4fdf-8616-10afe3723b47" providerId="ADAL" clId="{055A2AAE-F55B-4C0C-8D50-7115180FAC95}" dt="2024-08-22T12:08:50.637" v="427" actId="1076"/>
          <ac:cxnSpMkLst>
            <pc:docMk/>
            <pc:sldMk cId="2607479552" sldId="508"/>
            <ac:cxnSpMk id="147"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49"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58"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64"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69" creationId="{00000000-0000-0000-0000-000000000000}"/>
          </ac:cxnSpMkLst>
        </pc:cxnChg>
        <pc:cxnChg chg="del mod">
          <ac:chgData name="LE FALHER, Martial" userId="4e18b825-4c81-4fdf-8616-10afe3723b47" providerId="ADAL" clId="{055A2AAE-F55B-4C0C-8D50-7115180FAC95}" dt="2024-08-22T12:08:01.517" v="423" actId="478"/>
          <ac:cxnSpMkLst>
            <pc:docMk/>
            <pc:sldMk cId="2607479552" sldId="508"/>
            <ac:cxnSpMk id="170" creationId="{51EC94C6-BBFD-4E06-9729-4B547372DE3E}"/>
          </ac:cxnSpMkLst>
        </pc:cxnChg>
        <pc:cxnChg chg="mod">
          <ac:chgData name="LE FALHER, Martial" userId="4e18b825-4c81-4fdf-8616-10afe3723b47" providerId="ADAL" clId="{055A2AAE-F55B-4C0C-8D50-7115180FAC95}" dt="2024-08-22T12:08:50.637" v="427" actId="1076"/>
          <ac:cxnSpMkLst>
            <pc:docMk/>
            <pc:sldMk cId="2607479552" sldId="508"/>
            <ac:cxnSpMk id="173" creationId="{00000000-0000-0000-0000-000000000000}"/>
          </ac:cxnSpMkLst>
        </pc:cxnChg>
        <pc:cxnChg chg="mod">
          <ac:chgData name="LE FALHER, Martial" userId="4e18b825-4c81-4fdf-8616-10afe3723b47" providerId="ADAL" clId="{055A2AAE-F55B-4C0C-8D50-7115180FAC95}" dt="2024-08-22T12:08:50.637" v="427" actId="1076"/>
          <ac:cxnSpMkLst>
            <pc:docMk/>
            <pc:sldMk cId="2607479552" sldId="508"/>
            <ac:cxnSpMk id="189" creationId="{25DD4671-0CBB-4F52-9266-E9C11AF4476A}"/>
          </ac:cxnSpMkLst>
        </pc:cxnChg>
        <pc:cxnChg chg="mod">
          <ac:chgData name="LE FALHER, Martial" userId="4e18b825-4c81-4fdf-8616-10afe3723b47" providerId="ADAL" clId="{055A2AAE-F55B-4C0C-8D50-7115180FAC95}" dt="2024-08-22T12:08:50.637" v="427" actId="1076"/>
          <ac:cxnSpMkLst>
            <pc:docMk/>
            <pc:sldMk cId="2607479552" sldId="508"/>
            <ac:cxnSpMk id="226" creationId="{4F31E075-E584-4D09-B64C-E353C97CBFD4}"/>
          </ac:cxnSpMkLst>
        </pc:cxnChg>
        <pc:cxnChg chg="mod">
          <ac:chgData name="LE FALHER, Martial" userId="4e18b825-4c81-4fdf-8616-10afe3723b47" providerId="ADAL" clId="{055A2AAE-F55B-4C0C-8D50-7115180FAC95}" dt="2024-08-22T12:08:50.637" v="427" actId="1076"/>
          <ac:cxnSpMkLst>
            <pc:docMk/>
            <pc:sldMk cId="2607479552" sldId="508"/>
            <ac:cxnSpMk id="242" creationId="{A2156E95-00DD-4470-B27D-6EE19F2550A9}"/>
          </ac:cxnSpMkLst>
        </pc:cxnChg>
        <pc:cxnChg chg="mod">
          <ac:chgData name="LE FALHER, Martial" userId="4e18b825-4c81-4fdf-8616-10afe3723b47" providerId="ADAL" clId="{055A2AAE-F55B-4C0C-8D50-7115180FAC95}" dt="2024-08-22T12:08:50.637" v="427" actId="1076"/>
          <ac:cxnSpMkLst>
            <pc:docMk/>
            <pc:sldMk cId="2607479552" sldId="508"/>
            <ac:cxnSpMk id="243" creationId="{DB623C09-900A-465C-951D-AD637F08E52E}"/>
          </ac:cxnSpMkLst>
        </pc:cxnChg>
        <pc:cxnChg chg="mod">
          <ac:chgData name="LE FALHER, Martial" userId="4e18b825-4c81-4fdf-8616-10afe3723b47" providerId="ADAL" clId="{055A2AAE-F55B-4C0C-8D50-7115180FAC95}" dt="2024-08-22T12:08:50.637" v="427" actId="1076"/>
          <ac:cxnSpMkLst>
            <pc:docMk/>
            <pc:sldMk cId="2607479552" sldId="508"/>
            <ac:cxnSpMk id="248" creationId="{97952784-ED09-4C92-80F5-ADC2366A2E2A}"/>
          </ac:cxnSpMkLst>
        </pc:cxnChg>
        <pc:cxnChg chg="mod">
          <ac:chgData name="LE FALHER, Martial" userId="4e18b825-4c81-4fdf-8616-10afe3723b47" providerId="ADAL" clId="{055A2AAE-F55B-4C0C-8D50-7115180FAC95}" dt="2024-08-22T12:08:50.637" v="427" actId="1076"/>
          <ac:cxnSpMkLst>
            <pc:docMk/>
            <pc:sldMk cId="2607479552" sldId="508"/>
            <ac:cxnSpMk id="250" creationId="{33DBC871-02AB-46C4-A7F3-FEF004392FEA}"/>
          </ac:cxnSpMkLst>
        </pc:cxnChg>
        <pc:cxnChg chg="mod">
          <ac:chgData name="LE FALHER, Martial" userId="4e18b825-4c81-4fdf-8616-10afe3723b47" providerId="ADAL" clId="{055A2AAE-F55B-4C0C-8D50-7115180FAC95}" dt="2024-08-22T12:08:50.637" v="427" actId="1076"/>
          <ac:cxnSpMkLst>
            <pc:docMk/>
            <pc:sldMk cId="2607479552" sldId="508"/>
            <ac:cxnSpMk id="255" creationId="{5987AA93-1FC2-44FB-A8FB-8E60ADD99718}"/>
          </ac:cxnSpMkLst>
        </pc:cxnChg>
        <pc:cxnChg chg="mod">
          <ac:chgData name="LE FALHER, Martial" userId="4e18b825-4c81-4fdf-8616-10afe3723b47" providerId="ADAL" clId="{055A2AAE-F55B-4C0C-8D50-7115180FAC95}" dt="2024-08-22T12:08:50.637" v="427" actId="1076"/>
          <ac:cxnSpMkLst>
            <pc:docMk/>
            <pc:sldMk cId="2607479552" sldId="508"/>
            <ac:cxnSpMk id="258" creationId="{4E056D78-033E-49E2-BD1D-E9B77CC53413}"/>
          </ac:cxnSpMkLst>
        </pc:cxnChg>
        <pc:cxnChg chg="mod">
          <ac:chgData name="LE FALHER, Martial" userId="4e18b825-4c81-4fdf-8616-10afe3723b47" providerId="ADAL" clId="{055A2AAE-F55B-4C0C-8D50-7115180FAC95}" dt="2024-08-22T12:08:50.637" v="427" actId="1076"/>
          <ac:cxnSpMkLst>
            <pc:docMk/>
            <pc:sldMk cId="2607479552" sldId="508"/>
            <ac:cxnSpMk id="273" creationId="{1092C323-603F-49D6-859F-59EB4C2D56F3}"/>
          </ac:cxnSpMkLst>
        </pc:cxnChg>
        <pc:cxnChg chg="mod">
          <ac:chgData name="LE FALHER, Martial" userId="4e18b825-4c81-4fdf-8616-10afe3723b47" providerId="ADAL" clId="{055A2AAE-F55B-4C0C-8D50-7115180FAC95}" dt="2024-08-22T12:08:50.637" v="427" actId="1076"/>
          <ac:cxnSpMkLst>
            <pc:docMk/>
            <pc:sldMk cId="2607479552" sldId="508"/>
            <ac:cxnSpMk id="318" creationId="{EBAD591A-6D12-40B0-8B80-A0000144DFBD}"/>
          </ac:cxnSpMkLst>
        </pc:cxnChg>
        <pc:cxnChg chg="del mod">
          <ac:chgData name="LE FALHER, Martial" userId="4e18b825-4c81-4fdf-8616-10afe3723b47" providerId="ADAL" clId="{055A2AAE-F55B-4C0C-8D50-7115180FAC95}" dt="2024-08-22T12:08:01.517" v="423" actId="478"/>
          <ac:cxnSpMkLst>
            <pc:docMk/>
            <pc:sldMk cId="2607479552" sldId="508"/>
            <ac:cxnSpMk id="448" creationId="{179F515F-0C9E-8CD7-DFC3-B8FB0B584480}"/>
          </ac:cxnSpMkLst>
        </pc:cxnChg>
        <pc:cxnChg chg="del mod">
          <ac:chgData name="LE FALHER, Martial" userId="4e18b825-4c81-4fdf-8616-10afe3723b47" providerId="ADAL" clId="{055A2AAE-F55B-4C0C-8D50-7115180FAC95}" dt="2024-08-22T12:08:01.517" v="423" actId="478"/>
          <ac:cxnSpMkLst>
            <pc:docMk/>
            <pc:sldMk cId="2607479552" sldId="508"/>
            <ac:cxnSpMk id="450" creationId="{8574E79A-4587-40E0-937E-1C4E996E564E}"/>
          </ac:cxnSpMkLst>
        </pc:cxnChg>
        <pc:cxnChg chg="del mod">
          <ac:chgData name="LE FALHER, Martial" userId="4e18b825-4c81-4fdf-8616-10afe3723b47" providerId="ADAL" clId="{055A2AAE-F55B-4C0C-8D50-7115180FAC95}" dt="2024-08-22T12:08:01.517" v="423" actId="478"/>
          <ac:cxnSpMkLst>
            <pc:docMk/>
            <pc:sldMk cId="2607479552" sldId="508"/>
            <ac:cxnSpMk id="452" creationId="{AD605ABA-EF88-B7C3-1FD7-AC4AD5D3C2DF}"/>
          </ac:cxnSpMkLst>
        </pc:cxnChg>
        <pc:cxnChg chg="mod">
          <ac:chgData name="LE FALHER, Martial" userId="4e18b825-4c81-4fdf-8616-10afe3723b47" providerId="ADAL" clId="{055A2AAE-F55B-4C0C-8D50-7115180FAC95}" dt="2024-08-22T12:08:50.637" v="427" actId="1076"/>
          <ac:cxnSpMkLst>
            <pc:docMk/>
            <pc:sldMk cId="2607479552" sldId="508"/>
            <ac:cxnSpMk id="470" creationId="{4FBD2FB1-67B8-44DC-9B92-453C63E5C675}"/>
          </ac:cxnSpMkLst>
        </pc:cxnChg>
        <pc:cxnChg chg="del mod">
          <ac:chgData name="LE FALHER, Martial" userId="4e18b825-4c81-4fdf-8616-10afe3723b47" providerId="ADAL" clId="{055A2AAE-F55B-4C0C-8D50-7115180FAC95}" dt="2024-08-22T12:08:01.517" v="423" actId="478"/>
          <ac:cxnSpMkLst>
            <pc:docMk/>
            <pc:sldMk cId="2607479552" sldId="508"/>
            <ac:cxnSpMk id="494" creationId="{9C9DA965-CBB5-48A6-9ABF-1E457AFDEEE7}"/>
          </ac:cxnSpMkLst>
        </pc:cxnChg>
        <pc:cxnChg chg="del mod">
          <ac:chgData name="LE FALHER, Martial" userId="4e18b825-4c81-4fdf-8616-10afe3723b47" providerId="ADAL" clId="{055A2AAE-F55B-4C0C-8D50-7115180FAC95}" dt="2024-08-22T12:08:01.517" v="423" actId="478"/>
          <ac:cxnSpMkLst>
            <pc:docMk/>
            <pc:sldMk cId="2607479552" sldId="508"/>
            <ac:cxnSpMk id="4096" creationId="{CBEEB5C1-5791-4F08-9520-B8B9F0BBF404}"/>
          </ac:cxnSpMkLst>
        </pc:cxnChg>
        <pc:cxnChg chg="del mod">
          <ac:chgData name="LE FALHER, Martial" userId="4e18b825-4c81-4fdf-8616-10afe3723b47" providerId="ADAL" clId="{055A2AAE-F55B-4C0C-8D50-7115180FAC95}" dt="2024-08-22T12:08:01.517" v="423" actId="478"/>
          <ac:cxnSpMkLst>
            <pc:docMk/>
            <pc:sldMk cId="2607479552" sldId="508"/>
            <ac:cxnSpMk id="4114" creationId="{ADDD36EE-497A-4B63-9029-4EE2356B1767}"/>
          </ac:cxnSpMkLst>
        </pc:cxnChg>
      </pc:sldChg>
      <pc:sldChg chg="delSp modSp mod">
        <pc:chgData name="LE FALHER, Martial" userId="4e18b825-4c81-4fdf-8616-10afe3723b47" providerId="ADAL" clId="{055A2AAE-F55B-4C0C-8D50-7115180FAC95}" dt="2024-08-22T13:26:50.555" v="802" actId="207"/>
        <pc:sldMkLst>
          <pc:docMk/>
          <pc:sldMk cId="1619252145" sldId="509"/>
        </pc:sldMkLst>
        <pc:spChg chg="del">
          <ac:chgData name="LE FALHER, Martial" userId="4e18b825-4c81-4fdf-8616-10afe3723b47" providerId="ADAL" clId="{055A2AAE-F55B-4C0C-8D50-7115180FAC95}" dt="2024-08-22T13:26:02.288" v="788" actId="478"/>
          <ac:spMkLst>
            <pc:docMk/>
            <pc:sldMk cId="1619252145" sldId="509"/>
            <ac:spMk id="11" creationId="{56893B9B-0C2C-B0BB-A965-AFBD0494E8D1}"/>
          </ac:spMkLst>
        </pc:spChg>
        <pc:spChg chg="del">
          <ac:chgData name="LE FALHER, Martial" userId="4e18b825-4c81-4fdf-8616-10afe3723b47" providerId="ADAL" clId="{055A2AAE-F55B-4C0C-8D50-7115180FAC95}" dt="2024-08-22T13:20:31.156" v="727" actId="478"/>
          <ac:spMkLst>
            <pc:docMk/>
            <pc:sldMk cId="1619252145" sldId="509"/>
            <ac:spMk id="13" creationId="{291EF534-B785-90DE-4441-AA93D0211D7A}"/>
          </ac:spMkLst>
        </pc:spChg>
        <pc:spChg chg="del">
          <ac:chgData name="LE FALHER, Martial" userId="4e18b825-4c81-4fdf-8616-10afe3723b47" providerId="ADAL" clId="{055A2AAE-F55B-4C0C-8D50-7115180FAC95}" dt="2024-08-22T13:20:31.156" v="727" actId="478"/>
          <ac:spMkLst>
            <pc:docMk/>
            <pc:sldMk cId="1619252145" sldId="509"/>
            <ac:spMk id="16" creationId="{50AB30EE-CC4D-F0C3-9E2C-1455BEC11D0D}"/>
          </ac:spMkLst>
        </pc:spChg>
        <pc:spChg chg="del">
          <ac:chgData name="LE FALHER, Martial" userId="4e18b825-4c81-4fdf-8616-10afe3723b47" providerId="ADAL" clId="{055A2AAE-F55B-4C0C-8D50-7115180FAC95}" dt="2024-08-22T13:20:31.156" v="727" actId="478"/>
          <ac:spMkLst>
            <pc:docMk/>
            <pc:sldMk cId="1619252145" sldId="509"/>
            <ac:spMk id="17" creationId="{9F17241A-8DFB-ABB8-0A3E-E115B7F00FA4}"/>
          </ac:spMkLst>
        </pc:spChg>
        <pc:spChg chg="del">
          <ac:chgData name="LE FALHER, Martial" userId="4e18b825-4c81-4fdf-8616-10afe3723b47" providerId="ADAL" clId="{055A2AAE-F55B-4C0C-8D50-7115180FAC95}" dt="2024-08-22T13:20:31.156" v="727" actId="478"/>
          <ac:spMkLst>
            <pc:docMk/>
            <pc:sldMk cId="1619252145" sldId="509"/>
            <ac:spMk id="18" creationId="{7DF764B1-4A33-818C-5AAC-10A30577B886}"/>
          </ac:spMkLst>
        </pc:spChg>
        <pc:spChg chg="del">
          <ac:chgData name="LE FALHER, Martial" userId="4e18b825-4c81-4fdf-8616-10afe3723b47" providerId="ADAL" clId="{055A2AAE-F55B-4C0C-8D50-7115180FAC95}" dt="2024-08-22T13:20:31.156" v="727" actId="478"/>
          <ac:spMkLst>
            <pc:docMk/>
            <pc:sldMk cId="1619252145" sldId="509"/>
            <ac:spMk id="20" creationId="{A6A3622E-AEAA-BCB3-EC60-FBB2D51B67E6}"/>
          </ac:spMkLst>
        </pc:spChg>
        <pc:spChg chg="del">
          <ac:chgData name="LE FALHER, Martial" userId="4e18b825-4c81-4fdf-8616-10afe3723b47" providerId="ADAL" clId="{055A2AAE-F55B-4C0C-8D50-7115180FAC95}" dt="2024-08-22T13:20:31.156" v="727" actId="478"/>
          <ac:spMkLst>
            <pc:docMk/>
            <pc:sldMk cId="1619252145" sldId="509"/>
            <ac:spMk id="22" creationId="{27092F43-A849-1FB4-B78E-B8F20CDCCFA7}"/>
          </ac:spMkLst>
        </pc:spChg>
        <pc:spChg chg="del">
          <ac:chgData name="LE FALHER, Martial" userId="4e18b825-4c81-4fdf-8616-10afe3723b47" providerId="ADAL" clId="{055A2AAE-F55B-4C0C-8D50-7115180FAC95}" dt="2024-08-22T13:20:58.462" v="728" actId="478"/>
          <ac:spMkLst>
            <pc:docMk/>
            <pc:sldMk cId="1619252145" sldId="509"/>
            <ac:spMk id="23" creationId="{13F55825-0EC7-982E-CC0E-F41E47135C0A}"/>
          </ac:spMkLst>
        </pc:spChg>
        <pc:spChg chg="del">
          <ac:chgData name="LE FALHER, Martial" userId="4e18b825-4c81-4fdf-8616-10afe3723b47" providerId="ADAL" clId="{055A2AAE-F55B-4C0C-8D50-7115180FAC95}" dt="2024-08-22T13:20:58.462" v="728" actId="478"/>
          <ac:spMkLst>
            <pc:docMk/>
            <pc:sldMk cId="1619252145" sldId="509"/>
            <ac:spMk id="24" creationId="{539A0E15-D8E7-1950-D927-D5BF6017227C}"/>
          </ac:spMkLst>
        </pc:spChg>
        <pc:spChg chg="del">
          <ac:chgData name="LE FALHER, Martial" userId="4e18b825-4c81-4fdf-8616-10afe3723b47" providerId="ADAL" clId="{055A2AAE-F55B-4C0C-8D50-7115180FAC95}" dt="2024-08-22T13:20:31.156" v="727" actId="478"/>
          <ac:spMkLst>
            <pc:docMk/>
            <pc:sldMk cId="1619252145" sldId="509"/>
            <ac:spMk id="27" creationId="{4E62D99E-58BA-5063-341F-0666BBAE0817}"/>
          </ac:spMkLst>
        </pc:spChg>
        <pc:spChg chg="del">
          <ac:chgData name="LE FALHER, Martial" userId="4e18b825-4c81-4fdf-8616-10afe3723b47" providerId="ADAL" clId="{055A2AAE-F55B-4C0C-8D50-7115180FAC95}" dt="2024-08-22T13:20:31.156" v="727" actId="478"/>
          <ac:spMkLst>
            <pc:docMk/>
            <pc:sldMk cId="1619252145" sldId="509"/>
            <ac:spMk id="32" creationId="{600A65F1-BBBA-FF6F-F430-9D41D48553BE}"/>
          </ac:spMkLst>
        </pc:spChg>
        <pc:spChg chg="del">
          <ac:chgData name="LE FALHER, Martial" userId="4e18b825-4c81-4fdf-8616-10afe3723b47" providerId="ADAL" clId="{055A2AAE-F55B-4C0C-8D50-7115180FAC95}" dt="2024-08-22T13:20:31.156" v="727" actId="478"/>
          <ac:spMkLst>
            <pc:docMk/>
            <pc:sldMk cId="1619252145" sldId="509"/>
            <ac:spMk id="35" creationId="{4A9FB86A-32E1-6486-3C3F-C8F8211E485B}"/>
          </ac:spMkLst>
        </pc:spChg>
        <pc:spChg chg="del">
          <ac:chgData name="LE FALHER, Martial" userId="4e18b825-4c81-4fdf-8616-10afe3723b47" providerId="ADAL" clId="{055A2AAE-F55B-4C0C-8D50-7115180FAC95}" dt="2024-08-22T13:20:31.156" v="727" actId="478"/>
          <ac:spMkLst>
            <pc:docMk/>
            <pc:sldMk cId="1619252145" sldId="509"/>
            <ac:spMk id="36" creationId="{F322851E-976B-0263-7F92-611E7D8748A6}"/>
          </ac:spMkLst>
        </pc:spChg>
        <pc:spChg chg="del">
          <ac:chgData name="LE FALHER, Martial" userId="4e18b825-4c81-4fdf-8616-10afe3723b47" providerId="ADAL" clId="{055A2AAE-F55B-4C0C-8D50-7115180FAC95}" dt="2024-08-22T13:20:31.156" v="727" actId="478"/>
          <ac:spMkLst>
            <pc:docMk/>
            <pc:sldMk cId="1619252145" sldId="509"/>
            <ac:spMk id="39" creationId="{2955C4DC-2EBE-7F62-3933-D7F238837C68}"/>
          </ac:spMkLst>
        </pc:spChg>
        <pc:spChg chg="del">
          <ac:chgData name="LE FALHER, Martial" userId="4e18b825-4c81-4fdf-8616-10afe3723b47" providerId="ADAL" clId="{055A2AAE-F55B-4C0C-8D50-7115180FAC95}" dt="2024-08-22T13:20:31.156" v="727" actId="478"/>
          <ac:spMkLst>
            <pc:docMk/>
            <pc:sldMk cId="1619252145" sldId="509"/>
            <ac:spMk id="41" creationId="{492485B7-7BF6-B6C8-320E-0B01BFF9EDF9}"/>
          </ac:spMkLst>
        </pc:spChg>
        <pc:spChg chg="mod">
          <ac:chgData name="LE FALHER, Martial" userId="4e18b825-4c81-4fdf-8616-10afe3723b47" providerId="ADAL" clId="{055A2AAE-F55B-4C0C-8D50-7115180FAC95}" dt="2024-08-22T13:25:34.876" v="783" actId="207"/>
          <ac:spMkLst>
            <pc:docMk/>
            <pc:sldMk cId="1619252145" sldId="509"/>
            <ac:spMk id="44" creationId="{00000000-0000-0000-0000-000000000000}"/>
          </ac:spMkLst>
        </pc:spChg>
        <pc:spChg chg="del">
          <ac:chgData name="LE FALHER, Martial" userId="4e18b825-4c81-4fdf-8616-10afe3723b47" providerId="ADAL" clId="{055A2AAE-F55B-4C0C-8D50-7115180FAC95}" dt="2024-08-22T13:20:31.156" v="727" actId="478"/>
          <ac:spMkLst>
            <pc:docMk/>
            <pc:sldMk cId="1619252145" sldId="509"/>
            <ac:spMk id="45" creationId="{A7661CA8-7C77-4E27-6C9D-F6B48BA998CF}"/>
          </ac:spMkLst>
        </pc:spChg>
        <pc:spChg chg="del">
          <ac:chgData name="LE FALHER, Martial" userId="4e18b825-4c81-4fdf-8616-10afe3723b47" providerId="ADAL" clId="{055A2AAE-F55B-4C0C-8D50-7115180FAC95}" dt="2024-08-22T13:20:31.156" v="727" actId="478"/>
          <ac:spMkLst>
            <pc:docMk/>
            <pc:sldMk cId="1619252145" sldId="509"/>
            <ac:spMk id="51" creationId="{29860C35-A76C-366E-7671-7DBA09356C8E}"/>
          </ac:spMkLst>
        </pc:spChg>
        <pc:spChg chg="del">
          <ac:chgData name="LE FALHER, Martial" userId="4e18b825-4c81-4fdf-8616-10afe3723b47" providerId="ADAL" clId="{055A2AAE-F55B-4C0C-8D50-7115180FAC95}" dt="2024-08-22T13:20:31.156" v="727" actId="478"/>
          <ac:spMkLst>
            <pc:docMk/>
            <pc:sldMk cId="1619252145" sldId="509"/>
            <ac:spMk id="52" creationId="{7EC81DC9-CB4F-2BA2-F4B0-5364A6B062AF}"/>
          </ac:spMkLst>
        </pc:spChg>
        <pc:spChg chg="del">
          <ac:chgData name="LE FALHER, Martial" userId="4e18b825-4c81-4fdf-8616-10afe3723b47" providerId="ADAL" clId="{055A2AAE-F55B-4C0C-8D50-7115180FAC95}" dt="2024-08-22T13:20:31.156" v="727" actId="478"/>
          <ac:spMkLst>
            <pc:docMk/>
            <pc:sldMk cId="1619252145" sldId="509"/>
            <ac:spMk id="53" creationId="{A21F513E-706E-FEF0-72CC-AAD2D047B3B3}"/>
          </ac:spMkLst>
        </pc:spChg>
        <pc:spChg chg="del">
          <ac:chgData name="LE FALHER, Martial" userId="4e18b825-4c81-4fdf-8616-10afe3723b47" providerId="ADAL" clId="{055A2AAE-F55B-4C0C-8D50-7115180FAC95}" dt="2024-08-22T13:20:31.156" v="727" actId="478"/>
          <ac:spMkLst>
            <pc:docMk/>
            <pc:sldMk cId="1619252145" sldId="509"/>
            <ac:spMk id="54" creationId="{CD66A0B9-CC1E-B283-6684-8A7DFC06E2C8}"/>
          </ac:spMkLst>
        </pc:spChg>
        <pc:spChg chg="del">
          <ac:chgData name="LE FALHER, Martial" userId="4e18b825-4c81-4fdf-8616-10afe3723b47" providerId="ADAL" clId="{055A2AAE-F55B-4C0C-8D50-7115180FAC95}" dt="2024-08-22T13:20:31.156" v="727" actId="478"/>
          <ac:spMkLst>
            <pc:docMk/>
            <pc:sldMk cId="1619252145" sldId="509"/>
            <ac:spMk id="55" creationId="{8DCEE049-7711-7A2C-5361-DB8ED8E77CA1}"/>
          </ac:spMkLst>
        </pc:spChg>
        <pc:spChg chg="del">
          <ac:chgData name="LE FALHER, Martial" userId="4e18b825-4c81-4fdf-8616-10afe3723b47" providerId="ADAL" clId="{055A2AAE-F55B-4C0C-8D50-7115180FAC95}" dt="2024-08-22T13:20:31.156" v="727" actId="478"/>
          <ac:spMkLst>
            <pc:docMk/>
            <pc:sldMk cId="1619252145" sldId="509"/>
            <ac:spMk id="56" creationId="{B97BB128-86E4-7116-9832-AE36DFCBA887}"/>
          </ac:spMkLst>
        </pc:spChg>
        <pc:spChg chg="del">
          <ac:chgData name="LE FALHER, Martial" userId="4e18b825-4c81-4fdf-8616-10afe3723b47" providerId="ADAL" clId="{055A2AAE-F55B-4C0C-8D50-7115180FAC95}" dt="2024-08-22T13:20:31.156" v="727" actId="478"/>
          <ac:spMkLst>
            <pc:docMk/>
            <pc:sldMk cId="1619252145" sldId="509"/>
            <ac:spMk id="57" creationId="{5375310C-65FA-9AF2-3608-D1BBA3D00772}"/>
          </ac:spMkLst>
        </pc:spChg>
        <pc:spChg chg="del">
          <ac:chgData name="LE FALHER, Martial" userId="4e18b825-4c81-4fdf-8616-10afe3723b47" providerId="ADAL" clId="{055A2AAE-F55B-4C0C-8D50-7115180FAC95}" dt="2024-08-22T13:20:31.156" v="727" actId="478"/>
          <ac:spMkLst>
            <pc:docMk/>
            <pc:sldMk cId="1619252145" sldId="509"/>
            <ac:spMk id="58" creationId="{FF60A982-C643-E24F-45F3-F8563262457D}"/>
          </ac:spMkLst>
        </pc:spChg>
        <pc:spChg chg="del">
          <ac:chgData name="LE FALHER, Martial" userId="4e18b825-4c81-4fdf-8616-10afe3723b47" providerId="ADAL" clId="{055A2AAE-F55B-4C0C-8D50-7115180FAC95}" dt="2024-08-22T13:20:31.156" v="727" actId="478"/>
          <ac:spMkLst>
            <pc:docMk/>
            <pc:sldMk cId="1619252145" sldId="509"/>
            <ac:spMk id="59" creationId="{1D7BA07A-2E1B-4323-0D59-9D3FA46C1775}"/>
          </ac:spMkLst>
        </pc:spChg>
        <pc:spChg chg="mod">
          <ac:chgData name="LE FALHER, Martial" userId="4e18b825-4c81-4fdf-8616-10afe3723b47" providerId="ADAL" clId="{055A2AAE-F55B-4C0C-8D50-7115180FAC95}" dt="2024-08-22T13:25:06.290" v="774" actId="1076"/>
          <ac:spMkLst>
            <pc:docMk/>
            <pc:sldMk cId="1619252145" sldId="509"/>
            <ac:spMk id="61" creationId="{00000000-0000-0000-0000-000000000000}"/>
          </ac:spMkLst>
        </pc:spChg>
        <pc:spChg chg="mod">
          <ac:chgData name="LE FALHER, Martial" userId="4e18b825-4c81-4fdf-8616-10afe3723b47" providerId="ADAL" clId="{055A2AAE-F55B-4C0C-8D50-7115180FAC95}" dt="2024-08-22T13:25:40.678" v="784" actId="207"/>
          <ac:spMkLst>
            <pc:docMk/>
            <pc:sldMk cId="1619252145" sldId="509"/>
            <ac:spMk id="63" creationId="{00000000-0000-0000-0000-000000000000}"/>
          </ac:spMkLst>
        </pc:spChg>
        <pc:spChg chg="mod">
          <ac:chgData name="LE FALHER, Martial" userId="4e18b825-4c81-4fdf-8616-10afe3723b47" providerId="ADAL" clId="{055A2AAE-F55B-4C0C-8D50-7115180FAC95}" dt="2024-08-22T13:22:04.999" v="740" actId="207"/>
          <ac:spMkLst>
            <pc:docMk/>
            <pc:sldMk cId="1619252145" sldId="509"/>
            <ac:spMk id="91" creationId="{00000000-0000-0000-0000-000000000000}"/>
          </ac:spMkLst>
        </pc:spChg>
        <pc:spChg chg="del">
          <ac:chgData name="LE FALHER, Martial" userId="4e18b825-4c81-4fdf-8616-10afe3723b47" providerId="ADAL" clId="{055A2AAE-F55B-4C0C-8D50-7115180FAC95}" dt="2024-08-22T13:25:58.715" v="787" actId="478"/>
          <ac:spMkLst>
            <pc:docMk/>
            <pc:sldMk cId="1619252145" sldId="509"/>
            <ac:spMk id="112" creationId="{238627BF-8E1B-F1E7-3360-B81CF8B27D4C}"/>
          </ac:spMkLst>
        </pc:spChg>
        <pc:spChg chg="mod">
          <ac:chgData name="LE FALHER, Martial" userId="4e18b825-4c81-4fdf-8616-10afe3723b47" providerId="ADAL" clId="{055A2AAE-F55B-4C0C-8D50-7115180FAC95}" dt="2024-08-22T13:26:38.496" v="798" actId="207"/>
          <ac:spMkLst>
            <pc:docMk/>
            <pc:sldMk cId="1619252145" sldId="509"/>
            <ac:spMk id="114" creationId="{00000000-0000-0000-0000-000000000000}"/>
          </ac:spMkLst>
        </pc:spChg>
        <pc:spChg chg="mod">
          <ac:chgData name="LE FALHER, Martial" userId="4e18b825-4c81-4fdf-8616-10afe3723b47" providerId="ADAL" clId="{055A2AAE-F55B-4C0C-8D50-7115180FAC95}" dt="2024-08-22T13:26:44.611" v="800" actId="207"/>
          <ac:spMkLst>
            <pc:docMk/>
            <pc:sldMk cId="1619252145" sldId="509"/>
            <ac:spMk id="116" creationId="{00000000-0000-0000-0000-000000000000}"/>
          </ac:spMkLst>
        </pc:spChg>
        <pc:spChg chg="del">
          <ac:chgData name="LE FALHER, Martial" userId="4e18b825-4c81-4fdf-8616-10afe3723b47" providerId="ADAL" clId="{055A2AAE-F55B-4C0C-8D50-7115180FAC95}" dt="2024-08-22T13:20:58.462" v="728" actId="478"/>
          <ac:spMkLst>
            <pc:docMk/>
            <pc:sldMk cId="1619252145" sldId="509"/>
            <ac:spMk id="119" creationId="{81971562-2F20-7E5C-F2CD-345BF9B22438}"/>
          </ac:spMkLst>
        </pc:spChg>
        <pc:spChg chg="del">
          <ac:chgData name="LE FALHER, Martial" userId="4e18b825-4c81-4fdf-8616-10afe3723b47" providerId="ADAL" clId="{055A2AAE-F55B-4C0C-8D50-7115180FAC95}" dt="2024-08-22T13:20:31.156" v="727" actId="478"/>
          <ac:spMkLst>
            <pc:docMk/>
            <pc:sldMk cId="1619252145" sldId="509"/>
            <ac:spMk id="120" creationId="{6CEEAE59-447F-0144-2883-3E9DD5311BB9}"/>
          </ac:spMkLst>
        </pc:spChg>
        <pc:spChg chg="del">
          <ac:chgData name="LE FALHER, Martial" userId="4e18b825-4c81-4fdf-8616-10afe3723b47" providerId="ADAL" clId="{055A2AAE-F55B-4C0C-8D50-7115180FAC95}" dt="2024-08-22T13:20:31.156" v="727" actId="478"/>
          <ac:spMkLst>
            <pc:docMk/>
            <pc:sldMk cId="1619252145" sldId="509"/>
            <ac:spMk id="121" creationId="{1A875201-BE0C-E1A5-5751-5DAC6ECD86B1}"/>
          </ac:spMkLst>
        </pc:spChg>
        <pc:spChg chg="mod">
          <ac:chgData name="LE FALHER, Martial" userId="4e18b825-4c81-4fdf-8616-10afe3723b47" providerId="ADAL" clId="{055A2AAE-F55B-4C0C-8D50-7115180FAC95}" dt="2024-08-22T13:26:32.506" v="796" actId="207"/>
          <ac:spMkLst>
            <pc:docMk/>
            <pc:sldMk cId="1619252145" sldId="509"/>
            <ac:spMk id="130" creationId="{00000000-0000-0000-0000-000000000000}"/>
          </ac:spMkLst>
        </pc:spChg>
        <pc:spChg chg="mod">
          <ac:chgData name="LE FALHER, Martial" userId="4e18b825-4c81-4fdf-8616-10afe3723b47" providerId="ADAL" clId="{055A2AAE-F55B-4C0C-8D50-7115180FAC95}" dt="2024-08-22T13:22:00.675" v="739" actId="207"/>
          <ac:spMkLst>
            <pc:docMk/>
            <pc:sldMk cId="1619252145" sldId="509"/>
            <ac:spMk id="135" creationId="{00000000-0000-0000-0000-000000000000}"/>
          </ac:spMkLst>
        </pc:spChg>
        <pc:spChg chg="mod">
          <ac:chgData name="LE FALHER, Martial" userId="4e18b825-4c81-4fdf-8616-10afe3723b47" providerId="ADAL" clId="{055A2AAE-F55B-4C0C-8D50-7115180FAC95}" dt="2024-08-22T13:23:54.433" v="758" actId="207"/>
          <ac:spMkLst>
            <pc:docMk/>
            <pc:sldMk cId="1619252145" sldId="509"/>
            <ac:spMk id="136" creationId="{00000000-0000-0000-0000-000000000000}"/>
          </ac:spMkLst>
        </pc:spChg>
        <pc:spChg chg="mod">
          <ac:chgData name="LE FALHER, Martial" userId="4e18b825-4c81-4fdf-8616-10afe3723b47" providerId="ADAL" clId="{055A2AAE-F55B-4C0C-8D50-7115180FAC95}" dt="2024-08-22T13:25:44.398" v="785" actId="207"/>
          <ac:spMkLst>
            <pc:docMk/>
            <pc:sldMk cId="1619252145" sldId="509"/>
            <ac:spMk id="144" creationId="{00000000-0000-0000-0000-000000000000}"/>
          </ac:spMkLst>
        </pc:spChg>
        <pc:spChg chg="mod">
          <ac:chgData name="LE FALHER, Martial" userId="4e18b825-4c81-4fdf-8616-10afe3723b47" providerId="ADAL" clId="{055A2AAE-F55B-4C0C-8D50-7115180FAC95}" dt="2024-08-22T13:25:30.567" v="782" actId="207"/>
          <ac:spMkLst>
            <pc:docMk/>
            <pc:sldMk cId="1619252145" sldId="509"/>
            <ac:spMk id="145" creationId="{00000000-0000-0000-0000-000000000000}"/>
          </ac:spMkLst>
        </pc:spChg>
        <pc:spChg chg="mod">
          <ac:chgData name="LE FALHER, Martial" userId="4e18b825-4c81-4fdf-8616-10afe3723b47" providerId="ADAL" clId="{055A2AAE-F55B-4C0C-8D50-7115180FAC95}" dt="2024-08-22T13:26:50.555" v="802" actId="207"/>
          <ac:spMkLst>
            <pc:docMk/>
            <pc:sldMk cId="1619252145" sldId="509"/>
            <ac:spMk id="147" creationId="{00000000-0000-0000-0000-000000000000}"/>
          </ac:spMkLst>
        </pc:spChg>
        <pc:spChg chg="mod">
          <ac:chgData name="LE FALHER, Martial" userId="4e18b825-4c81-4fdf-8616-10afe3723b47" providerId="ADAL" clId="{055A2AAE-F55B-4C0C-8D50-7115180FAC95}" dt="2024-08-22T13:24:08.301" v="762" actId="207"/>
          <ac:spMkLst>
            <pc:docMk/>
            <pc:sldMk cId="1619252145" sldId="509"/>
            <ac:spMk id="149" creationId="{00000000-0000-0000-0000-000000000000}"/>
          </ac:spMkLst>
        </pc:spChg>
        <pc:spChg chg="mod">
          <ac:chgData name="LE FALHER, Martial" userId="4e18b825-4c81-4fdf-8616-10afe3723b47" providerId="ADAL" clId="{055A2AAE-F55B-4C0C-8D50-7115180FAC95}" dt="2024-08-22T13:22:33.999" v="747" actId="207"/>
          <ac:spMkLst>
            <pc:docMk/>
            <pc:sldMk cId="1619252145" sldId="509"/>
            <ac:spMk id="165" creationId="{00000000-0000-0000-0000-000000000000}"/>
          </ac:spMkLst>
        </pc:spChg>
        <pc:spChg chg="mod">
          <ac:chgData name="LE FALHER, Martial" userId="4e18b825-4c81-4fdf-8616-10afe3723b47" providerId="ADAL" clId="{055A2AAE-F55B-4C0C-8D50-7115180FAC95}" dt="2024-08-22T13:23:59.830" v="760" actId="207"/>
          <ac:spMkLst>
            <pc:docMk/>
            <pc:sldMk cId="1619252145" sldId="509"/>
            <ac:spMk id="169" creationId="{00000000-0000-0000-0000-000000000000}"/>
          </ac:spMkLst>
        </pc:spChg>
        <pc:spChg chg="mod">
          <ac:chgData name="LE FALHER, Martial" userId="4e18b825-4c81-4fdf-8616-10afe3723b47" providerId="ADAL" clId="{055A2AAE-F55B-4C0C-8D50-7115180FAC95}" dt="2024-08-22T13:24:16.099" v="764" actId="207"/>
          <ac:spMkLst>
            <pc:docMk/>
            <pc:sldMk cId="1619252145" sldId="509"/>
            <ac:spMk id="174" creationId="{00000000-0000-0000-0000-000000000000}"/>
          </ac:spMkLst>
        </pc:spChg>
        <pc:spChg chg="mod">
          <ac:chgData name="LE FALHER, Martial" userId="4e18b825-4c81-4fdf-8616-10afe3723b47" providerId="ADAL" clId="{055A2AAE-F55B-4C0C-8D50-7115180FAC95}" dt="2024-08-22T13:22:40.939" v="748" actId="207"/>
          <ac:spMkLst>
            <pc:docMk/>
            <pc:sldMk cId="1619252145" sldId="509"/>
            <ac:spMk id="177" creationId="{00000000-0000-0000-0000-000000000000}"/>
          </ac:spMkLst>
        </pc:spChg>
        <pc:spChg chg="mod">
          <ac:chgData name="LE FALHER, Martial" userId="4e18b825-4c81-4fdf-8616-10afe3723b47" providerId="ADAL" clId="{055A2AAE-F55B-4C0C-8D50-7115180FAC95}" dt="2024-08-22T13:22:25.465" v="745" actId="207"/>
          <ac:spMkLst>
            <pc:docMk/>
            <pc:sldMk cId="1619252145" sldId="509"/>
            <ac:spMk id="178" creationId="{00000000-0000-0000-0000-000000000000}"/>
          </ac:spMkLst>
        </pc:spChg>
        <pc:spChg chg="mod">
          <ac:chgData name="LE FALHER, Martial" userId="4e18b825-4c81-4fdf-8616-10afe3723b47" providerId="ADAL" clId="{055A2AAE-F55B-4C0C-8D50-7115180FAC95}" dt="2024-08-22T13:22:21.552" v="744" actId="207"/>
          <ac:spMkLst>
            <pc:docMk/>
            <pc:sldMk cId="1619252145" sldId="509"/>
            <ac:spMk id="179" creationId="{00000000-0000-0000-0000-000000000000}"/>
          </ac:spMkLst>
        </pc:spChg>
        <pc:spChg chg="mod">
          <ac:chgData name="LE FALHER, Martial" userId="4e18b825-4c81-4fdf-8616-10afe3723b47" providerId="ADAL" clId="{055A2AAE-F55B-4C0C-8D50-7115180FAC95}" dt="2024-08-22T13:22:13.517" v="742" actId="207"/>
          <ac:spMkLst>
            <pc:docMk/>
            <pc:sldMk cId="1619252145" sldId="509"/>
            <ac:spMk id="180" creationId="{00000000-0000-0000-0000-000000000000}"/>
          </ac:spMkLst>
        </pc:spChg>
        <pc:spChg chg="mod">
          <ac:chgData name="LE FALHER, Martial" userId="4e18b825-4c81-4fdf-8616-10afe3723b47" providerId="ADAL" clId="{055A2AAE-F55B-4C0C-8D50-7115180FAC95}" dt="2024-08-22T13:26:10.568" v="790" actId="207"/>
          <ac:spMkLst>
            <pc:docMk/>
            <pc:sldMk cId="1619252145" sldId="509"/>
            <ac:spMk id="186" creationId="{00000000-0000-0000-0000-000000000000}"/>
          </ac:spMkLst>
        </pc:spChg>
        <pc:spChg chg="mod">
          <ac:chgData name="LE FALHER, Martial" userId="4e18b825-4c81-4fdf-8616-10afe3723b47" providerId="ADAL" clId="{055A2AAE-F55B-4C0C-8D50-7115180FAC95}" dt="2024-08-22T13:26:27.608" v="794" actId="207"/>
          <ac:spMkLst>
            <pc:docMk/>
            <pc:sldMk cId="1619252145" sldId="509"/>
            <ac:spMk id="192" creationId="{00000000-0000-0000-0000-000000000000}"/>
          </ac:spMkLst>
        </pc:spChg>
        <pc:spChg chg="mod">
          <ac:chgData name="LE FALHER, Martial" userId="4e18b825-4c81-4fdf-8616-10afe3723b47" providerId="ADAL" clId="{055A2AAE-F55B-4C0C-8D50-7115180FAC95}" dt="2024-08-22T13:26:06.728" v="789" actId="207"/>
          <ac:spMkLst>
            <pc:docMk/>
            <pc:sldMk cId="1619252145" sldId="509"/>
            <ac:spMk id="209" creationId="{00000000-0000-0000-0000-000000000000}"/>
          </ac:spMkLst>
        </pc:spChg>
        <pc:spChg chg="mod">
          <ac:chgData name="LE FALHER, Martial" userId="4e18b825-4c81-4fdf-8616-10afe3723b47" providerId="ADAL" clId="{055A2AAE-F55B-4C0C-8D50-7115180FAC95}" dt="2024-08-22T13:22:28.507" v="746" actId="207"/>
          <ac:spMkLst>
            <pc:docMk/>
            <pc:sldMk cId="1619252145" sldId="509"/>
            <ac:spMk id="213" creationId="{00000000-0000-0000-0000-000000000000}"/>
          </ac:spMkLst>
        </pc:spChg>
        <pc:spChg chg="mod">
          <ac:chgData name="LE FALHER, Martial" userId="4e18b825-4c81-4fdf-8616-10afe3723b47" providerId="ADAL" clId="{055A2AAE-F55B-4C0C-8D50-7115180FAC95}" dt="2024-08-22T13:26:24.870" v="793" actId="207"/>
          <ac:spMkLst>
            <pc:docMk/>
            <pc:sldMk cId="1619252145" sldId="509"/>
            <ac:spMk id="217" creationId="{00000000-0000-0000-0000-000000000000}"/>
          </ac:spMkLst>
        </pc:spChg>
        <pc:spChg chg="mod">
          <ac:chgData name="LE FALHER, Martial" userId="4e18b825-4c81-4fdf-8616-10afe3723b47" providerId="ADAL" clId="{055A2AAE-F55B-4C0C-8D50-7115180FAC95}" dt="2024-08-22T13:22:44.046" v="749" actId="207"/>
          <ac:spMkLst>
            <pc:docMk/>
            <pc:sldMk cId="1619252145" sldId="509"/>
            <ac:spMk id="225" creationId="{01BB0EF8-A344-4828-B0A9-477AB97241A2}"/>
          </ac:spMkLst>
        </pc:spChg>
        <pc:spChg chg="mod">
          <ac:chgData name="LE FALHER, Martial" userId="4e18b825-4c81-4fdf-8616-10afe3723b47" providerId="ADAL" clId="{055A2AAE-F55B-4C0C-8D50-7115180FAC95}" dt="2024-08-22T13:22:47.214" v="750" actId="207"/>
          <ac:spMkLst>
            <pc:docMk/>
            <pc:sldMk cId="1619252145" sldId="509"/>
            <ac:spMk id="230" creationId="{CD484800-3F60-4F25-8672-B880E2CE96C6}"/>
          </ac:spMkLst>
        </pc:spChg>
        <pc:spChg chg="mod">
          <ac:chgData name="LE FALHER, Martial" userId="4e18b825-4c81-4fdf-8616-10afe3723b47" providerId="ADAL" clId="{055A2AAE-F55B-4C0C-8D50-7115180FAC95}" dt="2024-08-22T13:22:08.784" v="741" actId="207"/>
          <ac:spMkLst>
            <pc:docMk/>
            <pc:sldMk cId="1619252145" sldId="509"/>
            <ac:spMk id="236" creationId="{7731D02C-CE6F-4C0F-B559-F8DE35711F56}"/>
          </ac:spMkLst>
        </pc:spChg>
        <pc:spChg chg="mod">
          <ac:chgData name="LE FALHER, Martial" userId="4e18b825-4c81-4fdf-8616-10afe3723b47" providerId="ADAL" clId="{055A2AAE-F55B-4C0C-8D50-7115180FAC95}" dt="2024-08-22T13:23:40.413" v="754" actId="207"/>
          <ac:spMkLst>
            <pc:docMk/>
            <pc:sldMk cId="1619252145" sldId="509"/>
            <ac:spMk id="250" creationId="{00000000-0000-0000-0000-000000000000}"/>
          </ac:spMkLst>
        </pc:spChg>
        <pc:spChg chg="mod">
          <ac:chgData name="LE FALHER, Martial" userId="4e18b825-4c81-4fdf-8616-10afe3723b47" providerId="ADAL" clId="{055A2AAE-F55B-4C0C-8D50-7115180FAC95}" dt="2024-08-22T13:23:34.527" v="752" actId="207"/>
          <ac:spMkLst>
            <pc:docMk/>
            <pc:sldMk cId="1619252145" sldId="509"/>
            <ac:spMk id="251" creationId="{00000000-0000-0000-0000-000000000000}"/>
          </ac:spMkLst>
        </pc:spChg>
        <pc:spChg chg="mod">
          <ac:chgData name="LE FALHER, Martial" userId="4e18b825-4c81-4fdf-8616-10afe3723b47" providerId="ADAL" clId="{055A2AAE-F55B-4C0C-8D50-7115180FAC95}" dt="2024-08-22T13:24:22.726" v="766" actId="207"/>
          <ac:spMkLst>
            <pc:docMk/>
            <pc:sldMk cId="1619252145" sldId="509"/>
            <ac:spMk id="252" creationId="{00000000-0000-0000-0000-000000000000}"/>
          </ac:spMkLst>
        </pc:spChg>
        <pc:spChg chg="mod">
          <ac:chgData name="LE FALHER, Martial" userId="4e18b825-4c81-4fdf-8616-10afe3723b47" providerId="ADAL" clId="{055A2AAE-F55B-4C0C-8D50-7115180FAC95}" dt="2024-08-22T13:23:46.326" v="756" actId="207"/>
          <ac:spMkLst>
            <pc:docMk/>
            <pc:sldMk cId="1619252145" sldId="509"/>
            <ac:spMk id="253" creationId="{00000000-0000-0000-0000-000000000000}"/>
          </ac:spMkLst>
        </pc:spChg>
        <pc:spChg chg="mod">
          <ac:chgData name="LE FALHER, Martial" userId="4e18b825-4c81-4fdf-8616-10afe3723b47" providerId="ADAL" clId="{055A2AAE-F55B-4C0C-8D50-7115180FAC95}" dt="2024-08-22T13:25:50.628" v="786" actId="207"/>
          <ac:spMkLst>
            <pc:docMk/>
            <pc:sldMk cId="1619252145" sldId="509"/>
            <ac:spMk id="4105" creationId="{53D7FBEA-331D-F7B0-E855-6A4702CECFE7}"/>
          </ac:spMkLst>
        </pc:spChg>
        <pc:cxnChg chg="mod">
          <ac:chgData name="LE FALHER, Martial" userId="4e18b825-4c81-4fdf-8616-10afe3723b47" providerId="ADAL" clId="{055A2AAE-F55B-4C0C-8D50-7115180FAC95}" dt="2024-08-22T13:25:05.162" v="773" actId="1076"/>
          <ac:cxnSpMkLst>
            <pc:docMk/>
            <pc:sldMk cId="1619252145" sldId="509"/>
            <ac:cxnSpMk id="40" creationId="{06ECCAF1-48CD-0F33-97DF-391C8715A7BF}"/>
          </ac:cxnSpMkLst>
        </pc:cxnChg>
        <pc:cxnChg chg="mod">
          <ac:chgData name="LE FALHER, Martial" userId="4e18b825-4c81-4fdf-8616-10afe3723b47" providerId="ADAL" clId="{055A2AAE-F55B-4C0C-8D50-7115180FAC95}" dt="2024-08-22T13:25:05.162" v="773" actId="1076"/>
          <ac:cxnSpMkLst>
            <pc:docMk/>
            <pc:sldMk cId="1619252145" sldId="509"/>
            <ac:cxnSpMk id="64" creationId="{00000000-0000-0000-0000-000000000000}"/>
          </ac:cxnSpMkLst>
        </pc:cxnChg>
      </pc:sldChg>
      <pc:sldChg chg="delSp modSp mod">
        <pc:chgData name="LE FALHER, Martial" userId="4e18b825-4c81-4fdf-8616-10afe3723b47" providerId="ADAL" clId="{055A2AAE-F55B-4C0C-8D50-7115180FAC95}" dt="2024-08-22T14:22:15.489" v="939" actId="20577"/>
        <pc:sldMkLst>
          <pc:docMk/>
          <pc:sldMk cId="160414522" sldId="533"/>
        </pc:sldMkLst>
        <pc:spChg chg="del mod">
          <ac:chgData name="LE FALHER, Martial" userId="4e18b825-4c81-4fdf-8616-10afe3723b47" providerId="ADAL" clId="{055A2AAE-F55B-4C0C-8D50-7115180FAC95}" dt="2024-08-22T14:22:10.202" v="938" actId="478"/>
          <ac:spMkLst>
            <pc:docMk/>
            <pc:sldMk cId="160414522" sldId="533"/>
            <ac:spMk id="5" creationId="{751AADE1-D3F3-4DDC-586D-F80177F5A1D3}"/>
          </ac:spMkLst>
        </pc:spChg>
        <pc:spChg chg="del mod">
          <ac:chgData name="LE FALHER, Martial" userId="4e18b825-4c81-4fdf-8616-10afe3723b47" providerId="ADAL" clId="{055A2AAE-F55B-4C0C-8D50-7115180FAC95}" dt="2024-08-22T14:22:10.202" v="938" actId="478"/>
          <ac:spMkLst>
            <pc:docMk/>
            <pc:sldMk cId="160414522" sldId="533"/>
            <ac:spMk id="8" creationId="{CC3E0992-419B-21D7-8F73-E640D0FB8AC2}"/>
          </ac:spMkLst>
        </pc:spChg>
        <pc:spChg chg="del mod">
          <ac:chgData name="LE FALHER, Martial" userId="4e18b825-4c81-4fdf-8616-10afe3723b47" providerId="ADAL" clId="{055A2AAE-F55B-4C0C-8D50-7115180FAC95}" dt="2024-08-22T14:22:10.202" v="938" actId="478"/>
          <ac:spMkLst>
            <pc:docMk/>
            <pc:sldMk cId="160414522" sldId="533"/>
            <ac:spMk id="9" creationId="{328162CF-51E4-B1B3-3254-67FC9E67364E}"/>
          </ac:spMkLst>
        </pc:spChg>
        <pc:spChg chg="del mod">
          <ac:chgData name="LE FALHER, Martial" userId="4e18b825-4c81-4fdf-8616-10afe3723b47" providerId="ADAL" clId="{055A2AAE-F55B-4C0C-8D50-7115180FAC95}" dt="2024-08-22T14:22:10.202" v="938" actId="478"/>
          <ac:spMkLst>
            <pc:docMk/>
            <pc:sldMk cId="160414522" sldId="533"/>
            <ac:spMk id="11" creationId="{54782505-692C-7BD3-7AD8-0C97CF958771}"/>
          </ac:spMkLst>
        </pc:spChg>
        <pc:spChg chg="del mod">
          <ac:chgData name="LE FALHER, Martial" userId="4e18b825-4c81-4fdf-8616-10afe3723b47" providerId="ADAL" clId="{055A2AAE-F55B-4C0C-8D50-7115180FAC95}" dt="2024-08-22T14:22:10.202" v="938" actId="478"/>
          <ac:spMkLst>
            <pc:docMk/>
            <pc:sldMk cId="160414522" sldId="533"/>
            <ac:spMk id="13" creationId="{74E61F64-F8F7-736C-C156-030CA31DE278}"/>
          </ac:spMkLst>
        </pc:spChg>
        <pc:spChg chg="del mod">
          <ac:chgData name="LE FALHER, Martial" userId="4e18b825-4c81-4fdf-8616-10afe3723b47" providerId="ADAL" clId="{055A2AAE-F55B-4C0C-8D50-7115180FAC95}" dt="2024-08-22T14:22:10.202" v="938" actId="478"/>
          <ac:spMkLst>
            <pc:docMk/>
            <pc:sldMk cId="160414522" sldId="533"/>
            <ac:spMk id="14" creationId="{4720B85C-E2F8-D6C7-4A9E-9C2BB084B526}"/>
          </ac:spMkLst>
        </pc:spChg>
        <pc:spChg chg="del mod">
          <ac:chgData name="LE FALHER, Martial" userId="4e18b825-4c81-4fdf-8616-10afe3723b47" providerId="ADAL" clId="{055A2AAE-F55B-4C0C-8D50-7115180FAC95}" dt="2024-08-22T14:22:10.202" v="938" actId="478"/>
          <ac:spMkLst>
            <pc:docMk/>
            <pc:sldMk cId="160414522" sldId="533"/>
            <ac:spMk id="15" creationId="{8350F6FC-1C44-DD62-D8FF-647BD4248E9B}"/>
          </ac:spMkLst>
        </pc:spChg>
        <pc:spChg chg="del mod">
          <ac:chgData name="LE FALHER, Martial" userId="4e18b825-4c81-4fdf-8616-10afe3723b47" providerId="ADAL" clId="{055A2AAE-F55B-4C0C-8D50-7115180FAC95}" dt="2024-08-22T14:22:10.202" v="938" actId="478"/>
          <ac:spMkLst>
            <pc:docMk/>
            <pc:sldMk cId="160414522" sldId="533"/>
            <ac:spMk id="16" creationId="{B05BDE7D-088D-E490-6956-D9769CE99D8A}"/>
          </ac:spMkLst>
        </pc:spChg>
        <pc:spChg chg="del mod">
          <ac:chgData name="LE FALHER, Martial" userId="4e18b825-4c81-4fdf-8616-10afe3723b47" providerId="ADAL" clId="{055A2AAE-F55B-4C0C-8D50-7115180FAC95}" dt="2024-08-22T14:22:10.202" v="938" actId="478"/>
          <ac:spMkLst>
            <pc:docMk/>
            <pc:sldMk cId="160414522" sldId="533"/>
            <ac:spMk id="17" creationId="{9FE8163A-C09E-FC70-E03C-016F27094A45}"/>
          </ac:spMkLst>
        </pc:spChg>
        <pc:spChg chg="del mod">
          <ac:chgData name="LE FALHER, Martial" userId="4e18b825-4c81-4fdf-8616-10afe3723b47" providerId="ADAL" clId="{055A2AAE-F55B-4C0C-8D50-7115180FAC95}" dt="2024-08-22T14:22:10.202" v="938" actId="478"/>
          <ac:spMkLst>
            <pc:docMk/>
            <pc:sldMk cId="160414522" sldId="533"/>
            <ac:spMk id="18" creationId="{8BA4DB8C-18AB-E87A-EF16-0A58FD5B2444}"/>
          </ac:spMkLst>
        </pc:spChg>
        <pc:spChg chg="del mod">
          <ac:chgData name="LE FALHER, Martial" userId="4e18b825-4c81-4fdf-8616-10afe3723b47" providerId="ADAL" clId="{055A2AAE-F55B-4C0C-8D50-7115180FAC95}" dt="2024-08-22T14:22:10.202" v="938" actId="478"/>
          <ac:spMkLst>
            <pc:docMk/>
            <pc:sldMk cId="160414522" sldId="533"/>
            <ac:spMk id="20" creationId="{EF9C802E-ADEA-CDEA-52E0-7D92BF9507A4}"/>
          </ac:spMkLst>
        </pc:spChg>
        <pc:spChg chg="del">
          <ac:chgData name="LE FALHER, Martial" userId="4e18b825-4c81-4fdf-8616-10afe3723b47" providerId="ADAL" clId="{055A2AAE-F55B-4C0C-8D50-7115180FAC95}" dt="2024-08-22T14:22:10.202" v="938" actId="478"/>
          <ac:spMkLst>
            <pc:docMk/>
            <pc:sldMk cId="160414522" sldId="533"/>
            <ac:spMk id="22" creationId="{8547BA93-070F-690E-1C7F-D2FE4B73BE7B}"/>
          </ac:spMkLst>
        </pc:spChg>
        <pc:spChg chg="del mod">
          <ac:chgData name="LE FALHER, Martial" userId="4e18b825-4c81-4fdf-8616-10afe3723b47" providerId="ADAL" clId="{055A2AAE-F55B-4C0C-8D50-7115180FAC95}" dt="2024-08-22T14:22:10.202" v="938" actId="478"/>
          <ac:spMkLst>
            <pc:docMk/>
            <pc:sldMk cId="160414522" sldId="533"/>
            <ac:spMk id="23" creationId="{B371F52A-818C-4658-F43D-F33093399FC2}"/>
          </ac:spMkLst>
        </pc:spChg>
        <pc:spChg chg="mod">
          <ac:chgData name="LE FALHER, Martial" userId="4e18b825-4c81-4fdf-8616-10afe3723b47" providerId="ADAL" clId="{055A2AAE-F55B-4C0C-8D50-7115180FAC95}" dt="2024-08-22T14:22:15.489" v="939" actId="20577"/>
          <ac:spMkLst>
            <pc:docMk/>
            <pc:sldMk cId="160414522" sldId="533"/>
            <ac:spMk id="96" creationId="{00000000-0000-0000-0000-000000000000}"/>
          </ac:spMkLst>
        </pc:spChg>
      </pc:sldChg>
      <pc:sldChg chg="delSp modSp mod">
        <pc:chgData name="LE FALHER, Martial" userId="4e18b825-4c81-4fdf-8616-10afe3723b47" providerId="ADAL" clId="{055A2AAE-F55B-4C0C-8D50-7115180FAC95}" dt="2024-08-22T14:21:26.105" v="935" actId="113"/>
        <pc:sldMkLst>
          <pc:docMk/>
          <pc:sldMk cId="1113781224" sldId="534"/>
        </pc:sldMkLst>
        <pc:spChg chg="del mod">
          <ac:chgData name="LE FALHER, Martial" userId="4e18b825-4c81-4fdf-8616-10afe3723b47" providerId="ADAL" clId="{055A2AAE-F55B-4C0C-8D50-7115180FAC95}" dt="2024-08-22T14:18:49.319" v="904" actId="478"/>
          <ac:spMkLst>
            <pc:docMk/>
            <pc:sldMk cId="1113781224" sldId="534"/>
            <ac:spMk id="3" creationId="{76DA748E-EEA7-B3FC-9B62-2C5A9E22D508}"/>
          </ac:spMkLst>
        </pc:spChg>
        <pc:spChg chg="del mod">
          <ac:chgData name="LE FALHER, Martial" userId="4e18b825-4c81-4fdf-8616-10afe3723b47" providerId="ADAL" clId="{055A2AAE-F55B-4C0C-8D50-7115180FAC95}" dt="2024-08-22T14:18:49.319" v="904" actId="478"/>
          <ac:spMkLst>
            <pc:docMk/>
            <pc:sldMk cId="1113781224" sldId="534"/>
            <ac:spMk id="10" creationId="{22076BA1-E837-8F39-ADE5-C088008BE8E7}"/>
          </ac:spMkLst>
        </pc:spChg>
        <pc:spChg chg="del mod">
          <ac:chgData name="LE FALHER, Martial" userId="4e18b825-4c81-4fdf-8616-10afe3723b47" providerId="ADAL" clId="{055A2AAE-F55B-4C0C-8D50-7115180FAC95}" dt="2024-08-22T14:18:49.319" v="904" actId="478"/>
          <ac:spMkLst>
            <pc:docMk/>
            <pc:sldMk cId="1113781224" sldId="534"/>
            <ac:spMk id="12" creationId="{8F07FFC0-5A29-52AB-3C27-A244D5F3BC51}"/>
          </ac:spMkLst>
        </pc:spChg>
        <pc:spChg chg="del mod">
          <ac:chgData name="LE FALHER, Martial" userId="4e18b825-4c81-4fdf-8616-10afe3723b47" providerId="ADAL" clId="{055A2AAE-F55B-4C0C-8D50-7115180FAC95}" dt="2024-08-22T14:18:49.319" v="904" actId="478"/>
          <ac:spMkLst>
            <pc:docMk/>
            <pc:sldMk cId="1113781224" sldId="534"/>
            <ac:spMk id="14" creationId="{0A64D613-AFBC-1A00-F8E8-96346D59FE53}"/>
          </ac:spMkLst>
        </pc:spChg>
        <pc:spChg chg="del mod">
          <ac:chgData name="LE FALHER, Martial" userId="4e18b825-4c81-4fdf-8616-10afe3723b47" providerId="ADAL" clId="{055A2AAE-F55B-4C0C-8D50-7115180FAC95}" dt="2024-08-22T14:18:49.319" v="904" actId="478"/>
          <ac:spMkLst>
            <pc:docMk/>
            <pc:sldMk cId="1113781224" sldId="534"/>
            <ac:spMk id="15" creationId="{23598D6F-4F90-BC8D-61C7-00D4040993C3}"/>
          </ac:spMkLst>
        </pc:spChg>
        <pc:spChg chg="del mod">
          <ac:chgData name="LE FALHER, Martial" userId="4e18b825-4c81-4fdf-8616-10afe3723b47" providerId="ADAL" clId="{055A2AAE-F55B-4C0C-8D50-7115180FAC95}" dt="2024-08-22T14:18:49.319" v="904" actId="478"/>
          <ac:spMkLst>
            <pc:docMk/>
            <pc:sldMk cId="1113781224" sldId="534"/>
            <ac:spMk id="16" creationId="{CC44E2F1-E440-C058-54AC-CF80207B3268}"/>
          </ac:spMkLst>
        </pc:spChg>
        <pc:spChg chg="del mod">
          <ac:chgData name="LE FALHER, Martial" userId="4e18b825-4c81-4fdf-8616-10afe3723b47" providerId="ADAL" clId="{055A2AAE-F55B-4C0C-8D50-7115180FAC95}" dt="2024-08-22T14:18:49.319" v="904" actId="478"/>
          <ac:spMkLst>
            <pc:docMk/>
            <pc:sldMk cId="1113781224" sldId="534"/>
            <ac:spMk id="17" creationId="{44DF5153-67DF-5DB4-9DF2-047A1915FA56}"/>
          </ac:spMkLst>
        </pc:spChg>
        <pc:spChg chg="del mod">
          <ac:chgData name="LE FALHER, Martial" userId="4e18b825-4c81-4fdf-8616-10afe3723b47" providerId="ADAL" clId="{055A2AAE-F55B-4C0C-8D50-7115180FAC95}" dt="2024-08-22T14:18:49.319" v="904" actId="478"/>
          <ac:spMkLst>
            <pc:docMk/>
            <pc:sldMk cId="1113781224" sldId="534"/>
            <ac:spMk id="18" creationId="{C882DE7D-6ECD-632B-7D79-FA7033DF60C6}"/>
          </ac:spMkLst>
        </pc:spChg>
        <pc:spChg chg="del mod">
          <ac:chgData name="LE FALHER, Martial" userId="4e18b825-4c81-4fdf-8616-10afe3723b47" providerId="ADAL" clId="{055A2AAE-F55B-4C0C-8D50-7115180FAC95}" dt="2024-08-22T14:18:49.319" v="904" actId="478"/>
          <ac:spMkLst>
            <pc:docMk/>
            <pc:sldMk cId="1113781224" sldId="534"/>
            <ac:spMk id="20" creationId="{83FFE5A2-22A4-0975-50A2-CC96765B9E99}"/>
          </ac:spMkLst>
        </pc:spChg>
        <pc:spChg chg="del mod">
          <ac:chgData name="LE FALHER, Martial" userId="4e18b825-4c81-4fdf-8616-10afe3723b47" providerId="ADAL" clId="{055A2AAE-F55B-4C0C-8D50-7115180FAC95}" dt="2024-08-22T14:18:49.319" v="904" actId="478"/>
          <ac:spMkLst>
            <pc:docMk/>
            <pc:sldMk cId="1113781224" sldId="534"/>
            <ac:spMk id="22" creationId="{EEC814F7-0E03-7277-072D-E395E1A12463}"/>
          </ac:spMkLst>
        </pc:spChg>
        <pc:spChg chg="del mod">
          <ac:chgData name="LE FALHER, Martial" userId="4e18b825-4c81-4fdf-8616-10afe3723b47" providerId="ADAL" clId="{055A2AAE-F55B-4C0C-8D50-7115180FAC95}" dt="2024-08-22T14:18:49.319" v="904" actId="478"/>
          <ac:spMkLst>
            <pc:docMk/>
            <pc:sldMk cId="1113781224" sldId="534"/>
            <ac:spMk id="23" creationId="{7D1CBE10-756F-F649-2704-C7FF52536CBA}"/>
          </ac:spMkLst>
        </pc:spChg>
        <pc:spChg chg="del">
          <ac:chgData name="LE FALHER, Martial" userId="4e18b825-4c81-4fdf-8616-10afe3723b47" providerId="ADAL" clId="{055A2AAE-F55B-4C0C-8D50-7115180FAC95}" dt="2024-08-22T14:18:49.319" v="904" actId="478"/>
          <ac:spMkLst>
            <pc:docMk/>
            <pc:sldMk cId="1113781224" sldId="534"/>
            <ac:spMk id="24" creationId="{255468B8-EDF9-6A67-ED0B-249FD98D198E}"/>
          </ac:spMkLst>
        </pc:spChg>
        <pc:spChg chg="del mod">
          <ac:chgData name="LE FALHER, Martial" userId="4e18b825-4c81-4fdf-8616-10afe3723b47" providerId="ADAL" clId="{055A2AAE-F55B-4C0C-8D50-7115180FAC95}" dt="2024-08-22T14:18:49.319" v="904" actId="478"/>
          <ac:spMkLst>
            <pc:docMk/>
            <pc:sldMk cId="1113781224" sldId="534"/>
            <ac:spMk id="26" creationId="{D53BFDC6-6E4B-C929-DDDB-F0929F647810}"/>
          </ac:spMkLst>
        </pc:spChg>
        <pc:spChg chg="mod">
          <ac:chgData name="LE FALHER, Martial" userId="4e18b825-4c81-4fdf-8616-10afe3723b47" providerId="ADAL" clId="{055A2AAE-F55B-4C0C-8D50-7115180FAC95}" dt="2024-08-22T14:20:56.339" v="925" actId="207"/>
          <ac:spMkLst>
            <pc:docMk/>
            <pc:sldMk cId="1113781224" sldId="534"/>
            <ac:spMk id="84" creationId="{00000000-0000-0000-0000-000000000000}"/>
          </ac:spMkLst>
        </pc:spChg>
        <pc:spChg chg="mod">
          <ac:chgData name="LE FALHER, Martial" userId="4e18b825-4c81-4fdf-8616-10afe3723b47" providerId="ADAL" clId="{055A2AAE-F55B-4C0C-8D50-7115180FAC95}" dt="2024-08-22T14:20:52.742" v="924" actId="207"/>
          <ac:spMkLst>
            <pc:docMk/>
            <pc:sldMk cId="1113781224" sldId="534"/>
            <ac:spMk id="89" creationId="{00000000-0000-0000-0000-000000000000}"/>
          </ac:spMkLst>
        </pc:spChg>
        <pc:spChg chg="mod">
          <ac:chgData name="LE FALHER, Martial" userId="4e18b825-4c81-4fdf-8616-10afe3723b47" providerId="ADAL" clId="{055A2AAE-F55B-4C0C-8D50-7115180FAC95}" dt="2024-08-22T14:21:19.867" v="932" actId="207"/>
          <ac:spMkLst>
            <pc:docMk/>
            <pc:sldMk cId="1113781224" sldId="534"/>
            <ac:spMk id="96" creationId="{00000000-0000-0000-0000-000000000000}"/>
          </ac:spMkLst>
        </pc:spChg>
        <pc:spChg chg="mod">
          <ac:chgData name="LE FALHER, Martial" userId="4e18b825-4c81-4fdf-8616-10afe3723b47" providerId="ADAL" clId="{055A2AAE-F55B-4C0C-8D50-7115180FAC95}" dt="2024-08-22T14:20:49.636" v="923" actId="207"/>
          <ac:spMkLst>
            <pc:docMk/>
            <pc:sldMk cId="1113781224" sldId="534"/>
            <ac:spMk id="99" creationId="{00000000-0000-0000-0000-000000000000}"/>
          </ac:spMkLst>
        </pc:spChg>
        <pc:spChg chg="mod">
          <ac:chgData name="LE FALHER, Martial" userId="4e18b825-4c81-4fdf-8616-10afe3723b47" providerId="ADAL" clId="{055A2AAE-F55B-4C0C-8D50-7115180FAC95}" dt="2024-08-22T14:20:32.444" v="916" actId="207"/>
          <ac:spMkLst>
            <pc:docMk/>
            <pc:sldMk cId="1113781224" sldId="534"/>
            <ac:spMk id="106" creationId="{00000000-0000-0000-0000-000000000000}"/>
          </ac:spMkLst>
        </pc:spChg>
        <pc:spChg chg="mod">
          <ac:chgData name="LE FALHER, Martial" userId="4e18b825-4c81-4fdf-8616-10afe3723b47" providerId="ADAL" clId="{055A2AAE-F55B-4C0C-8D50-7115180FAC95}" dt="2024-08-22T14:20:35.309" v="917" actId="207"/>
          <ac:spMkLst>
            <pc:docMk/>
            <pc:sldMk cId="1113781224" sldId="534"/>
            <ac:spMk id="109" creationId="{00000000-0000-0000-0000-000000000000}"/>
          </ac:spMkLst>
        </pc:spChg>
        <pc:spChg chg="mod">
          <ac:chgData name="LE FALHER, Martial" userId="4e18b825-4c81-4fdf-8616-10afe3723b47" providerId="ADAL" clId="{055A2AAE-F55B-4C0C-8D50-7115180FAC95}" dt="2024-08-22T14:20:28.913" v="915" actId="207"/>
          <ac:spMkLst>
            <pc:docMk/>
            <pc:sldMk cId="1113781224" sldId="534"/>
            <ac:spMk id="117" creationId="{00000000-0000-0000-0000-000000000000}"/>
          </ac:spMkLst>
        </pc:spChg>
        <pc:spChg chg="mod">
          <ac:chgData name="LE FALHER, Martial" userId="4e18b825-4c81-4fdf-8616-10afe3723b47" providerId="ADAL" clId="{055A2AAE-F55B-4C0C-8D50-7115180FAC95}" dt="2024-08-22T14:20:26.439" v="914" actId="207"/>
          <ac:spMkLst>
            <pc:docMk/>
            <pc:sldMk cId="1113781224" sldId="534"/>
            <ac:spMk id="118" creationId="{00000000-0000-0000-0000-000000000000}"/>
          </ac:spMkLst>
        </pc:spChg>
        <pc:spChg chg="mod">
          <ac:chgData name="LE FALHER, Martial" userId="4e18b825-4c81-4fdf-8616-10afe3723b47" providerId="ADAL" clId="{055A2AAE-F55B-4C0C-8D50-7115180FAC95}" dt="2024-08-22T14:21:01.404" v="927" actId="207"/>
          <ac:spMkLst>
            <pc:docMk/>
            <pc:sldMk cId="1113781224" sldId="534"/>
            <ac:spMk id="175" creationId="{00000000-0000-0000-0000-000000000000}"/>
          </ac:spMkLst>
        </pc:spChg>
        <pc:spChg chg="mod">
          <ac:chgData name="LE FALHER, Martial" userId="4e18b825-4c81-4fdf-8616-10afe3723b47" providerId="ADAL" clId="{055A2AAE-F55B-4C0C-8D50-7115180FAC95}" dt="2024-08-22T14:21:13.127" v="930" actId="113"/>
          <ac:spMkLst>
            <pc:docMk/>
            <pc:sldMk cId="1113781224" sldId="534"/>
            <ac:spMk id="185" creationId="{00000000-0000-0000-0000-000000000000}"/>
          </ac:spMkLst>
        </pc:spChg>
        <pc:spChg chg="mod">
          <ac:chgData name="LE FALHER, Martial" userId="4e18b825-4c81-4fdf-8616-10afe3723b47" providerId="ADAL" clId="{055A2AAE-F55B-4C0C-8D50-7115180FAC95}" dt="2024-08-22T14:21:26.105" v="935" actId="113"/>
          <ac:spMkLst>
            <pc:docMk/>
            <pc:sldMk cId="1113781224" sldId="534"/>
            <ac:spMk id="198" creationId="{00000000-0000-0000-0000-000000000000}"/>
          </ac:spMkLst>
        </pc:spChg>
        <pc:spChg chg="mod">
          <ac:chgData name="LE FALHER, Martial" userId="4e18b825-4c81-4fdf-8616-10afe3723b47" providerId="ADAL" clId="{055A2AAE-F55B-4C0C-8D50-7115180FAC95}" dt="2024-08-22T14:20:40.522" v="919" actId="207"/>
          <ac:spMkLst>
            <pc:docMk/>
            <pc:sldMk cId="1113781224" sldId="534"/>
            <ac:spMk id="222" creationId="{00000000-0000-0000-0000-000000000000}"/>
          </ac:spMkLst>
        </pc:spChg>
        <pc:spChg chg="mod">
          <ac:chgData name="LE FALHER, Martial" userId="4e18b825-4c81-4fdf-8616-10afe3723b47" providerId="ADAL" clId="{055A2AAE-F55B-4C0C-8D50-7115180FAC95}" dt="2024-08-22T14:20:46.477" v="922" actId="113"/>
          <ac:spMkLst>
            <pc:docMk/>
            <pc:sldMk cId="1113781224" sldId="534"/>
            <ac:spMk id="243" creationId="{00000000-0000-0000-0000-000000000000}"/>
          </ac:spMkLst>
        </pc:spChg>
        <pc:cxnChg chg="mod">
          <ac:chgData name="LE FALHER, Martial" userId="4e18b825-4c81-4fdf-8616-10afe3723b47" providerId="ADAL" clId="{055A2AAE-F55B-4C0C-8D50-7115180FAC95}" dt="2024-08-22T14:20:23.243" v="913" actId="1076"/>
          <ac:cxnSpMkLst>
            <pc:docMk/>
            <pc:sldMk cId="1113781224" sldId="534"/>
            <ac:cxnSpMk id="25" creationId="{00000000-0000-0000-0000-000000000000}"/>
          </ac:cxnSpMkLst>
        </pc:cxnChg>
        <pc:cxnChg chg="mod">
          <ac:chgData name="LE FALHER, Martial" userId="4e18b825-4c81-4fdf-8616-10afe3723b47" providerId="ADAL" clId="{055A2AAE-F55B-4C0C-8D50-7115180FAC95}" dt="2024-08-22T14:20:23.243" v="913" actId="1076"/>
          <ac:cxnSpMkLst>
            <pc:docMk/>
            <pc:sldMk cId="1113781224" sldId="534"/>
            <ac:cxnSpMk id="120" creationId="{00000000-0000-0000-0000-000000000000}"/>
          </ac:cxnSpMkLst>
        </pc:cxnChg>
      </pc:sldChg>
      <pc:sldChg chg="delSp modSp mod">
        <pc:chgData name="LE FALHER, Martial" userId="4e18b825-4c81-4fdf-8616-10afe3723b47" providerId="ADAL" clId="{055A2AAE-F55B-4C0C-8D50-7115180FAC95}" dt="2024-08-22T12:41:34.165" v="505" actId="207"/>
        <pc:sldMkLst>
          <pc:docMk/>
          <pc:sldMk cId="358617495" sldId="541"/>
        </pc:sldMkLst>
        <pc:spChg chg="del">
          <ac:chgData name="LE FALHER, Martial" userId="4e18b825-4c81-4fdf-8616-10afe3723b47" providerId="ADAL" clId="{055A2AAE-F55B-4C0C-8D50-7115180FAC95}" dt="2024-08-22T12:27:41.153" v="481" actId="478"/>
          <ac:spMkLst>
            <pc:docMk/>
            <pc:sldMk cId="358617495" sldId="541"/>
            <ac:spMk id="9" creationId="{AA97D83E-126B-CF5A-1E6F-55D9D5DCA995}"/>
          </ac:spMkLst>
        </pc:spChg>
        <pc:spChg chg="del">
          <ac:chgData name="LE FALHER, Martial" userId="4e18b825-4c81-4fdf-8616-10afe3723b47" providerId="ADAL" clId="{055A2AAE-F55B-4C0C-8D50-7115180FAC95}" dt="2024-08-22T12:27:41.153" v="481" actId="478"/>
          <ac:spMkLst>
            <pc:docMk/>
            <pc:sldMk cId="358617495" sldId="541"/>
            <ac:spMk id="10" creationId="{199F5AAA-9C0B-B72B-488A-990ECDAACEBE}"/>
          </ac:spMkLst>
        </pc:spChg>
        <pc:spChg chg="del">
          <ac:chgData name="LE FALHER, Martial" userId="4e18b825-4c81-4fdf-8616-10afe3723b47" providerId="ADAL" clId="{055A2AAE-F55B-4C0C-8D50-7115180FAC95}" dt="2024-08-22T12:27:41.153" v="481" actId="478"/>
          <ac:spMkLst>
            <pc:docMk/>
            <pc:sldMk cId="358617495" sldId="541"/>
            <ac:spMk id="11" creationId="{1092C712-3F1C-A62E-C172-38678F5EF51D}"/>
          </ac:spMkLst>
        </pc:spChg>
        <pc:spChg chg="del">
          <ac:chgData name="LE FALHER, Martial" userId="4e18b825-4c81-4fdf-8616-10afe3723b47" providerId="ADAL" clId="{055A2AAE-F55B-4C0C-8D50-7115180FAC95}" dt="2024-08-22T12:27:41.153" v="481" actId="478"/>
          <ac:spMkLst>
            <pc:docMk/>
            <pc:sldMk cId="358617495" sldId="541"/>
            <ac:spMk id="12" creationId="{9F3D0B8B-6CF4-9C77-C991-FD2812FFB231}"/>
          </ac:spMkLst>
        </pc:spChg>
        <pc:spChg chg="del">
          <ac:chgData name="LE FALHER, Martial" userId="4e18b825-4c81-4fdf-8616-10afe3723b47" providerId="ADAL" clId="{055A2AAE-F55B-4C0C-8D50-7115180FAC95}" dt="2024-08-22T12:27:41.153" v="481" actId="478"/>
          <ac:spMkLst>
            <pc:docMk/>
            <pc:sldMk cId="358617495" sldId="541"/>
            <ac:spMk id="15" creationId="{8AC75D52-F9F6-BB95-B374-28DCB4C41912}"/>
          </ac:spMkLst>
        </pc:spChg>
        <pc:spChg chg="del">
          <ac:chgData name="LE FALHER, Martial" userId="4e18b825-4c81-4fdf-8616-10afe3723b47" providerId="ADAL" clId="{055A2AAE-F55B-4C0C-8D50-7115180FAC95}" dt="2024-08-22T12:27:41.153" v="481" actId="478"/>
          <ac:spMkLst>
            <pc:docMk/>
            <pc:sldMk cId="358617495" sldId="541"/>
            <ac:spMk id="16" creationId="{838613BB-8B82-B82C-BD40-5D85E11AD9D8}"/>
          </ac:spMkLst>
        </pc:spChg>
        <pc:spChg chg="del">
          <ac:chgData name="LE FALHER, Martial" userId="4e18b825-4c81-4fdf-8616-10afe3723b47" providerId="ADAL" clId="{055A2AAE-F55B-4C0C-8D50-7115180FAC95}" dt="2024-08-22T12:27:41.153" v="481" actId="478"/>
          <ac:spMkLst>
            <pc:docMk/>
            <pc:sldMk cId="358617495" sldId="541"/>
            <ac:spMk id="19" creationId="{A82FE880-624F-4424-9E51-95276611085D}"/>
          </ac:spMkLst>
        </pc:spChg>
        <pc:spChg chg="del">
          <ac:chgData name="LE FALHER, Martial" userId="4e18b825-4c81-4fdf-8616-10afe3723b47" providerId="ADAL" clId="{055A2AAE-F55B-4C0C-8D50-7115180FAC95}" dt="2024-08-22T12:27:41.153" v="481" actId="478"/>
          <ac:spMkLst>
            <pc:docMk/>
            <pc:sldMk cId="358617495" sldId="541"/>
            <ac:spMk id="21" creationId="{20BF646D-2244-16DB-99DD-E68D285F3BA0}"/>
          </ac:spMkLst>
        </pc:spChg>
        <pc:spChg chg="mod">
          <ac:chgData name="LE FALHER, Martial" userId="4e18b825-4c81-4fdf-8616-10afe3723b47" providerId="ADAL" clId="{055A2AAE-F55B-4C0C-8D50-7115180FAC95}" dt="2024-08-22T12:41:34.165" v="505" actId="207"/>
          <ac:spMkLst>
            <pc:docMk/>
            <pc:sldMk cId="358617495" sldId="541"/>
            <ac:spMk id="63" creationId="{00000000-0000-0000-0000-000000000000}"/>
          </ac:spMkLst>
        </pc:spChg>
        <pc:spChg chg="mod">
          <ac:chgData name="LE FALHER, Martial" userId="4e18b825-4c81-4fdf-8616-10afe3723b47" providerId="ADAL" clId="{055A2AAE-F55B-4C0C-8D50-7115180FAC95}" dt="2024-08-22T12:38:51.785" v="499" actId="113"/>
          <ac:spMkLst>
            <pc:docMk/>
            <pc:sldMk cId="358617495" sldId="541"/>
            <ac:spMk id="73" creationId="{00000000-0000-0000-0000-000000000000}"/>
          </ac:spMkLst>
        </pc:spChg>
        <pc:spChg chg="mod">
          <ac:chgData name="LE FALHER, Martial" userId="4e18b825-4c81-4fdf-8616-10afe3723b47" providerId="ADAL" clId="{055A2AAE-F55B-4C0C-8D50-7115180FAC95}" dt="2024-08-22T12:38:22.637" v="493" actId="207"/>
          <ac:spMkLst>
            <pc:docMk/>
            <pc:sldMk cId="358617495" sldId="541"/>
            <ac:spMk id="80" creationId="{00000000-0000-0000-0000-000000000000}"/>
          </ac:spMkLst>
        </pc:spChg>
        <pc:spChg chg="mod">
          <ac:chgData name="LE FALHER, Martial" userId="4e18b825-4c81-4fdf-8616-10afe3723b47" providerId="ADAL" clId="{055A2AAE-F55B-4C0C-8D50-7115180FAC95}" dt="2024-08-22T12:38:46.384" v="497" actId="207"/>
          <ac:spMkLst>
            <pc:docMk/>
            <pc:sldMk cId="358617495" sldId="541"/>
            <ac:spMk id="113" creationId="{00000000-0000-0000-0000-000000000000}"/>
          </ac:spMkLst>
        </pc:spChg>
        <pc:spChg chg="mod">
          <ac:chgData name="LE FALHER, Martial" userId="4e18b825-4c81-4fdf-8616-10afe3723b47" providerId="ADAL" clId="{055A2AAE-F55B-4C0C-8D50-7115180FAC95}" dt="2024-08-22T12:41:19.966" v="502" actId="207"/>
          <ac:spMkLst>
            <pc:docMk/>
            <pc:sldMk cId="358617495" sldId="541"/>
            <ac:spMk id="115" creationId="{00000000-0000-0000-0000-000000000000}"/>
          </ac:spMkLst>
        </pc:spChg>
        <pc:spChg chg="mod">
          <ac:chgData name="LE FALHER, Martial" userId="4e18b825-4c81-4fdf-8616-10afe3723b47" providerId="ADAL" clId="{055A2AAE-F55B-4C0C-8D50-7115180FAC95}" dt="2024-08-22T12:38:16.194" v="492" actId="207"/>
          <ac:spMkLst>
            <pc:docMk/>
            <pc:sldMk cId="358617495" sldId="541"/>
            <ac:spMk id="139" creationId="{00000000-0000-0000-0000-000000000000}"/>
          </ac:spMkLst>
        </pc:spChg>
        <pc:spChg chg="mod">
          <ac:chgData name="LE FALHER, Martial" userId="4e18b825-4c81-4fdf-8616-10afe3723b47" providerId="ADAL" clId="{055A2AAE-F55B-4C0C-8D50-7115180FAC95}" dt="2024-08-22T12:41:26.048" v="504" actId="207"/>
          <ac:spMkLst>
            <pc:docMk/>
            <pc:sldMk cId="358617495" sldId="541"/>
            <ac:spMk id="147" creationId="{00000000-0000-0000-0000-000000000000}"/>
          </ac:spMkLst>
        </pc:spChg>
        <pc:spChg chg="mod">
          <ac:chgData name="LE FALHER, Martial" userId="4e18b825-4c81-4fdf-8616-10afe3723b47" providerId="ADAL" clId="{055A2AAE-F55B-4C0C-8D50-7115180FAC95}" dt="2024-08-22T12:38:27.613" v="495" actId="113"/>
          <ac:spMkLst>
            <pc:docMk/>
            <pc:sldMk cId="358617495" sldId="541"/>
            <ac:spMk id="160" creationId="{00000000-0000-0000-0000-000000000000}"/>
          </ac:spMkLst>
        </pc:spChg>
      </pc:sldChg>
      <pc:sldChg chg="addSp delSp modSp mod">
        <pc:chgData name="LE FALHER, Martial" userId="4e18b825-4c81-4fdf-8616-10afe3723b47" providerId="ADAL" clId="{055A2AAE-F55B-4C0C-8D50-7115180FAC95}" dt="2024-08-22T09:38:19.580" v="143" actId="20577"/>
        <pc:sldMkLst>
          <pc:docMk/>
          <pc:sldMk cId="3878864965" sldId="545"/>
        </pc:sldMkLst>
        <pc:spChg chg="add mod">
          <ac:chgData name="LE FALHER, Martial" userId="4e18b825-4c81-4fdf-8616-10afe3723b47" providerId="ADAL" clId="{055A2AAE-F55B-4C0C-8D50-7115180FAC95}" dt="2024-08-22T09:38:19.580" v="143" actId="20577"/>
          <ac:spMkLst>
            <pc:docMk/>
            <pc:sldMk cId="3878864965" sldId="545"/>
            <ac:spMk id="2" creationId="{B30CFE24-0D4A-39F6-A781-E64383C4BBD1}"/>
          </ac:spMkLst>
        </pc:spChg>
        <pc:spChg chg="add del mod">
          <ac:chgData name="LE FALHER, Martial" userId="4e18b825-4c81-4fdf-8616-10afe3723b47" providerId="ADAL" clId="{055A2AAE-F55B-4C0C-8D50-7115180FAC95}" dt="2024-08-22T08:59:40.169" v="17"/>
          <ac:spMkLst>
            <pc:docMk/>
            <pc:sldMk cId="3878864965" sldId="545"/>
            <ac:spMk id="4" creationId="{2597DB28-EBE0-B07E-EECA-45B913E2EA19}"/>
          </ac:spMkLst>
        </pc:spChg>
        <pc:spChg chg="mod">
          <ac:chgData name="LE FALHER, Martial" userId="4e18b825-4c81-4fdf-8616-10afe3723b47" providerId="ADAL" clId="{055A2AAE-F55B-4C0C-8D50-7115180FAC95}" dt="2024-08-22T08:59:12.043" v="12" actId="20577"/>
          <ac:spMkLst>
            <pc:docMk/>
            <pc:sldMk cId="3878864965" sldId="545"/>
            <ac:spMk id="141" creationId="{00000000-0000-0000-0000-000000000000}"/>
          </ac:spMkLst>
        </pc:spChg>
      </pc:sldChg>
      <pc:sldChg chg="del">
        <pc:chgData name="LE FALHER, Martial" userId="4e18b825-4c81-4fdf-8616-10afe3723b47" providerId="ADAL" clId="{055A2AAE-F55B-4C0C-8D50-7115180FAC95}" dt="2024-08-22T12:06:10.563" v="418" actId="2696"/>
        <pc:sldMkLst>
          <pc:docMk/>
          <pc:sldMk cId="1094392537" sldId="573"/>
        </pc:sldMkLst>
      </pc:sldChg>
      <pc:sldChg chg="delSp modSp mod">
        <pc:chgData name="LE FALHER, Martial" userId="4e18b825-4c81-4fdf-8616-10afe3723b47" providerId="ADAL" clId="{055A2AAE-F55B-4C0C-8D50-7115180FAC95}" dt="2024-08-22T12:27:23.946" v="480" actId="207"/>
        <pc:sldMkLst>
          <pc:docMk/>
          <pc:sldMk cId="3973742447" sldId="576"/>
        </pc:sldMkLst>
        <pc:spChg chg="del">
          <ac:chgData name="LE FALHER, Martial" userId="4e18b825-4c81-4fdf-8616-10afe3723b47" providerId="ADAL" clId="{055A2AAE-F55B-4C0C-8D50-7115180FAC95}" dt="2024-08-22T12:27:18.189" v="479" actId="478"/>
          <ac:spMkLst>
            <pc:docMk/>
            <pc:sldMk cId="3973742447" sldId="576"/>
            <ac:spMk id="4" creationId="{C4D93F84-5AD4-C130-9BEC-5510A93609A3}"/>
          </ac:spMkLst>
        </pc:spChg>
        <pc:spChg chg="del">
          <ac:chgData name="LE FALHER, Martial" userId="4e18b825-4c81-4fdf-8616-10afe3723b47" providerId="ADAL" clId="{055A2AAE-F55B-4C0C-8D50-7115180FAC95}" dt="2024-08-22T12:27:12.448" v="478" actId="478"/>
          <ac:spMkLst>
            <pc:docMk/>
            <pc:sldMk cId="3973742447" sldId="576"/>
            <ac:spMk id="27" creationId="{0D91D0FE-0B85-57E0-2D1E-73B87C4504BF}"/>
          </ac:spMkLst>
        </pc:spChg>
        <pc:spChg chg="mod">
          <ac:chgData name="LE FALHER, Martial" userId="4e18b825-4c81-4fdf-8616-10afe3723b47" providerId="ADAL" clId="{055A2AAE-F55B-4C0C-8D50-7115180FAC95}" dt="2024-08-22T12:27:23.946" v="480" actId="207"/>
          <ac:spMkLst>
            <pc:docMk/>
            <pc:sldMk cId="3973742447" sldId="576"/>
            <ac:spMk id="30" creationId="{5132B7C4-C482-0E57-15A1-E4F153550431}"/>
          </ac:spMkLst>
        </pc:spChg>
        <pc:spChg chg="del">
          <ac:chgData name="LE FALHER, Martial" userId="4e18b825-4c81-4fdf-8616-10afe3723b47" providerId="ADAL" clId="{055A2AAE-F55B-4C0C-8D50-7115180FAC95}" dt="2024-08-22T12:27:18.189" v="479" actId="478"/>
          <ac:spMkLst>
            <pc:docMk/>
            <pc:sldMk cId="3973742447" sldId="576"/>
            <ac:spMk id="35" creationId="{D9B0858D-C897-9AC6-F6AE-D9B694CE6F1B}"/>
          </ac:spMkLst>
        </pc:spChg>
      </pc:sldChg>
      <pc:sldChg chg="addSp delSp modSp mod">
        <pc:chgData name="LE FALHER, Martial" userId="4e18b825-4c81-4fdf-8616-10afe3723b47" providerId="ADAL" clId="{055A2AAE-F55B-4C0C-8D50-7115180FAC95}" dt="2024-08-22T12:23:57.997" v="476" actId="478"/>
        <pc:sldMkLst>
          <pc:docMk/>
          <pc:sldMk cId="2231544944" sldId="577"/>
        </pc:sldMkLst>
        <pc:spChg chg="add del mod">
          <ac:chgData name="LE FALHER, Martial" userId="4e18b825-4c81-4fdf-8616-10afe3723b47" providerId="ADAL" clId="{055A2AAE-F55B-4C0C-8D50-7115180FAC95}" dt="2024-08-22T12:12:34.962" v="432" actId="478"/>
          <ac:spMkLst>
            <pc:docMk/>
            <pc:sldMk cId="2231544944" sldId="577"/>
            <ac:spMk id="3" creationId="{D4273B7B-1786-558B-570D-6FDE06535E5A}"/>
          </ac:spMkLst>
        </pc:spChg>
        <pc:spChg chg="add del mod">
          <ac:chgData name="LE FALHER, Martial" userId="4e18b825-4c81-4fdf-8616-10afe3723b47" providerId="ADAL" clId="{055A2AAE-F55B-4C0C-8D50-7115180FAC95}" dt="2024-08-22T12:12:28.438" v="431" actId="478"/>
          <ac:spMkLst>
            <pc:docMk/>
            <pc:sldMk cId="2231544944" sldId="577"/>
            <ac:spMk id="5" creationId="{5BE402DA-A093-CBEE-D11D-193E3721AE6C}"/>
          </ac:spMkLst>
        </pc:spChg>
        <pc:spChg chg="mod">
          <ac:chgData name="LE FALHER, Martial" userId="4e18b825-4c81-4fdf-8616-10afe3723b47" providerId="ADAL" clId="{055A2AAE-F55B-4C0C-8D50-7115180FAC95}" dt="2024-08-22T12:14:17.541" v="444" actId="113"/>
          <ac:spMkLst>
            <pc:docMk/>
            <pc:sldMk cId="2231544944" sldId="577"/>
            <ac:spMk id="9" creationId="{8D59D374-E7E7-2A58-346D-416CDE0B689A}"/>
          </ac:spMkLst>
        </pc:spChg>
        <pc:spChg chg="mod">
          <ac:chgData name="LE FALHER, Martial" userId="4e18b825-4c81-4fdf-8616-10afe3723b47" providerId="ADAL" clId="{055A2AAE-F55B-4C0C-8D50-7115180FAC95}" dt="2024-08-22T12:13:39.023" v="439" actId="113"/>
          <ac:spMkLst>
            <pc:docMk/>
            <pc:sldMk cId="2231544944" sldId="577"/>
            <ac:spMk id="13" creationId="{13668284-4046-9620-22C3-BF557E83673C}"/>
          </ac:spMkLst>
        </pc:spChg>
        <pc:spChg chg="mod">
          <ac:chgData name="LE FALHER, Martial" userId="4e18b825-4c81-4fdf-8616-10afe3723b47" providerId="ADAL" clId="{055A2AAE-F55B-4C0C-8D50-7115180FAC95}" dt="2024-08-22T12:14:09.503" v="443" actId="207"/>
          <ac:spMkLst>
            <pc:docMk/>
            <pc:sldMk cId="2231544944" sldId="577"/>
            <ac:spMk id="17" creationId="{11E23C35-A915-E316-076A-B8AD7108B967}"/>
          </ac:spMkLst>
        </pc:spChg>
        <pc:spChg chg="del">
          <ac:chgData name="LE FALHER, Martial" userId="4e18b825-4c81-4fdf-8616-10afe3723b47" providerId="ADAL" clId="{055A2AAE-F55B-4C0C-8D50-7115180FAC95}" dt="2024-08-22T12:12:37.792" v="433" actId="478"/>
          <ac:spMkLst>
            <pc:docMk/>
            <pc:sldMk cId="2231544944" sldId="577"/>
            <ac:spMk id="19" creationId="{AA55981D-8C2B-9E62-B835-8BB26CAB3EA3}"/>
          </ac:spMkLst>
        </pc:spChg>
        <pc:spChg chg="mod">
          <ac:chgData name="LE FALHER, Martial" userId="4e18b825-4c81-4fdf-8616-10afe3723b47" providerId="ADAL" clId="{055A2AAE-F55B-4C0C-8D50-7115180FAC95}" dt="2024-08-22T12:12:44.686" v="435" actId="207"/>
          <ac:spMkLst>
            <pc:docMk/>
            <pc:sldMk cId="2231544944" sldId="577"/>
            <ac:spMk id="25" creationId="{C72EDC24-9945-052A-DBC4-721FEE16C5E8}"/>
          </ac:spMkLst>
        </pc:spChg>
        <pc:spChg chg="del">
          <ac:chgData name="LE FALHER, Martial" userId="4e18b825-4c81-4fdf-8616-10afe3723b47" providerId="ADAL" clId="{055A2AAE-F55B-4C0C-8D50-7115180FAC95}" dt="2024-08-22T12:12:34.962" v="432" actId="478"/>
          <ac:spMkLst>
            <pc:docMk/>
            <pc:sldMk cId="2231544944" sldId="577"/>
            <ac:spMk id="33" creationId="{4A54711C-85AC-F060-F658-948714AF5A03}"/>
          </ac:spMkLst>
        </pc:spChg>
        <pc:spChg chg="mod">
          <ac:chgData name="LE FALHER, Martial" userId="4e18b825-4c81-4fdf-8616-10afe3723b47" providerId="ADAL" clId="{055A2AAE-F55B-4C0C-8D50-7115180FAC95}" dt="2024-08-22T12:13:39.023" v="439" actId="113"/>
          <ac:spMkLst>
            <pc:docMk/>
            <pc:sldMk cId="2231544944" sldId="577"/>
            <ac:spMk id="34" creationId="{469B2C15-E3A3-7A3A-198B-E9BF61B98BC8}"/>
          </ac:spMkLst>
        </pc:spChg>
        <pc:spChg chg="mod">
          <ac:chgData name="LE FALHER, Martial" userId="4e18b825-4c81-4fdf-8616-10afe3723b47" providerId="ADAL" clId="{055A2AAE-F55B-4C0C-8D50-7115180FAC95}" dt="2024-08-22T12:20:56.798" v="449" actId="207"/>
          <ac:spMkLst>
            <pc:docMk/>
            <pc:sldMk cId="2231544944" sldId="577"/>
            <ac:spMk id="44" creationId="{00000000-0000-0000-0000-000000000000}"/>
          </ac:spMkLst>
        </pc:spChg>
        <pc:spChg chg="del">
          <ac:chgData name="LE FALHER, Martial" userId="4e18b825-4c81-4fdf-8616-10afe3723b47" providerId="ADAL" clId="{055A2AAE-F55B-4C0C-8D50-7115180FAC95}" dt="2024-08-22T12:20:34.804" v="447" actId="478"/>
          <ac:spMkLst>
            <pc:docMk/>
            <pc:sldMk cId="2231544944" sldId="577"/>
            <ac:spMk id="47" creationId="{369CDD91-D01E-4BBE-CF28-E133F81B5830}"/>
          </ac:spMkLst>
        </pc:spChg>
        <pc:spChg chg="add del mod">
          <ac:chgData name="LE FALHER, Martial" userId="4e18b825-4c81-4fdf-8616-10afe3723b47" providerId="ADAL" clId="{055A2AAE-F55B-4C0C-8D50-7115180FAC95}" dt="2024-08-22T12:14:28.204" v="445" actId="478"/>
          <ac:spMkLst>
            <pc:docMk/>
            <pc:sldMk cId="2231544944" sldId="577"/>
            <ac:spMk id="51" creationId="{5D5F729A-32DB-0898-77C4-B26A61CC7B46}"/>
          </ac:spMkLst>
        </pc:spChg>
        <pc:spChg chg="mod">
          <ac:chgData name="LE FALHER, Martial" userId="4e18b825-4c81-4fdf-8616-10afe3723b47" providerId="ADAL" clId="{055A2AAE-F55B-4C0C-8D50-7115180FAC95}" dt="2024-08-22T12:21:10.502" v="451" actId="207"/>
          <ac:spMkLst>
            <pc:docMk/>
            <pc:sldMk cId="2231544944" sldId="577"/>
            <ac:spMk id="55" creationId="{00000000-0000-0000-0000-000000000000}"/>
          </ac:spMkLst>
        </pc:spChg>
        <pc:spChg chg="del">
          <ac:chgData name="LE FALHER, Martial" userId="4e18b825-4c81-4fdf-8616-10afe3723b47" providerId="ADAL" clId="{055A2AAE-F55B-4C0C-8D50-7115180FAC95}" dt="2024-08-22T12:12:34.962" v="432" actId="478"/>
          <ac:spMkLst>
            <pc:docMk/>
            <pc:sldMk cId="2231544944" sldId="577"/>
            <ac:spMk id="61" creationId="{484B3D75-377C-C8E2-FFC3-8A63547FC1E7}"/>
          </ac:spMkLst>
        </pc:spChg>
        <pc:spChg chg="mod">
          <ac:chgData name="LE FALHER, Martial" userId="4e18b825-4c81-4fdf-8616-10afe3723b47" providerId="ADAL" clId="{055A2AAE-F55B-4C0C-8D50-7115180FAC95}" dt="2024-08-22T12:22:24.604" v="463" actId="113"/>
          <ac:spMkLst>
            <pc:docMk/>
            <pc:sldMk cId="2231544944" sldId="577"/>
            <ac:spMk id="132" creationId="{00000000-0000-0000-0000-000000000000}"/>
          </ac:spMkLst>
        </pc:spChg>
        <pc:spChg chg="mod">
          <ac:chgData name="LE FALHER, Martial" userId="4e18b825-4c81-4fdf-8616-10afe3723b47" providerId="ADAL" clId="{055A2AAE-F55B-4C0C-8D50-7115180FAC95}" dt="2024-08-22T12:23:30.541" v="473" actId="113"/>
          <ac:spMkLst>
            <pc:docMk/>
            <pc:sldMk cId="2231544944" sldId="577"/>
            <ac:spMk id="133" creationId="{00000000-0000-0000-0000-000000000000}"/>
          </ac:spMkLst>
        </pc:spChg>
        <pc:spChg chg="mod">
          <ac:chgData name="LE FALHER, Martial" userId="4e18b825-4c81-4fdf-8616-10afe3723b47" providerId="ADAL" clId="{055A2AAE-F55B-4C0C-8D50-7115180FAC95}" dt="2024-08-22T12:21:54.879" v="458" actId="113"/>
          <ac:spMkLst>
            <pc:docMk/>
            <pc:sldMk cId="2231544944" sldId="577"/>
            <ac:spMk id="243" creationId="{00000000-0000-0000-0000-000000000000}"/>
          </ac:spMkLst>
        </pc:spChg>
        <pc:spChg chg="mod">
          <ac:chgData name="LE FALHER, Martial" userId="4e18b825-4c81-4fdf-8616-10afe3723b47" providerId="ADAL" clId="{055A2AAE-F55B-4C0C-8D50-7115180FAC95}" dt="2024-08-22T12:23:37.378" v="475" actId="207"/>
          <ac:spMkLst>
            <pc:docMk/>
            <pc:sldMk cId="2231544944" sldId="577"/>
            <ac:spMk id="244" creationId="{00000000-0000-0000-0000-000000000000}"/>
          </ac:spMkLst>
        </pc:spChg>
        <pc:spChg chg="mod">
          <ac:chgData name="LE FALHER, Martial" userId="4e18b825-4c81-4fdf-8616-10afe3723b47" providerId="ADAL" clId="{055A2AAE-F55B-4C0C-8D50-7115180FAC95}" dt="2024-08-22T12:22:52.385" v="469" actId="113"/>
          <ac:spMkLst>
            <pc:docMk/>
            <pc:sldMk cId="2231544944" sldId="577"/>
            <ac:spMk id="252" creationId="{00000000-0000-0000-0000-000000000000}"/>
          </ac:spMkLst>
        </pc:spChg>
        <pc:spChg chg="mod">
          <ac:chgData name="LE FALHER, Martial" userId="4e18b825-4c81-4fdf-8616-10afe3723b47" providerId="ADAL" clId="{055A2AAE-F55B-4C0C-8D50-7115180FAC95}" dt="2024-08-22T12:22:08.664" v="460" actId="207"/>
          <ac:spMkLst>
            <pc:docMk/>
            <pc:sldMk cId="2231544944" sldId="577"/>
            <ac:spMk id="273" creationId="{00000000-0000-0000-0000-000000000000}"/>
          </ac:spMkLst>
        </pc:spChg>
        <pc:spChg chg="del">
          <ac:chgData name="LE FALHER, Martial" userId="4e18b825-4c81-4fdf-8616-10afe3723b47" providerId="ADAL" clId="{055A2AAE-F55B-4C0C-8D50-7115180FAC95}" dt="2024-08-22T12:20:34.804" v="447" actId="478"/>
          <ac:spMkLst>
            <pc:docMk/>
            <pc:sldMk cId="2231544944" sldId="577"/>
            <ac:spMk id="4096" creationId="{358B4B22-959E-1DF9-EDF8-B9D6ED9EF7CE}"/>
          </ac:spMkLst>
        </pc:spChg>
        <pc:spChg chg="del">
          <ac:chgData name="LE FALHER, Martial" userId="4e18b825-4c81-4fdf-8616-10afe3723b47" providerId="ADAL" clId="{055A2AAE-F55B-4C0C-8D50-7115180FAC95}" dt="2024-08-22T12:14:28.204" v="445" actId="478"/>
          <ac:spMkLst>
            <pc:docMk/>
            <pc:sldMk cId="2231544944" sldId="577"/>
            <ac:spMk id="4099" creationId="{A44A3C72-38BE-E307-D2CB-4F2E24A35A6E}"/>
          </ac:spMkLst>
        </pc:spChg>
        <pc:spChg chg="del">
          <ac:chgData name="LE FALHER, Martial" userId="4e18b825-4c81-4fdf-8616-10afe3723b47" providerId="ADAL" clId="{055A2AAE-F55B-4C0C-8D50-7115180FAC95}" dt="2024-08-22T12:21:20.138" v="452" actId="478"/>
          <ac:spMkLst>
            <pc:docMk/>
            <pc:sldMk cId="2231544944" sldId="577"/>
            <ac:spMk id="4100" creationId="{A98AEA1C-BC81-C1A1-2CFD-00B06A74FD2A}"/>
          </ac:spMkLst>
        </pc:spChg>
        <pc:spChg chg="del">
          <ac:chgData name="LE FALHER, Martial" userId="4e18b825-4c81-4fdf-8616-10afe3723b47" providerId="ADAL" clId="{055A2AAE-F55B-4C0C-8D50-7115180FAC95}" dt="2024-08-22T12:20:34.804" v="447" actId="478"/>
          <ac:spMkLst>
            <pc:docMk/>
            <pc:sldMk cId="2231544944" sldId="577"/>
            <ac:spMk id="4101" creationId="{3E537676-6397-BC14-A125-7B492A2CB4E7}"/>
          </ac:spMkLst>
        </pc:spChg>
        <pc:spChg chg="del">
          <ac:chgData name="LE FALHER, Martial" userId="4e18b825-4c81-4fdf-8616-10afe3723b47" providerId="ADAL" clId="{055A2AAE-F55B-4C0C-8D50-7115180FAC95}" dt="2024-08-22T12:21:20.138" v="452" actId="478"/>
          <ac:spMkLst>
            <pc:docMk/>
            <pc:sldMk cId="2231544944" sldId="577"/>
            <ac:spMk id="4102" creationId="{7C8CF943-3FE6-02F2-1796-F0E3632AB95C}"/>
          </ac:spMkLst>
        </pc:spChg>
        <pc:spChg chg="del">
          <ac:chgData name="LE FALHER, Martial" userId="4e18b825-4c81-4fdf-8616-10afe3723b47" providerId="ADAL" clId="{055A2AAE-F55B-4C0C-8D50-7115180FAC95}" dt="2024-08-22T12:21:20.138" v="452" actId="478"/>
          <ac:spMkLst>
            <pc:docMk/>
            <pc:sldMk cId="2231544944" sldId="577"/>
            <ac:spMk id="4103" creationId="{962E6A7A-977F-9FCC-12B8-9E579C70DD63}"/>
          </ac:spMkLst>
        </pc:spChg>
        <pc:spChg chg="del">
          <ac:chgData name="LE FALHER, Martial" userId="4e18b825-4c81-4fdf-8616-10afe3723b47" providerId="ADAL" clId="{055A2AAE-F55B-4C0C-8D50-7115180FAC95}" dt="2024-08-22T12:21:20.138" v="452" actId="478"/>
          <ac:spMkLst>
            <pc:docMk/>
            <pc:sldMk cId="2231544944" sldId="577"/>
            <ac:spMk id="4105" creationId="{6B0DD288-EFC7-FD2D-8D40-190113CB9A11}"/>
          </ac:spMkLst>
        </pc:spChg>
        <pc:spChg chg="del">
          <ac:chgData name="LE FALHER, Martial" userId="4e18b825-4c81-4fdf-8616-10afe3723b47" providerId="ADAL" clId="{055A2AAE-F55B-4C0C-8D50-7115180FAC95}" dt="2024-08-22T12:21:20.138" v="452" actId="478"/>
          <ac:spMkLst>
            <pc:docMk/>
            <pc:sldMk cId="2231544944" sldId="577"/>
            <ac:spMk id="4107" creationId="{6F882357-E9E0-CC9E-7DC7-5EE08AD3F1B3}"/>
          </ac:spMkLst>
        </pc:spChg>
        <pc:spChg chg="add del mod">
          <ac:chgData name="LE FALHER, Martial" userId="4e18b825-4c81-4fdf-8616-10afe3723b47" providerId="ADAL" clId="{055A2AAE-F55B-4C0C-8D50-7115180FAC95}" dt="2024-08-22T12:12:28.438" v="431" actId="478"/>
          <ac:spMkLst>
            <pc:docMk/>
            <pc:sldMk cId="2231544944" sldId="577"/>
            <ac:spMk id="4108" creationId="{789E0D8C-C53D-6FED-2F62-265DE48B9B3C}"/>
          </ac:spMkLst>
        </pc:spChg>
        <pc:spChg chg="add del mod">
          <ac:chgData name="LE FALHER, Martial" userId="4e18b825-4c81-4fdf-8616-10afe3723b47" providerId="ADAL" clId="{055A2AAE-F55B-4C0C-8D50-7115180FAC95}" dt="2024-08-22T12:14:28.204" v="445" actId="478"/>
          <ac:spMkLst>
            <pc:docMk/>
            <pc:sldMk cId="2231544944" sldId="577"/>
            <ac:spMk id="4109" creationId="{FA7575E6-4B36-DBF4-8FCB-01AC9B23C35D}"/>
          </ac:spMkLst>
        </pc:spChg>
        <pc:spChg chg="add del mod">
          <ac:chgData name="LE FALHER, Martial" userId="4e18b825-4c81-4fdf-8616-10afe3723b47" providerId="ADAL" clId="{055A2AAE-F55B-4C0C-8D50-7115180FAC95}" dt="2024-08-22T12:14:28.204" v="445" actId="478"/>
          <ac:spMkLst>
            <pc:docMk/>
            <pc:sldMk cId="2231544944" sldId="577"/>
            <ac:spMk id="4111" creationId="{C305F42D-3B35-D8B1-FE85-2D555A2B4133}"/>
          </ac:spMkLst>
        </pc:spChg>
        <pc:spChg chg="add del mod">
          <ac:chgData name="LE FALHER, Martial" userId="4e18b825-4c81-4fdf-8616-10afe3723b47" providerId="ADAL" clId="{055A2AAE-F55B-4C0C-8D50-7115180FAC95}" dt="2024-08-22T12:12:28.438" v="431" actId="478"/>
          <ac:spMkLst>
            <pc:docMk/>
            <pc:sldMk cId="2231544944" sldId="577"/>
            <ac:spMk id="4112" creationId="{70A70F68-0B6A-3151-45E8-8361A2783B8B}"/>
          </ac:spMkLst>
        </pc:spChg>
        <pc:spChg chg="add del mod">
          <ac:chgData name="LE FALHER, Martial" userId="4e18b825-4c81-4fdf-8616-10afe3723b47" providerId="ADAL" clId="{055A2AAE-F55B-4C0C-8D50-7115180FAC95}" dt="2024-08-22T12:12:28.438" v="431" actId="478"/>
          <ac:spMkLst>
            <pc:docMk/>
            <pc:sldMk cId="2231544944" sldId="577"/>
            <ac:spMk id="4113" creationId="{12D3A4C2-CDA9-F1CA-539A-92630E1C2F76}"/>
          </ac:spMkLst>
        </pc:spChg>
        <pc:spChg chg="add del mod">
          <ac:chgData name="LE FALHER, Martial" userId="4e18b825-4c81-4fdf-8616-10afe3723b47" providerId="ADAL" clId="{055A2AAE-F55B-4C0C-8D50-7115180FAC95}" dt="2024-08-22T12:12:28.438" v="431" actId="478"/>
          <ac:spMkLst>
            <pc:docMk/>
            <pc:sldMk cId="2231544944" sldId="577"/>
            <ac:spMk id="4114" creationId="{DC454E5F-2160-7F7A-8AC6-BA1AFC35CDEE}"/>
          </ac:spMkLst>
        </pc:spChg>
        <pc:spChg chg="add del mod">
          <ac:chgData name="LE FALHER, Martial" userId="4e18b825-4c81-4fdf-8616-10afe3723b47" providerId="ADAL" clId="{055A2AAE-F55B-4C0C-8D50-7115180FAC95}" dt="2024-08-22T12:12:28.438" v="431" actId="478"/>
          <ac:spMkLst>
            <pc:docMk/>
            <pc:sldMk cId="2231544944" sldId="577"/>
            <ac:spMk id="4115" creationId="{6359CE3A-7885-7F6A-2304-992FAEDFFCF9}"/>
          </ac:spMkLst>
        </pc:spChg>
        <pc:spChg chg="add del mod">
          <ac:chgData name="LE FALHER, Martial" userId="4e18b825-4c81-4fdf-8616-10afe3723b47" providerId="ADAL" clId="{055A2AAE-F55B-4C0C-8D50-7115180FAC95}" dt="2024-08-22T12:12:28.438" v="431" actId="478"/>
          <ac:spMkLst>
            <pc:docMk/>
            <pc:sldMk cId="2231544944" sldId="577"/>
            <ac:spMk id="4116" creationId="{D68268ED-01DC-9E0B-4E6D-417C695E1957}"/>
          </ac:spMkLst>
        </pc:spChg>
        <pc:spChg chg="del">
          <ac:chgData name="LE FALHER, Martial" userId="4e18b825-4c81-4fdf-8616-10afe3723b47" providerId="ADAL" clId="{055A2AAE-F55B-4C0C-8D50-7115180FAC95}" dt="2024-08-22T12:21:20.138" v="452" actId="478"/>
          <ac:spMkLst>
            <pc:docMk/>
            <pc:sldMk cId="2231544944" sldId="577"/>
            <ac:spMk id="4126" creationId="{3FF94985-517C-5983-6897-53A96197D8F7}"/>
          </ac:spMkLst>
        </pc:spChg>
        <pc:spChg chg="del">
          <ac:chgData name="LE FALHER, Martial" userId="4e18b825-4c81-4fdf-8616-10afe3723b47" providerId="ADAL" clId="{055A2AAE-F55B-4C0C-8D50-7115180FAC95}" dt="2024-08-22T12:20:24.672" v="446" actId="478"/>
          <ac:spMkLst>
            <pc:docMk/>
            <pc:sldMk cId="2231544944" sldId="577"/>
            <ac:spMk id="4148" creationId="{7302CFC1-9991-4098-C9DF-568329740458}"/>
          </ac:spMkLst>
        </pc:spChg>
        <pc:spChg chg="del">
          <ac:chgData name="LE FALHER, Martial" userId="4e18b825-4c81-4fdf-8616-10afe3723b47" providerId="ADAL" clId="{055A2AAE-F55B-4C0C-8D50-7115180FAC95}" dt="2024-08-22T12:23:57.997" v="476" actId="478"/>
          <ac:spMkLst>
            <pc:docMk/>
            <pc:sldMk cId="2231544944" sldId="577"/>
            <ac:spMk id="4151" creationId="{6E2A9F1F-586D-976B-8A0A-007DB272BF86}"/>
          </ac:spMkLst>
        </pc:spChg>
        <pc:spChg chg="mod">
          <ac:chgData name="LE FALHER, Martial" userId="4e18b825-4c81-4fdf-8616-10afe3723b47" providerId="ADAL" clId="{055A2AAE-F55B-4C0C-8D50-7115180FAC95}" dt="2024-08-22T12:23:18.710" v="470" actId="207"/>
          <ac:spMkLst>
            <pc:docMk/>
            <pc:sldMk cId="2231544944" sldId="577"/>
            <ac:spMk id="4153" creationId="{BFC8CA2C-16A8-EB50-866F-F35113D05CAB}"/>
          </ac:spMkLst>
        </pc:spChg>
        <pc:cxnChg chg="mod">
          <ac:chgData name="LE FALHER, Martial" userId="4e18b825-4c81-4fdf-8616-10afe3723b47" providerId="ADAL" clId="{055A2AAE-F55B-4C0C-8D50-7115180FAC95}" dt="2024-08-22T12:21:39.263" v="455" actId="14100"/>
          <ac:cxnSpMkLst>
            <pc:docMk/>
            <pc:sldMk cId="2231544944" sldId="577"/>
            <ac:cxnSpMk id="4136" creationId="{9A5AA6FB-0FF8-78C2-B4FC-7139C3BEC500}"/>
          </ac:cxnSpMkLst>
        </pc:cxnChg>
        <pc:cxnChg chg="mod">
          <ac:chgData name="LE FALHER, Martial" userId="4e18b825-4c81-4fdf-8616-10afe3723b47" providerId="ADAL" clId="{055A2AAE-F55B-4C0C-8D50-7115180FAC95}" dt="2024-08-22T12:21:39.263" v="455" actId="14100"/>
          <ac:cxnSpMkLst>
            <pc:docMk/>
            <pc:sldMk cId="2231544944" sldId="577"/>
            <ac:cxnSpMk id="4144" creationId="{53522024-279E-A6DD-4D4A-B17C80A6B519}"/>
          </ac:cxnSpMkLst>
        </pc:cxnChg>
      </pc:sldChg>
      <pc:sldChg chg="delSp modSp mod">
        <pc:chgData name="LE FALHER, Martial" userId="4e18b825-4c81-4fdf-8616-10afe3723b47" providerId="ADAL" clId="{055A2AAE-F55B-4C0C-8D50-7115180FAC95}" dt="2024-08-22T12:05:46.636" v="417" actId="20577"/>
        <pc:sldMkLst>
          <pc:docMk/>
          <pc:sldMk cId="312623293" sldId="578"/>
        </pc:sldMkLst>
        <pc:spChg chg="del">
          <ac:chgData name="LE FALHER, Martial" userId="4e18b825-4c81-4fdf-8616-10afe3723b47" providerId="ADAL" clId="{055A2AAE-F55B-4C0C-8D50-7115180FAC95}" dt="2024-08-22T11:55:14.987" v="392" actId="478"/>
          <ac:spMkLst>
            <pc:docMk/>
            <pc:sldMk cId="312623293" sldId="578"/>
            <ac:spMk id="10" creationId="{4AAD68B1-DD85-7B7B-9487-7CEC25DF4B5A}"/>
          </ac:spMkLst>
        </pc:spChg>
        <pc:spChg chg="del">
          <ac:chgData name="LE FALHER, Martial" userId="4e18b825-4c81-4fdf-8616-10afe3723b47" providerId="ADAL" clId="{055A2AAE-F55B-4C0C-8D50-7115180FAC95}" dt="2024-08-22T11:55:14.987" v="392" actId="478"/>
          <ac:spMkLst>
            <pc:docMk/>
            <pc:sldMk cId="312623293" sldId="578"/>
            <ac:spMk id="11" creationId="{9C6B7E77-8994-C4B6-48B8-5FCA896B50F2}"/>
          </ac:spMkLst>
        </pc:spChg>
        <pc:spChg chg="del">
          <ac:chgData name="LE FALHER, Martial" userId="4e18b825-4c81-4fdf-8616-10afe3723b47" providerId="ADAL" clId="{055A2AAE-F55B-4C0C-8D50-7115180FAC95}" dt="2024-08-22T11:55:14.987" v="392" actId="478"/>
          <ac:spMkLst>
            <pc:docMk/>
            <pc:sldMk cId="312623293" sldId="578"/>
            <ac:spMk id="13" creationId="{0839E5AF-AB64-44DF-1D9A-B8B0BF38D469}"/>
          </ac:spMkLst>
        </pc:spChg>
        <pc:spChg chg="del">
          <ac:chgData name="LE FALHER, Martial" userId="4e18b825-4c81-4fdf-8616-10afe3723b47" providerId="ADAL" clId="{055A2AAE-F55B-4C0C-8D50-7115180FAC95}" dt="2024-08-22T11:55:14.987" v="392" actId="478"/>
          <ac:spMkLst>
            <pc:docMk/>
            <pc:sldMk cId="312623293" sldId="578"/>
            <ac:spMk id="14" creationId="{7FC223C1-C8DE-DABC-43E2-E94212EA8212}"/>
          </ac:spMkLst>
        </pc:spChg>
        <pc:spChg chg="del">
          <ac:chgData name="LE FALHER, Martial" userId="4e18b825-4c81-4fdf-8616-10afe3723b47" providerId="ADAL" clId="{055A2AAE-F55B-4C0C-8D50-7115180FAC95}" dt="2024-08-22T11:55:14.987" v="392" actId="478"/>
          <ac:spMkLst>
            <pc:docMk/>
            <pc:sldMk cId="312623293" sldId="578"/>
            <ac:spMk id="16" creationId="{792B5EE1-5BC2-A0E1-904D-89A711C9D12B}"/>
          </ac:spMkLst>
        </pc:spChg>
        <pc:spChg chg="del">
          <ac:chgData name="LE FALHER, Martial" userId="4e18b825-4c81-4fdf-8616-10afe3723b47" providerId="ADAL" clId="{055A2AAE-F55B-4C0C-8D50-7115180FAC95}" dt="2024-08-22T11:55:14.987" v="392" actId="478"/>
          <ac:spMkLst>
            <pc:docMk/>
            <pc:sldMk cId="312623293" sldId="578"/>
            <ac:spMk id="17" creationId="{19C4DD99-88E0-367A-48F7-31E3F4BBFE87}"/>
          </ac:spMkLst>
        </pc:spChg>
        <pc:spChg chg="del">
          <ac:chgData name="LE FALHER, Martial" userId="4e18b825-4c81-4fdf-8616-10afe3723b47" providerId="ADAL" clId="{055A2AAE-F55B-4C0C-8D50-7115180FAC95}" dt="2024-08-22T11:55:14.987" v="392" actId="478"/>
          <ac:spMkLst>
            <pc:docMk/>
            <pc:sldMk cId="312623293" sldId="578"/>
            <ac:spMk id="18" creationId="{F33A4E49-4DB4-CC2D-F559-294637E3292C}"/>
          </ac:spMkLst>
        </pc:spChg>
        <pc:spChg chg="del">
          <ac:chgData name="LE FALHER, Martial" userId="4e18b825-4c81-4fdf-8616-10afe3723b47" providerId="ADAL" clId="{055A2AAE-F55B-4C0C-8D50-7115180FAC95}" dt="2024-08-22T11:55:14.987" v="392" actId="478"/>
          <ac:spMkLst>
            <pc:docMk/>
            <pc:sldMk cId="312623293" sldId="578"/>
            <ac:spMk id="19" creationId="{99719161-4199-B145-8A55-A98DB9E1E5E1}"/>
          </ac:spMkLst>
        </pc:spChg>
        <pc:spChg chg="del">
          <ac:chgData name="LE FALHER, Martial" userId="4e18b825-4c81-4fdf-8616-10afe3723b47" providerId="ADAL" clId="{055A2AAE-F55B-4C0C-8D50-7115180FAC95}" dt="2024-08-22T11:55:14.987" v="392" actId="478"/>
          <ac:spMkLst>
            <pc:docMk/>
            <pc:sldMk cId="312623293" sldId="578"/>
            <ac:spMk id="20" creationId="{61953EA2-4521-B51F-BE25-69304A1C7284}"/>
          </ac:spMkLst>
        </pc:spChg>
        <pc:spChg chg="mod">
          <ac:chgData name="LE FALHER, Martial" userId="4e18b825-4c81-4fdf-8616-10afe3723b47" providerId="ADAL" clId="{055A2AAE-F55B-4C0C-8D50-7115180FAC95}" dt="2024-08-22T12:02:18.616" v="405" actId="113"/>
          <ac:spMkLst>
            <pc:docMk/>
            <pc:sldMk cId="312623293" sldId="578"/>
            <ac:spMk id="36" creationId="{00000000-0000-0000-0000-000000000000}"/>
          </ac:spMkLst>
        </pc:spChg>
        <pc:spChg chg="mod">
          <ac:chgData name="LE FALHER, Martial" userId="4e18b825-4c81-4fdf-8616-10afe3723b47" providerId="ADAL" clId="{055A2AAE-F55B-4C0C-8D50-7115180FAC95}" dt="2024-08-22T12:02:00.912" v="404" actId="113"/>
          <ac:spMkLst>
            <pc:docMk/>
            <pc:sldMk cId="312623293" sldId="578"/>
            <ac:spMk id="65" creationId="{00000000-0000-0000-0000-000000000000}"/>
          </ac:spMkLst>
        </pc:spChg>
        <pc:spChg chg="mod">
          <ac:chgData name="LE FALHER, Martial" userId="4e18b825-4c81-4fdf-8616-10afe3723b47" providerId="ADAL" clId="{055A2AAE-F55B-4C0C-8D50-7115180FAC95}" dt="2024-08-22T12:02:26.855" v="407" actId="207"/>
          <ac:spMkLst>
            <pc:docMk/>
            <pc:sldMk cId="312623293" sldId="578"/>
            <ac:spMk id="113" creationId="{90934411-8ACF-4F5E-A560-6AF7C489D321}"/>
          </ac:spMkLst>
        </pc:spChg>
        <pc:spChg chg="mod">
          <ac:chgData name="LE FALHER, Martial" userId="4e18b825-4c81-4fdf-8616-10afe3723b47" providerId="ADAL" clId="{055A2AAE-F55B-4C0C-8D50-7115180FAC95}" dt="2024-08-22T12:02:52.663" v="414" actId="207"/>
          <ac:spMkLst>
            <pc:docMk/>
            <pc:sldMk cId="312623293" sldId="578"/>
            <ac:spMk id="119" creationId="{9344CE9E-B03B-4D22-93AE-09B12534073E}"/>
          </ac:spMkLst>
        </pc:spChg>
        <pc:spChg chg="mod">
          <ac:chgData name="LE FALHER, Martial" userId="4e18b825-4c81-4fdf-8616-10afe3723b47" providerId="ADAL" clId="{055A2AAE-F55B-4C0C-8D50-7115180FAC95}" dt="2024-08-22T12:02:48.544" v="413" actId="207"/>
          <ac:spMkLst>
            <pc:docMk/>
            <pc:sldMk cId="312623293" sldId="578"/>
            <ac:spMk id="135" creationId="{138DD42A-D35D-4485-B2C4-64060312167A}"/>
          </ac:spMkLst>
        </pc:spChg>
        <pc:spChg chg="mod">
          <ac:chgData name="LE FALHER, Martial" userId="4e18b825-4c81-4fdf-8616-10afe3723b47" providerId="ADAL" clId="{055A2AAE-F55B-4C0C-8D50-7115180FAC95}" dt="2024-08-22T12:05:46.636" v="417" actId="20577"/>
          <ac:spMkLst>
            <pc:docMk/>
            <pc:sldMk cId="312623293" sldId="578"/>
            <ac:spMk id="139" creationId="{B6C13931-3732-47AD-9553-238D7037995F}"/>
          </ac:spMkLst>
        </pc:spChg>
        <pc:spChg chg="mod">
          <ac:chgData name="LE FALHER, Martial" userId="4e18b825-4c81-4fdf-8616-10afe3723b47" providerId="ADAL" clId="{055A2AAE-F55B-4C0C-8D50-7115180FAC95}" dt="2024-08-22T12:02:42.532" v="411" actId="207"/>
          <ac:spMkLst>
            <pc:docMk/>
            <pc:sldMk cId="312623293" sldId="578"/>
            <ac:spMk id="190" creationId="{972E8E0D-B237-4456-8ECC-5A1F3C03534A}"/>
          </ac:spMkLst>
        </pc:spChg>
        <pc:spChg chg="mod">
          <ac:chgData name="LE FALHER, Martial" userId="4e18b825-4c81-4fdf-8616-10afe3723b47" providerId="ADAL" clId="{055A2AAE-F55B-4C0C-8D50-7115180FAC95}" dt="2024-08-22T12:03:08.686" v="416" actId="207"/>
          <ac:spMkLst>
            <pc:docMk/>
            <pc:sldMk cId="312623293" sldId="578"/>
            <ac:spMk id="372" creationId="{222B3486-A678-48C6-B0B9-95D2421815CF}"/>
          </ac:spMkLst>
        </pc:spChg>
        <pc:spChg chg="mod">
          <ac:chgData name="LE FALHER, Martial" userId="4e18b825-4c81-4fdf-8616-10afe3723b47" providerId="ADAL" clId="{055A2AAE-F55B-4C0C-8D50-7115180FAC95}" dt="2024-08-22T12:02:34.886" v="409" actId="113"/>
          <ac:spMkLst>
            <pc:docMk/>
            <pc:sldMk cId="312623293" sldId="578"/>
            <ac:spMk id="374" creationId="{F232641E-491C-4182-BF4C-401972B2EB20}"/>
          </ac:spMkLst>
        </pc:spChg>
      </pc:sldChg>
      <pc:sldChg chg="del">
        <pc:chgData name="LE FALHER, Martial" userId="4e18b825-4c81-4fdf-8616-10afe3723b47" providerId="ADAL" clId="{055A2AAE-F55B-4C0C-8D50-7115180FAC95}" dt="2024-08-22T12:53:22.141" v="585" actId="2696"/>
        <pc:sldMkLst>
          <pc:docMk/>
          <pc:sldMk cId="276341462" sldId="579"/>
        </pc:sldMkLst>
      </pc:sldChg>
      <pc:sldChg chg="del">
        <pc:chgData name="LE FALHER, Martial" userId="4e18b825-4c81-4fdf-8616-10afe3723b47" providerId="ADAL" clId="{055A2AAE-F55B-4C0C-8D50-7115180FAC95}" dt="2024-08-22T12:06:15.441" v="419" actId="2696"/>
        <pc:sldMkLst>
          <pc:docMk/>
          <pc:sldMk cId="3793390228" sldId="580"/>
        </pc:sldMkLst>
      </pc:sldChg>
      <pc:sldChg chg="delSp modSp mod">
        <pc:chgData name="LE FALHER, Martial" userId="4e18b825-4c81-4fdf-8616-10afe3723b47" providerId="ADAL" clId="{055A2AAE-F55B-4C0C-8D50-7115180FAC95}" dt="2024-08-22T12:42:12.466" v="509" actId="208"/>
        <pc:sldMkLst>
          <pc:docMk/>
          <pc:sldMk cId="2538056397" sldId="583"/>
        </pc:sldMkLst>
        <pc:spChg chg="mod">
          <ac:chgData name="LE FALHER, Martial" userId="4e18b825-4c81-4fdf-8616-10afe3723b47" providerId="ADAL" clId="{055A2AAE-F55B-4C0C-8D50-7115180FAC95}" dt="2024-08-22T12:42:12.466" v="509" actId="208"/>
          <ac:spMkLst>
            <pc:docMk/>
            <pc:sldMk cId="2538056397" sldId="583"/>
            <ac:spMk id="3" creationId="{3DBC7639-2522-CF73-4AD1-11E65A36A59E}"/>
          </ac:spMkLst>
        </pc:spChg>
        <pc:spChg chg="del">
          <ac:chgData name="LE FALHER, Martial" userId="4e18b825-4c81-4fdf-8616-10afe3723b47" providerId="ADAL" clId="{055A2AAE-F55B-4C0C-8D50-7115180FAC95}" dt="2024-08-22T12:42:02.999" v="506" actId="478"/>
          <ac:spMkLst>
            <pc:docMk/>
            <pc:sldMk cId="2538056397" sldId="583"/>
            <ac:spMk id="4" creationId="{6EBEBC5E-C45B-3F31-E732-EAFD808D916E}"/>
          </ac:spMkLst>
        </pc:spChg>
      </pc:sldChg>
      <pc:sldChg chg="delSp modSp mod">
        <pc:chgData name="LE FALHER, Martial" userId="4e18b825-4c81-4fdf-8616-10afe3723b47" providerId="ADAL" clId="{055A2AAE-F55B-4C0C-8D50-7115180FAC95}" dt="2024-08-22T14:18:22.513" v="902" actId="113"/>
        <pc:sldMkLst>
          <pc:docMk/>
          <pc:sldMk cId="2674170788" sldId="585"/>
        </pc:sldMkLst>
        <pc:spChg chg="mod">
          <ac:chgData name="LE FALHER, Martial" userId="4e18b825-4c81-4fdf-8616-10afe3723b47" providerId="ADAL" clId="{055A2AAE-F55B-4C0C-8D50-7115180FAC95}" dt="2024-08-22T14:16:20.338" v="864" actId="113"/>
          <ac:spMkLst>
            <pc:docMk/>
            <pc:sldMk cId="2674170788" sldId="585"/>
            <ac:spMk id="2" creationId="{9BD131B5-297B-A38E-A645-6B4CD3E95535}"/>
          </ac:spMkLst>
        </pc:spChg>
        <pc:spChg chg="del">
          <ac:chgData name="LE FALHER, Martial" userId="4e18b825-4c81-4fdf-8616-10afe3723b47" providerId="ADAL" clId="{055A2AAE-F55B-4C0C-8D50-7115180FAC95}" dt="2024-08-22T13:30:25.247" v="832" actId="478"/>
          <ac:spMkLst>
            <pc:docMk/>
            <pc:sldMk cId="2674170788" sldId="585"/>
            <ac:spMk id="5" creationId="{9E0775A4-C6B6-E1B4-0094-6EB8B49B6159}"/>
          </ac:spMkLst>
        </pc:spChg>
        <pc:spChg chg="del">
          <ac:chgData name="LE FALHER, Martial" userId="4e18b825-4c81-4fdf-8616-10afe3723b47" providerId="ADAL" clId="{055A2AAE-F55B-4C0C-8D50-7115180FAC95}" dt="2024-08-22T13:30:25.247" v="832" actId="478"/>
          <ac:spMkLst>
            <pc:docMk/>
            <pc:sldMk cId="2674170788" sldId="585"/>
            <ac:spMk id="47" creationId="{33FD30F1-BFDB-8281-E8CB-40B427BA391B}"/>
          </ac:spMkLst>
        </pc:spChg>
        <pc:spChg chg="del">
          <ac:chgData name="LE FALHER, Martial" userId="4e18b825-4c81-4fdf-8616-10afe3723b47" providerId="ADAL" clId="{055A2AAE-F55B-4C0C-8D50-7115180FAC95}" dt="2024-08-22T13:30:25.247" v="832" actId="478"/>
          <ac:spMkLst>
            <pc:docMk/>
            <pc:sldMk cId="2674170788" sldId="585"/>
            <ac:spMk id="50" creationId="{CE1CED2F-540B-AF75-BF55-E001A64084AD}"/>
          </ac:spMkLst>
        </pc:spChg>
        <pc:spChg chg="del">
          <ac:chgData name="LE FALHER, Martial" userId="4e18b825-4c81-4fdf-8616-10afe3723b47" providerId="ADAL" clId="{055A2AAE-F55B-4C0C-8D50-7115180FAC95}" dt="2024-08-22T13:30:25.247" v="832" actId="478"/>
          <ac:spMkLst>
            <pc:docMk/>
            <pc:sldMk cId="2674170788" sldId="585"/>
            <ac:spMk id="51" creationId="{5DD24E13-422E-68B7-8215-F75689DEB3BD}"/>
          </ac:spMkLst>
        </pc:spChg>
        <pc:spChg chg="del">
          <ac:chgData name="LE FALHER, Martial" userId="4e18b825-4c81-4fdf-8616-10afe3723b47" providerId="ADAL" clId="{055A2AAE-F55B-4C0C-8D50-7115180FAC95}" dt="2024-08-22T13:30:25.247" v="832" actId="478"/>
          <ac:spMkLst>
            <pc:docMk/>
            <pc:sldMk cId="2674170788" sldId="585"/>
            <ac:spMk id="52" creationId="{3D1F194B-90FE-A147-34DA-95C8F391B451}"/>
          </ac:spMkLst>
        </pc:spChg>
        <pc:spChg chg="del">
          <ac:chgData name="LE FALHER, Martial" userId="4e18b825-4c81-4fdf-8616-10afe3723b47" providerId="ADAL" clId="{055A2AAE-F55B-4C0C-8D50-7115180FAC95}" dt="2024-08-22T13:30:25.247" v="832" actId="478"/>
          <ac:spMkLst>
            <pc:docMk/>
            <pc:sldMk cId="2674170788" sldId="585"/>
            <ac:spMk id="53" creationId="{BDC4100E-E7F2-2123-F295-6A4EE6903550}"/>
          </ac:spMkLst>
        </pc:spChg>
        <pc:spChg chg="del">
          <ac:chgData name="LE FALHER, Martial" userId="4e18b825-4c81-4fdf-8616-10afe3723b47" providerId="ADAL" clId="{055A2AAE-F55B-4C0C-8D50-7115180FAC95}" dt="2024-08-22T13:30:25.247" v="832" actId="478"/>
          <ac:spMkLst>
            <pc:docMk/>
            <pc:sldMk cId="2674170788" sldId="585"/>
            <ac:spMk id="54" creationId="{BE24052F-E5BA-EC1B-E020-69C6D4BE604B}"/>
          </ac:spMkLst>
        </pc:spChg>
        <pc:spChg chg="del">
          <ac:chgData name="LE FALHER, Martial" userId="4e18b825-4c81-4fdf-8616-10afe3723b47" providerId="ADAL" clId="{055A2AAE-F55B-4C0C-8D50-7115180FAC95}" dt="2024-08-22T13:30:25.247" v="832" actId="478"/>
          <ac:spMkLst>
            <pc:docMk/>
            <pc:sldMk cId="2674170788" sldId="585"/>
            <ac:spMk id="55" creationId="{0E783A1C-7BA5-F908-0A00-1F6855430D26}"/>
          </ac:spMkLst>
        </pc:spChg>
        <pc:spChg chg="del">
          <ac:chgData name="LE FALHER, Martial" userId="4e18b825-4c81-4fdf-8616-10afe3723b47" providerId="ADAL" clId="{055A2AAE-F55B-4C0C-8D50-7115180FAC95}" dt="2024-08-22T13:30:25.247" v="832" actId="478"/>
          <ac:spMkLst>
            <pc:docMk/>
            <pc:sldMk cId="2674170788" sldId="585"/>
            <ac:spMk id="56" creationId="{B2E71F85-95A0-1C8F-25B4-B8184958E3B8}"/>
          </ac:spMkLst>
        </pc:spChg>
        <pc:spChg chg="del">
          <ac:chgData name="LE FALHER, Martial" userId="4e18b825-4c81-4fdf-8616-10afe3723b47" providerId="ADAL" clId="{055A2AAE-F55B-4C0C-8D50-7115180FAC95}" dt="2024-08-22T13:30:25.247" v="832" actId="478"/>
          <ac:spMkLst>
            <pc:docMk/>
            <pc:sldMk cId="2674170788" sldId="585"/>
            <ac:spMk id="57" creationId="{C6B4CFF0-0ED2-08A7-4CCE-DED513BF90B3}"/>
          </ac:spMkLst>
        </pc:spChg>
        <pc:spChg chg="del">
          <ac:chgData name="LE FALHER, Martial" userId="4e18b825-4c81-4fdf-8616-10afe3723b47" providerId="ADAL" clId="{055A2AAE-F55B-4C0C-8D50-7115180FAC95}" dt="2024-08-22T13:30:25.247" v="832" actId="478"/>
          <ac:spMkLst>
            <pc:docMk/>
            <pc:sldMk cId="2674170788" sldId="585"/>
            <ac:spMk id="58" creationId="{000B5809-4BD5-503D-6B28-A0C1D01580CD}"/>
          </ac:spMkLst>
        </pc:spChg>
        <pc:spChg chg="del">
          <ac:chgData name="LE FALHER, Martial" userId="4e18b825-4c81-4fdf-8616-10afe3723b47" providerId="ADAL" clId="{055A2AAE-F55B-4C0C-8D50-7115180FAC95}" dt="2024-08-22T13:30:25.247" v="832" actId="478"/>
          <ac:spMkLst>
            <pc:docMk/>
            <pc:sldMk cId="2674170788" sldId="585"/>
            <ac:spMk id="60" creationId="{EE1C776E-52A4-DDBE-C78D-A6DB4C28BE14}"/>
          </ac:spMkLst>
        </pc:spChg>
        <pc:spChg chg="del">
          <ac:chgData name="LE FALHER, Martial" userId="4e18b825-4c81-4fdf-8616-10afe3723b47" providerId="ADAL" clId="{055A2AAE-F55B-4C0C-8D50-7115180FAC95}" dt="2024-08-22T13:30:25.247" v="832" actId="478"/>
          <ac:spMkLst>
            <pc:docMk/>
            <pc:sldMk cId="2674170788" sldId="585"/>
            <ac:spMk id="61" creationId="{517CFFA5-67E5-0D2C-58AB-6490AF5E2847}"/>
          </ac:spMkLst>
        </pc:spChg>
        <pc:spChg chg="mod">
          <ac:chgData name="LE FALHER, Martial" userId="4e18b825-4c81-4fdf-8616-10afe3723b47" providerId="ADAL" clId="{055A2AAE-F55B-4C0C-8D50-7115180FAC95}" dt="2024-08-22T14:15:05.406" v="843" actId="113"/>
          <ac:spMkLst>
            <pc:docMk/>
            <pc:sldMk cId="2674170788" sldId="585"/>
            <ac:spMk id="65" creationId="{00000000-0000-0000-0000-000000000000}"/>
          </ac:spMkLst>
        </pc:spChg>
        <pc:spChg chg="mod">
          <ac:chgData name="LE FALHER, Martial" userId="4e18b825-4c81-4fdf-8616-10afe3723b47" providerId="ADAL" clId="{055A2AAE-F55B-4C0C-8D50-7115180FAC95}" dt="2024-08-22T14:17:35.266" v="883" actId="113"/>
          <ac:spMkLst>
            <pc:docMk/>
            <pc:sldMk cId="2674170788" sldId="585"/>
            <ac:spMk id="102" creationId="{98F0E243-1786-4012-A75C-621B94537489}"/>
          </ac:spMkLst>
        </pc:spChg>
        <pc:spChg chg="mod">
          <ac:chgData name="LE FALHER, Martial" userId="4e18b825-4c81-4fdf-8616-10afe3723b47" providerId="ADAL" clId="{055A2AAE-F55B-4C0C-8D50-7115180FAC95}" dt="2024-08-22T14:17:39.267" v="885" actId="113"/>
          <ac:spMkLst>
            <pc:docMk/>
            <pc:sldMk cId="2674170788" sldId="585"/>
            <ac:spMk id="127" creationId="{CDB65DD0-AA48-4D72-BF4E-7E69E9DC8C0F}"/>
          </ac:spMkLst>
        </pc:spChg>
        <pc:spChg chg="mod">
          <ac:chgData name="LE FALHER, Martial" userId="4e18b825-4c81-4fdf-8616-10afe3723b47" providerId="ADAL" clId="{055A2AAE-F55B-4C0C-8D50-7115180FAC95}" dt="2024-08-22T14:18:22.513" v="902" actId="113"/>
          <ac:spMkLst>
            <pc:docMk/>
            <pc:sldMk cId="2674170788" sldId="585"/>
            <ac:spMk id="136" creationId="{2C2BFD36-210A-4870-8BD4-0D7CC540C914}"/>
          </ac:spMkLst>
        </pc:spChg>
        <pc:spChg chg="mod">
          <ac:chgData name="LE FALHER, Martial" userId="4e18b825-4c81-4fdf-8616-10afe3723b47" providerId="ADAL" clId="{055A2AAE-F55B-4C0C-8D50-7115180FAC95}" dt="2024-08-22T14:17:58.070" v="892" actId="113"/>
          <ac:spMkLst>
            <pc:docMk/>
            <pc:sldMk cId="2674170788" sldId="585"/>
            <ac:spMk id="143" creationId="{AA83E452-130D-4A88-B6DE-6403B2F51ED6}"/>
          </ac:spMkLst>
        </pc:spChg>
        <pc:spChg chg="mod">
          <ac:chgData name="LE FALHER, Martial" userId="4e18b825-4c81-4fdf-8616-10afe3723b47" providerId="ADAL" clId="{055A2AAE-F55B-4C0C-8D50-7115180FAC95}" dt="2024-08-22T14:14:57.907" v="839" actId="113"/>
          <ac:spMkLst>
            <pc:docMk/>
            <pc:sldMk cId="2674170788" sldId="585"/>
            <ac:spMk id="145" creationId="{F56B0252-A114-4B41-9CB3-42D02614999A}"/>
          </ac:spMkLst>
        </pc:spChg>
        <pc:spChg chg="mod">
          <ac:chgData name="LE FALHER, Martial" userId="4e18b825-4c81-4fdf-8616-10afe3723b47" providerId="ADAL" clId="{055A2AAE-F55B-4C0C-8D50-7115180FAC95}" dt="2024-08-22T14:15:01.409" v="841" actId="113"/>
          <ac:spMkLst>
            <pc:docMk/>
            <pc:sldMk cId="2674170788" sldId="585"/>
            <ac:spMk id="152" creationId="{35630887-D1D6-438F-BC3D-5C69244D9AF2}"/>
          </ac:spMkLst>
        </pc:spChg>
        <pc:spChg chg="mod">
          <ac:chgData name="LE FALHER, Martial" userId="4e18b825-4c81-4fdf-8616-10afe3723b47" providerId="ADAL" clId="{055A2AAE-F55B-4C0C-8D50-7115180FAC95}" dt="2024-08-22T14:15:31.596" v="853" actId="113"/>
          <ac:spMkLst>
            <pc:docMk/>
            <pc:sldMk cId="2674170788" sldId="585"/>
            <ac:spMk id="174" creationId="{83C1939E-3F4E-43F2-AC8E-002860B2E7F3}"/>
          </ac:spMkLst>
        </pc:spChg>
        <pc:spChg chg="mod">
          <ac:chgData name="LE FALHER, Martial" userId="4e18b825-4c81-4fdf-8616-10afe3723b47" providerId="ADAL" clId="{055A2AAE-F55B-4C0C-8D50-7115180FAC95}" dt="2024-08-22T14:15:40.726" v="855" actId="207"/>
          <ac:spMkLst>
            <pc:docMk/>
            <pc:sldMk cId="2674170788" sldId="585"/>
            <ac:spMk id="177" creationId="{027727E5-B2F1-4A8E-BC65-D40CBA5B9DDD}"/>
          </ac:spMkLst>
        </pc:spChg>
        <pc:spChg chg="mod">
          <ac:chgData name="LE FALHER, Martial" userId="4e18b825-4c81-4fdf-8616-10afe3723b47" providerId="ADAL" clId="{055A2AAE-F55B-4C0C-8D50-7115180FAC95}" dt="2024-08-22T14:17:51.636" v="889" actId="113"/>
          <ac:spMkLst>
            <pc:docMk/>
            <pc:sldMk cId="2674170788" sldId="585"/>
            <ac:spMk id="181" creationId="{88624C44-FC78-4801-ADED-AA6D0A592BEF}"/>
          </ac:spMkLst>
        </pc:spChg>
        <pc:spChg chg="mod">
          <ac:chgData name="LE FALHER, Martial" userId="4e18b825-4c81-4fdf-8616-10afe3723b47" providerId="ADAL" clId="{055A2AAE-F55B-4C0C-8D50-7115180FAC95}" dt="2024-08-22T14:16:02.110" v="859" actId="207"/>
          <ac:spMkLst>
            <pc:docMk/>
            <pc:sldMk cId="2674170788" sldId="585"/>
            <ac:spMk id="197" creationId="{A70B47DE-064A-4BB6-BDFB-483686093C56}"/>
          </ac:spMkLst>
        </pc:spChg>
        <pc:spChg chg="mod">
          <ac:chgData name="LE FALHER, Martial" userId="4e18b825-4c81-4fdf-8616-10afe3723b47" providerId="ADAL" clId="{055A2AAE-F55B-4C0C-8D50-7115180FAC95}" dt="2024-08-22T14:15:22.614" v="850" actId="207"/>
          <ac:spMkLst>
            <pc:docMk/>
            <pc:sldMk cId="2674170788" sldId="585"/>
            <ac:spMk id="267" creationId="{30DAF0F9-A7A4-4157-93C4-EC25F2A18ABA}"/>
          </ac:spMkLst>
        </pc:spChg>
        <pc:spChg chg="mod">
          <ac:chgData name="LE FALHER, Martial" userId="4e18b825-4c81-4fdf-8616-10afe3723b47" providerId="ADAL" clId="{055A2AAE-F55B-4C0C-8D50-7115180FAC95}" dt="2024-08-22T14:18:04.633" v="895" actId="113"/>
          <ac:spMkLst>
            <pc:docMk/>
            <pc:sldMk cId="2674170788" sldId="585"/>
            <ac:spMk id="276" creationId="{7E978D61-C51F-45CF-A95C-FCFDC8E805C0}"/>
          </ac:spMkLst>
        </pc:spChg>
        <pc:spChg chg="mod">
          <ac:chgData name="LE FALHER, Martial" userId="4e18b825-4c81-4fdf-8616-10afe3723b47" providerId="ADAL" clId="{055A2AAE-F55B-4C0C-8D50-7115180FAC95}" dt="2024-08-22T14:15:10.929" v="846" actId="113"/>
          <ac:spMkLst>
            <pc:docMk/>
            <pc:sldMk cId="2674170788" sldId="585"/>
            <ac:spMk id="286" creationId="{0FF9F0B1-9418-4D62-B15A-14C850DA6348}"/>
          </ac:spMkLst>
        </pc:spChg>
        <pc:spChg chg="mod">
          <ac:chgData name="LE FALHER, Martial" userId="4e18b825-4c81-4fdf-8616-10afe3723b47" providerId="ADAL" clId="{055A2AAE-F55B-4C0C-8D50-7115180FAC95}" dt="2024-08-22T14:15:15.398" v="848" actId="207"/>
          <ac:spMkLst>
            <pc:docMk/>
            <pc:sldMk cId="2674170788" sldId="585"/>
            <ac:spMk id="359" creationId="{A6359C19-8B66-4A9E-BA51-4AC3949084EA}"/>
          </ac:spMkLst>
        </pc:spChg>
        <pc:spChg chg="mod">
          <ac:chgData name="LE FALHER, Martial" userId="4e18b825-4c81-4fdf-8616-10afe3723b47" providerId="ADAL" clId="{055A2AAE-F55B-4C0C-8D50-7115180FAC95}" dt="2024-08-22T14:17:04.554" v="872" actId="113"/>
          <ac:spMkLst>
            <pc:docMk/>
            <pc:sldMk cId="2674170788" sldId="585"/>
            <ac:spMk id="401" creationId="{9071CBF7-7993-4AD3-BCF4-E3C219DEB5C1}"/>
          </ac:spMkLst>
        </pc:spChg>
        <pc:spChg chg="mod">
          <ac:chgData name="LE FALHER, Martial" userId="4e18b825-4c81-4fdf-8616-10afe3723b47" providerId="ADAL" clId="{055A2AAE-F55B-4C0C-8D50-7115180FAC95}" dt="2024-08-22T14:16:09.504" v="861" actId="207"/>
          <ac:spMkLst>
            <pc:docMk/>
            <pc:sldMk cId="2674170788" sldId="585"/>
            <ac:spMk id="418" creationId="{D2CAD1FD-1458-437F-A66A-B311974A913D}"/>
          </ac:spMkLst>
        </pc:spChg>
        <pc:spChg chg="mod">
          <ac:chgData name="LE FALHER, Martial" userId="4e18b825-4c81-4fdf-8616-10afe3723b47" providerId="ADAL" clId="{055A2AAE-F55B-4C0C-8D50-7115180FAC95}" dt="2024-08-22T14:16:27.223" v="867" actId="113"/>
          <ac:spMkLst>
            <pc:docMk/>
            <pc:sldMk cId="2674170788" sldId="585"/>
            <ac:spMk id="419" creationId="{72A97C99-2FE8-4C1A-B226-43AA4A61FD99}"/>
          </ac:spMkLst>
        </pc:spChg>
        <pc:spChg chg="mod">
          <ac:chgData name="LE FALHER, Martial" userId="4e18b825-4c81-4fdf-8616-10afe3723b47" providerId="ADAL" clId="{055A2AAE-F55B-4C0C-8D50-7115180FAC95}" dt="2024-08-22T14:17:43.283" v="886" actId="113"/>
          <ac:spMkLst>
            <pc:docMk/>
            <pc:sldMk cId="2674170788" sldId="585"/>
            <ac:spMk id="420" creationId="{98296EDC-9436-4949-9BA7-1AB86E41B7E2}"/>
          </ac:spMkLst>
        </pc:spChg>
        <pc:spChg chg="mod">
          <ac:chgData name="LE FALHER, Martial" userId="4e18b825-4c81-4fdf-8616-10afe3723b47" providerId="ADAL" clId="{055A2AAE-F55B-4C0C-8D50-7115180FAC95}" dt="2024-08-22T14:17:14.125" v="875" actId="207"/>
          <ac:spMkLst>
            <pc:docMk/>
            <pc:sldMk cId="2674170788" sldId="585"/>
            <ac:spMk id="539" creationId="{4E9C4B10-8AF9-485D-B3E4-2C5D8A4BEABA}"/>
          </ac:spMkLst>
        </pc:spChg>
        <pc:spChg chg="mod">
          <ac:chgData name="LE FALHER, Martial" userId="4e18b825-4c81-4fdf-8616-10afe3723b47" providerId="ADAL" clId="{055A2AAE-F55B-4C0C-8D50-7115180FAC95}" dt="2024-08-22T14:17:24.654" v="878" actId="113"/>
          <ac:spMkLst>
            <pc:docMk/>
            <pc:sldMk cId="2674170788" sldId="585"/>
            <ac:spMk id="554" creationId="{39C981A0-1E40-4B8F-B9FF-DE5C398B3CB5}"/>
          </ac:spMkLst>
        </pc:spChg>
        <pc:spChg chg="del">
          <ac:chgData name="LE FALHER, Martial" userId="4e18b825-4c81-4fdf-8616-10afe3723b47" providerId="ADAL" clId="{055A2AAE-F55B-4C0C-8D50-7115180FAC95}" dt="2024-08-22T13:30:25.247" v="832" actId="478"/>
          <ac:spMkLst>
            <pc:docMk/>
            <pc:sldMk cId="2674170788" sldId="585"/>
            <ac:spMk id="4096" creationId="{13D5335D-6D7C-8938-9940-364FA7496BDD}"/>
          </ac:spMkLst>
        </pc:spChg>
        <pc:spChg chg="del">
          <ac:chgData name="LE FALHER, Martial" userId="4e18b825-4c81-4fdf-8616-10afe3723b47" providerId="ADAL" clId="{055A2AAE-F55B-4C0C-8D50-7115180FAC95}" dt="2024-08-22T13:30:25.247" v="832" actId="478"/>
          <ac:spMkLst>
            <pc:docMk/>
            <pc:sldMk cId="2674170788" sldId="585"/>
            <ac:spMk id="4099" creationId="{46B6818F-B28D-FBE7-7289-6ABA18802424}"/>
          </ac:spMkLst>
        </pc:spChg>
        <pc:spChg chg="del">
          <ac:chgData name="LE FALHER, Martial" userId="4e18b825-4c81-4fdf-8616-10afe3723b47" providerId="ADAL" clId="{055A2AAE-F55B-4C0C-8D50-7115180FAC95}" dt="2024-08-22T13:30:25.247" v="832" actId="478"/>
          <ac:spMkLst>
            <pc:docMk/>
            <pc:sldMk cId="2674170788" sldId="585"/>
            <ac:spMk id="4101" creationId="{BA1D673C-F27A-4F26-8D41-BBBA8DBF9BDF}"/>
          </ac:spMkLst>
        </pc:spChg>
        <pc:cxnChg chg="mod">
          <ac:chgData name="LE FALHER, Martial" userId="4e18b825-4c81-4fdf-8616-10afe3723b47" providerId="ADAL" clId="{055A2AAE-F55B-4C0C-8D50-7115180FAC95}" dt="2024-08-22T14:14:46.495" v="835" actId="1076"/>
          <ac:cxnSpMkLst>
            <pc:docMk/>
            <pc:sldMk cId="2674170788" sldId="585"/>
            <ac:cxnSpMk id="11" creationId="{6DF3C5DD-A237-448E-AAF0-D96525CA4932}"/>
          </ac:cxnSpMkLst>
        </pc:cxnChg>
        <pc:cxnChg chg="mod">
          <ac:chgData name="LE FALHER, Martial" userId="4e18b825-4c81-4fdf-8616-10afe3723b47" providerId="ADAL" clId="{055A2AAE-F55B-4C0C-8D50-7115180FAC95}" dt="2024-08-22T14:14:46.495" v="835" actId="1076"/>
          <ac:cxnSpMkLst>
            <pc:docMk/>
            <pc:sldMk cId="2674170788" sldId="585"/>
            <ac:cxnSpMk id="16" creationId="{98998418-B6D8-4641-9568-082E9DC1624C}"/>
          </ac:cxnSpMkLst>
        </pc:cxnChg>
      </pc:sldChg>
      <pc:sldChg chg="addSp delSp modSp mod">
        <pc:chgData name="LE FALHER, Martial" userId="4e18b825-4c81-4fdf-8616-10afe3723b47" providerId="ADAL" clId="{055A2AAE-F55B-4C0C-8D50-7115180FAC95}" dt="2024-08-22T12:07:23.271" v="422" actId="207"/>
        <pc:sldMkLst>
          <pc:docMk/>
          <pc:sldMk cId="1074966813" sldId="588"/>
        </pc:sldMkLst>
        <pc:spChg chg="mod">
          <ac:chgData name="LE FALHER, Martial" userId="4e18b825-4c81-4fdf-8616-10afe3723b47" providerId="ADAL" clId="{055A2AAE-F55B-4C0C-8D50-7115180FAC95}" dt="2024-08-22T12:07:23.271" v="422" actId="207"/>
          <ac:spMkLst>
            <pc:docMk/>
            <pc:sldMk cId="1074966813" sldId="588"/>
            <ac:spMk id="3" creationId="{8F7B0584-0958-2F5A-10C1-9191B484F89E}"/>
          </ac:spMkLst>
        </pc:spChg>
        <pc:spChg chg="del">
          <ac:chgData name="LE FALHER, Martial" userId="4e18b825-4c81-4fdf-8616-10afe3723b47" providerId="ADAL" clId="{055A2AAE-F55B-4C0C-8D50-7115180FAC95}" dt="2024-08-22T12:07:13.210" v="420" actId="478"/>
          <ac:spMkLst>
            <pc:docMk/>
            <pc:sldMk cId="1074966813" sldId="588"/>
            <ac:spMk id="5" creationId="{FABCE786-6F11-D2AF-01D2-BFE9CF288CD1}"/>
          </ac:spMkLst>
        </pc:spChg>
        <pc:spChg chg="add">
          <ac:chgData name="LE FALHER, Martial" userId="4e18b825-4c81-4fdf-8616-10afe3723b47" providerId="ADAL" clId="{055A2AAE-F55B-4C0C-8D50-7115180FAC95}" dt="2024-08-22T06:42:00.204" v="7" actId="22"/>
          <ac:spMkLst>
            <pc:docMk/>
            <pc:sldMk cId="1074966813" sldId="588"/>
            <ac:spMk id="7" creationId="{D84ACFFF-4930-02D3-6825-727578A73958}"/>
          </ac:spMkLst>
        </pc:spChg>
      </pc:sldChg>
      <pc:sldChg chg="delSp modSp mod">
        <pc:chgData name="LE FALHER, Martial" userId="4e18b825-4c81-4fdf-8616-10afe3723b47" providerId="ADAL" clId="{055A2AAE-F55B-4C0C-8D50-7115180FAC95}" dt="2024-08-22T12:55:08.426" v="607" actId="113"/>
        <pc:sldMkLst>
          <pc:docMk/>
          <pc:sldMk cId="205248020" sldId="594"/>
        </pc:sldMkLst>
        <pc:spChg chg="del">
          <ac:chgData name="LE FALHER, Martial" userId="4e18b825-4c81-4fdf-8616-10afe3723b47" providerId="ADAL" clId="{055A2AAE-F55B-4C0C-8D50-7115180FAC95}" dt="2024-08-22T12:53:32.443" v="586" actId="478"/>
          <ac:spMkLst>
            <pc:docMk/>
            <pc:sldMk cId="205248020" sldId="594"/>
            <ac:spMk id="4" creationId="{D9D8CE23-6C22-40A5-5246-EBE460DACE30}"/>
          </ac:spMkLst>
        </pc:spChg>
        <pc:spChg chg="del">
          <ac:chgData name="LE FALHER, Martial" userId="4e18b825-4c81-4fdf-8616-10afe3723b47" providerId="ADAL" clId="{055A2AAE-F55B-4C0C-8D50-7115180FAC95}" dt="2024-08-22T12:53:32.443" v="586" actId="478"/>
          <ac:spMkLst>
            <pc:docMk/>
            <pc:sldMk cId="205248020" sldId="594"/>
            <ac:spMk id="7" creationId="{7C47DB70-6395-6389-5E93-C5CADDA636DF}"/>
          </ac:spMkLst>
        </pc:spChg>
        <pc:spChg chg="del">
          <ac:chgData name="LE FALHER, Martial" userId="4e18b825-4c81-4fdf-8616-10afe3723b47" providerId="ADAL" clId="{055A2AAE-F55B-4C0C-8D50-7115180FAC95}" dt="2024-08-22T12:53:32.443" v="586" actId="478"/>
          <ac:spMkLst>
            <pc:docMk/>
            <pc:sldMk cId="205248020" sldId="594"/>
            <ac:spMk id="9" creationId="{97727E8F-437D-75BA-181C-41B5F21A7A65}"/>
          </ac:spMkLst>
        </pc:spChg>
        <pc:spChg chg="del">
          <ac:chgData name="LE FALHER, Martial" userId="4e18b825-4c81-4fdf-8616-10afe3723b47" providerId="ADAL" clId="{055A2AAE-F55B-4C0C-8D50-7115180FAC95}" dt="2024-08-22T12:53:32.443" v="586" actId="478"/>
          <ac:spMkLst>
            <pc:docMk/>
            <pc:sldMk cId="205248020" sldId="594"/>
            <ac:spMk id="10" creationId="{08E394A5-1C0A-0C18-C266-850D7F50F94D}"/>
          </ac:spMkLst>
        </pc:spChg>
        <pc:spChg chg="del">
          <ac:chgData name="LE FALHER, Martial" userId="4e18b825-4c81-4fdf-8616-10afe3723b47" providerId="ADAL" clId="{055A2AAE-F55B-4C0C-8D50-7115180FAC95}" dt="2024-08-22T12:53:32.443" v="586" actId="478"/>
          <ac:spMkLst>
            <pc:docMk/>
            <pc:sldMk cId="205248020" sldId="594"/>
            <ac:spMk id="12" creationId="{A33126F2-088C-4D4F-4B2A-2A5ED185BE85}"/>
          </ac:spMkLst>
        </pc:spChg>
        <pc:spChg chg="del">
          <ac:chgData name="LE FALHER, Martial" userId="4e18b825-4c81-4fdf-8616-10afe3723b47" providerId="ADAL" clId="{055A2AAE-F55B-4C0C-8D50-7115180FAC95}" dt="2024-08-22T12:53:32.443" v="586" actId="478"/>
          <ac:spMkLst>
            <pc:docMk/>
            <pc:sldMk cId="205248020" sldId="594"/>
            <ac:spMk id="13" creationId="{40884E84-367D-C967-1209-73D97222078D}"/>
          </ac:spMkLst>
        </pc:spChg>
        <pc:spChg chg="mod">
          <ac:chgData name="LE FALHER, Martial" userId="4e18b825-4c81-4fdf-8616-10afe3723b47" providerId="ADAL" clId="{055A2AAE-F55B-4C0C-8D50-7115180FAC95}" dt="2024-08-22T12:54:38.050" v="599" actId="207"/>
          <ac:spMkLst>
            <pc:docMk/>
            <pc:sldMk cId="205248020" sldId="594"/>
            <ac:spMk id="27" creationId="{00000000-0000-0000-0000-000000000000}"/>
          </ac:spMkLst>
        </pc:spChg>
        <pc:spChg chg="mod">
          <ac:chgData name="LE FALHER, Martial" userId="4e18b825-4c81-4fdf-8616-10afe3723b47" providerId="ADAL" clId="{055A2AAE-F55B-4C0C-8D50-7115180FAC95}" dt="2024-08-22T12:54:34.024" v="598" actId="113"/>
          <ac:spMkLst>
            <pc:docMk/>
            <pc:sldMk cId="205248020" sldId="594"/>
            <ac:spMk id="33" creationId="{00000000-0000-0000-0000-000000000000}"/>
          </ac:spMkLst>
        </pc:spChg>
        <pc:spChg chg="mod">
          <ac:chgData name="LE FALHER, Martial" userId="4e18b825-4c81-4fdf-8616-10afe3723b47" providerId="ADAL" clId="{055A2AAE-F55B-4C0C-8D50-7115180FAC95}" dt="2024-08-22T12:54:55.448" v="605" actId="113"/>
          <ac:spMkLst>
            <pc:docMk/>
            <pc:sldMk cId="205248020" sldId="594"/>
            <ac:spMk id="45" creationId="{26080761-2B08-45D8-92C2-B83861EB7259}"/>
          </ac:spMkLst>
        </pc:spChg>
        <pc:spChg chg="mod">
          <ac:chgData name="LE FALHER, Martial" userId="4e18b825-4c81-4fdf-8616-10afe3723b47" providerId="ADAL" clId="{055A2AAE-F55B-4C0C-8D50-7115180FAC95}" dt="2024-08-22T12:55:08.426" v="607" actId="113"/>
          <ac:spMkLst>
            <pc:docMk/>
            <pc:sldMk cId="205248020" sldId="594"/>
            <ac:spMk id="46" creationId="{3ED50703-7496-4A25-B531-7818198E97F5}"/>
          </ac:spMkLst>
        </pc:spChg>
        <pc:spChg chg="mod">
          <ac:chgData name="LE FALHER, Martial" userId="4e18b825-4c81-4fdf-8616-10afe3723b47" providerId="ADAL" clId="{055A2AAE-F55B-4C0C-8D50-7115180FAC95}" dt="2024-08-22T12:54:29.644" v="595" actId="113"/>
          <ac:spMkLst>
            <pc:docMk/>
            <pc:sldMk cId="205248020" sldId="594"/>
            <ac:spMk id="47" creationId="{710FCB5B-8D9C-4700-B51E-1A6E4714169E}"/>
          </ac:spMkLst>
        </pc:spChg>
        <pc:spChg chg="mod">
          <ac:chgData name="LE FALHER, Martial" userId="4e18b825-4c81-4fdf-8616-10afe3723b47" providerId="ADAL" clId="{055A2AAE-F55B-4C0C-8D50-7115180FAC95}" dt="2024-08-22T12:54:50.733" v="603" actId="113"/>
          <ac:spMkLst>
            <pc:docMk/>
            <pc:sldMk cId="205248020" sldId="594"/>
            <ac:spMk id="66" creationId="{00000000-0000-0000-0000-000000000000}"/>
          </ac:spMkLst>
        </pc:spChg>
        <pc:spChg chg="mod">
          <ac:chgData name="LE FALHER, Martial" userId="4e18b825-4c81-4fdf-8616-10afe3723b47" providerId="ADAL" clId="{055A2AAE-F55B-4C0C-8D50-7115180FAC95}" dt="2024-08-22T12:54:46.760" v="601" actId="113"/>
          <ac:spMkLst>
            <pc:docMk/>
            <pc:sldMk cId="205248020" sldId="594"/>
            <ac:spMk id="198" creationId="{00000000-0000-0000-0000-000000000000}"/>
          </ac:spMkLst>
        </pc:spChg>
      </pc:sldChg>
      <pc:sldChg chg="addSp delSp modSp mod">
        <pc:chgData name="LE FALHER, Martial" userId="4e18b825-4c81-4fdf-8616-10afe3723b47" providerId="ADAL" clId="{055A2AAE-F55B-4C0C-8D50-7115180FAC95}" dt="2024-08-22T11:42:11.627" v="328" actId="1076"/>
        <pc:sldMkLst>
          <pc:docMk/>
          <pc:sldMk cId="135957239" sldId="596"/>
        </pc:sldMkLst>
        <pc:spChg chg="mod">
          <ac:chgData name="LE FALHER, Martial" userId="4e18b825-4c81-4fdf-8616-10afe3723b47" providerId="ADAL" clId="{055A2AAE-F55B-4C0C-8D50-7115180FAC95}" dt="2024-08-22T11:29:43.686" v="249" actId="1076"/>
          <ac:spMkLst>
            <pc:docMk/>
            <pc:sldMk cId="135957239" sldId="596"/>
            <ac:spMk id="2" creationId="{56844AD6-DA2A-9B04-8E8C-A1B3CDBAC2A8}"/>
          </ac:spMkLst>
        </pc:spChg>
        <pc:spChg chg="del">
          <ac:chgData name="LE FALHER, Martial" userId="4e18b825-4c81-4fdf-8616-10afe3723b47" providerId="ADAL" clId="{055A2AAE-F55B-4C0C-8D50-7115180FAC95}" dt="2024-08-22T09:17:23.868" v="66" actId="478"/>
          <ac:spMkLst>
            <pc:docMk/>
            <pc:sldMk cId="135957239" sldId="596"/>
            <ac:spMk id="9" creationId="{DEDA43AA-7A02-3935-8A4C-D1F99D00ADF7}"/>
          </ac:spMkLst>
        </pc:spChg>
        <pc:spChg chg="add del mod">
          <ac:chgData name="LE FALHER, Martial" userId="4e18b825-4c81-4fdf-8616-10afe3723b47" providerId="ADAL" clId="{055A2AAE-F55B-4C0C-8D50-7115180FAC95}" dt="2024-08-22T09:44:10.957" v="169" actId="478"/>
          <ac:spMkLst>
            <pc:docMk/>
            <pc:sldMk cId="135957239" sldId="596"/>
            <ac:spMk id="11" creationId="{90940E1F-1ADA-6CCA-2F85-2960FA48F9D0}"/>
          </ac:spMkLst>
        </pc:spChg>
        <pc:spChg chg="mod">
          <ac:chgData name="LE FALHER, Martial" userId="4e18b825-4c81-4fdf-8616-10afe3723b47" providerId="ADAL" clId="{055A2AAE-F55B-4C0C-8D50-7115180FAC95}" dt="2024-08-22T11:28:56.281" v="238" actId="1076"/>
          <ac:spMkLst>
            <pc:docMk/>
            <pc:sldMk cId="135957239" sldId="596"/>
            <ac:spMk id="16" creationId="{15765742-4A5A-A22C-F0ED-600480C85874}"/>
          </ac:spMkLst>
        </pc:spChg>
        <pc:spChg chg="del">
          <ac:chgData name="LE FALHER, Martial" userId="4e18b825-4c81-4fdf-8616-10afe3723b47" providerId="ADAL" clId="{055A2AAE-F55B-4C0C-8D50-7115180FAC95}" dt="2024-08-22T09:23:08.521" v="71" actId="478"/>
          <ac:spMkLst>
            <pc:docMk/>
            <pc:sldMk cId="135957239" sldId="596"/>
            <ac:spMk id="18" creationId="{BD26B23F-5165-4FC7-3D7A-5E1E17EAA3AF}"/>
          </ac:spMkLst>
        </pc:spChg>
        <pc:spChg chg="del">
          <ac:chgData name="LE FALHER, Martial" userId="4e18b825-4c81-4fdf-8616-10afe3723b47" providerId="ADAL" clId="{055A2AAE-F55B-4C0C-8D50-7115180FAC95}" dt="2024-08-22T09:23:08.521" v="71" actId="478"/>
          <ac:spMkLst>
            <pc:docMk/>
            <pc:sldMk cId="135957239" sldId="596"/>
            <ac:spMk id="19" creationId="{A1D7182F-E5DA-9F11-93BF-FC0C77BD3447}"/>
          </ac:spMkLst>
        </pc:spChg>
        <pc:spChg chg="mod">
          <ac:chgData name="LE FALHER, Martial" userId="4e18b825-4c81-4fdf-8616-10afe3723b47" providerId="ADAL" clId="{055A2AAE-F55B-4C0C-8D50-7115180FAC95}" dt="2024-08-22T11:29:32.829" v="247" actId="1076"/>
          <ac:spMkLst>
            <pc:docMk/>
            <pc:sldMk cId="135957239" sldId="596"/>
            <ac:spMk id="27" creationId="{28564EF8-D6CB-D6E0-2235-2F414B2CC308}"/>
          </ac:spMkLst>
        </pc:spChg>
        <pc:spChg chg="mod">
          <ac:chgData name="LE FALHER, Martial" userId="4e18b825-4c81-4fdf-8616-10afe3723b47" providerId="ADAL" clId="{055A2AAE-F55B-4C0C-8D50-7115180FAC95}" dt="2024-08-22T11:28:19.830" v="230" actId="1076"/>
          <ac:spMkLst>
            <pc:docMk/>
            <pc:sldMk cId="135957239" sldId="596"/>
            <ac:spMk id="30" creationId="{6C6880AE-02DD-21A7-0F27-0EDF320312B3}"/>
          </ac:spMkLst>
        </pc:spChg>
        <pc:spChg chg="del">
          <ac:chgData name="LE FALHER, Martial" userId="4e18b825-4c81-4fdf-8616-10afe3723b47" providerId="ADAL" clId="{055A2AAE-F55B-4C0C-8D50-7115180FAC95}" dt="2024-08-22T09:17:23.868" v="66" actId="478"/>
          <ac:spMkLst>
            <pc:docMk/>
            <pc:sldMk cId="135957239" sldId="596"/>
            <ac:spMk id="32" creationId="{F179B0DD-C55E-9331-F11C-F9977A41E574}"/>
          </ac:spMkLst>
        </pc:spChg>
        <pc:spChg chg="del">
          <ac:chgData name="LE FALHER, Martial" userId="4e18b825-4c81-4fdf-8616-10afe3723b47" providerId="ADAL" clId="{055A2AAE-F55B-4C0C-8D50-7115180FAC95}" dt="2024-08-22T09:23:23.165" v="75" actId="478"/>
          <ac:spMkLst>
            <pc:docMk/>
            <pc:sldMk cId="135957239" sldId="596"/>
            <ac:spMk id="33" creationId="{C7069716-CB4E-9840-45A1-D7326177077A}"/>
          </ac:spMkLst>
        </pc:spChg>
        <pc:spChg chg="mod">
          <ac:chgData name="LE FALHER, Martial" userId="4e18b825-4c81-4fdf-8616-10afe3723b47" providerId="ADAL" clId="{055A2AAE-F55B-4C0C-8D50-7115180FAC95}" dt="2024-08-22T11:28:19.830" v="230" actId="1076"/>
          <ac:spMkLst>
            <pc:docMk/>
            <pc:sldMk cId="135957239" sldId="596"/>
            <ac:spMk id="34" creationId="{F8D87642-2B49-97E7-17D6-E6771F623B99}"/>
          </ac:spMkLst>
        </pc:spChg>
        <pc:spChg chg="del">
          <ac:chgData name="LE FALHER, Martial" userId="4e18b825-4c81-4fdf-8616-10afe3723b47" providerId="ADAL" clId="{055A2AAE-F55B-4C0C-8D50-7115180FAC95}" dt="2024-08-22T09:24:40.498" v="85" actId="478"/>
          <ac:spMkLst>
            <pc:docMk/>
            <pc:sldMk cId="135957239" sldId="596"/>
            <ac:spMk id="40" creationId="{F0C9DB0D-69DB-DA59-6B68-CE1737F16790}"/>
          </ac:spMkLst>
        </pc:spChg>
        <pc:spChg chg="del">
          <ac:chgData name="LE FALHER, Martial" userId="4e18b825-4c81-4fdf-8616-10afe3723b47" providerId="ADAL" clId="{055A2AAE-F55B-4C0C-8D50-7115180FAC95}" dt="2024-08-22T09:23:17.440" v="72" actId="478"/>
          <ac:spMkLst>
            <pc:docMk/>
            <pc:sldMk cId="135957239" sldId="596"/>
            <ac:spMk id="42" creationId="{00000000-0000-0000-0000-000000000000}"/>
          </ac:spMkLst>
        </pc:spChg>
        <pc:spChg chg="del">
          <ac:chgData name="LE FALHER, Martial" userId="4e18b825-4c81-4fdf-8616-10afe3723b47" providerId="ADAL" clId="{055A2AAE-F55B-4C0C-8D50-7115180FAC95}" dt="2024-08-22T09:17:23.868" v="66" actId="478"/>
          <ac:spMkLst>
            <pc:docMk/>
            <pc:sldMk cId="135957239" sldId="596"/>
            <ac:spMk id="57" creationId="{00000000-0000-0000-0000-000000000000}"/>
          </ac:spMkLst>
        </pc:spChg>
        <pc:spChg chg="del">
          <ac:chgData name="LE FALHER, Martial" userId="4e18b825-4c81-4fdf-8616-10afe3723b47" providerId="ADAL" clId="{055A2AAE-F55B-4C0C-8D50-7115180FAC95}" dt="2024-08-22T09:44:10.957" v="169" actId="478"/>
          <ac:spMkLst>
            <pc:docMk/>
            <pc:sldMk cId="135957239" sldId="596"/>
            <ac:spMk id="60" creationId="{00000000-0000-0000-0000-000000000000}"/>
          </ac:spMkLst>
        </pc:spChg>
        <pc:spChg chg="del mod">
          <ac:chgData name="LE FALHER, Martial" userId="4e18b825-4c81-4fdf-8616-10afe3723b47" providerId="ADAL" clId="{055A2AAE-F55B-4C0C-8D50-7115180FAC95}" dt="2024-08-22T09:46:18.444" v="175" actId="478"/>
          <ac:spMkLst>
            <pc:docMk/>
            <pc:sldMk cId="135957239" sldId="596"/>
            <ac:spMk id="63" creationId="{AA10AE65-67C8-EED0-1A39-A6D8EF9622CF}"/>
          </ac:spMkLst>
        </pc:spChg>
        <pc:spChg chg="del">
          <ac:chgData name="LE FALHER, Martial" userId="4e18b825-4c81-4fdf-8616-10afe3723b47" providerId="ADAL" clId="{055A2AAE-F55B-4C0C-8D50-7115180FAC95}" dt="2024-08-22T09:44:10.957" v="169" actId="478"/>
          <ac:spMkLst>
            <pc:docMk/>
            <pc:sldMk cId="135957239" sldId="596"/>
            <ac:spMk id="65"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72"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80"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85"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88"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92"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94" creationId="{00000000-0000-0000-0000-000000000000}"/>
          </ac:spMkLst>
        </pc:spChg>
        <pc:spChg chg="add del mod">
          <ac:chgData name="LE FALHER, Martial" userId="4e18b825-4c81-4fdf-8616-10afe3723b47" providerId="ADAL" clId="{055A2AAE-F55B-4C0C-8D50-7115180FAC95}" dt="2024-08-22T09:43:02.506" v="152" actId="478"/>
          <ac:spMkLst>
            <pc:docMk/>
            <pc:sldMk cId="135957239" sldId="596"/>
            <ac:spMk id="95" creationId="{EC35221E-FFF2-3356-9E12-45BA3E10B8CA}"/>
          </ac:spMkLst>
        </pc:spChg>
        <pc:spChg chg="add del mod">
          <ac:chgData name="LE FALHER, Martial" userId="4e18b825-4c81-4fdf-8616-10afe3723b47" providerId="ADAL" clId="{055A2AAE-F55B-4C0C-8D50-7115180FAC95}" dt="2024-08-22T09:43:12.411" v="156"/>
          <ac:spMkLst>
            <pc:docMk/>
            <pc:sldMk cId="135957239" sldId="596"/>
            <ac:spMk id="96" creationId="{ACD78C78-BBAF-90F1-98BD-8C534CC3F72B}"/>
          </ac:spMkLst>
        </pc:spChg>
        <pc:spChg chg="mod">
          <ac:chgData name="LE FALHER, Martial" userId="4e18b825-4c81-4fdf-8616-10afe3723b47" providerId="ADAL" clId="{055A2AAE-F55B-4C0C-8D50-7115180FAC95}" dt="2024-08-22T11:28:19.830" v="230" actId="1076"/>
          <ac:spMkLst>
            <pc:docMk/>
            <pc:sldMk cId="135957239" sldId="596"/>
            <ac:spMk id="97"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98"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99"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04"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05" creationId="{00000000-0000-0000-0000-000000000000}"/>
          </ac:spMkLst>
        </pc:spChg>
        <pc:spChg chg="mod">
          <ac:chgData name="LE FALHER, Martial" userId="4e18b825-4c81-4fdf-8616-10afe3723b47" providerId="ADAL" clId="{055A2AAE-F55B-4C0C-8D50-7115180FAC95}" dt="2024-08-22T11:29:20.658" v="244" actId="1076"/>
          <ac:spMkLst>
            <pc:docMk/>
            <pc:sldMk cId="135957239" sldId="596"/>
            <ac:spMk id="107"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08" creationId="{00000000-0000-0000-0000-000000000000}"/>
          </ac:spMkLst>
        </pc:spChg>
        <pc:spChg chg="add mod">
          <ac:chgData name="LE FALHER, Martial" userId="4e18b825-4c81-4fdf-8616-10afe3723b47" providerId="ADAL" clId="{055A2AAE-F55B-4C0C-8D50-7115180FAC95}" dt="2024-08-22T11:42:11.627" v="328" actId="1076"/>
          <ac:spMkLst>
            <pc:docMk/>
            <pc:sldMk cId="135957239" sldId="596"/>
            <ac:spMk id="109" creationId="{FCB2D2D6-61B8-ADE4-F8AE-7686D74A8C56}"/>
          </ac:spMkLst>
        </pc:spChg>
        <pc:spChg chg="mod">
          <ac:chgData name="LE FALHER, Martial" userId="4e18b825-4c81-4fdf-8616-10afe3723b47" providerId="ADAL" clId="{055A2AAE-F55B-4C0C-8D50-7115180FAC95}" dt="2024-08-22T11:28:19.830" v="230" actId="1076"/>
          <ac:spMkLst>
            <pc:docMk/>
            <pc:sldMk cId="135957239" sldId="596"/>
            <ac:spMk id="110"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12" creationId="{00000000-0000-0000-0000-000000000000}"/>
          </ac:spMkLst>
        </pc:spChg>
        <pc:spChg chg="mod">
          <ac:chgData name="LE FALHER, Martial" userId="4e18b825-4c81-4fdf-8616-10afe3723b47" providerId="ADAL" clId="{055A2AAE-F55B-4C0C-8D50-7115180FAC95}" dt="2024-08-22T11:41:10.353" v="326" actId="1076"/>
          <ac:spMkLst>
            <pc:docMk/>
            <pc:sldMk cId="135957239" sldId="596"/>
            <ac:spMk id="115"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116" creationId="{00000000-0000-0000-0000-000000000000}"/>
          </ac:spMkLst>
        </pc:spChg>
        <pc:spChg chg="mod">
          <ac:chgData name="LE FALHER, Martial" userId="4e18b825-4c81-4fdf-8616-10afe3723b47" providerId="ADAL" clId="{055A2AAE-F55B-4C0C-8D50-7115180FAC95}" dt="2024-08-22T11:41:10.353" v="326" actId="1076"/>
          <ac:spMkLst>
            <pc:docMk/>
            <pc:sldMk cId="135957239" sldId="596"/>
            <ac:spMk id="117" creationId="{00000000-0000-0000-0000-000000000000}"/>
          </ac:spMkLst>
        </pc:spChg>
        <pc:spChg chg="del">
          <ac:chgData name="LE FALHER, Martial" userId="4e18b825-4c81-4fdf-8616-10afe3723b47" providerId="ADAL" clId="{055A2AAE-F55B-4C0C-8D50-7115180FAC95}" dt="2024-08-22T09:23:17.440" v="72" actId="478"/>
          <ac:spMkLst>
            <pc:docMk/>
            <pc:sldMk cId="135957239" sldId="596"/>
            <ac:spMk id="120"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22" creationId="{00000000-0000-0000-0000-000000000000}"/>
          </ac:spMkLst>
        </pc:spChg>
        <pc:spChg chg="mod">
          <ac:chgData name="LE FALHER, Martial" userId="4e18b825-4c81-4fdf-8616-10afe3723b47" providerId="ADAL" clId="{055A2AAE-F55B-4C0C-8D50-7115180FAC95}" dt="2024-08-22T11:41:10.353" v="326" actId="1076"/>
          <ac:spMkLst>
            <pc:docMk/>
            <pc:sldMk cId="135957239" sldId="596"/>
            <ac:spMk id="125"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26"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28"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29"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32"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34" creationId="{00000000-0000-0000-0000-000000000000}"/>
          </ac:spMkLst>
        </pc:spChg>
        <pc:spChg chg="mod">
          <ac:chgData name="LE FALHER, Martial" userId="4e18b825-4c81-4fdf-8616-10afe3723b47" providerId="ADAL" clId="{055A2AAE-F55B-4C0C-8D50-7115180FAC95}" dt="2024-08-22T11:28:19.830" v="230" actId="1076"/>
          <ac:spMkLst>
            <pc:docMk/>
            <pc:sldMk cId="135957239" sldId="596"/>
            <ac:spMk id="135" creationId="{00000000-0000-0000-0000-000000000000}"/>
          </ac:spMkLst>
        </pc:spChg>
        <pc:spChg chg="mod">
          <ac:chgData name="LE FALHER, Martial" userId="4e18b825-4c81-4fdf-8616-10afe3723b47" providerId="ADAL" clId="{055A2AAE-F55B-4C0C-8D50-7115180FAC95}" dt="2024-08-22T11:40:53.035" v="321" actId="20577"/>
          <ac:spMkLst>
            <pc:docMk/>
            <pc:sldMk cId="135957239" sldId="596"/>
            <ac:spMk id="136" creationId="{00000000-0000-0000-0000-000000000000}"/>
          </ac:spMkLst>
        </pc:spChg>
        <pc:spChg chg="del">
          <ac:chgData name="LE FALHER, Martial" userId="4e18b825-4c81-4fdf-8616-10afe3723b47" providerId="ADAL" clId="{055A2AAE-F55B-4C0C-8D50-7115180FAC95}" dt="2024-08-22T09:17:32.173" v="67" actId="478"/>
          <ac:spMkLst>
            <pc:docMk/>
            <pc:sldMk cId="135957239" sldId="596"/>
            <ac:spMk id="137" creationId="{00000000-0000-0000-0000-000000000000}"/>
          </ac:spMkLst>
        </pc:spChg>
        <pc:spChg chg="del">
          <ac:chgData name="LE FALHER, Martial" userId="4e18b825-4c81-4fdf-8616-10afe3723b47" providerId="ADAL" clId="{055A2AAE-F55B-4C0C-8D50-7115180FAC95}" dt="2024-08-22T09:17:36.859" v="68" actId="478"/>
          <ac:spMkLst>
            <pc:docMk/>
            <pc:sldMk cId="135957239" sldId="596"/>
            <ac:spMk id="141" creationId="{00000000-0000-0000-0000-000000000000}"/>
          </ac:spMkLst>
        </pc:spChg>
        <pc:spChg chg="mod">
          <ac:chgData name="LE FALHER, Martial" userId="4e18b825-4c81-4fdf-8616-10afe3723b47" providerId="ADAL" clId="{055A2AAE-F55B-4C0C-8D50-7115180FAC95}" dt="2024-08-22T11:19:31.891" v="218" actId="1076"/>
          <ac:spMkLst>
            <pc:docMk/>
            <pc:sldMk cId="135957239" sldId="596"/>
            <ac:spMk id="142" creationId="{00000000-0000-0000-0000-000000000000}"/>
          </ac:spMkLst>
        </pc:spChg>
        <pc:spChg chg="del">
          <ac:chgData name="LE FALHER, Martial" userId="4e18b825-4c81-4fdf-8616-10afe3723b47" providerId="ADAL" clId="{055A2AAE-F55B-4C0C-8D50-7115180FAC95}" dt="2024-08-22T09:23:57.266" v="84" actId="478"/>
          <ac:spMkLst>
            <pc:docMk/>
            <pc:sldMk cId="135957239" sldId="596"/>
            <ac:spMk id="143" creationId="{00000000-0000-0000-0000-000000000000}"/>
          </ac:spMkLst>
        </pc:spChg>
        <pc:spChg chg="del">
          <ac:chgData name="LE FALHER, Martial" userId="4e18b825-4c81-4fdf-8616-10afe3723b47" providerId="ADAL" clId="{055A2AAE-F55B-4C0C-8D50-7115180FAC95}" dt="2024-08-22T09:23:57.266" v="84" actId="478"/>
          <ac:spMkLst>
            <pc:docMk/>
            <pc:sldMk cId="135957239" sldId="596"/>
            <ac:spMk id="144" creationId="{00000000-0000-0000-0000-000000000000}"/>
          </ac:spMkLst>
        </pc:spChg>
        <pc:spChg chg="del">
          <ac:chgData name="LE FALHER, Martial" userId="4e18b825-4c81-4fdf-8616-10afe3723b47" providerId="ADAL" clId="{055A2AAE-F55B-4C0C-8D50-7115180FAC95}" dt="2024-08-22T09:23:46.368" v="81" actId="478"/>
          <ac:spMkLst>
            <pc:docMk/>
            <pc:sldMk cId="135957239" sldId="596"/>
            <ac:spMk id="148" creationId="{00000000-0000-0000-0000-000000000000}"/>
          </ac:spMkLst>
        </pc:spChg>
        <pc:spChg chg="del">
          <ac:chgData name="LE FALHER, Martial" userId="4e18b825-4c81-4fdf-8616-10afe3723b47" providerId="ADAL" clId="{055A2AAE-F55B-4C0C-8D50-7115180FAC95}" dt="2024-08-22T09:23:52.335" v="82" actId="478"/>
          <ac:spMkLst>
            <pc:docMk/>
            <pc:sldMk cId="135957239" sldId="596"/>
            <ac:spMk id="149" creationId="{00000000-0000-0000-0000-000000000000}"/>
          </ac:spMkLst>
        </pc:spChg>
        <pc:spChg chg="mod">
          <ac:chgData name="LE FALHER, Martial" userId="4e18b825-4c81-4fdf-8616-10afe3723b47" providerId="ADAL" clId="{055A2AAE-F55B-4C0C-8D50-7115180FAC95}" dt="2024-08-22T11:19:31.891" v="218" actId="1076"/>
          <ac:spMkLst>
            <pc:docMk/>
            <pc:sldMk cId="135957239" sldId="596"/>
            <ac:spMk id="150" creationId="{00000000-0000-0000-0000-000000000000}"/>
          </ac:spMkLst>
        </pc:spChg>
        <pc:spChg chg="mod">
          <ac:chgData name="LE FALHER, Martial" userId="4e18b825-4c81-4fdf-8616-10afe3723b47" providerId="ADAL" clId="{055A2AAE-F55B-4C0C-8D50-7115180FAC95}" dt="2024-08-22T11:19:31.891" v="218" actId="1076"/>
          <ac:spMkLst>
            <pc:docMk/>
            <pc:sldMk cId="135957239" sldId="596"/>
            <ac:spMk id="151" creationId="{00000000-0000-0000-0000-000000000000}"/>
          </ac:spMkLst>
        </pc:spChg>
        <pc:spChg chg="mod">
          <ac:chgData name="LE FALHER, Martial" userId="4e18b825-4c81-4fdf-8616-10afe3723b47" providerId="ADAL" clId="{055A2AAE-F55B-4C0C-8D50-7115180FAC95}" dt="2024-08-22T11:28:44.214" v="235" actId="1076"/>
          <ac:spMkLst>
            <pc:docMk/>
            <pc:sldMk cId="135957239" sldId="596"/>
            <ac:spMk id="152" creationId="{00000000-0000-0000-0000-000000000000}"/>
          </ac:spMkLst>
        </pc:spChg>
        <pc:spChg chg="mod">
          <ac:chgData name="LE FALHER, Martial" userId="4e18b825-4c81-4fdf-8616-10afe3723b47" providerId="ADAL" clId="{055A2AAE-F55B-4C0C-8D50-7115180FAC95}" dt="2024-08-22T11:19:31.891" v="218" actId="1076"/>
          <ac:spMkLst>
            <pc:docMk/>
            <pc:sldMk cId="135957239" sldId="596"/>
            <ac:spMk id="154" creationId="{00000000-0000-0000-0000-000000000000}"/>
          </ac:spMkLst>
        </pc:spChg>
        <pc:spChg chg="add mod">
          <ac:chgData name="LE FALHER, Martial" userId="4e18b825-4c81-4fdf-8616-10afe3723b47" providerId="ADAL" clId="{055A2AAE-F55B-4C0C-8D50-7115180FAC95}" dt="2024-08-22T11:30:26.742" v="255" actId="1076"/>
          <ac:spMkLst>
            <pc:docMk/>
            <pc:sldMk cId="135957239" sldId="596"/>
            <ac:spMk id="172" creationId="{F1DB5CAE-9E28-0BA3-0A2B-B628922B778E}"/>
          </ac:spMkLst>
        </pc:spChg>
        <pc:spChg chg="add mod">
          <ac:chgData name="LE FALHER, Martial" userId="4e18b825-4c81-4fdf-8616-10afe3723b47" providerId="ADAL" clId="{055A2AAE-F55B-4C0C-8D50-7115180FAC95}" dt="2024-08-22T11:30:55.186" v="259" actId="1076"/>
          <ac:spMkLst>
            <pc:docMk/>
            <pc:sldMk cId="135957239" sldId="596"/>
            <ac:spMk id="173" creationId="{F7E9F074-C596-72A5-C189-EB1E8EB125E9}"/>
          </ac:spMkLst>
        </pc:spChg>
        <pc:spChg chg="add mod">
          <ac:chgData name="LE FALHER, Martial" userId="4e18b825-4c81-4fdf-8616-10afe3723b47" providerId="ADAL" clId="{055A2AAE-F55B-4C0C-8D50-7115180FAC95}" dt="2024-08-22T11:38:30.420" v="303" actId="1076"/>
          <ac:spMkLst>
            <pc:docMk/>
            <pc:sldMk cId="135957239" sldId="596"/>
            <ac:spMk id="2079" creationId="{D32DD2D6-0411-CBAB-7460-89E8C4BF5873}"/>
          </ac:spMkLst>
        </pc:spChg>
        <pc:spChg chg="add del mod">
          <ac:chgData name="LE FALHER, Martial" userId="4e18b825-4c81-4fdf-8616-10afe3723b47" providerId="ADAL" clId="{055A2AAE-F55B-4C0C-8D50-7115180FAC95}" dt="2024-08-22T11:39:28.661" v="308" actId="478"/>
          <ac:spMkLst>
            <pc:docMk/>
            <pc:sldMk cId="135957239" sldId="596"/>
            <ac:spMk id="2081" creationId="{D37843E7-3707-61CA-B943-963E69D94E2C}"/>
          </ac:spMkLst>
        </pc:spChg>
        <pc:spChg chg="add mod">
          <ac:chgData name="LE FALHER, Martial" userId="4e18b825-4c81-4fdf-8616-10afe3723b47" providerId="ADAL" clId="{055A2AAE-F55B-4C0C-8D50-7115180FAC95}" dt="2024-08-22T11:38:36.313" v="305" actId="1076"/>
          <ac:spMkLst>
            <pc:docMk/>
            <pc:sldMk cId="135957239" sldId="596"/>
            <ac:spMk id="2093" creationId="{2FB4FE34-522D-7FFE-A3D1-6B3512D63F5B}"/>
          </ac:spMkLst>
        </pc:spChg>
        <pc:spChg chg="add mod">
          <ac:chgData name="LE FALHER, Martial" userId="4e18b825-4c81-4fdf-8616-10afe3723b47" providerId="ADAL" clId="{055A2AAE-F55B-4C0C-8D50-7115180FAC95}" dt="2024-08-22T11:41:22.393" v="327"/>
          <ac:spMkLst>
            <pc:docMk/>
            <pc:sldMk cId="135957239" sldId="596"/>
            <ac:spMk id="2105" creationId="{71C047EC-C331-87ED-742E-4AD8DE5D2019}"/>
          </ac:spMkLst>
        </pc:spChg>
        <pc:grpChg chg="del">
          <ac:chgData name="LE FALHER, Martial" userId="4e18b825-4c81-4fdf-8616-10afe3723b47" providerId="ADAL" clId="{055A2AAE-F55B-4C0C-8D50-7115180FAC95}" dt="2024-08-22T09:17:39.433" v="69" actId="478"/>
          <ac:grpSpMkLst>
            <pc:docMk/>
            <pc:sldMk cId="135957239" sldId="596"/>
            <ac:grpSpMk id="52" creationId="{00000000-0000-0000-0000-000000000000}"/>
          </ac:grpSpMkLst>
        </pc:grpChg>
        <pc:graphicFrameChg chg="del">
          <ac:chgData name="LE FALHER, Martial" userId="4e18b825-4c81-4fdf-8616-10afe3723b47" providerId="ADAL" clId="{055A2AAE-F55B-4C0C-8D50-7115180FAC95}" dt="2024-08-22T09:17:23.868" v="66" actId="478"/>
          <ac:graphicFrameMkLst>
            <pc:docMk/>
            <pc:sldMk cId="135957239" sldId="596"/>
            <ac:graphicFrameMk id="15" creationId="{503A97B0-F9E5-D700-DDD8-A9637667B58F}"/>
          </ac:graphicFrameMkLst>
        </pc:graphicFrameChg>
        <pc:cxnChg chg="del">
          <ac:chgData name="LE FALHER, Martial" userId="4e18b825-4c81-4fdf-8616-10afe3723b47" providerId="ADAL" clId="{055A2AAE-F55B-4C0C-8D50-7115180FAC95}" dt="2024-08-22T09:23:20.804" v="73" actId="478"/>
          <ac:cxnSpMkLst>
            <pc:docMk/>
            <pc:sldMk cId="135957239" sldId="596"/>
            <ac:cxnSpMk id="3" creationId="{FD4991CC-3681-872E-23E9-AF8D2F98D02E}"/>
          </ac:cxnSpMkLst>
        </pc:cxnChg>
        <pc:cxnChg chg="del">
          <ac:chgData name="LE FALHER, Martial" userId="4e18b825-4c81-4fdf-8616-10afe3723b47" providerId="ADAL" clId="{055A2AAE-F55B-4C0C-8D50-7115180FAC95}" dt="2024-08-22T09:17:32.173" v="67" actId="478"/>
          <ac:cxnSpMkLst>
            <pc:docMk/>
            <pc:sldMk cId="135957239" sldId="596"/>
            <ac:cxnSpMk id="4" creationId="{F3798FDA-9C04-32E4-5249-8AC183B4891B}"/>
          </ac:cxnSpMkLst>
        </pc:cxnChg>
        <pc:cxnChg chg="mod">
          <ac:chgData name="LE FALHER, Martial" userId="4e18b825-4c81-4fdf-8616-10afe3723b47" providerId="ADAL" clId="{055A2AAE-F55B-4C0C-8D50-7115180FAC95}" dt="2024-08-22T11:28:19.830" v="230" actId="1076"/>
          <ac:cxnSpMkLst>
            <pc:docMk/>
            <pc:sldMk cId="135957239" sldId="596"/>
            <ac:cxnSpMk id="5"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6" creationId="{00000000-0000-0000-0000-000000000000}"/>
          </ac:cxnSpMkLst>
        </pc:cxnChg>
        <pc:cxnChg chg="del mod">
          <ac:chgData name="LE FALHER, Martial" userId="4e18b825-4c81-4fdf-8616-10afe3723b47" providerId="ADAL" clId="{055A2AAE-F55B-4C0C-8D50-7115180FAC95}" dt="2024-08-22T11:25:51.401" v="225" actId="478"/>
          <ac:cxnSpMkLst>
            <pc:docMk/>
            <pc:sldMk cId="135957239" sldId="596"/>
            <ac:cxnSpMk id="10" creationId="{00000000-0000-0000-0000-000000000000}"/>
          </ac:cxnSpMkLst>
        </pc:cxnChg>
        <pc:cxnChg chg="del">
          <ac:chgData name="LE FALHER, Martial" userId="4e18b825-4c81-4fdf-8616-10afe3723b47" providerId="ADAL" clId="{055A2AAE-F55B-4C0C-8D50-7115180FAC95}" dt="2024-08-22T09:23:53.467" v="83" actId="478"/>
          <ac:cxnSpMkLst>
            <pc:docMk/>
            <pc:sldMk cId="135957239" sldId="596"/>
            <ac:cxnSpMk id="12" creationId="{48031011-DDF4-14A1-CF47-9E172928E8F4}"/>
          </ac:cxnSpMkLst>
        </pc:cxnChg>
        <pc:cxnChg chg="mod">
          <ac:chgData name="LE FALHER, Martial" userId="4e18b825-4c81-4fdf-8616-10afe3723b47" providerId="ADAL" clId="{055A2AAE-F55B-4C0C-8D50-7115180FAC95}" dt="2024-08-22T11:28:19.830" v="230" actId="1076"/>
          <ac:cxnSpMkLst>
            <pc:docMk/>
            <pc:sldMk cId="135957239" sldId="596"/>
            <ac:cxnSpMk id="17" creationId="{00000000-0000-0000-0000-000000000000}"/>
          </ac:cxnSpMkLst>
        </pc:cxnChg>
        <pc:cxnChg chg="del">
          <ac:chgData name="LE FALHER, Martial" userId="4e18b825-4c81-4fdf-8616-10afe3723b47" providerId="ADAL" clId="{055A2AAE-F55B-4C0C-8D50-7115180FAC95}" dt="2024-08-22T09:17:23.868" v="66" actId="478"/>
          <ac:cxnSpMkLst>
            <pc:docMk/>
            <pc:sldMk cId="135957239" sldId="596"/>
            <ac:cxnSpMk id="20" creationId="{66EE4084-202B-3B01-5A06-9D2B1BA64E9F}"/>
          </ac:cxnSpMkLst>
        </pc:cxnChg>
        <pc:cxnChg chg="del">
          <ac:chgData name="LE FALHER, Martial" userId="4e18b825-4c81-4fdf-8616-10afe3723b47" providerId="ADAL" clId="{055A2AAE-F55B-4C0C-8D50-7115180FAC95}" dt="2024-08-22T09:17:23.868" v="66" actId="478"/>
          <ac:cxnSpMkLst>
            <pc:docMk/>
            <pc:sldMk cId="135957239" sldId="596"/>
            <ac:cxnSpMk id="22" creationId="{E25A51A1-B6CA-4D15-EFBB-6583BD346DE2}"/>
          </ac:cxnSpMkLst>
        </pc:cxnChg>
        <pc:cxnChg chg="del">
          <ac:chgData name="LE FALHER, Martial" userId="4e18b825-4c81-4fdf-8616-10afe3723b47" providerId="ADAL" clId="{055A2AAE-F55B-4C0C-8D50-7115180FAC95}" dt="2024-08-22T09:23:21.795" v="74" actId="478"/>
          <ac:cxnSpMkLst>
            <pc:docMk/>
            <pc:sldMk cId="135957239" sldId="596"/>
            <ac:cxnSpMk id="23" creationId="{5AC92934-34BF-C6C5-2A50-CE98F876FC30}"/>
          </ac:cxnSpMkLst>
        </pc:cxnChg>
        <pc:cxnChg chg="del mod">
          <ac:chgData name="LE FALHER, Martial" userId="4e18b825-4c81-4fdf-8616-10afe3723b47" providerId="ADAL" clId="{055A2AAE-F55B-4C0C-8D50-7115180FAC95}" dt="2024-08-22T09:17:32.173" v="67" actId="478"/>
          <ac:cxnSpMkLst>
            <pc:docMk/>
            <pc:sldMk cId="135957239" sldId="596"/>
            <ac:cxnSpMk id="25" creationId="{00EBFE20-BDAF-7A27-F1BE-D8005B04A62E}"/>
          </ac:cxnSpMkLst>
        </pc:cxnChg>
        <pc:cxnChg chg="mod">
          <ac:chgData name="LE FALHER, Martial" userId="4e18b825-4c81-4fdf-8616-10afe3723b47" providerId="ADAL" clId="{055A2AAE-F55B-4C0C-8D50-7115180FAC95}" dt="2024-08-22T11:28:56.281" v="238" actId="1076"/>
          <ac:cxnSpMkLst>
            <pc:docMk/>
            <pc:sldMk cId="135957239" sldId="596"/>
            <ac:cxnSpMk id="28" creationId="{1A49B36E-CD4C-1AB7-D09E-DC59E081517F}"/>
          </ac:cxnSpMkLst>
        </pc:cxnChg>
        <pc:cxnChg chg="mod">
          <ac:chgData name="LE FALHER, Martial" userId="4e18b825-4c81-4fdf-8616-10afe3723b47" providerId="ADAL" clId="{055A2AAE-F55B-4C0C-8D50-7115180FAC95}" dt="2024-08-22T11:28:44.214" v="235" actId="1076"/>
          <ac:cxnSpMkLst>
            <pc:docMk/>
            <pc:sldMk cId="135957239" sldId="596"/>
            <ac:cxnSpMk id="29" creationId="{00000000-0000-0000-0000-000000000000}"/>
          </ac:cxnSpMkLst>
        </pc:cxnChg>
        <pc:cxnChg chg="mod">
          <ac:chgData name="LE FALHER, Martial" userId="4e18b825-4c81-4fdf-8616-10afe3723b47" providerId="ADAL" clId="{055A2AAE-F55B-4C0C-8D50-7115180FAC95}" dt="2024-08-22T11:29:02.443" v="240" actId="14100"/>
          <ac:cxnSpMkLst>
            <pc:docMk/>
            <pc:sldMk cId="135957239" sldId="596"/>
            <ac:cxnSpMk id="31"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35" creationId="{8FC1508D-CEE6-28F6-9B60-BC5C85237A1D}"/>
          </ac:cxnSpMkLst>
        </pc:cxnChg>
        <pc:cxnChg chg="mod">
          <ac:chgData name="LE FALHER, Martial" userId="4e18b825-4c81-4fdf-8616-10afe3723b47" providerId="ADAL" clId="{055A2AAE-F55B-4C0C-8D50-7115180FAC95}" dt="2024-08-22T11:28:19.830" v="230" actId="1076"/>
          <ac:cxnSpMkLst>
            <pc:docMk/>
            <pc:sldMk cId="135957239" sldId="596"/>
            <ac:cxnSpMk id="41" creationId="{9D10D082-6FBC-C06E-7B28-DCD1426F7578}"/>
          </ac:cxnSpMkLst>
        </pc:cxnChg>
        <pc:cxnChg chg="del mod">
          <ac:chgData name="LE FALHER, Martial" userId="4e18b825-4c81-4fdf-8616-10afe3723b47" providerId="ADAL" clId="{055A2AAE-F55B-4C0C-8D50-7115180FAC95}" dt="2024-08-22T09:44:29.231" v="170" actId="478"/>
          <ac:cxnSpMkLst>
            <pc:docMk/>
            <pc:sldMk cId="135957239" sldId="596"/>
            <ac:cxnSpMk id="43" creationId="{00000000-0000-0000-0000-000000000000}"/>
          </ac:cxnSpMkLst>
        </pc:cxnChg>
        <pc:cxnChg chg="mod">
          <ac:chgData name="LE FALHER, Martial" userId="4e18b825-4c81-4fdf-8616-10afe3723b47" providerId="ADAL" clId="{055A2AAE-F55B-4C0C-8D50-7115180FAC95}" dt="2024-08-22T11:28:36.408" v="233" actId="14100"/>
          <ac:cxnSpMkLst>
            <pc:docMk/>
            <pc:sldMk cId="135957239" sldId="596"/>
            <ac:cxnSpMk id="47" creationId="{191AB04E-67A7-5654-BB10-303E4F798709}"/>
          </ac:cxnSpMkLst>
        </pc:cxnChg>
        <pc:cxnChg chg="del mod">
          <ac:chgData name="LE FALHER, Martial" userId="4e18b825-4c81-4fdf-8616-10afe3723b47" providerId="ADAL" clId="{055A2AAE-F55B-4C0C-8D50-7115180FAC95}" dt="2024-08-22T09:44:10.957" v="169" actId="478"/>
          <ac:cxnSpMkLst>
            <pc:docMk/>
            <pc:sldMk cId="135957239" sldId="596"/>
            <ac:cxnSpMk id="66" creationId="{00000000-0000-0000-0000-000000000000}"/>
          </ac:cxnSpMkLst>
        </pc:cxnChg>
        <pc:cxnChg chg="del">
          <ac:chgData name="LE FALHER, Martial" userId="4e18b825-4c81-4fdf-8616-10afe3723b47" providerId="ADAL" clId="{055A2AAE-F55B-4C0C-8D50-7115180FAC95}" dt="2024-08-22T09:23:26.522" v="76" actId="478"/>
          <ac:cxnSpMkLst>
            <pc:docMk/>
            <pc:sldMk cId="135957239" sldId="596"/>
            <ac:cxnSpMk id="67" creationId="{00000000-0000-0000-0000-000000000000}"/>
          </ac:cxnSpMkLst>
        </pc:cxnChg>
        <pc:cxnChg chg="add mod">
          <ac:chgData name="LE FALHER, Martial" userId="4e18b825-4c81-4fdf-8616-10afe3723b47" providerId="ADAL" clId="{055A2AAE-F55B-4C0C-8D50-7115180FAC95}" dt="2024-08-22T11:28:19.830" v="230" actId="1076"/>
          <ac:cxnSpMkLst>
            <pc:docMk/>
            <pc:sldMk cId="135957239" sldId="596"/>
            <ac:cxnSpMk id="74" creationId="{463F2511-D66D-C109-3786-D697D7C37F72}"/>
          </ac:cxnSpMkLst>
        </pc:cxnChg>
        <pc:cxnChg chg="del">
          <ac:chgData name="LE FALHER, Martial" userId="4e18b825-4c81-4fdf-8616-10afe3723b47" providerId="ADAL" clId="{055A2AAE-F55B-4C0C-8D50-7115180FAC95}" dt="2024-08-22T09:23:17.440" v="72" actId="478"/>
          <ac:cxnSpMkLst>
            <pc:docMk/>
            <pc:sldMk cId="135957239" sldId="596"/>
            <ac:cxnSpMk id="75" creationId="{00000000-0000-0000-0000-000000000000}"/>
          </ac:cxnSpMkLst>
        </pc:cxnChg>
        <pc:cxnChg chg="del">
          <ac:chgData name="LE FALHER, Martial" userId="4e18b825-4c81-4fdf-8616-10afe3723b47" providerId="ADAL" clId="{055A2AAE-F55B-4C0C-8D50-7115180FAC95}" dt="2024-08-22T09:23:17.440" v="72" actId="478"/>
          <ac:cxnSpMkLst>
            <pc:docMk/>
            <pc:sldMk cId="135957239" sldId="596"/>
            <ac:cxnSpMk id="84" creationId="{00000000-0000-0000-0000-000000000000}"/>
          </ac:cxnSpMkLst>
        </pc:cxnChg>
        <pc:cxnChg chg="del">
          <ac:chgData name="LE FALHER, Martial" userId="4e18b825-4c81-4fdf-8616-10afe3723b47" providerId="ADAL" clId="{055A2AAE-F55B-4C0C-8D50-7115180FAC95}" dt="2024-08-22T09:23:32.154" v="79" actId="478"/>
          <ac:cxnSpMkLst>
            <pc:docMk/>
            <pc:sldMk cId="135957239" sldId="596"/>
            <ac:cxnSpMk id="89"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00"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01"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02"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03" creationId="{00000000-0000-0000-0000-000000000000}"/>
          </ac:cxnSpMkLst>
        </pc:cxnChg>
        <pc:cxnChg chg="mod">
          <ac:chgData name="LE FALHER, Martial" userId="4e18b825-4c81-4fdf-8616-10afe3723b47" providerId="ADAL" clId="{055A2AAE-F55B-4C0C-8D50-7115180FAC95}" dt="2024-08-22T11:29:20.658" v="244" actId="1076"/>
          <ac:cxnSpMkLst>
            <pc:docMk/>
            <pc:sldMk cId="135957239" sldId="596"/>
            <ac:cxnSpMk id="106"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11"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13" creationId="{00000000-0000-0000-0000-000000000000}"/>
          </ac:cxnSpMkLst>
        </pc:cxnChg>
        <pc:cxnChg chg="mod">
          <ac:chgData name="LE FALHER, Martial" userId="4e18b825-4c81-4fdf-8616-10afe3723b47" providerId="ADAL" clId="{055A2AAE-F55B-4C0C-8D50-7115180FAC95}" dt="2024-08-22T11:41:10.353" v="326" actId="1076"/>
          <ac:cxnSpMkLst>
            <pc:docMk/>
            <pc:sldMk cId="135957239" sldId="596"/>
            <ac:cxnSpMk id="114" creationId="{00000000-0000-0000-0000-000000000000}"/>
          </ac:cxnSpMkLst>
        </pc:cxnChg>
        <pc:cxnChg chg="mod">
          <ac:chgData name="LE FALHER, Martial" userId="4e18b825-4c81-4fdf-8616-10afe3723b47" providerId="ADAL" clId="{055A2AAE-F55B-4C0C-8D50-7115180FAC95}" dt="2024-08-22T11:29:26.123" v="246" actId="14100"/>
          <ac:cxnSpMkLst>
            <pc:docMk/>
            <pc:sldMk cId="135957239" sldId="596"/>
            <ac:cxnSpMk id="119" creationId="{00000000-0000-0000-0000-000000000000}"/>
          </ac:cxnSpMkLst>
        </pc:cxnChg>
        <pc:cxnChg chg="add mod">
          <ac:chgData name="LE FALHER, Martial" userId="4e18b825-4c81-4fdf-8616-10afe3723b47" providerId="ADAL" clId="{055A2AAE-F55B-4C0C-8D50-7115180FAC95}" dt="2024-08-22T11:19:31.891" v="218" actId="1076"/>
          <ac:cxnSpMkLst>
            <pc:docMk/>
            <pc:sldMk cId="135957239" sldId="596"/>
            <ac:cxnSpMk id="121" creationId="{1835A5A1-BE94-365C-5743-00EAD334674F}"/>
          </ac:cxnSpMkLst>
        </pc:cxnChg>
        <pc:cxnChg chg="mod">
          <ac:chgData name="LE FALHER, Martial" userId="4e18b825-4c81-4fdf-8616-10afe3723b47" providerId="ADAL" clId="{055A2AAE-F55B-4C0C-8D50-7115180FAC95}" dt="2024-08-22T11:28:19.830" v="230" actId="1076"/>
          <ac:cxnSpMkLst>
            <pc:docMk/>
            <pc:sldMk cId="135957239" sldId="596"/>
            <ac:cxnSpMk id="123"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24"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27"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30" creationId="{00000000-0000-0000-0000-000000000000}"/>
          </ac:cxnSpMkLst>
        </pc:cxnChg>
        <pc:cxnChg chg="mod">
          <ac:chgData name="LE FALHER, Martial" userId="4e18b825-4c81-4fdf-8616-10afe3723b47" providerId="ADAL" clId="{055A2AAE-F55B-4C0C-8D50-7115180FAC95}" dt="2024-08-22T11:28:19.830" v="230" actId="1076"/>
          <ac:cxnSpMkLst>
            <pc:docMk/>
            <pc:sldMk cId="135957239" sldId="596"/>
            <ac:cxnSpMk id="133" creationId="{00000000-0000-0000-0000-000000000000}"/>
          </ac:cxnSpMkLst>
        </pc:cxnChg>
        <pc:cxnChg chg="del mod">
          <ac:chgData name="LE FALHER, Martial" userId="4e18b825-4c81-4fdf-8616-10afe3723b47" providerId="ADAL" clId="{055A2AAE-F55B-4C0C-8D50-7115180FAC95}" dt="2024-08-22T09:23:57.266" v="84" actId="478"/>
          <ac:cxnSpMkLst>
            <pc:docMk/>
            <pc:sldMk cId="135957239" sldId="596"/>
            <ac:cxnSpMk id="145" creationId="{00000000-0000-0000-0000-000000000000}"/>
          </ac:cxnSpMkLst>
        </pc:cxnChg>
        <pc:cxnChg chg="del">
          <ac:chgData name="LE FALHER, Martial" userId="4e18b825-4c81-4fdf-8616-10afe3723b47" providerId="ADAL" clId="{055A2AAE-F55B-4C0C-8D50-7115180FAC95}" dt="2024-08-22T09:23:43.798" v="80" actId="478"/>
          <ac:cxnSpMkLst>
            <pc:docMk/>
            <pc:sldMk cId="135957239" sldId="596"/>
            <ac:cxnSpMk id="147" creationId="{00000000-0000-0000-0000-000000000000}"/>
          </ac:cxnSpMkLst>
        </pc:cxnChg>
        <pc:cxnChg chg="add del">
          <ac:chgData name="LE FALHER, Martial" userId="4e18b825-4c81-4fdf-8616-10afe3723b47" providerId="ADAL" clId="{055A2AAE-F55B-4C0C-8D50-7115180FAC95}" dt="2024-08-22T11:26:06.615" v="227" actId="478"/>
          <ac:cxnSpMkLst>
            <pc:docMk/>
            <pc:sldMk cId="135957239" sldId="596"/>
            <ac:cxnSpMk id="185" creationId="{230744D0-A664-D868-FB6B-E47D1E64C9D4}"/>
          </ac:cxnSpMkLst>
        </pc:cxnChg>
        <pc:cxnChg chg="mod">
          <ac:chgData name="LE FALHER, Martial" userId="4e18b825-4c81-4fdf-8616-10afe3723b47" providerId="ADAL" clId="{055A2AAE-F55B-4C0C-8D50-7115180FAC95}" dt="2024-08-22T11:19:31.891" v="218" actId="1076"/>
          <ac:cxnSpMkLst>
            <pc:docMk/>
            <pc:sldMk cId="135957239" sldId="596"/>
            <ac:cxnSpMk id="2049" creationId="{00000000-0000-0000-0000-000000000000}"/>
          </ac:cxnSpMkLst>
        </pc:cxnChg>
        <pc:cxnChg chg="add mod">
          <ac:chgData name="LE FALHER, Martial" userId="4e18b825-4c81-4fdf-8616-10afe3723b47" providerId="ADAL" clId="{055A2AAE-F55B-4C0C-8D50-7115180FAC95}" dt="2024-08-22T11:30:26.742" v="255" actId="1076"/>
          <ac:cxnSpMkLst>
            <pc:docMk/>
            <pc:sldMk cId="135957239" sldId="596"/>
            <ac:cxnSpMk id="2062" creationId="{6C5F33F2-5F52-061A-A28A-1A67DE9492B3}"/>
          </ac:cxnSpMkLst>
        </pc:cxnChg>
        <pc:cxnChg chg="add mod">
          <ac:chgData name="LE FALHER, Martial" userId="4e18b825-4c81-4fdf-8616-10afe3723b47" providerId="ADAL" clId="{055A2AAE-F55B-4C0C-8D50-7115180FAC95}" dt="2024-08-22T11:30:55.186" v="259" actId="1076"/>
          <ac:cxnSpMkLst>
            <pc:docMk/>
            <pc:sldMk cId="135957239" sldId="596"/>
            <ac:cxnSpMk id="2065" creationId="{8F03F703-278F-7FB2-E02E-048A6C8B4594}"/>
          </ac:cxnSpMkLst>
        </pc:cxnChg>
        <pc:cxnChg chg="add mod">
          <ac:chgData name="LE FALHER, Martial" userId="4e18b825-4c81-4fdf-8616-10afe3723b47" providerId="ADAL" clId="{055A2AAE-F55B-4C0C-8D50-7115180FAC95}" dt="2024-08-22T11:31:19.596" v="264" actId="14100"/>
          <ac:cxnSpMkLst>
            <pc:docMk/>
            <pc:sldMk cId="135957239" sldId="596"/>
            <ac:cxnSpMk id="2071" creationId="{6924C307-5D18-99AC-4B70-D3091591E58B}"/>
          </ac:cxnSpMkLst>
        </pc:cxnChg>
        <pc:cxnChg chg="add mod">
          <ac:chgData name="LE FALHER, Martial" userId="4e18b825-4c81-4fdf-8616-10afe3723b47" providerId="ADAL" clId="{055A2AAE-F55B-4C0C-8D50-7115180FAC95}" dt="2024-08-22T11:41:10.353" v="326" actId="1076"/>
          <ac:cxnSpMkLst>
            <pc:docMk/>
            <pc:sldMk cId="135957239" sldId="596"/>
            <ac:cxnSpMk id="2084" creationId="{6F359B49-7ADB-506A-1CB7-F4520474F7A6}"/>
          </ac:cxnSpMkLst>
        </pc:cxnChg>
        <pc:cxnChg chg="add mod">
          <ac:chgData name="LE FALHER, Martial" userId="4e18b825-4c81-4fdf-8616-10afe3723b47" providerId="ADAL" clId="{055A2AAE-F55B-4C0C-8D50-7115180FAC95}" dt="2024-08-22T11:41:10.353" v="326" actId="1076"/>
          <ac:cxnSpMkLst>
            <pc:docMk/>
            <pc:sldMk cId="135957239" sldId="596"/>
            <ac:cxnSpMk id="2086" creationId="{4213190F-9253-8A02-539E-50CB4A12AA1B}"/>
          </ac:cxnSpMkLst>
        </pc:cxnChg>
        <pc:cxnChg chg="add mod">
          <ac:chgData name="LE FALHER, Martial" userId="4e18b825-4c81-4fdf-8616-10afe3723b47" providerId="ADAL" clId="{055A2AAE-F55B-4C0C-8D50-7115180FAC95}" dt="2024-08-22T11:41:10.353" v="326" actId="1076"/>
          <ac:cxnSpMkLst>
            <pc:docMk/>
            <pc:sldMk cId="135957239" sldId="596"/>
            <ac:cxnSpMk id="2092" creationId="{9013C795-7E59-6E4B-CAFF-0223B29DE449}"/>
          </ac:cxnSpMkLst>
        </pc:cxnChg>
        <pc:cxnChg chg="add del mod">
          <ac:chgData name="LE FALHER, Martial" userId="4e18b825-4c81-4fdf-8616-10afe3723b47" providerId="ADAL" clId="{055A2AAE-F55B-4C0C-8D50-7115180FAC95}" dt="2024-08-22T11:39:29.978" v="309" actId="478"/>
          <ac:cxnSpMkLst>
            <pc:docMk/>
            <pc:sldMk cId="135957239" sldId="596"/>
            <ac:cxnSpMk id="2095" creationId="{A338ACA3-5E15-AF91-0D55-AAE2D7807353}"/>
          </ac:cxnSpMkLst>
        </pc:cxnChg>
      </pc:sldChg>
      <pc:sldChg chg="delSp modSp mod">
        <pc:chgData name="LE FALHER, Martial" userId="4e18b825-4c81-4fdf-8616-10afe3723b47" providerId="ADAL" clId="{055A2AAE-F55B-4C0C-8D50-7115180FAC95}" dt="2024-08-22T13:29:49.703" v="831" actId="113"/>
        <pc:sldMkLst>
          <pc:docMk/>
          <pc:sldMk cId="2913150136" sldId="598"/>
        </pc:sldMkLst>
        <pc:spChg chg="del">
          <ac:chgData name="LE FALHER, Martial" userId="4e18b825-4c81-4fdf-8616-10afe3723b47" providerId="ADAL" clId="{055A2AAE-F55B-4C0C-8D50-7115180FAC95}" dt="2024-08-22T11:43:13.521" v="330" actId="478"/>
          <ac:spMkLst>
            <pc:docMk/>
            <pc:sldMk cId="2913150136" sldId="598"/>
            <ac:spMk id="4" creationId="{C4508075-4CE1-D335-A3B7-FA0BE246BA48}"/>
          </ac:spMkLst>
        </pc:spChg>
        <pc:spChg chg="del">
          <ac:chgData name="LE FALHER, Martial" userId="4e18b825-4c81-4fdf-8616-10afe3723b47" providerId="ADAL" clId="{055A2AAE-F55B-4C0C-8D50-7115180FAC95}" dt="2024-08-22T11:43:13.521" v="330" actId="478"/>
          <ac:spMkLst>
            <pc:docMk/>
            <pc:sldMk cId="2913150136" sldId="598"/>
            <ac:spMk id="5" creationId="{8EAEC7FF-DA79-447F-36FE-CF67E73164A1}"/>
          </ac:spMkLst>
        </pc:spChg>
        <pc:spChg chg="del">
          <ac:chgData name="LE FALHER, Martial" userId="4e18b825-4c81-4fdf-8616-10afe3723b47" providerId="ADAL" clId="{055A2AAE-F55B-4C0C-8D50-7115180FAC95}" dt="2024-08-22T11:43:13.521" v="330" actId="478"/>
          <ac:spMkLst>
            <pc:docMk/>
            <pc:sldMk cId="2913150136" sldId="598"/>
            <ac:spMk id="6" creationId="{449E5A90-11FE-1691-D1FD-468893E5B0FF}"/>
          </ac:spMkLst>
        </pc:spChg>
        <pc:spChg chg="del">
          <ac:chgData name="LE FALHER, Martial" userId="4e18b825-4c81-4fdf-8616-10afe3723b47" providerId="ADAL" clId="{055A2AAE-F55B-4C0C-8D50-7115180FAC95}" dt="2024-08-22T11:43:13.521" v="330" actId="478"/>
          <ac:spMkLst>
            <pc:docMk/>
            <pc:sldMk cId="2913150136" sldId="598"/>
            <ac:spMk id="14" creationId="{0603FC20-D586-5FD8-B1D7-1975F9E8C998}"/>
          </ac:spMkLst>
        </pc:spChg>
        <pc:spChg chg="del">
          <ac:chgData name="LE FALHER, Martial" userId="4e18b825-4c81-4fdf-8616-10afe3723b47" providerId="ADAL" clId="{055A2AAE-F55B-4C0C-8D50-7115180FAC95}" dt="2024-08-22T11:43:19.833" v="331" actId="478"/>
          <ac:spMkLst>
            <pc:docMk/>
            <pc:sldMk cId="2913150136" sldId="598"/>
            <ac:spMk id="15" creationId="{F1C2BA58-4484-49A0-A746-9E2100ADBEC3}"/>
          </ac:spMkLst>
        </pc:spChg>
        <pc:spChg chg="mod">
          <ac:chgData name="LE FALHER, Martial" userId="4e18b825-4c81-4fdf-8616-10afe3723b47" providerId="ADAL" clId="{055A2AAE-F55B-4C0C-8D50-7115180FAC95}" dt="2024-08-22T13:29:33.085" v="825" actId="207"/>
          <ac:spMkLst>
            <pc:docMk/>
            <pc:sldMk cId="2913150136" sldId="598"/>
            <ac:spMk id="21" creationId="{AA208CC9-95EF-B7CF-8168-FD58DD27DCB8}"/>
          </ac:spMkLst>
        </pc:spChg>
        <pc:spChg chg="del">
          <ac:chgData name="LE FALHER, Martial" userId="4e18b825-4c81-4fdf-8616-10afe3723b47" providerId="ADAL" clId="{055A2AAE-F55B-4C0C-8D50-7115180FAC95}" dt="2024-08-22T11:43:13.521" v="330" actId="478"/>
          <ac:spMkLst>
            <pc:docMk/>
            <pc:sldMk cId="2913150136" sldId="598"/>
            <ac:spMk id="32" creationId="{E270B510-CE6E-63CC-8DBA-B5EFEB2A94DA}"/>
          </ac:spMkLst>
        </pc:spChg>
        <pc:spChg chg="del">
          <ac:chgData name="LE FALHER, Martial" userId="4e18b825-4c81-4fdf-8616-10afe3723b47" providerId="ADAL" clId="{055A2AAE-F55B-4C0C-8D50-7115180FAC95}" dt="2024-08-22T11:43:13.521" v="330" actId="478"/>
          <ac:spMkLst>
            <pc:docMk/>
            <pc:sldMk cId="2913150136" sldId="598"/>
            <ac:spMk id="33" creationId="{278BB07A-98D4-E46E-CB7B-3C5ECA768AB7}"/>
          </ac:spMkLst>
        </pc:spChg>
        <pc:spChg chg="del">
          <ac:chgData name="LE FALHER, Martial" userId="4e18b825-4c81-4fdf-8616-10afe3723b47" providerId="ADAL" clId="{055A2AAE-F55B-4C0C-8D50-7115180FAC95}" dt="2024-08-22T11:43:13.521" v="330" actId="478"/>
          <ac:spMkLst>
            <pc:docMk/>
            <pc:sldMk cId="2913150136" sldId="598"/>
            <ac:spMk id="34" creationId="{599187F1-A013-E1F7-5F17-AB8CDB9586FC}"/>
          </ac:spMkLst>
        </pc:spChg>
        <pc:spChg chg="del">
          <ac:chgData name="LE FALHER, Martial" userId="4e18b825-4c81-4fdf-8616-10afe3723b47" providerId="ADAL" clId="{055A2AAE-F55B-4C0C-8D50-7115180FAC95}" dt="2024-08-22T11:43:13.521" v="330" actId="478"/>
          <ac:spMkLst>
            <pc:docMk/>
            <pc:sldMk cId="2913150136" sldId="598"/>
            <ac:spMk id="36" creationId="{800DD57C-36EB-E1AE-7A20-1CF9B0D51A14}"/>
          </ac:spMkLst>
        </pc:spChg>
        <pc:spChg chg="del">
          <ac:chgData name="LE FALHER, Martial" userId="4e18b825-4c81-4fdf-8616-10afe3723b47" providerId="ADAL" clId="{055A2AAE-F55B-4C0C-8D50-7115180FAC95}" dt="2024-08-22T11:43:13.521" v="330" actId="478"/>
          <ac:spMkLst>
            <pc:docMk/>
            <pc:sldMk cId="2913150136" sldId="598"/>
            <ac:spMk id="38" creationId="{00AACBCC-628A-D5C2-F93B-AA2F8335083E}"/>
          </ac:spMkLst>
        </pc:spChg>
        <pc:spChg chg="del">
          <ac:chgData name="LE FALHER, Martial" userId="4e18b825-4c81-4fdf-8616-10afe3723b47" providerId="ADAL" clId="{055A2AAE-F55B-4C0C-8D50-7115180FAC95}" dt="2024-08-22T11:43:13.521" v="330" actId="478"/>
          <ac:spMkLst>
            <pc:docMk/>
            <pc:sldMk cId="2913150136" sldId="598"/>
            <ac:spMk id="39" creationId="{5774C279-78D8-FF4D-DD15-E81B417A496C}"/>
          </ac:spMkLst>
        </pc:spChg>
        <pc:spChg chg="del">
          <ac:chgData name="LE FALHER, Martial" userId="4e18b825-4c81-4fdf-8616-10afe3723b47" providerId="ADAL" clId="{055A2AAE-F55B-4C0C-8D50-7115180FAC95}" dt="2024-08-22T11:43:13.521" v="330" actId="478"/>
          <ac:spMkLst>
            <pc:docMk/>
            <pc:sldMk cId="2913150136" sldId="598"/>
            <ac:spMk id="40" creationId="{D9468511-E70E-61F4-B8D4-5BCA38E26B6D}"/>
          </ac:spMkLst>
        </pc:spChg>
        <pc:spChg chg="del">
          <ac:chgData name="LE FALHER, Martial" userId="4e18b825-4c81-4fdf-8616-10afe3723b47" providerId="ADAL" clId="{055A2AAE-F55B-4C0C-8D50-7115180FAC95}" dt="2024-08-22T11:43:19.833" v="331" actId="478"/>
          <ac:spMkLst>
            <pc:docMk/>
            <pc:sldMk cId="2913150136" sldId="598"/>
            <ac:spMk id="41" creationId="{5EF8EA7D-297F-F010-0740-F4BADDD1DC08}"/>
          </ac:spMkLst>
        </pc:spChg>
        <pc:spChg chg="del">
          <ac:chgData name="LE FALHER, Martial" userId="4e18b825-4c81-4fdf-8616-10afe3723b47" providerId="ADAL" clId="{055A2AAE-F55B-4C0C-8D50-7115180FAC95}" dt="2024-08-22T11:43:19.833" v="331" actId="478"/>
          <ac:spMkLst>
            <pc:docMk/>
            <pc:sldMk cId="2913150136" sldId="598"/>
            <ac:spMk id="42" creationId="{ACACC7EB-D170-1B21-8DA7-A463846D5F15}"/>
          </ac:spMkLst>
        </pc:spChg>
        <pc:spChg chg="del">
          <ac:chgData name="LE FALHER, Martial" userId="4e18b825-4c81-4fdf-8616-10afe3723b47" providerId="ADAL" clId="{055A2AAE-F55B-4C0C-8D50-7115180FAC95}" dt="2024-08-22T11:43:13.521" v="330" actId="478"/>
          <ac:spMkLst>
            <pc:docMk/>
            <pc:sldMk cId="2913150136" sldId="598"/>
            <ac:spMk id="43" creationId="{86363306-0BCE-4EA9-E912-586D6D7F7C48}"/>
          </ac:spMkLst>
        </pc:spChg>
        <pc:spChg chg="del">
          <ac:chgData name="LE FALHER, Martial" userId="4e18b825-4c81-4fdf-8616-10afe3723b47" providerId="ADAL" clId="{055A2AAE-F55B-4C0C-8D50-7115180FAC95}" dt="2024-08-22T11:43:19.833" v="331" actId="478"/>
          <ac:spMkLst>
            <pc:docMk/>
            <pc:sldMk cId="2913150136" sldId="598"/>
            <ac:spMk id="44" creationId="{FBC6176F-0DB5-7347-4E89-37660E55B536}"/>
          </ac:spMkLst>
        </pc:spChg>
        <pc:spChg chg="mod">
          <ac:chgData name="LE FALHER, Martial" userId="4e18b825-4c81-4fdf-8616-10afe3723b47" providerId="ADAL" clId="{055A2AAE-F55B-4C0C-8D50-7115180FAC95}" dt="2024-08-22T13:27:14.489" v="804" actId="113"/>
          <ac:spMkLst>
            <pc:docMk/>
            <pc:sldMk cId="2913150136" sldId="598"/>
            <ac:spMk id="77" creationId="{925F4206-1BAF-4938-B02A-15A150FC7714}"/>
          </ac:spMkLst>
        </pc:spChg>
        <pc:spChg chg="mod">
          <ac:chgData name="LE FALHER, Martial" userId="4e18b825-4c81-4fdf-8616-10afe3723b47" providerId="ADAL" clId="{055A2AAE-F55B-4C0C-8D50-7115180FAC95}" dt="2024-08-22T13:27:40.724" v="812" actId="113"/>
          <ac:spMkLst>
            <pc:docMk/>
            <pc:sldMk cId="2913150136" sldId="598"/>
            <ac:spMk id="78" creationId="{02351592-CA41-45F1-8BA3-C219D95FE934}"/>
          </ac:spMkLst>
        </pc:spChg>
        <pc:spChg chg="mod">
          <ac:chgData name="LE FALHER, Martial" userId="4e18b825-4c81-4fdf-8616-10afe3723b47" providerId="ADAL" clId="{055A2AAE-F55B-4C0C-8D50-7115180FAC95}" dt="2024-08-22T13:28:58.714" v="818" actId="113"/>
          <ac:spMkLst>
            <pc:docMk/>
            <pc:sldMk cId="2913150136" sldId="598"/>
            <ac:spMk id="83" creationId="{C0B00627-B3E6-4B9F-BA14-F682C7549789}"/>
          </ac:spMkLst>
        </pc:spChg>
        <pc:spChg chg="mod">
          <ac:chgData name="LE FALHER, Martial" userId="4e18b825-4c81-4fdf-8616-10afe3723b47" providerId="ADAL" clId="{055A2AAE-F55B-4C0C-8D50-7115180FAC95}" dt="2024-08-22T13:29:16.013" v="824" actId="207"/>
          <ac:spMkLst>
            <pc:docMk/>
            <pc:sldMk cId="2913150136" sldId="598"/>
            <ac:spMk id="86" creationId="{BFD63B0D-A85B-4B1B-AC48-11CDCAE54158}"/>
          </ac:spMkLst>
        </pc:spChg>
        <pc:spChg chg="mod">
          <ac:chgData name="LE FALHER, Martial" userId="4e18b825-4c81-4fdf-8616-10afe3723b47" providerId="ADAL" clId="{055A2AAE-F55B-4C0C-8D50-7115180FAC95}" dt="2024-08-22T13:28:48.047" v="814" actId="113"/>
          <ac:spMkLst>
            <pc:docMk/>
            <pc:sldMk cId="2913150136" sldId="598"/>
            <ac:spMk id="94" creationId="{06FB1F5B-4ED6-4984-9E4B-D10135C0028D}"/>
          </ac:spMkLst>
        </pc:spChg>
        <pc:spChg chg="mod">
          <ac:chgData name="LE FALHER, Martial" userId="4e18b825-4c81-4fdf-8616-10afe3723b47" providerId="ADAL" clId="{055A2AAE-F55B-4C0C-8D50-7115180FAC95}" dt="2024-08-22T13:28:53.315" v="816" actId="113"/>
          <ac:spMkLst>
            <pc:docMk/>
            <pc:sldMk cId="2913150136" sldId="598"/>
            <ac:spMk id="100" creationId="{7BDFB8E7-9965-4E93-85BC-C93E33A1682E}"/>
          </ac:spMkLst>
        </pc:spChg>
        <pc:spChg chg="mod">
          <ac:chgData name="LE FALHER, Martial" userId="4e18b825-4c81-4fdf-8616-10afe3723b47" providerId="ADAL" clId="{055A2AAE-F55B-4C0C-8D50-7115180FAC95}" dt="2024-08-22T13:29:09.481" v="821" actId="113"/>
          <ac:spMkLst>
            <pc:docMk/>
            <pc:sldMk cId="2913150136" sldId="598"/>
            <ac:spMk id="112" creationId="{F63A3FFC-2996-443F-81E5-6BB40B887E92}"/>
          </ac:spMkLst>
        </pc:spChg>
        <pc:spChg chg="mod">
          <ac:chgData name="LE FALHER, Martial" userId="4e18b825-4c81-4fdf-8616-10afe3723b47" providerId="ADAL" clId="{055A2AAE-F55B-4C0C-8D50-7115180FAC95}" dt="2024-08-22T13:29:12.196" v="822" actId="113"/>
          <ac:spMkLst>
            <pc:docMk/>
            <pc:sldMk cId="2913150136" sldId="598"/>
            <ac:spMk id="116" creationId="{C442F75E-D294-45C1-B242-B921BA3DE806}"/>
          </ac:spMkLst>
        </pc:spChg>
        <pc:spChg chg="mod">
          <ac:chgData name="LE FALHER, Martial" userId="4e18b825-4c81-4fdf-8616-10afe3723b47" providerId="ADAL" clId="{055A2AAE-F55B-4C0C-8D50-7115180FAC95}" dt="2024-08-22T13:29:49.703" v="831" actId="113"/>
          <ac:spMkLst>
            <pc:docMk/>
            <pc:sldMk cId="2913150136" sldId="598"/>
            <ac:spMk id="120" creationId="{D33D60A0-94F7-4222-B0C8-3D9FF15AE39C}"/>
          </ac:spMkLst>
        </pc:spChg>
        <pc:spChg chg="mod">
          <ac:chgData name="LE FALHER, Martial" userId="4e18b825-4c81-4fdf-8616-10afe3723b47" providerId="ADAL" clId="{055A2AAE-F55B-4C0C-8D50-7115180FAC95}" dt="2024-08-22T13:29:46.162" v="829" actId="113"/>
          <ac:spMkLst>
            <pc:docMk/>
            <pc:sldMk cId="2913150136" sldId="598"/>
            <ac:spMk id="123" creationId="{9045412E-0428-41C4-8524-29126FA284C2}"/>
          </ac:spMkLst>
        </pc:spChg>
        <pc:spChg chg="mod">
          <ac:chgData name="LE FALHER, Martial" userId="4e18b825-4c81-4fdf-8616-10afe3723b47" providerId="ADAL" clId="{055A2AAE-F55B-4C0C-8D50-7115180FAC95}" dt="2024-08-22T13:29:38.334" v="827" actId="113"/>
          <ac:spMkLst>
            <pc:docMk/>
            <pc:sldMk cId="2913150136" sldId="598"/>
            <ac:spMk id="130" creationId="{78A5717F-0AFF-42C3-B3F5-28ED12EF28B9}"/>
          </ac:spMkLst>
        </pc:spChg>
        <pc:spChg chg="mod">
          <ac:chgData name="LE FALHER, Martial" userId="4e18b825-4c81-4fdf-8616-10afe3723b47" providerId="ADAL" clId="{055A2AAE-F55B-4C0C-8D50-7115180FAC95}" dt="2024-08-22T13:27:33.238" v="810" actId="207"/>
          <ac:spMkLst>
            <pc:docMk/>
            <pc:sldMk cId="2913150136" sldId="598"/>
            <ac:spMk id="134" creationId="{2042BE4A-CA51-4D47-A584-E2622F6249C8}"/>
          </ac:spMkLst>
        </pc:spChg>
        <pc:spChg chg="mod">
          <ac:chgData name="LE FALHER, Martial" userId="4e18b825-4c81-4fdf-8616-10afe3723b47" providerId="ADAL" clId="{055A2AAE-F55B-4C0C-8D50-7115180FAC95}" dt="2024-08-22T13:27:29.034" v="808" actId="113"/>
          <ac:spMkLst>
            <pc:docMk/>
            <pc:sldMk cId="2913150136" sldId="598"/>
            <ac:spMk id="139" creationId="{9DD7FDF5-4946-4759-9277-29793737A8A2}"/>
          </ac:spMkLst>
        </pc:spChg>
        <pc:spChg chg="mod">
          <ac:chgData name="LE FALHER, Martial" userId="4e18b825-4c81-4fdf-8616-10afe3723b47" providerId="ADAL" clId="{055A2AAE-F55B-4C0C-8D50-7115180FAC95}" dt="2024-08-22T13:27:22.159" v="806" actId="113"/>
          <ac:spMkLst>
            <pc:docMk/>
            <pc:sldMk cId="2913150136" sldId="598"/>
            <ac:spMk id="145" creationId="{491754ED-41C0-4ABD-8E1F-24B6566E5A5B}"/>
          </ac:spMkLst>
        </pc:spChg>
      </pc:sldChg>
      <pc:sldChg chg="delSp mod">
        <pc:chgData name="LE FALHER, Martial" userId="4e18b825-4c81-4fdf-8616-10afe3723b47" providerId="ADAL" clId="{055A2AAE-F55B-4C0C-8D50-7115180FAC95}" dt="2024-08-22T13:19:46.691" v="726" actId="478"/>
        <pc:sldMkLst>
          <pc:docMk/>
          <pc:sldMk cId="707159102" sldId="601"/>
        </pc:sldMkLst>
        <pc:spChg chg="del">
          <ac:chgData name="LE FALHER, Martial" userId="4e18b825-4c81-4fdf-8616-10afe3723b47" providerId="ADAL" clId="{055A2AAE-F55B-4C0C-8D50-7115180FAC95}" dt="2024-08-22T13:19:46.691" v="726" actId="478"/>
          <ac:spMkLst>
            <pc:docMk/>
            <pc:sldMk cId="707159102" sldId="601"/>
            <ac:spMk id="6" creationId="{16237B0B-E8B2-4877-FC42-C771E48334A5}"/>
          </ac:spMkLst>
        </pc:spChg>
      </pc:sldChg>
      <pc:sldChg chg="delSp">
        <pc:chgData name="LE FALHER, Martial" userId="4e18b825-4c81-4fdf-8616-10afe3723b47" providerId="ADAL" clId="{055A2AAE-F55B-4C0C-8D50-7115180FAC95}" dt="2024-08-22T11:42:45.174" v="329" actId="478"/>
        <pc:sldMkLst>
          <pc:docMk/>
          <pc:sldMk cId="3177497151" sldId="602"/>
        </pc:sldMkLst>
        <pc:spChg chg="del">
          <ac:chgData name="LE FALHER, Martial" userId="4e18b825-4c81-4fdf-8616-10afe3723b47" providerId="ADAL" clId="{055A2AAE-F55B-4C0C-8D50-7115180FAC95}" dt="2024-08-22T11:42:45.174" v="329" actId="478"/>
          <ac:spMkLst>
            <pc:docMk/>
            <pc:sldMk cId="3177497151" sldId="602"/>
            <ac:spMk id="2" creationId="{36273A25-B2FD-FF7E-20CB-73664DDB355E}"/>
          </ac:spMkLst>
        </pc:spChg>
      </pc:sldChg>
      <pc:sldChg chg="addSp delSp modSp mod">
        <pc:chgData name="LE FALHER, Martial" userId="4e18b825-4c81-4fdf-8616-10afe3723b47" providerId="ADAL" clId="{055A2AAE-F55B-4C0C-8D50-7115180FAC95}" dt="2024-08-22T12:53:13.635" v="584" actId="1076"/>
        <pc:sldMkLst>
          <pc:docMk/>
          <pc:sldMk cId="372445006" sldId="603"/>
        </pc:sldMkLst>
        <pc:spChg chg="del">
          <ac:chgData name="LE FALHER, Martial" userId="4e18b825-4c81-4fdf-8616-10afe3723b47" providerId="ADAL" clId="{055A2AAE-F55B-4C0C-8D50-7115180FAC95}" dt="2024-08-22T12:43:24.308" v="511" actId="478"/>
          <ac:spMkLst>
            <pc:docMk/>
            <pc:sldMk cId="372445006" sldId="603"/>
            <ac:spMk id="4" creationId="{C4083821-FE4E-7DF7-8BF5-7F712909EBD5}"/>
          </ac:spMkLst>
        </pc:spChg>
        <pc:spChg chg="del mod">
          <ac:chgData name="LE FALHER, Martial" userId="4e18b825-4c81-4fdf-8616-10afe3723b47" providerId="ADAL" clId="{055A2AAE-F55B-4C0C-8D50-7115180FAC95}" dt="2024-08-22T12:43:24.308" v="511" actId="478"/>
          <ac:spMkLst>
            <pc:docMk/>
            <pc:sldMk cId="372445006" sldId="603"/>
            <ac:spMk id="5" creationId="{E15DF6DB-1B32-4AFA-3E96-58A0DFEDB021}"/>
          </ac:spMkLst>
        </pc:spChg>
        <pc:spChg chg="del">
          <ac:chgData name="LE FALHER, Martial" userId="4e18b825-4c81-4fdf-8616-10afe3723b47" providerId="ADAL" clId="{055A2AAE-F55B-4C0C-8D50-7115180FAC95}" dt="2024-08-22T12:43:24.308" v="511" actId="478"/>
          <ac:spMkLst>
            <pc:docMk/>
            <pc:sldMk cId="372445006" sldId="603"/>
            <ac:spMk id="6" creationId="{C1506586-D416-AAE0-13EE-2EC57AB5CE8B}"/>
          </ac:spMkLst>
        </pc:spChg>
        <pc:spChg chg="del mod">
          <ac:chgData name="LE FALHER, Martial" userId="4e18b825-4c81-4fdf-8616-10afe3723b47" providerId="ADAL" clId="{055A2AAE-F55B-4C0C-8D50-7115180FAC95}" dt="2024-08-22T12:43:24.308" v="511" actId="478"/>
          <ac:spMkLst>
            <pc:docMk/>
            <pc:sldMk cId="372445006" sldId="603"/>
            <ac:spMk id="7" creationId="{D3F9ADA6-A333-E964-4F41-D5DBD284295E}"/>
          </ac:spMkLst>
        </pc:spChg>
        <pc:spChg chg="del">
          <ac:chgData name="LE FALHER, Martial" userId="4e18b825-4c81-4fdf-8616-10afe3723b47" providerId="ADAL" clId="{055A2AAE-F55B-4C0C-8D50-7115180FAC95}" dt="2024-08-22T12:43:24.308" v="511" actId="478"/>
          <ac:spMkLst>
            <pc:docMk/>
            <pc:sldMk cId="372445006" sldId="603"/>
            <ac:spMk id="9" creationId="{98F004A5-9D1D-A004-217F-87D1B1938155}"/>
          </ac:spMkLst>
        </pc:spChg>
        <pc:spChg chg="del mod">
          <ac:chgData name="LE FALHER, Martial" userId="4e18b825-4c81-4fdf-8616-10afe3723b47" providerId="ADAL" clId="{055A2AAE-F55B-4C0C-8D50-7115180FAC95}" dt="2024-08-22T12:43:24.308" v="511" actId="478"/>
          <ac:spMkLst>
            <pc:docMk/>
            <pc:sldMk cId="372445006" sldId="603"/>
            <ac:spMk id="10" creationId="{00D2E70C-5784-EF46-D1A2-7E48309E20D2}"/>
          </ac:spMkLst>
        </pc:spChg>
        <pc:spChg chg="del">
          <ac:chgData name="LE FALHER, Martial" userId="4e18b825-4c81-4fdf-8616-10afe3723b47" providerId="ADAL" clId="{055A2AAE-F55B-4C0C-8D50-7115180FAC95}" dt="2024-08-22T12:43:24.308" v="511" actId="478"/>
          <ac:spMkLst>
            <pc:docMk/>
            <pc:sldMk cId="372445006" sldId="603"/>
            <ac:spMk id="11" creationId="{F0FE6A2E-CF49-5162-7385-0D873B21D604}"/>
          </ac:spMkLst>
        </pc:spChg>
        <pc:spChg chg="del">
          <ac:chgData name="LE FALHER, Martial" userId="4e18b825-4c81-4fdf-8616-10afe3723b47" providerId="ADAL" clId="{055A2AAE-F55B-4C0C-8D50-7115180FAC95}" dt="2024-08-22T12:43:24.308" v="511" actId="478"/>
          <ac:spMkLst>
            <pc:docMk/>
            <pc:sldMk cId="372445006" sldId="603"/>
            <ac:spMk id="12" creationId="{C533898E-E57E-CED5-7D7F-7081769F2657}"/>
          </ac:spMkLst>
        </pc:spChg>
        <pc:spChg chg="del">
          <ac:chgData name="LE FALHER, Martial" userId="4e18b825-4c81-4fdf-8616-10afe3723b47" providerId="ADAL" clId="{055A2AAE-F55B-4C0C-8D50-7115180FAC95}" dt="2024-08-22T12:43:24.308" v="511" actId="478"/>
          <ac:spMkLst>
            <pc:docMk/>
            <pc:sldMk cId="372445006" sldId="603"/>
            <ac:spMk id="13" creationId="{5F0913AB-4AB3-919D-E236-01D35DCA009B}"/>
          </ac:spMkLst>
        </pc:spChg>
        <pc:spChg chg="del">
          <ac:chgData name="LE FALHER, Martial" userId="4e18b825-4c81-4fdf-8616-10afe3723b47" providerId="ADAL" clId="{055A2AAE-F55B-4C0C-8D50-7115180FAC95}" dt="2024-08-22T12:43:24.308" v="511" actId="478"/>
          <ac:spMkLst>
            <pc:docMk/>
            <pc:sldMk cId="372445006" sldId="603"/>
            <ac:spMk id="14" creationId="{7898AAAE-6E57-51BB-5C6C-672F77BD630E}"/>
          </ac:spMkLst>
        </pc:spChg>
        <pc:spChg chg="del mod">
          <ac:chgData name="LE FALHER, Martial" userId="4e18b825-4c81-4fdf-8616-10afe3723b47" providerId="ADAL" clId="{055A2AAE-F55B-4C0C-8D50-7115180FAC95}" dt="2024-08-22T12:43:24.308" v="511" actId="478"/>
          <ac:spMkLst>
            <pc:docMk/>
            <pc:sldMk cId="372445006" sldId="603"/>
            <ac:spMk id="15" creationId="{933CC150-FFF7-727A-3A52-D72E81E0DF06}"/>
          </ac:spMkLst>
        </pc:spChg>
        <pc:spChg chg="del mod">
          <ac:chgData name="LE FALHER, Martial" userId="4e18b825-4c81-4fdf-8616-10afe3723b47" providerId="ADAL" clId="{055A2AAE-F55B-4C0C-8D50-7115180FAC95}" dt="2024-08-22T12:43:24.308" v="511" actId="478"/>
          <ac:spMkLst>
            <pc:docMk/>
            <pc:sldMk cId="372445006" sldId="603"/>
            <ac:spMk id="16" creationId="{AFDF9873-A72A-7506-461C-D40F743324CD}"/>
          </ac:spMkLst>
        </pc:spChg>
        <pc:spChg chg="del mod">
          <ac:chgData name="LE FALHER, Martial" userId="4e18b825-4c81-4fdf-8616-10afe3723b47" providerId="ADAL" clId="{055A2AAE-F55B-4C0C-8D50-7115180FAC95}" dt="2024-08-22T12:43:24.308" v="511" actId="478"/>
          <ac:spMkLst>
            <pc:docMk/>
            <pc:sldMk cId="372445006" sldId="603"/>
            <ac:spMk id="17" creationId="{14AA8004-3844-61BA-9373-B9EDECC47F7D}"/>
          </ac:spMkLst>
        </pc:spChg>
        <pc:spChg chg="del mod">
          <ac:chgData name="LE FALHER, Martial" userId="4e18b825-4c81-4fdf-8616-10afe3723b47" providerId="ADAL" clId="{055A2AAE-F55B-4C0C-8D50-7115180FAC95}" dt="2024-08-22T12:43:24.308" v="511" actId="478"/>
          <ac:spMkLst>
            <pc:docMk/>
            <pc:sldMk cId="372445006" sldId="603"/>
            <ac:spMk id="20" creationId="{8691F5AA-562E-C461-4A95-C5797B9D76C1}"/>
          </ac:spMkLst>
        </pc:spChg>
        <pc:spChg chg="del mod">
          <ac:chgData name="LE FALHER, Martial" userId="4e18b825-4c81-4fdf-8616-10afe3723b47" providerId="ADAL" clId="{055A2AAE-F55B-4C0C-8D50-7115180FAC95}" dt="2024-08-22T12:43:59.272" v="520" actId="478"/>
          <ac:spMkLst>
            <pc:docMk/>
            <pc:sldMk cId="372445006" sldId="603"/>
            <ac:spMk id="21" creationId="{87C95E6E-B158-CF84-A8BF-A88E5656DA34}"/>
          </ac:spMkLst>
        </pc:spChg>
        <pc:spChg chg="del mod">
          <ac:chgData name="LE FALHER, Martial" userId="4e18b825-4c81-4fdf-8616-10afe3723b47" providerId="ADAL" clId="{055A2AAE-F55B-4C0C-8D50-7115180FAC95}" dt="2024-08-22T12:43:24.308" v="511" actId="478"/>
          <ac:spMkLst>
            <pc:docMk/>
            <pc:sldMk cId="372445006" sldId="603"/>
            <ac:spMk id="23" creationId="{42E22B53-2D93-086A-9EAA-F138B3D8CD85}"/>
          </ac:spMkLst>
        </pc:spChg>
        <pc:spChg chg="del">
          <ac:chgData name="LE FALHER, Martial" userId="4e18b825-4c81-4fdf-8616-10afe3723b47" providerId="ADAL" clId="{055A2AAE-F55B-4C0C-8D50-7115180FAC95}" dt="2024-08-22T12:43:24.308" v="511" actId="478"/>
          <ac:spMkLst>
            <pc:docMk/>
            <pc:sldMk cId="372445006" sldId="603"/>
            <ac:spMk id="24" creationId="{193693FD-9A9A-2181-983A-6219E71B7086}"/>
          </ac:spMkLst>
        </pc:spChg>
        <pc:spChg chg="mod">
          <ac:chgData name="LE FALHER, Martial" userId="4e18b825-4c81-4fdf-8616-10afe3723b47" providerId="ADAL" clId="{055A2AAE-F55B-4C0C-8D50-7115180FAC95}" dt="2024-08-22T12:45:47.300" v="535" actId="113"/>
          <ac:spMkLst>
            <pc:docMk/>
            <pc:sldMk cId="372445006" sldId="603"/>
            <ac:spMk id="78" creationId="{00000000-0000-0000-0000-000000000000}"/>
          </ac:spMkLst>
        </pc:spChg>
        <pc:spChg chg="mod">
          <ac:chgData name="LE FALHER, Martial" userId="4e18b825-4c81-4fdf-8616-10afe3723b47" providerId="ADAL" clId="{055A2AAE-F55B-4C0C-8D50-7115180FAC95}" dt="2024-08-22T12:49:40.221" v="557" actId="113"/>
          <ac:spMkLst>
            <pc:docMk/>
            <pc:sldMk cId="372445006" sldId="603"/>
            <ac:spMk id="100" creationId="{00000000-0000-0000-0000-000000000000}"/>
          </ac:spMkLst>
        </pc:spChg>
        <pc:spChg chg="mod">
          <ac:chgData name="LE FALHER, Martial" userId="4e18b825-4c81-4fdf-8616-10afe3723b47" providerId="ADAL" clId="{055A2AAE-F55B-4C0C-8D50-7115180FAC95}" dt="2024-08-22T12:50:25.368" v="565" actId="1076"/>
          <ac:spMkLst>
            <pc:docMk/>
            <pc:sldMk cId="372445006" sldId="603"/>
            <ac:spMk id="104" creationId="{4D5A6AB6-63ED-1DB6-2FF7-F2D9884F6A2B}"/>
          </ac:spMkLst>
        </pc:spChg>
        <pc:spChg chg="mod">
          <ac:chgData name="LE FALHER, Martial" userId="4e18b825-4c81-4fdf-8616-10afe3723b47" providerId="ADAL" clId="{055A2AAE-F55B-4C0C-8D50-7115180FAC95}" dt="2024-08-22T12:50:25.368" v="565" actId="1076"/>
          <ac:spMkLst>
            <pc:docMk/>
            <pc:sldMk cId="372445006" sldId="603"/>
            <ac:spMk id="105" creationId="{5F0DF9C0-3E9B-1D82-5EB0-5DBBDFA100BF}"/>
          </ac:spMkLst>
        </pc:spChg>
        <pc:spChg chg="mod">
          <ac:chgData name="LE FALHER, Martial" userId="4e18b825-4c81-4fdf-8616-10afe3723b47" providerId="ADAL" clId="{055A2AAE-F55B-4C0C-8D50-7115180FAC95}" dt="2024-08-22T12:49:45.169" v="559" actId="207"/>
          <ac:spMkLst>
            <pc:docMk/>
            <pc:sldMk cId="372445006" sldId="603"/>
            <ac:spMk id="109" creationId="{00000000-0000-0000-0000-000000000000}"/>
          </ac:spMkLst>
        </pc:spChg>
        <pc:spChg chg="mod">
          <ac:chgData name="LE FALHER, Martial" userId="4e18b825-4c81-4fdf-8616-10afe3723b47" providerId="ADAL" clId="{055A2AAE-F55B-4C0C-8D50-7115180FAC95}" dt="2024-08-22T12:47:13.892" v="549" actId="14100"/>
          <ac:spMkLst>
            <pc:docMk/>
            <pc:sldMk cId="372445006" sldId="603"/>
            <ac:spMk id="121" creationId="{00000000-0000-0000-0000-000000000000}"/>
          </ac:spMkLst>
        </pc:spChg>
        <pc:spChg chg="mod">
          <ac:chgData name="LE FALHER, Martial" userId="4e18b825-4c81-4fdf-8616-10afe3723b47" providerId="ADAL" clId="{055A2AAE-F55B-4C0C-8D50-7115180FAC95}" dt="2024-08-22T12:46:57.948" v="545" actId="113"/>
          <ac:spMkLst>
            <pc:docMk/>
            <pc:sldMk cId="372445006" sldId="603"/>
            <ac:spMk id="122" creationId="{00000000-0000-0000-0000-000000000000}"/>
          </ac:spMkLst>
        </pc:spChg>
        <pc:spChg chg="mod">
          <ac:chgData name="LE FALHER, Martial" userId="4e18b825-4c81-4fdf-8616-10afe3723b47" providerId="ADAL" clId="{055A2AAE-F55B-4C0C-8D50-7115180FAC95}" dt="2024-08-22T12:52:44.643" v="582" actId="1076"/>
          <ac:spMkLst>
            <pc:docMk/>
            <pc:sldMk cId="372445006" sldId="603"/>
            <ac:spMk id="190" creationId="{00000000-0000-0000-0000-000000000000}"/>
          </ac:spMkLst>
        </pc:spChg>
        <pc:spChg chg="mod">
          <ac:chgData name="LE FALHER, Martial" userId="4e18b825-4c81-4fdf-8616-10afe3723b47" providerId="ADAL" clId="{055A2AAE-F55B-4C0C-8D50-7115180FAC95}" dt="2024-08-22T12:45:52.086" v="536" actId="207"/>
          <ac:spMkLst>
            <pc:docMk/>
            <pc:sldMk cId="372445006" sldId="603"/>
            <ac:spMk id="294" creationId="{00F1785A-3B92-4D51-902E-7A8929C1C8A3}"/>
          </ac:spMkLst>
        </pc:spChg>
        <pc:spChg chg="mod">
          <ac:chgData name="LE FALHER, Martial" userId="4e18b825-4c81-4fdf-8616-10afe3723b47" providerId="ADAL" clId="{055A2AAE-F55B-4C0C-8D50-7115180FAC95}" dt="2024-08-22T12:46:19.938" v="541" actId="207"/>
          <ac:spMkLst>
            <pc:docMk/>
            <pc:sldMk cId="372445006" sldId="603"/>
            <ac:spMk id="304" creationId="{AFAA5EEA-B653-4E29-BDCB-CBEBC15006C1}"/>
          </ac:spMkLst>
        </pc:spChg>
        <pc:spChg chg="mod">
          <ac:chgData name="LE FALHER, Martial" userId="4e18b825-4c81-4fdf-8616-10afe3723b47" providerId="ADAL" clId="{055A2AAE-F55B-4C0C-8D50-7115180FAC95}" dt="2024-08-22T12:45:56.624" v="537" actId="207"/>
          <ac:spMkLst>
            <pc:docMk/>
            <pc:sldMk cId="372445006" sldId="603"/>
            <ac:spMk id="305" creationId="{A117CEEB-306C-4D95-A899-E56BEC40D357}"/>
          </ac:spMkLst>
        </pc:spChg>
        <pc:spChg chg="mod">
          <ac:chgData name="LE FALHER, Martial" userId="4e18b825-4c81-4fdf-8616-10afe3723b47" providerId="ADAL" clId="{055A2AAE-F55B-4C0C-8D50-7115180FAC95}" dt="2024-08-22T12:49:24.577" v="555" actId="14100"/>
          <ac:spMkLst>
            <pc:docMk/>
            <pc:sldMk cId="372445006" sldId="603"/>
            <ac:spMk id="322" creationId="{FA120F5F-97C4-455D-B8E3-76DA5AA029E4}"/>
          </ac:spMkLst>
        </pc:spChg>
        <pc:spChg chg="add del mod">
          <ac:chgData name="LE FALHER, Martial" userId="4e18b825-4c81-4fdf-8616-10afe3723b47" providerId="ADAL" clId="{055A2AAE-F55B-4C0C-8D50-7115180FAC95}" dt="2024-08-22T12:46:09.102" v="540" actId="207"/>
          <ac:spMkLst>
            <pc:docMk/>
            <pc:sldMk cId="372445006" sldId="603"/>
            <ac:spMk id="327" creationId="{FC3EE37F-4CC5-41E9-B3A4-1C7FEB104190}"/>
          </ac:spMkLst>
        </pc:spChg>
        <pc:spChg chg="mod">
          <ac:chgData name="LE FALHER, Martial" userId="4e18b825-4c81-4fdf-8616-10afe3723b47" providerId="ADAL" clId="{055A2AAE-F55B-4C0C-8D50-7115180FAC95}" dt="2024-08-22T12:46:29.203" v="542" actId="207"/>
          <ac:spMkLst>
            <pc:docMk/>
            <pc:sldMk cId="372445006" sldId="603"/>
            <ac:spMk id="328" creationId="{D0EC4B76-A6CE-46E4-B603-15600969F11B}"/>
          </ac:spMkLst>
        </pc:spChg>
        <pc:spChg chg="mod">
          <ac:chgData name="LE FALHER, Martial" userId="4e18b825-4c81-4fdf-8616-10afe3723b47" providerId="ADAL" clId="{055A2AAE-F55B-4C0C-8D50-7115180FAC95}" dt="2024-08-22T12:46:46.900" v="543" actId="207"/>
          <ac:spMkLst>
            <pc:docMk/>
            <pc:sldMk cId="372445006" sldId="603"/>
            <ac:spMk id="329" creationId="{8A9A2DCC-0F85-4EA9-909B-59E2A5AE1356}"/>
          </ac:spMkLst>
        </pc:spChg>
        <pc:spChg chg="mod">
          <ac:chgData name="LE FALHER, Martial" userId="4e18b825-4c81-4fdf-8616-10afe3723b47" providerId="ADAL" clId="{055A2AAE-F55B-4C0C-8D50-7115180FAC95}" dt="2024-08-22T12:46:00.234" v="538" actId="207"/>
          <ac:spMkLst>
            <pc:docMk/>
            <pc:sldMk cId="372445006" sldId="603"/>
            <ac:spMk id="378" creationId="{ED57BD3A-591B-49A8-91DE-D04FAD732853}"/>
          </ac:spMkLst>
        </pc:spChg>
        <pc:spChg chg="mod">
          <ac:chgData name="LE FALHER, Martial" userId="4e18b825-4c81-4fdf-8616-10afe3723b47" providerId="ADAL" clId="{055A2AAE-F55B-4C0C-8D50-7115180FAC95}" dt="2024-08-22T12:46:04.369" v="539" actId="207"/>
          <ac:spMkLst>
            <pc:docMk/>
            <pc:sldMk cId="372445006" sldId="603"/>
            <ac:spMk id="383" creationId="{80B2B2B3-4E84-40A9-B689-97B1F21DC7EE}"/>
          </ac:spMkLst>
        </pc:spChg>
        <pc:spChg chg="mod">
          <ac:chgData name="LE FALHER, Martial" userId="4e18b825-4c81-4fdf-8616-10afe3723b47" providerId="ADAL" clId="{055A2AAE-F55B-4C0C-8D50-7115180FAC95}" dt="2024-08-22T12:45:43.069" v="534" actId="207"/>
          <ac:spMkLst>
            <pc:docMk/>
            <pc:sldMk cId="372445006" sldId="603"/>
            <ac:spMk id="432" creationId="{7F2851D4-E45D-4E7C-8BE6-E8C142AB8163}"/>
          </ac:spMkLst>
        </pc:spChg>
        <pc:spChg chg="mod">
          <ac:chgData name="LE FALHER, Martial" userId="4e18b825-4c81-4fdf-8616-10afe3723b47" providerId="ADAL" clId="{055A2AAE-F55B-4C0C-8D50-7115180FAC95}" dt="2024-08-22T12:50:36.905" v="566" actId="1076"/>
          <ac:spMkLst>
            <pc:docMk/>
            <pc:sldMk cId="372445006" sldId="603"/>
            <ac:spMk id="461" creationId="{4886FFAD-2941-58E7-20E6-3E3C645C9AB7}"/>
          </ac:spMkLst>
        </pc:spChg>
        <pc:spChg chg="mod">
          <ac:chgData name="LE FALHER, Martial" userId="4e18b825-4c81-4fdf-8616-10afe3723b47" providerId="ADAL" clId="{055A2AAE-F55B-4C0C-8D50-7115180FAC95}" dt="2024-08-22T12:50:56.387" v="567" actId="1076"/>
          <ac:spMkLst>
            <pc:docMk/>
            <pc:sldMk cId="372445006" sldId="603"/>
            <ac:spMk id="462" creationId="{C1919605-6BC8-F115-6672-9AB08B39A331}"/>
          </ac:spMkLst>
        </pc:spChg>
        <pc:spChg chg="mod">
          <ac:chgData name="LE FALHER, Martial" userId="4e18b825-4c81-4fdf-8616-10afe3723b47" providerId="ADAL" clId="{055A2AAE-F55B-4C0C-8D50-7115180FAC95}" dt="2024-08-22T12:45:39.551" v="533" actId="207"/>
          <ac:spMkLst>
            <pc:docMk/>
            <pc:sldMk cId="372445006" sldId="603"/>
            <ac:spMk id="464" creationId="{165FA1FB-8772-497F-BF29-129C08853BA8}"/>
          </ac:spMkLst>
        </pc:spChg>
        <pc:spChg chg="mod">
          <ac:chgData name="LE FALHER, Martial" userId="4e18b825-4c81-4fdf-8616-10afe3723b47" providerId="ADAL" clId="{055A2AAE-F55B-4C0C-8D50-7115180FAC95}" dt="2024-08-22T12:52:35.944" v="579" actId="1076"/>
          <ac:spMkLst>
            <pc:docMk/>
            <pc:sldMk cId="372445006" sldId="603"/>
            <ac:spMk id="498" creationId="{96604773-C32E-8A1A-E725-85ABBBF768E9}"/>
          </ac:spMkLst>
        </pc:spChg>
        <pc:spChg chg="mod">
          <ac:chgData name="LE FALHER, Martial" userId="4e18b825-4c81-4fdf-8616-10afe3723b47" providerId="ADAL" clId="{055A2AAE-F55B-4C0C-8D50-7115180FAC95}" dt="2024-08-22T12:51:21.258" v="571" actId="1076"/>
          <ac:spMkLst>
            <pc:docMk/>
            <pc:sldMk cId="372445006" sldId="603"/>
            <ac:spMk id="503" creationId="{EE485AAA-36E1-4B1A-0150-7F69E28DA9E0}"/>
          </ac:spMkLst>
        </pc:spChg>
        <pc:spChg chg="mod">
          <ac:chgData name="LE FALHER, Martial" userId="4e18b825-4c81-4fdf-8616-10afe3723b47" providerId="ADAL" clId="{055A2AAE-F55B-4C0C-8D50-7115180FAC95}" dt="2024-08-22T12:53:13.635" v="584" actId="1076"/>
          <ac:spMkLst>
            <pc:docMk/>
            <pc:sldMk cId="372445006" sldId="603"/>
            <ac:spMk id="4109" creationId="{08F0B240-FD8C-5A2F-3443-1FE3A71900BD}"/>
          </ac:spMkLst>
        </pc:spChg>
        <pc:spChg chg="mod">
          <ac:chgData name="LE FALHER, Martial" userId="4e18b825-4c81-4fdf-8616-10afe3723b47" providerId="ADAL" clId="{055A2AAE-F55B-4C0C-8D50-7115180FAC95}" dt="2024-08-22T12:50:59.726" v="568" actId="1076"/>
          <ac:spMkLst>
            <pc:docMk/>
            <pc:sldMk cId="372445006" sldId="603"/>
            <ac:spMk id="4113" creationId="{9AC16DC5-2A5A-EBB1-A788-DB790A581696}"/>
          </ac:spMkLst>
        </pc:spChg>
        <pc:cxnChg chg="mod">
          <ac:chgData name="LE FALHER, Martial" userId="4e18b825-4c81-4fdf-8616-10afe3723b47" providerId="ADAL" clId="{055A2AAE-F55B-4C0C-8D50-7115180FAC95}" dt="2024-08-22T12:50:36.905" v="566" actId="1076"/>
          <ac:cxnSpMkLst>
            <pc:docMk/>
            <pc:sldMk cId="372445006" sldId="603"/>
            <ac:cxnSpMk id="18" creationId="{00000000-0000-0000-0000-000000000000}"/>
          </ac:cxnSpMkLst>
        </pc:cxnChg>
        <pc:cxnChg chg="mod">
          <ac:chgData name="LE FALHER, Martial" userId="4e18b825-4c81-4fdf-8616-10afe3723b47" providerId="ADAL" clId="{055A2AAE-F55B-4C0C-8D50-7115180FAC95}" dt="2024-08-22T12:44:05.119" v="522" actId="478"/>
          <ac:cxnSpMkLst>
            <pc:docMk/>
            <pc:sldMk cId="372445006" sldId="603"/>
            <ac:cxnSpMk id="35" creationId="{E53BE2EB-AB8F-3B25-4013-5E54B00BA76A}"/>
          </ac:cxnSpMkLst>
        </pc:cxnChg>
        <pc:cxnChg chg="mod">
          <ac:chgData name="LE FALHER, Martial" userId="4e18b825-4c81-4fdf-8616-10afe3723b47" providerId="ADAL" clId="{055A2AAE-F55B-4C0C-8D50-7115180FAC95}" dt="2024-08-22T12:44:05.119" v="522" actId="478"/>
          <ac:cxnSpMkLst>
            <pc:docMk/>
            <pc:sldMk cId="372445006" sldId="603"/>
            <ac:cxnSpMk id="50" creationId="{76AA2B2F-D2C8-ED68-4494-DDFCB1681941}"/>
          </ac:cxnSpMkLst>
        </pc:cxnChg>
        <pc:cxnChg chg="mod">
          <ac:chgData name="LE FALHER, Martial" userId="4e18b825-4c81-4fdf-8616-10afe3723b47" providerId="ADAL" clId="{055A2AAE-F55B-4C0C-8D50-7115180FAC95}" dt="2024-08-22T12:52:44.643" v="582" actId="1076"/>
          <ac:cxnSpMkLst>
            <pc:docMk/>
            <pc:sldMk cId="372445006" sldId="603"/>
            <ac:cxnSpMk id="98" creationId="{37C72354-A113-31D5-4BBB-B7A4AB4239D5}"/>
          </ac:cxnSpMkLst>
        </pc:cxnChg>
        <pc:cxnChg chg="mod">
          <ac:chgData name="LE FALHER, Martial" userId="4e18b825-4c81-4fdf-8616-10afe3723b47" providerId="ADAL" clId="{055A2AAE-F55B-4C0C-8D50-7115180FAC95}" dt="2024-08-22T12:50:36.905" v="566" actId="1076"/>
          <ac:cxnSpMkLst>
            <pc:docMk/>
            <pc:sldMk cId="372445006" sldId="603"/>
            <ac:cxnSpMk id="111" creationId="{00000000-0000-0000-0000-000000000000}"/>
          </ac:cxnSpMkLst>
        </pc:cxnChg>
        <pc:cxnChg chg="mod">
          <ac:chgData name="LE FALHER, Martial" userId="4e18b825-4c81-4fdf-8616-10afe3723b47" providerId="ADAL" clId="{055A2AAE-F55B-4C0C-8D50-7115180FAC95}" dt="2024-08-22T12:52:35.944" v="579" actId="1076"/>
          <ac:cxnSpMkLst>
            <pc:docMk/>
            <pc:sldMk cId="372445006" sldId="603"/>
            <ac:cxnSpMk id="126" creationId="{8542A639-FAE9-40CB-61E5-0A5FD2F4EB56}"/>
          </ac:cxnSpMkLst>
        </pc:cxnChg>
        <pc:cxnChg chg="mod">
          <ac:chgData name="LE FALHER, Martial" userId="4e18b825-4c81-4fdf-8616-10afe3723b47" providerId="ADAL" clId="{055A2AAE-F55B-4C0C-8D50-7115180FAC95}" dt="2024-08-22T12:50:36.905" v="566" actId="1076"/>
          <ac:cxnSpMkLst>
            <pc:docMk/>
            <pc:sldMk cId="372445006" sldId="603"/>
            <ac:cxnSpMk id="210" creationId="{CD33A859-35FC-42FB-B34D-F51FCF83C14C}"/>
          </ac:cxnSpMkLst>
        </pc:cxnChg>
        <pc:cxnChg chg="mod">
          <ac:chgData name="LE FALHER, Martial" userId="4e18b825-4c81-4fdf-8616-10afe3723b47" providerId="ADAL" clId="{055A2AAE-F55B-4C0C-8D50-7115180FAC95}" dt="2024-08-22T12:47:13.892" v="549" actId="14100"/>
          <ac:cxnSpMkLst>
            <pc:docMk/>
            <pc:sldMk cId="372445006" sldId="603"/>
            <ac:cxnSpMk id="231" creationId="{00000000-0000-0000-0000-000000000000}"/>
          </ac:cxnSpMkLst>
        </pc:cxnChg>
        <pc:cxnChg chg="mod">
          <ac:chgData name="LE FALHER, Martial" userId="4e18b825-4c81-4fdf-8616-10afe3723b47" providerId="ADAL" clId="{055A2AAE-F55B-4C0C-8D50-7115180FAC95}" dt="2024-08-22T12:47:13.892" v="549" actId="14100"/>
          <ac:cxnSpMkLst>
            <pc:docMk/>
            <pc:sldMk cId="372445006" sldId="603"/>
            <ac:cxnSpMk id="281" creationId="{66FA400C-4835-46C6-97A5-4A236BF996B6}"/>
          </ac:cxnSpMkLst>
        </pc:cxnChg>
        <pc:cxnChg chg="mod">
          <ac:chgData name="LE FALHER, Martial" userId="4e18b825-4c81-4fdf-8616-10afe3723b47" providerId="ADAL" clId="{055A2AAE-F55B-4C0C-8D50-7115180FAC95}" dt="2024-08-22T12:49:24.577" v="555" actId="14100"/>
          <ac:cxnSpMkLst>
            <pc:docMk/>
            <pc:sldMk cId="372445006" sldId="603"/>
            <ac:cxnSpMk id="488" creationId="{64DC78CA-95E5-F6BC-2EF5-908653C2FD2E}"/>
          </ac:cxnSpMkLst>
        </pc:cxnChg>
        <pc:cxnChg chg="mod">
          <ac:chgData name="LE FALHER, Martial" userId="4e18b825-4c81-4fdf-8616-10afe3723b47" providerId="ADAL" clId="{055A2AAE-F55B-4C0C-8D50-7115180FAC95}" dt="2024-08-22T12:52:41.515" v="581" actId="14100"/>
          <ac:cxnSpMkLst>
            <pc:docMk/>
            <pc:sldMk cId="372445006" sldId="603"/>
            <ac:cxnSpMk id="4099" creationId="{3D93E541-2C7F-405A-2CEA-553B040B162D}"/>
          </ac:cxnSpMkLst>
        </pc:cxnChg>
        <pc:cxnChg chg="mod">
          <ac:chgData name="LE FALHER, Martial" userId="4e18b825-4c81-4fdf-8616-10afe3723b47" providerId="ADAL" clId="{055A2AAE-F55B-4C0C-8D50-7115180FAC95}" dt="2024-08-22T12:50:56.387" v="567" actId="1076"/>
          <ac:cxnSpMkLst>
            <pc:docMk/>
            <pc:sldMk cId="372445006" sldId="603"/>
            <ac:cxnSpMk id="4111" creationId="{45BB7A5F-FB14-5871-94E1-91E733093D55}"/>
          </ac:cxnSpMkLst>
        </pc:cxnChg>
        <pc:cxnChg chg="mod">
          <ac:chgData name="LE FALHER, Martial" userId="4e18b825-4c81-4fdf-8616-10afe3723b47" providerId="ADAL" clId="{055A2AAE-F55B-4C0C-8D50-7115180FAC95}" dt="2024-08-22T12:50:59.726" v="568" actId="1076"/>
          <ac:cxnSpMkLst>
            <pc:docMk/>
            <pc:sldMk cId="372445006" sldId="603"/>
            <ac:cxnSpMk id="4115" creationId="{8CF9A8CB-B16F-8052-815D-A9FC822C9E9B}"/>
          </ac:cxnSpMkLst>
        </pc:cxnChg>
      </pc:sldChg>
      <pc:sldChg chg="del">
        <pc:chgData name="LE FALHER, Martial" userId="4e18b825-4c81-4fdf-8616-10afe3723b47" providerId="ADAL" clId="{055A2AAE-F55B-4C0C-8D50-7115180FAC95}" dt="2024-08-22T12:26:56.083" v="477" actId="2696"/>
        <pc:sldMkLst>
          <pc:docMk/>
          <pc:sldMk cId="3384976350" sldId="604"/>
        </pc:sldMkLst>
      </pc:sldChg>
      <pc:sldChg chg="addSp delSp modSp mod">
        <pc:chgData name="LE FALHER, Martial" userId="4e18b825-4c81-4fdf-8616-10afe3723b47" providerId="ADAL" clId="{055A2AAE-F55B-4C0C-8D50-7115180FAC95}" dt="2024-08-22T11:35:16.657" v="288" actId="14100"/>
        <pc:sldMkLst>
          <pc:docMk/>
          <pc:sldMk cId="1086564110" sldId="606"/>
        </pc:sldMkLst>
        <pc:spChg chg="del">
          <ac:chgData name="LE FALHER, Martial" userId="4e18b825-4c81-4fdf-8616-10afe3723b47" providerId="ADAL" clId="{055A2AAE-F55B-4C0C-8D50-7115180FAC95}" dt="2024-08-22T11:34:45.933" v="280" actId="478"/>
          <ac:spMkLst>
            <pc:docMk/>
            <pc:sldMk cId="1086564110" sldId="606"/>
            <ac:spMk id="5" creationId="{CACE8969-9C2D-A0C4-38FC-4674CB383B4A}"/>
          </ac:spMkLst>
        </pc:spChg>
        <pc:spChg chg="mod">
          <ac:chgData name="LE FALHER, Martial" userId="4e18b825-4c81-4fdf-8616-10afe3723b47" providerId="ADAL" clId="{055A2AAE-F55B-4C0C-8D50-7115180FAC95}" dt="2024-08-22T11:35:04.296" v="284" actId="207"/>
          <ac:spMkLst>
            <pc:docMk/>
            <pc:sldMk cId="1086564110" sldId="606"/>
            <ac:spMk id="10" creationId="{B4318981-FF1D-7FE5-8F1E-CD8E8C210CFD}"/>
          </ac:spMkLst>
        </pc:spChg>
        <pc:spChg chg="add mod">
          <ac:chgData name="LE FALHER, Martial" userId="4e18b825-4c81-4fdf-8616-10afe3723b47" providerId="ADAL" clId="{055A2AAE-F55B-4C0C-8D50-7115180FAC95}" dt="2024-08-22T11:35:16.657" v="288" actId="14100"/>
          <ac:spMkLst>
            <pc:docMk/>
            <pc:sldMk cId="1086564110" sldId="606"/>
            <ac:spMk id="28" creationId="{31E621B0-04F4-EE25-31DD-8DBBD77DB852}"/>
          </ac:spMkLst>
        </pc:spChg>
        <pc:spChg chg="del">
          <ac:chgData name="LE FALHER, Martial" userId="4e18b825-4c81-4fdf-8616-10afe3723b47" providerId="ADAL" clId="{055A2AAE-F55B-4C0C-8D50-7115180FAC95}" dt="2024-08-22T11:34:42.509" v="277" actId="478"/>
          <ac:spMkLst>
            <pc:docMk/>
            <pc:sldMk cId="1086564110" sldId="606"/>
            <ac:spMk id="40" creationId="{2F5A0E7F-7584-7797-2897-943247216217}"/>
          </ac:spMkLst>
        </pc:spChg>
        <pc:spChg chg="add del">
          <ac:chgData name="LE FALHER, Martial" userId="4e18b825-4c81-4fdf-8616-10afe3723b47" providerId="ADAL" clId="{055A2AAE-F55B-4C0C-8D50-7115180FAC95}" dt="2024-08-22T11:34:32.333" v="274" actId="478"/>
          <ac:spMkLst>
            <pc:docMk/>
            <pc:sldMk cId="1086564110" sldId="606"/>
            <ac:spMk id="80" creationId="{5D3B3E11-8C12-20AE-DDD5-F36AE031D11B}"/>
          </ac:spMkLst>
        </pc:spChg>
        <pc:spChg chg="del">
          <ac:chgData name="LE FALHER, Martial" userId="4e18b825-4c81-4fdf-8616-10afe3723b47" providerId="ADAL" clId="{055A2AAE-F55B-4C0C-8D50-7115180FAC95}" dt="2024-08-22T11:34:43.645" v="278" actId="478"/>
          <ac:spMkLst>
            <pc:docMk/>
            <pc:sldMk cId="1086564110" sldId="606"/>
            <ac:spMk id="84" creationId="{16A79BA6-5B65-D892-AF00-8032F24DEC5C}"/>
          </ac:spMkLst>
        </pc:spChg>
        <pc:spChg chg="del">
          <ac:chgData name="LE FALHER, Martial" userId="4e18b825-4c81-4fdf-8616-10afe3723b47" providerId="ADAL" clId="{055A2AAE-F55B-4C0C-8D50-7115180FAC95}" dt="2024-08-22T11:34:38.914" v="276" actId="478"/>
          <ac:spMkLst>
            <pc:docMk/>
            <pc:sldMk cId="1086564110" sldId="606"/>
            <ac:spMk id="86" creationId="{F629244D-2F16-A8DD-6103-01E35C3CA160}"/>
          </ac:spMkLst>
        </pc:spChg>
        <pc:spChg chg="del">
          <ac:chgData name="LE FALHER, Martial" userId="4e18b825-4c81-4fdf-8616-10afe3723b47" providerId="ADAL" clId="{055A2AAE-F55B-4C0C-8D50-7115180FAC95}" dt="2024-08-22T11:34:33.664" v="275" actId="478"/>
          <ac:spMkLst>
            <pc:docMk/>
            <pc:sldMk cId="1086564110" sldId="606"/>
            <ac:spMk id="90" creationId="{2BC0FFC3-D083-4617-D88C-1A304D1C2C3B}"/>
          </ac:spMkLst>
        </pc:spChg>
        <pc:grpChg chg="del">
          <ac:chgData name="LE FALHER, Martial" userId="4e18b825-4c81-4fdf-8616-10afe3723b47" providerId="ADAL" clId="{055A2AAE-F55B-4C0C-8D50-7115180FAC95}" dt="2024-08-22T11:34:49.428" v="282" actId="478"/>
          <ac:grpSpMkLst>
            <pc:docMk/>
            <pc:sldMk cId="1086564110" sldId="606"/>
            <ac:grpSpMk id="6" creationId="{EC4BF2B8-81EE-2DA9-DF08-A33ABAF9C344}"/>
          </ac:grpSpMkLst>
        </pc:grpChg>
        <pc:cxnChg chg="add mod">
          <ac:chgData name="LE FALHER, Martial" userId="4e18b825-4c81-4fdf-8616-10afe3723b47" providerId="ADAL" clId="{055A2AAE-F55B-4C0C-8D50-7115180FAC95}" dt="2024-08-21T14:03:12.682" v="4" actId="14100"/>
          <ac:cxnSpMkLst>
            <pc:docMk/>
            <pc:sldMk cId="1086564110" sldId="606"/>
            <ac:cxnSpMk id="18" creationId="{D6F2408D-D67A-1686-B286-3C79DCBFA508}"/>
          </ac:cxnSpMkLst>
        </pc:cxnChg>
        <pc:cxnChg chg="add mod">
          <ac:chgData name="LE FALHER, Martial" userId="4e18b825-4c81-4fdf-8616-10afe3723b47" providerId="ADAL" clId="{055A2AAE-F55B-4C0C-8D50-7115180FAC95}" dt="2024-08-21T14:03:18.344" v="6" actId="14100"/>
          <ac:cxnSpMkLst>
            <pc:docMk/>
            <pc:sldMk cId="1086564110" sldId="606"/>
            <ac:cxnSpMk id="25" creationId="{B086FBC2-6DF5-DAA8-C7E6-5CCFB2D3B75E}"/>
          </ac:cxnSpMkLst>
        </pc:cxnChg>
        <pc:cxnChg chg="del">
          <ac:chgData name="LE FALHER, Martial" userId="4e18b825-4c81-4fdf-8616-10afe3723b47" providerId="ADAL" clId="{055A2AAE-F55B-4C0C-8D50-7115180FAC95}" dt="2024-08-22T11:34:47.027" v="281" actId="478"/>
          <ac:cxnSpMkLst>
            <pc:docMk/>
            <pc:sldMk cId="1086564110" sldId="606"/>
            <ac:cxnSpMk id="33" creationId="{B2B8FDA6-5942-DC8F-4088-1EA1005D1369}"/>
          </ac:cxnSpMkLst>
        </pc:cxnChg>
        <pc:cxnChg chg="del">
          <ac:chgData name="LE FALHER, Martial" userId="4e18b825-4c81-4fdf-8616-10afe3723b47" providerId="ADAL" clId="{055A2AAE-F55B-4C0C-8D50-7115180FAC95}" dt="2024-08-22T11:34:45.017" v="279" actId="478"/>
          <ac:cxnSpMkLst>
            <pc:docMk/>
            <pc:sldMk cId="1086564110" sldId="606"/>
            <ac:cxnSpMk id="38" creationId="{082CA9CD-D69D-3A50-399E-EE24F198B0B3}"/>
          </ac:cxnSpMkLst>
        </pc:cxnChg>
      </pc:sldChg>
      <pc:sldChg chg="addSp modSp add mod">
        <pc:chgData name="LE FALHER, Martial" userId="4e18b825-4c81-4fdf-8616-10afe3723b47" providerId="ADAL" clId="{055A2AAE-F55B-4C0C-8D50-7115180FAC95}" dt="2024-08-22T09:32:49.929" v="133" actId="14100"/>
        <pc:sldMkLst>
          <pc:docMk/>
          <pc:sldMk cId="2866972053" sldId="608"/>
        </pc:sldMkLst>
        <pc:spChg chg="add mod">
          <ac:chgData name="LE FALHER, Martial" userId="4e18b825-4c81-4fdf-8616-10afe3723b47" providerId="ADAL" clId="{055A2AAE-F55B-4C0C-8D50-7115180FAC95}" dt="2024-08-22T09:16:45.267" v="65" actId="1076"/>
          <ac:spMkLst>
            <pc:docMk/>
            <pc:sldMk cId="2866972053" sldId="608"/>
            <ac:spMk id="7" creationId="{6093B206-E553-AAE9-9BE2-429FA39EA21F}"/>
          </ac:spMkLst>
        </pc:spChg>
        <pc:cxnChg chg="mod">
          <ac:chgData name="LE FALHER, Martial" userId="4e18b825-4c81-4fdf-8616-10afe3723b47" providerId="ADAL" clId="{055A2AAE-F55B-4C0C-8D50-7115180FAC95}" dt="2024-08-22T09:32:49.929" v="133" actId="14100"/>
          <ac:cxnSpMkLst>
            <pc:docMk/>
            <pc:sldMk cId="2866972053" sldId="608"/>
            <ac:cxnSpMk id="3" creationId="{FD4991CC-3681-872E-23E9-AF8D2F98D02E}"/>
          </ac:cxnSpMkLst>
        </pc:cxnChg>
      </pc:sldChg>
    </pc:docChg>
  </pc:docChgLst>
  <pc:docChgLst>
    <pc:chgData name="LE FALHER, Martial" userId="4e18b825-4c81-4fdf-8616-10afe3723b47" providerId="ADAL" clId="{F2A235DE-0E68-4F7B-98D1-FBE67517F362}"/>
    <pc:docChg chg="undo custSel delSld modSld">
      <pc:chgData name="LE FALHER, Martial" userId="4e18b825-4c81-4fdf-8616-10afe3723b47" providerId="ADAL" clId="{F2A235DE-0E68-4F7B-98D1-FBE67517F362}" dt="2024-08-23T16:06:34.525" v="1762" actId="167"/>
      <pc:docMkLst>
        <pc:docMk/>
      </pc:docMkLst>
      <pc:sldChg chg="addSp delSp modSp">
        <pc:chgData name="LE FALHER, Martial" userId="4e18b825-4c81-4fdf-8616-10afe3723b47" providerId="ADAL" clId="{F2A235DE-0E68-4F7B-98D1-FBE67517F362}" dt="2024-08-23T15:54:05.262" v="1670" actId="1076"/>
        <pc:sldMkLst>
          <pc:docMk/>
          <pc:sldMk cId="686548429" sldId="467"/>
        </pc:sldMkLst>
        <pc:spChg chg="mod">
          <ac:chgData name="LE FALHER, Martial" userId="4e18b825-4c81-4fdf-8616-10afe3723b47" providerId="ADAL" clId="{F2A235DE-0E68-4F7B-98D1-FBE67517F362}" dt="2024-08-23T07:39:27.632" v="596" actId="1076"/>
          <ac:spMkLst>
            <pc:docMk/>
            <pc:sldMk cId="686548429" sldId="467"/>
            <ac:spMk id="22" creationId="{00000000-0000-0000-0000-000000000000}"/>
          </ac:spMkLst>
        </pc:spChg>
        <pc:spChg chg="mod">
          <ac:chgData name="LE FALHER, Martial" userId="4e18b825-4c81-4fdf-8616-10afe3723b47" providerId="ADAL" clId="{F2A235DE-0E68-4F7B-98D1-FBE67517F362}" dt="2024-08-23T07:39:59.729" v="604" actId="1076"/>
          <ac:spMkLst>
            <pc:docMk/>
            <pc:sldMk cId="686548429" sldId="467"/>
            <ac:spMk id="37" creationId="{00000000-0000-0000-0000-000000000000}"/>
          </ac:spMkLst>
        </pc:spChg>
        <pc:spChg chg="mod">
          <ac:chgData name="LE FALHER, Martial" userId="4e18b825-4c81-4fdf-8616-10afe3723b47" providerId="ADAL" clId="{F2A235DE-0E68-4F7B-98D1-FBE67517F362}" dt="2024-08-23T07:39:11.412" v="592" actId="1076"/>
          <ac:spMkLst>
            <pc:docMk/>
            <pc:sldMk cId="686548429" sldId="467"/>
            <ac:spMk id="39" creationId="{00000000-0000-0000-0000-000000000000}"/>
          </ac:spMkLst>
        </pc:spChg>
        <pc:spChg chg="mod">
          <ac:chgData name="LE FALHER, Martial" userId="4e18b825-4c81-4fdf-8616-10afe3723b47" providerId="ADAL" clId="{F2A235DE-0E68-4F7B-98D1-FBE67517F362}" dt="2024-08-23T07:39:22.809" v="595" actId="1076"/>
          <ac:spMkLst>
            <pc:docMk/>
            <pc:sldMk cId="686548429" sldId="467"/>
            <ac:spMk id="40" creationId="{00000000-0000-0000-0000-000000000000}"/>
          </ac:spMkLst>
        </pc:spChg>
        <pc:spChg chg="mod">
          <ac:chgData name="LE FALHER, Martial" userId="4e18b825-4c81-4fdf-8616-10afe3723b47" providerId="ADAL" clId="{F2A235DE-0E68-4F7B-98D1-FBE67517F362}" dt="2024-08-23T07:39:31.801" v="597" actId="1076"/>
          <ac:spMkLst>
            <pc:docMk/>
            <pc:sldMk cId="686548429" sldId="467"/>
            <ac:spMk id="43" creationId="{00000000-0000-0000-0000-000000000000}"/>
          </ac:spMkLst>
        </pc:spChg>
        <pc:spChg chg="mod">
          <ac:chgData name="LE FALHER, Martial" userId="4e18b825-4c81-4fdf-8616-10afe3723b47" providerId="ADAL" clId="{F2A235DE-0E68-4F7B-98D1-FBE67517F362}" dt="2024-08-23T07:39:37.799" v="600" actId="1076"/>
          <ac:spMkLst>
            <pc:docMk/>
            <pc:sldMk cId="686548429" sldId="467"/>
            <ac:spMk id="52" creationId="{00000000-0000-0000-0000-000000000000}"/>
          </ac:spMkLst>
        </pc:spChg>
        <pc:spChg chg="mod">
          <ac:chgData name="LE FALHER, Martial" userId="4e18b825-4c81-4fdf-8616-10afe3723b47" providerId="ADAL" clId="{F2A235DE-0E68-4F7B-98D1-FBE67517F362}" dt="2024-08-23T07:39:20.545" v="594" actId="1076"/>
          <ac:spMkLst>
            <pc:docMk/>
            <pc:sldMk cId="686548429" sldId="467"/>
            <ac:spMk id="93" creationId="{00000000-0000-0000-0000-000000000000}"/>
          </ac:spMkLst>
        </pc:spChg>
        <pc:spChg chg="mod">
          <ac:chgData name="LE FALHER, Martial" userId="4e18b825-4c81-4fdf-8616-10afe3723b47" providerId="ADAL" clId="{F2A235DE-0E68-4F7B-98D1-FBE67517F362}" dt="2024-08-23T07:39:34.387" v="598" actId="1076"/>
          <ac:spMkLst>
            <pc:docMk/>
            <pc:sldMk cId="686548429" sldId="467"/>
            <ac:spMk id="94" creationId="{00000000-0000-0000-0000-000000000000}"/>
          </ac:spMkLst>
        </pc:spChg>
        <pc:spChg chg="mod">
          <ac:chgData name="LE FALHER, Martial" userId="4e18b825-4c81-4fdf-8616-10afe3723b47" providerId="ADAL" clId="{F2A235DE-0E68-4F7B-98D1-FBE67517F362}" dt="2024-08-23T07:38:52.405" v="588" actId="1076"/>
          <ac:spMkLst>
            <pc:docMk/>
            <pc:sldMk cId="686548429" sldId="467"/>
            <ac:spMk id="102" creationId="{00000000-0000-0000-0000-000000000000}"/>
          </ac:spMkLst>
        </pc:spChg>
        <pc:spChg chg="mod">
          <ac:chgData name="LE FALHER, Martial" userId="4e18b825-4c81-4fdf-8616-10afe3723b47" providerId="ADAL" clId="{F2A235DE-0E68-4F7B-98D1-FBE67517F362}" dt="2024-08-23T07:38:52.405" v="588" actId="1076"/>
          <ac:spMkLst>
            <pc:docMk/>
            <pc:sldMk cId="686548429" sldId="467"/>
            <ac:spMk id="106" creationId="{00000000-0000-0000-0000-000000000000}"/>
          </ac:spMkLst>
        </pc:spChg>
        <pc:spChg chg="mod">
          <ac:chgData name="LE FALHER, Martial" userId="4e18b825-4c81-4fdf-8616-10afe3723b47" providerId="ADAL" clId="{F2A235DE-0E68-4F7B-98D1-FBE67517F362}" dt="2024-08-23T07:38:52.405" v="588" actId="1076"/>
          <ac:spMkLst>
            <pc:docMk/>
            <pc:sldMk cId="686548429" sldId="467"/>
            <ac:spMk id="108" creationId="{00000000-0000-0000-0000-000000000000}"/>
          </ac:spMkLst>
        </pc:spChg>
        <pc:spChg chg="mod">
          <ac:chgData name="LE FALHER, Martial" userId="4e18b825-4c81-4fdf-8616-10afe3723b47" providerId="ADAL" clId="{F2A235DE-0E68-4F7B-98D1-FBE67517F362}" dt="2024-08-23T07:38:52.405" v="588" actId="1076"/>
          <ac:spMkLst>
            <pc:docMk/>
            <pc:sldMk cId="686548429" sldId="467"/>
            <ac:spMk id="110" creationId="{00000000-0000-0000-0000-000000000000}"/>
          </ac:spMkLst>
        </pc:spChg>
        <pc:spChg chg="mod">
          <ac:chgData name="LE FALHER, Martial" userId="4e18b825-4c81-4fdf-8616-10afe3723b47" providerId="ADAL" clId="{F2A235DE-0E68-4F7B-98D1-FBE67517F362}" dt="2024-08-23T07:38:52.405" v="588" actId="1076"/>
          <ac:spMkLst>
            <pc:docMk/>
            <pc:sldMk cId="686548429" sldId="467"/>
            <ac:spMk id="134" creationId="{00000000-0000-0000-0000-000000000000}"/>
          </ac:spMkLst>
        </pc:spChg>
        <pc:spChg chg="add mod">
          <ac:chgData name="LE FALHER, Martial" userId="4e18b825-4c81-4fdf-8616-10afe3723b47" providerId="ADAL" clId="{F2A235DE-0E68-4F7B-98D1-FBE67517F362}" dt="2024-08-23T15:53:29.995" v="1661" actId="1076"/>
          <ac:spMkLst>
            <pc:docMk/>
            <pc:sldMk cId="686548429" sldId="467"/>
            <ac:spMk id="141" creationId="{F61EAECD-6634-4128-A410-B88FAB32CC78}"/>
          </ac:spMkLst>
        </pc:spChg>
        <pc:spChg chg="add mod">
          <ac:chgData name="LE FALHER, Martial" userId="4e18b825-4c81-4fdf-8616-10afe3723b47" providerId="ADAL" clId="{F2A235DE-0E68-4F7B-98D1-FBE67517F362}" dt="2024-08-23T15:54:05.262" v="1670" actId="1076"/>
          <ac:spMkLst>
            <pc:docMk/>
            <pc:sldMk cId="686548429" sldId="467"/>
            <ac:spMk id="142" creationId="{E461C51B-4DB4-42DF-8A14-2B48B8AFED4A}"/>
          </ac:spMkLst>
        </pc:spChg>
        <pc:spChg chg="add mod">
          <ac:chgData name="LE FALHER, Martial" userId="4e18b825-4c81-4fdf-8616-10afe3723b47" providerId="ADAL" clId="{F2A235DE-0E68-4F7B-98D1-FBE67517F362}" dt="2024-08-23T15:51:31.322" v="1635" actId="1076"/>
          <ac:spMkLst>
            <pc:docMk/>
            <pc:sldMk cId="686548429" sldId="467"/>
            <ac:spMk id="143" creationId="{2B4B79BF-2338-4E92-8174-B8E43261B4B4}"/>
          </ac:spMkLst>
        </pc:spChg>
        <pc:spChg chg="add mod">
          <ac:chgData name="LE FALHER, Martial" userId="4e18b825-4c81-4fdf-8616-10afe3723b47" providerId="ADAL" clId="{F2A235DE-0E68-4F7B-98D1-FBE67517F362}" dt="2024-08-23T15:49:31.716" v="1606" actId="1076"/>
          <ac:spMkLst>
            <pc:docMk/>
            <pc:sldMk cId="686548429" sldId="467"/>
            <ac:spMk id="144" creationId="{7C90C6F0-8A4B-425B-A5F4-DC7FEF748F28}"/>
          </ac:spMkLst>
        </pc:spChg>
        <pc:spChg chg="add mod">
          <ac:chgData name="LE FALHER, Martial" userId="4e18b825-4c81-4fdf-8616-10afe3723b47" providerId="ADAL" clId="{F2A235DE-0E68-4F7B-98D1-FBE67517F362}" dt="2024-08-23T15:52:22.233" v="1646" actId="1076"/>
          <ac:spMkLst>
            <pc:docMk/>
            <pc:sldMk cId="686548429" sldId="467"/>
            <ac:spMk id="150" creationId="{9ABE902F-08F2-4DA0-8B4C-80F04DF887A9}"/>
          </ac:spMkLst>
        </pc:spChg>
        <pc:spChg chg="add mod">
          <ac:chgData name="LE FALHER, Martial" userId="4e18b825-4c81-4fdf-8616-10afe3723b47" providerId="ADAL" clId="{F2A235DE-0E68-4F7B-98D1-FBE67517F362}" dt="2024-08-23T15:49:23.270" v="1605" actId="1076"/>
          <ac:spMkLst>
            <pc:docMk/>
            <pc:sldMk cId="686548429" sldId="467"/>
            <ac:spMk id="154" creationId="{43253C0E-3FE3-4BB8-AB94-8DD6F06B3274}"/>
          </ac:spMkLst>
        </pc:spChg>
        <pc:spChg chg="add mod">
          <ac:chgData name="LE FALHER, Martial" userId="4e18b825-4c81-4fdf-8616-10afe3723b47" providerId="ADAL" clId="{F2A235DE-0E68-4F7B-98D1-FBE67517F362}" dt="2024-08-23T15:52:45.493" v="1648" actId="1076"/>
          <ac:spMkLst>
            <pc:docMk/>
            <pc:sldMk cId="686548429" sldId="467"/>
            <ac:spMk id="155" creationId="{CA07CE18-39C3-48B1-A286-D2618E3EC635}"/>
          </ac:spMkLst>
        </pc:spChg>
        <pc:spChg chg="add mod">
          <ac:chgData name="LE FALHER, Martial" userId="4e18b825-4c81-4fdf-8616-10afe3723b47" providerId="ADAL" clId="{F2A235DE-0E68-4F7B-98D1-FBE67517F362}" dt="2024-08-23T15:51:15.546" v="1631" actId="1076"/>
          <ac:spMkLst>
            <pc:docMk/>
            <pc:sldMk cId="686548429" sldId="467"/>
            <ac:spMk id="156" creationId="{B1ACE8D3-D8EB-4790-BF1F-4760CD208C6F}"/>
          </ac:spMkLst>
        </pc:spChg>
        <pc:spChg chg="add mod">
          <ac:chgData name="LE FALHER, Martial" userId="4e18b825-4c81-4fdf-8616-10afe3723b47" providerId="ADAL" clId="{F2A235DE-0E68-4F7B-98D1-FBE67517F362}" dt="2024-08-23T15:49:36.339" v="1607" actId="1076"/>
          <ac:spMkLst>
            <pc:docMk/>
            <pc:sldMk cId="686548429" sldId="467"/>
            <ac:spMk id="157" creationId="{3068AF40-33EC-4307-9CD6-7699873E951D}"/>
          </ac:spMkLst>
        </pc:spChg>
        <pc:spChg chg="add mod">
          <ac:chgData name="LE FALHER, Martial" userId="4e18b825-4c81-4fdf-8616-10afe3723b47" providerId="ADAL" clId="{F2A235DE-0E68-4F7B-98D1-FBE67517F362}" dt="2024-08-23T15:49:41.134" v="1609" actId="1076"/>
          <ac:spMkLst>
            <pc:docMk/>
            <pc:sldMk cId="686548429" sldId="467"/>
            <ac:spMk id="158" creationId="{34CED847-C90C-45C0-8863-556B3B5EA16D}"/>
          </ac:spMkLst>
        </pc:spChg>
        <pc:spChg chg="add mod">
          <ac:chgData name="LE FALHER, Martial" userId="4e18b825-4c81-4fdf-8616-10afe3723b47" providerId="ADAL" clId="{F2A235DE-0E68-4F7B-98D1-FBE67517F362}" dt="2024-08-23T15:49:31.716" v="1606" actId="1076"/>
          <ac:spMkLst>
            <pc:docMk/>
            <pc:sldMk cId="686548429" sldId="467"/>
            <ac:spMk id="159" creationId="{99C9EB7C-4675-43F3-B237-216D5C7F4186}"/>
          </ac:spMkLst>
        </pc:spChg>
        <pc:spChg chg="mod">
          <ac:chgData name="LE FALHER, Martial" userId="4e18b825-4c81-4fdf-8616-10afe3723b47" providerId="ADAL" clId="{F2A235DE-0E68-4F7B-98D1-FBE67517F362}" dt="2024-08-23T07:39:06.254" v="591" actId="1076"/>
          <ac:spMkLst>
            <pc:docMk/>
            <pc:sldMk cId="686548429" sldId="467"/>
            <ac:spMk id="160" creationId="{00000000-0000-0000-0000-000000000000}"/>
          </ac:spMkLst>
        </pc:spChg>
        <pc:spChg chg="add mod">
          <ac:chgData name="LE FALHER, Martial" userId="4e18b825-4c81-4fdf-8616-10afe3723b47" providerId="ADAL" clId="{F2A235DE-0E68-4F7B-98D1-FBE67517F362}" dt="2024-08-23T15:49:38.956" v="1608" actId="1076"/>
          <ac:spMkLst>
            <pc:docMk/>
            <pc:sldMk cId="686548429" sldId="467"/>
            <ac:spMk id="163" creationId="{E79E1831-CC2D-4270-9ADD-8BFEEBAE9C2F}"/>
          </ac:spMkLst>
        </pc:spChg>
        <pc:spChg chg="add mod">
          <ac:chgData name="LE FALHER, Martial" userId="4e18b825-4c81-4fdf-8616-10afe3723b47" providerId="ADAL" clId="{F2A235DE-0E68-4F7B-98D1-FBE67517F362}" dt="2024-08-23T15:53:39.650" v="1662" actId="14100"/>
          <ac:spMkLst>
            <pc:docMk/>
            <pc:sldMk cId="686548429" sldId="467"/>
            <ac:spMk id="183" creationId="{A6DBB567-B617-4D72-8921-BCD015144A98}"/>
          </ac:spMkLst>
        </pc:spChg>
        <pc:spChg chg="add mod">
          <ac:chgData name="LE FALHER, Martial" userId="4e18b825-4c81-4fdf-8616-10afe3723b47" providerId="ADAL" clId="{F2A235DE-0E68-4F7B-98D1-FBE67517F362}" dt="2024-08-23T15:53:19.130" v="1660" actId="1076"/>
          <ac:spMkLst>
            <pc:docMk/>
            <pc:sldMk cId="686548429" sldId="467"/>
            <ac:spMk id="190" creationId="{E21656F8-62D1-499B-9A8E-66D73CE2B444}"/>
          </ac:spMkLst>
        </pc:spChg>
        <pc:spChg chg="mod">
          <ac:chgData name="LE FALHER, Martial" userId="4e18b825-4c81-4fdf-8616-10afe3723b47" providerId="ADAL" clId="{F2A235DE-0E68-4F7B-98D1-FBE67517F362}" dt="2024-08-23T07:38:52.405" v="588" actId="1076"/>
          <ac:spMkLst>
            <pc:docMk/>
            <pc:sldMk cId="686548429" sldId="467"/>
            <ac:spMk id="196" creationId="{00000000-0000-0000-0000-000000000000}"/>
          </ac:spMkLst>
        </pc:spChg>
        <pc:spChg chg="add mod">
          <ac:chgData name="LE FALHER, Martial" userId="4e18b825-4c81-4fdf-8616-10afe3723b47" providerId="ADAL" clId="{F2A235DE-0E68-4F7B-98D1-FBE67517F362}" dt="2024-08-23T15:53:53.323" v="1667" actId="1076"/>
          <ac:spMkLst>
            <pc:docMk/>
            <pc:sldMk cId="686548429" sldId="467"/>
            <ac:spMk id="198" creationId="{9A01E071-96E9-459D-89C5-24966120A425}"/>
          </ac:spMkLst>
        </pc:spChg>
        <pc:spChg chg="mod">
          <ac:chgData name="LE FALHER, Martial" userId="4e18b825-4c81-4fdf-8616-10afe3723b47" providerId="ADAL" clId="{F2A235DE-0E68-4F7B-98D1-FBE67517F362}" dt="2024-08-23T15:43:45.410" v="1538" actId="1076"/>
          <ac:spMkLst>
            <pc:docMk/>
            <pc:sldMk cId="686548429" sldId="467"/>
            <ac:spMk id="11286" creationId="{00000000-0000-0000-0000-000000000000}"/>
          </ac:spMkLst>
        </pc:spChg>
        <pc:spChg chg="add mod">
          <ac:chgData name="LE FALHER, Martial" userId="4e18b825-4c81-4fdf-8616-10afe3723b47" providerId="ADAL" clId="{F2A235DE-0E68-4F7B-98D1-FBE67517F362}" dt="2024-08-23T15:43:32.053" v="1534" actId="14100"/>
          <ac:spMkLst>
            <pc:docMk/>
            <pc:sldMk cId="686548429" sldId="467"/>
            <ac:spMk id="11313" creationId="{6319E646-E106-45C8-B696-6C2A45952507}"/>
          </ac:spMkLst>
        </pc:spChg>
        <pc:spChg chg="add mod">
          <ac:chgData name="LE FALHER, Martial" userId="4e18b825-4c81-4fdf-8616-10afe3723b47" providerId="ADAL" clId="{F2A235DE-0E68-4F7B-98D1-FBE67517F362}" dt="2024-08-23T15:38:42.932" v="1478" actId="1076"/>
          <ac:spMkLst>
            <pc:docMk/>
            <pc:sldMk cId="686548429" sldId="467"/>
            <ac:spMk id="11314" creationId="{312E5061-F807-428C-AF2B-42E14DAD951D}"/>
          </ac:spMkLst>
        </pc:spChg>
        <pc:cxnChg chg="mod">
          <ac:chgData name="LE FALHER, Martial" userId="4e18b825-4c81-4fdf-8616-10afe3723b47" providerId="ADAL" clId="{F2A235DE-0E68-4F7B-98D1-FBE67517F362}" dt="2024-08-23T07:38:52.405" v="588" actId="1076"/>
          <ac:cxnSpMkLst>
            <pc:docMk/>
            <pc:sldMk cId="686548429" sldId="467"/>
            <ac:cxnSpMk id="7" creationId="{00000000-0000-0000-0000-000000000000}"/>
          </ac:cxnSpMkLst>
        </pc:cxnChg>
        <pc:cxnChg chg="del mod">
          <ac:chgData name="LE FALHER, Martial" userId="4e18b825-4c81-4fdf-8616-10afe3723b47" providerId="ADAL" clId="{F2A235DE-0E68-4F7B-98D1-FBE67517F362}" dt="2024-08-23T07:39:42.786" v="601" actId="478"/>
          <ac:cxnSpMkLst>
            <pc:docMk/>
            <pc:sldMk cId="686548429" sldId="467"/>
            <ac:cxnSpMk id="9" creationId="{00000000-0000-0000-0000-000000000000}"/>
          </ac:cxnSpMkLst>
        </pc:cxnChg>
        <pc:cxnChg chg="add mod">
          <ac:chgData name="LE FALHER, Martial" userId="4e18b825-4c81-4fdf-8616-10afe3723b47" providerId="ADAL" clId="{F2A235DE-0E68-4F7B-98D1-FBE67517F362}" dt="2024-08-23T07:39:11.412" v="592" actId="1076"/>
          <ac:cxnSpMkLst>
            <pc:docMk/>
            <pc:sldMk cId="686548429" sldId="467"/>
            <ac:cxnSpMk id="10" creationId="{63748B7C-1CB4-46C6-B532-4FF2FD73BA32}"/>
          </ac:cxnSpMkLst>
        </pc:cxnChg>
        <pc:cxnChg chg="mod">
          <ac:chgData name="LE FALHER, Martial" userId="4e18b825-4c81-4fdf-8616-10afe3723b47" providerId="ADAL" clId="{F2A235DE-0E68-4F7B-98D1-FBE67517F362}" dt="2024-08-23T07:39:06.254" v="591" actId="1076"/>
          <ac:cxnSpMkLst>
            <pc:docMk/>
            <pc:sldMk cId="686548429" sldId="467"/>
            <ac:cxnSpMk id="14" creationId="{00000000-0000-0000-0000-000000000000}"/>
          </ac:cxnSpMkLst>
        </pc:cxnChg>
        <pc:cxnChg chg="mod">
          <ac:chgData name="LE FALHER, Martial" userId="4e18b825-4c81-4fdf-8616-10afe3723b47" providerId="ADAL" clId="{F2A235DE-0E68-4F7B-98D1-FBE67517F362}" dt="2024-08-23T07:39:59.729" v="604" actId="1076"/>
          <ac:cxnSpMkLst>
            <pc:docMk/>
            <pc:sldMk cId="686548429" sldId="467"/>
            <ac:cxnSpMk id="16" creationId="{00000000-0000-0000-0000-000000000000}"/>
          </ac:cxnSpMkLst>
        </pc:cxnChg>
        <pc:cxnChg chg="mod">
          <ac:chgData name="LE FALHER, Martial" userId="4e18b825-4c81-4fdf-8616-10afe3723b47" providerId="ADAL" clId="{F2A235DE-0E68-4F7B-98D1-FBE67517F362}" dt="2024-08-23T07:39:34.387" v="598" actId="1076"/>
          <ac:cxnSpMkLst>
            <pc:docMk/>
            <pc:sldMk cId="686548429" sldId="467"/>
            <ac:cxnSpMk id="19" creationId="{D098B0A9-A40E-428B-81E8-C775C18F8F31}"/>
          </ac:cxnSpMkLst>
        </pc:cxnChg>
        <pc:cxnChg chg="add mod">
          <ac:chgData name="LE FALHER, Martial" userId="4e18b825-4c81-4fdf-8616-10afe3723b47" providerId="ADAL" clId="{F2A235DE-0E68-4F7B-98D1-FBE67517F362}" dt="2024-08-23T15:51:15.546" v="1631" actId="1076"/>
          <ac:cxnSpMkLst>
            <pc:docMk/>
            <pc:sldMk cId="686548429" sldId="467"/>
            <ac:cxnSpMk id="25" creationId="{DEBD5E1C-9016-4C24-A1A2-BD1A86814294}"/>
          </ac:cxnSpMkLst>
        </pc:cxnChg>
        <pc:cxnChg chg="mod">
          <ac:chgData name="LE FALHER, Martial" userId="4e18b825-4c81-4fdf-8616-10afe3723b47" providerId="ADAL" clId="{F2A235DE-0E68-4F7B-98D1-FBE67517F362}" dt="2024-08-23T07:38:52.405" v="588" actId="1076"/>
          <ac:cxnSpMkLst>
            <pc:docMk/>
            <pc:sldMk cId="686548429" sldId="467"/>
            <ac:cxnSpMk id="29" creationId="{00000000-0000-0000-0000-000000000000}"/>
          </ac:cxnSpMkLst>
        </pc:cxnChg>
        <pc:cxnChg chg="mod">
          <ac:chgData name="LE FALHER, Martial" userId="4e18b825-4c81-4fdf-8616-10afe3723b47" providerId="ADAL" clId="{F2A235DE-0E68-4F7B-98D1-FBE67517F362}" dt="2024-08-23T07:39:34.387" v="598" actId="1076"/>
          <ac:cxnSpMkLst>
            <pc:docMk/>
            <pc:sldMk cId="686548429" sldId="467"/>
            <ac:cxnSpMk id="33" creationId="{00000000-0000-0000-0000-000000000000}"/>
          </ac:cxnSpMkLst>
        </pc:cxnChg>
        <pc:cxnChg chg="mod">
          <ac:chgData name="LE FALHER, Martial" userId="4e18b825-4c81-4fdf-8616-10afe3723b47" providerId="ADAL" clId="{F2A235DE-0E68-4F7B-98D1-FBE67517F362}" dt="2024-08-23T07:38:52.405" v="588" actId="1076"/>
          <ac:cxnSpMkLst>
            <pc:docMk/>
            <pc:sldMk cId="686548429" sldId="467"/>
            <ac:cxnSpMk id="44" creationId="{00000000-0000-0000-0000-000000000000}"/>
          </ac:cxnSpMkLst>
        </pc:cxnChg>
        <pc:cxnChg chg="add del mod">
          <ac:chgData name="LE FALHER, Martial" userId="4e18b825-4c81-4fdf-8616-10afe3723b47" providerId="ADAL" clId="{F2A235DE-0E68-4F7B-98D1-FBE67517F362}" dt="2024-08-23T07:39:54.528" v="603" actId="478"/>
          <ac:cxnSpMkLst>
            <pc:docMk/>
            <pc:sldMk cId="686548429" sldId="467"/>
            <ac:cxnSpMk id="45" creationId="{D76C2AF7-2E1E-454B-863F-8D7FC103961C}"/>
          </ac:cxnSpMkLst>
        </pc:cxnChg>
        <pc:cxnChg chg="add del mod">
          <ac:chgData name="LE FALHER, Martial" userId="4e18b825-4c81-4fdf-8616-10afe3723b47" providerId="ADAL" clId="{F2A235DE-0E68-4F7B-98D1-FBE67517F362}" dt="2024-08-23T15:53:54.998" v="1668" actId="478"/>
          <ac:cxnSpMkLst>
            <pc:docMk/>
            <pc:sldMk cId="686548429" sldId="467"/>
            <ac:cxnSpMk id="48" creationId="{41758A3A-3557-405E-BC1C-8FD666F413B2}"/>
          </ac:cxnSpMkLst>
        </pc:cxnChg>
        <pc:cxnChg chg="add del mod">
          <ac:chgData name="LE FALHER, Martial" userId="4e18b825-4c81-4fdf-8616-10afe3723b47" providerId="ADAL" clId="{F2A235DE-0E68-4F7B-98D1-FBE67517F362}" dt="2024-08-23T07:42:49.790" v="673" actId="478"/>
          <ac:cxnSpMkLst>
            <pc:docMk/>
            <pc:sldMk cId="686548429" sldId="467"/>
            <ac:cxnSpMk id="53" creationId="{168F3C7A-C804-4E3F-B2D1-B5B67F87904A}"/>
          </ac:cxnSpMkLst>
        </pc:cxnChg>
        <pc:cxnChg chg="add mod">
          <ac:chgData name="LE FALHER, Martial" userId="4e18b825-4c81-4fdf-8616-10afe3723b47" providerId="ADAL" clId="{F2A235DE-0E68-4F7B-98D1-FBE67517F362}" dt="2024-08-23T15:51:15.546" v="1631" actId="1076"/>
          <ac:cxnSpMkLst>
            <pc:docMk/>
            <pc:sldMk cId="686548429" sldId="467"/>
            <ac:cxnSpMk id="57" creationId="{5FA50741-F1DD-4664-89E1-8F8FAB59D64F}"/>
          </ac:cxnSpMkLst>
        </pc:cxnChg>
        <pc:cxnChg chg="mod">
          <ac:chgData name="LE FALHER, Martial" userId="4e18b825-4c81-4fdf-8616-10afe3723b47" providerId="ADAL" clId="{F2A235DE-0E68-4F7B-98D1-FBE67517F362}" dt="2024-08-23T07:39:31.801" v="597" actId="1076"/>
          <ac:cxnSpMkLst>
            <pc:docMk/>
            <pc:sldMk cId="686548429" sldId="467"/>
            <ac:cxnSpMk id="59" creationId="{00000000-0000-0000-0000-000000000000}"/>
          </ac:cxnSpMkLst>
        </pc:cxnChg>
        <pc:cxnChg chg="mod">
          <ac:chgData name="LE FALHER, Martial" userId="4e18b825-4c81-4fdf-8616-10afe3723b47" providerId="ADAL" clId="{F2A235DE-0E68-4F7B-98D1-FBE67517F362}" dt="2024-08-23T07:39:59.729" v="604" actId="1076"/>
          <ac:cxnSpMkLst>
            <pc:docMk/>
            <pc:sldMk cId="686548429" sldId="467"/>
            <ac:cxnSpMk id="60" creationId="{00000000-0000-0000-0000-000000000000}"/>
          </ac:cxnSpMkLst>
        </pc:cxnChg>
        <pc:cxnChg chg="mod">
          <ac:chgData name="LE FALHER, Martial" userId="4e18b825-4c81-4fdf-8616-10afe3723b47" providerId="ADAL" clId="{F2A235DE-0E68-4F7B-98D1-FBE67517F362}" dt="2024-08-23T07:39:59.729" v="604" actId="1076"/>
          <ac:cxnSpMkLst>
            <pc:docMk/>
            <pc:sldMk cId="686548429" sldId="467"/>
            <ac:cxnSpMk id="62" creationId="{00000000-0000-0000-0000-000000000000}"/>
          </ac:cxnSpMkLst>
        </pc:cxnChg>
        <pc:cxnChg chg="add mod">
          <ac:chgData name="LE FALHER, Martial" userId="4e18b825-4c81-4fdf-8616-10afe3723b47" providerId="ADAL" clId="{F2A235DE-0E68-4F7B-98D1-FBE67517F362}" dt="2024-08-23T15:49:41.134" v="1609" actId="1076"/>
          <ac:cxnSpMkLst>
            <pc:docMk/>
            <pc:sldMk cId="686548429" sldId="467"/>
            <ac:cxnSpMk id="63" creationId="{046B60E3-A50E-4CF9-B8E4-088648C74099}"/>
          </ac:cxnSpMkLst>
        </pc:cxnChg>
        <pc:cxnChg chg="mod">
          <ac:chgData name="LE FALHER, Martial" userId="4e18b825-4c81-4fdf-8616-10afe3723b47" providerId="ADAL" clId="{F2A235DE-0E68-4F7B-98D1-FBE67517F362}" dt="2024-08-23T07:39:59.729" v="604" actId="1076"/>
          <ac:cxnSpMkLst>
            <pc:docMk/>
            <pc:sldMk cId="686548429" sldId="467"/>
            <ac:cxnSpMk id="65" creationId="{00000000-0000-0000-0000-000000000000}"/>
          </ac:cxnSpMkLst>
        </pc:cxnChg>
        <pc:cxnChg chg="add del mod">
          <ac:chgData name="LE FALHER, Martial" userId="4e18b825-4c81-4fdf-8616-10afe3723b47" providerId="ADAL" clId="{F2A235DE-0E68-4F7B-98D1-FBE67517F362}" dt="2024-08-23T15:53:43.157" v="1663" actId="478"/>
          <ac:cxnSpMkLst>
            <pc:docMk/>
            <pc:sldMk cId="686548429" sldId="467"/>
            <ac:cxnSpMk id="67" creationId="{BC83DA6D-33C3-4248-98D2-F4F692AFE8EB}"/>
          </ac:cxnSpMkLst>
        </pc:cxnChg>
        <pc:cxnChg chg="add del mod">
          <ac:chgData name="LE FALHER, Martial" userId="4e18b825-4c81-4fdf-8616-10afe3723b47" providerId="ADAL" clId="{F2A235DE-0E68-4F7B-98D1-FBE67517F362}" dt="2024-08-23T15:50:47.329" v="1623" actId="478"/>
          <ac:cxnSpMkLst>
            <pc:docMk/>
            <pc:sldMk cId="686548429" sldId="467"/>
            <ac:cxnSpMk id="76" creationId="{02670FC1-EC25-4989-B82F-D31E39472A59}"/>
          </ac:cxnSpMkLst>
        </pc:cxnChg>
        <pc:cxnChg chg="add mod">
          <ac:chgData name="LE FALHER, Martial" userId="4e18b825-4c81-4fdf-8616-10afe3723b47" providerId="ADAL" clId="{F2A235DE-0E68-4F7B-98D1-FBE67517F362}" dt="2024-08-23T15:53:29.995" v="1661" actId="1076"/>
          <ac:cxnSpMkLst>
            <pc:docMk/>
            <pc:sldMk cId="686548429" sldId="467"/>
            <ac:cxnSpMk id="84" creationId="{21148ADD-A140-4BCC-BFC2-9B22F88DC454}"/>
          </ac:cxnSpMkLst>
        </pc:cxnChg>
        <pc:cxnChg chg="mod">
          <ac:chgData name="LE FALHER, Martial" userId="4e18b825-4c81-4fdf-8616-10afe3723b47" providerId="ADAL" clId="{F2A235DE-0E68-4F7B-98D1-FBE67517F362}" dt="2024-08-23T07:39:22.809" v="595" actId="1076"/>
          <ac:cxnSpMkLst>
            <pc:docMk/>
            <pc:sldMk cId="686548429" sldId="467"/>
            <ac:cxnSpMk id="87" creationId="{00000000-0000-0000-0000-000000000000}"/>
          </ac:cxnSpMkLst>
        </pc:cxnChg>
        <pc:cxnChg chg="mod">
          <ac:chgData name="LE FALHER, Martial" userId="4e18b825-4c81-4fdf-8616-10afe3723b47" providerId="ADAL" clId="{F2A235DE-0E68-4F7B-98D1-FBE67517F362}" dt="2024-08-23T07:38:52.405" v="588" actId="1076"/>
          <ac:cxnSpMkLst>
            <pc:docMk/>
            <pc:sldMk cId="686548429" sldId="467"/>
            <ac:cxnSpMk id="109" creationId="{00000000-0000-0000-0000-000000000000}"/>
          </ac:cxnSpMkLst>
        </pc:cxnChg>
        <pc:cxnChg chg="mod">
          <ac:chgData name="LE FALHER, Martial" userId="4e18b825-4c81-4fdf-8616-10afe3723b47" providerId="ADAL" clId="{F2A235DE-0E68-4F7B-98D1-FBE67517F362}" dt="2024-08-23T07:38:52.405" v="588" actId="1076"/>
          <ac:cxnSpMkLst>
            <pc:docMk/>
            <pc:sldMk cId="686548429" sldId="467"/>
            <ac:cxnSpMk id="111" creationId="{00000000-0000-0000-0000-000000000000}"/>
          </ac:cxnSpMkLst>
        </pc:cxnChg>
        <pc:cxnChg chg="add mod">
          <ac:chgData name="LE FALHER, Martial" userId="4e18b825-4c81-4fdf-8616-10afe3723b47" providerId="ADAL" clId="{F2A235DE-0E68-4F7B-98D1-FBE67517F362}" dt="2024-08-23T15:51:46.754" v="1638" actId="14100"/>
          <ac:cxnSpMkLst>
            <pc:docMk/>
            <pc:sldMk cId="686548429" sldId="467"/>
            <ac:cxnSpMk id="167" creationId="{4A1AB17E-303A-427F-AAEB-AE8D0DB13BA4}"/>
          </ac:cxnSpMkLst>
        </pc:cxnChg>
        <pc:cxnChg chg="add del mod">
          <ac:chgData name="LE FALHER, Martial" userId="4e18b825-4c81-4fdf-8616-10afe3723b47" providerId="ADAL" clId="{F2A235DE-0E68-4F7B-98D1-FBE67517F362}" dt="2024-08-23T07:50:25.788" v="828" actId="478"/>
          <ac:cxnSpMkLst>
            <pc:docMk/>
            <pc:sldMk cId="686548429" sldId="467"/>
            <ac:cxnSpMk id="167" creationId="{FF8E6AB8-1F00-4E81-A802-9DA4F33795FE}"/>
          </ac:cxnSpMkLst>
        </pc:cxnChg>
        <pc:cxnChg chg="add mod">
          <ac:chgData name="LE FALHER, Martial" userId="4e18b825-4c81-4fdf-8616-10afe3723b47" providerId="ADAL" clId="{F2A235DE-0E68-4F7B-98D1-FBE67517F362}" dt="2024-08-23T15:53:29.995" v="1661" actId="1076"/>
          <ac:cxnSpMkLst>
            <pc:docMk/>
            <pc:sldMk cId="686548429" sldId="467"/>
            <ac:cxnSpMk id="176" creationId="{3DC9D0FB-89CD-4311-8308-1B92AEBF790B}"/>
          </ac:cxnSpMkLst>
        </pc:cxnChg>
        <pc:cxnChg chg="add mod">
          <ac:chgData name="LE FALHER, Martial" userId="4e18b825-4c81-4fdf-8616-10afe3723b47" providerId="ADAL" clId="{F2A235DE-0E68-4F7B-98D1-FBE67517F362}" dt="2024-08-23T15:53:19.130" v="1660" actId="1076"/>
          <ac:cxnSpMkLst>
            <pc:docMk/>
            <pc:sldMk cId="686548429" sldId="467"/>
            <ac:cxnSpMk id="185" creationId="{30CFDC20-C0F7-4F85-B7AB-E07CB84CC4D6}"/>
          </ac:cxnSpMkLst>
        </pc:cxnChg>
        <pc:cxnChg chg="add del mod">
          <ac:chgData name="LE FALHER, Martial" userId="4e18b825-4c81-4fdf-8616-10afe3723b47" providerId="ADAL" clId="{F2A235DE-0E68-4F7B-98D1-FBE67517F362}" dt="2024-08-23T15:44:06.621" v="1543" actId="478"/>
          <ac:cxnSpMkLst>
            <pc:docMk/>
            <pc:sldMk cId="686548429" sldId="467"/>
            <ac:cxnSpMk id="11264" creationId="{77CCB529-E742-459B-A2CB-3063FB5BB5FC}"/>
          </ac:cxnSpMkLst>
        </pc:cxnChg>
        <pc:cxnChg chg="add del mod">
          <ac:chgData name="LE FALHER, Martial" userId="4e18b825-4c81-4fdf-8616-10afe3723b47" providerId="ADAL" clId="{F2A235DE-0E68-4F7B-98D1-FBE67517F362}" dt="2024-08-23T15:52:40.559" v="1647" actId="478"/>
          <ac:cxnSpMkLst>
            <pc:docMk/>
            <pc:sldMk cId="686548429" sldId="467"/>
            <ac:cxnSpMk id="11268" creationId="{7644D583-9EF0-4D0E-BAA0-575928487EAF}"/>
          </ac:cxnSpMkLst>
        </pc:cxnChg>
        <pc:cxnChg chg="add mod">
          <ac:chgData name="LE FALHER, Martial" userId="4e18b825-4c81-4fdf-8616-10afe3723b47" providerId="ADAL" clId="{F2A235DE-0E68-4F7B-98D1-FBE67517F362}" dt="2024-08-23T15:53:29.995" v="1661" actId="1076"/>
          <ac:cxnSpMkLst>
            <pc:docMk/>
            <pc:sldMk cId="686548429" sldId="467"/>
            <ac:cxnSpMk id="11274" creationId="{98C744A4-025B-4D43-A5DC-632BE0A9DBA3}"/>
          </ac:cxnSpMkLst>
        </pc:cxnChg>
        <pc:cxnChg chg="add del mod">
          <ac:chgData name="LE FALHER, Martial" userId="4e18b825-4c81-4fdf-8616-10afe3723b47" providerId="ADAL" clId="{F2A235DE-0E68-4F7B-98D1-FBE67517F362}" dt="2024-08-23T15:48:58.847" v="1600" actId="478"/>
          <ac:cxnSpMkLst>
            <pc:docMk/>
            <pc:sldMk cId="686548429" sldId="467"/>
            <ac:cxnSpMk id="11275" creationId="{C7F147DC-B6A8-4A4C-8FBE-DE9360A5E003}"/>
          </ac:cxnSpMkLst>
        </pc:cxnChg>
        <pc:cxnChg chg="add del mod">
          <ac:chgData name="LE FALHER, Martial" userId="4e18b825-4c81-4fdf-8616-10afe3723b47" providerId="ADAL" clId="{F2A235DE-0E68-4F7B-98D1-FBE67517F362}" dt="2024-08-23T15:47:31.807" v="1580" actId="478"/>
          <ac:cxnSpMkLst>
            <pc:docMk/>
            <pc:sldMk cId="686548429" sldId="467"/>
            <ac:cxnSpMk id="11278" creationId="{4157B70C-A773-458A-9652-021335D63F3E}"/>
          </ac:cxnSpMkLst>
        </pc:cxnChg>
        <pc:cxnChg chg="add del mod">
          <ac:chgData name="LE FALHER, Martial" userId="4e18b825-4c81-4fdf-8616-10afe3723b47" providerId="ADAL" clId="{F2A235DE-0E68-4F7B-98D1-FBE67517F362}" dt="2024-08-23T15:47:51.103" v="1586" actId="478"/>
          <ac:cxnSpMkLst>
            <pc:docMk/>
            <pc:sldMk cId="686548429" sldId="467"/>
            <ac:cxnSpMk id="11284" creationId="{FA31C5E6-A4A3-4E06-817F-05BF5CDC2B44}"/>
          </ac:cxnSpMkLst>
        </pc:cxnChg>
        <pc:cxnChg chg="add mod">
          <ac:chgData name="LE FALHER, Martial" userId="4e18b825-4c81-4fdf-8616-10afe3723b47" providerId="ADAL" clId="{F2A235DE-0E68-4F7B-98D1-FBE67517F362}" dt="2024-08-23T15:53:29.995" v="1661" actId="1076"/>
          <ac:cxnSpMkLst>
            <pc:docMk/>
            <pc:sldMk cId="686548429" sldId="467"/>
            <ac:cxnSpMk id="11302" creationId="{1D16B5C5-BB2A-4DDF-9034-82C9CFE79CD4}"/>
          </ac:cxnSpMkLst>
        </pc:cxnChg>
        <pc:cxnChg chg="add del mod">
          <ac:chgData name="LE FALHER, Martial" userId="4e18b825-4c81-4fdf-8616-10afe3723b47" providerId="ADAL" clId="{F2A235DE-0E68-4F7B-98D1-FBE67517F362}" dt="2024-08-23T15:48:16.421" v="1590" actId="478"/>
          <ac:cxnSpMkLst>
            <pc:docMk/>
            <pc:sldMk cId="686548429" sldId="467"/>
            <ac:cxnSpMk id="11306" creationId="{826CC5B9-70AB-48AA-AB67-DE087C26F986}"/>
          </ac:cxnSpMkLst>
        </pc:cxnChg>
        <pc:cxnChg chg="add mod">
          <ac:chgData name="LE FALHER, Martial" userId="4e18b825-4c81-4fdf-8616-10afe3723b47" providerId="ADAL" clId="{F2A235DE-0E68-4F7B-98D1-FBE67517F362}" dt="2024-08-23T15:49:23.270" v="1605" actId="1076"/>
          <ac:cxnSpMkLst>
            <pc:docMk/>
            <pc:sldMk cId="686548429" sldId="467"/>
            <ac:cxnSpMk id="11309" creationId="{198B0526-4CBC-4770-A1B9-84671B37C81A}"/>
          </ac:cxnSpMkLst>
        </pc:cxnChg>
        <pc:cxnChg chg="add del mod">
          <ac:chgData name="LE FALHER, Martial" userId="4e18b825-4c81-4fdf-8616-10afe3723b47" providerId="ADAL" clId="{F2A235DE-0E68-4F7B-98D1-FBE67517F362}" dt="2024-08-23T15:49:01.418" v="1601" actId="478"/>
          <ac:cxnSpMkLst>
            <pc:docMk/>
            <pc:sldMk cId="686548429" sldId="467"/>
            <ac:cxnSpMk id="11311" creationId="{BC26F924-EE17-4D07-AEFD-4212FA24BE41}"/>
          </ac:cxnSpMkLst>
        </pc:cxnChg>
        <pc:cxnChg chg="add del mod">
          <ac:chgData name="LE FALHER, Martial" userId="4e18b825-4c81-4fdf-8616-10afe3723b47" providerId="ADAL" clId="{F2A235DE-0E68-4F7B-98D1-FBE67517F362}" dt="2024-08-23T15:49:09.886" v="1603" actId="478"/>
          <ac:cxnSpMkLst>
            <pc:docMk/>
            <pc:sldMk cId="686548429" sldId="467"/>
            <ac:cxnSpMk id="11318" creationId="{A04C28FB-091F-4A29-A618-DEF8981C7970}"/>
          </ac:cxnSpMkLst>
        </pc:cxnChg>
        <pc:cxnChg chg="add del mod">
          <ac:chgData name="LE FALHER, Martial" userId="4e18b825-4c81-4fdf-8616-10afe3723b47" providerId="ADAL" clId="{F2A235DE-0E68-4F7B-98D1-FBE67517F362}" dt="2024-08-23T15:50:41.819" v="1622" actId="478"/>
          <ac:cxnSpMkLst>
            <pc:docMk/>
            <pc:sldMk cId="686548429" sldId="467"/>
            <ac:cxnSpMk id="11322" creationId="{A1377628-5474-483B-9B02-39FBD918C22B}"/>
          </ac:cxnSpMkLst>
        </pc:cxnChg>
        <pc:cxnChg chg="add del mod">
          <ac:chgData name="LE FALHER, Martial" userId="4e18b825-4c81-4fdf-8616-10afe3723b47" providerId="ADAL" clId="{F2A235DE-0E68-4F7B-98D1-FBE67517F362}" dt="2024-08-23T15:52:59.575" v="1653" actId="478"/>
          <ac:cxnSpMkLst>
            <pc:docMk/>
            <pc:sldMk cId="686548429" sldId="467"/>
            <ac:cxnSpMk id="11325" creationId="{D23959B0-0BCC-4CD1-843D-F24899D13338}"/>
          </ac:cxnSpMkLst>
        </pc:cxnChg>
        <pc:cxnChg chg="add mod">
          <ac:chgData name="LE FALHER, Martial" userId="4e18b825-4c81-4fdf-8616-10afe3723b47" providerId="ADAL" clId="{F2A235DE-0E68-4F7B-98D1-FBE67517F362}" dt="2024-08-23T15:53:58.751" v="1669" actId="11529"/>
          <ac:cxnSpMkLst>
            <pc:docMk/>
            <pc:sldMk cId="686548429" sldId="467"/>
            <ac:cxnSpMk id="12301" creationId="{A42935F0-D965-4D3F-B760-C6F112DBAE25}"/>
          </ac:cxnSpMkLst>
        </pc:cxnChg>
      </pc:sldChg>
      <pc:sldChg chg="addSp delSp modSp">
        <pc:chgData name="LE FALHER, Martial" userId="4e18b825-4c81-4fdf-8616-10afe3723b47" providerId="ADAL" clId="{F2A235DE-0E68-4F7B-98D1-FBE67517F362}" dt="2024-08-23T16:04:11.904" v="1729" actId="1076"/>
        <pc:sldMkLst>
          <pc:docMk/>
          <pc:sldMk cId="357484836" sldId="481"/>
        </pc:sldMkLst>
        <pc:spChg chg="add mod">
          <ac:chgData name="LE FALHER, Martial" userId="4e18b825-4c81-4fdf-8616-10afe3723b47" providerId="ADAL" clId="{F2A235DE-0E68-4F7B-98D1-FBE67517F362}" dt="2024-08-23T16:03:35.517" v="1724" actId="14100"/>
          <ac:spMkLst>
            <pc:docMk/>
            <pc:sldMk cId="357484836" sldId="481"/>
            <ac:spMk id="3" creationId="{EEA1C6FE-39C9-4D3D-B08A-21EE3CBB42E2}"/>
          </ac:spMkLst>
        </pc:spChg>
        <pc:spChg chg="mod">
          <ac:chgData name="LE FALHER, Martial" userId="4e18b825-4c81-4fdf-8616-10afe3723b47" providerId="ADAL" clId="{F2A235DE-0E68-4F7B-98D1-FBE67517F362}" dt="2024-08-23T15:11:34.591" v="1197" actId="1076"/>
          <ac:spMkLst>
            <pc:docMk/>
            <pc:sldMk cId="357484836" sldId="481"/>
            <ac:spMk id="7" creationId="{00000000-0000-0000-0000-000000000000}"/>
          </ac:spMkLst>
        </pc:spChg>
        <pc:spChg chg="add mod">
          <ac:chgData name="LE FALHER, Martial" userId="4e18b825-4c81-4fdf-8616-10afe3723b47" providerId="ADAL" clId="{F2A235DE-0E68-4F7B-98D1-FBE67517F362}" dt="2024-08-23T15:12:34.536" v="1220" actId="1076"/>
          <ac:spMkLst>
            <pc:docMk/>
            <pc:sldMk cId="357484836" sldId="481"/>
            <ac:spMk id="17" creationId="{592200EA-41B1-41F5-B8FE-B8B5C9FF6990}"/>
          </ac:spMkLst>
        </pc:spChg>
        <pc:spChg chg="mod">
          <ac:chgData name="LE FALHER, Martial" userId="4e18b825-4c81-4fdf-8616-10afe3723b47" providerId="ADAL" clId="{F2A235DE-0E68-4F7B-98D1-FBE67517F362}" dt="2024-08-23T16:03:32.692" v="1723" actId="1076"/>
          <ac:spMkLst>
            <pc:docMk/>
            <pc:sldMk cId="357484836" sldId="481"/>
            <ac:spMk id="21" creationId="{00000000-0000-0000-0000-000000000000}"/>
          </ac:spMkLst>
        </pc:spChg>
        <pc:spChg chg="mod">
          <ac:chgData name="LE FALHER, Martial" userId="4e18b825-4c81-4fdf-8616-10afe3723b47" providerId="ADAL" clId="{F2A235DE-0E68-4F7B-98D1-FBE67517F362}" dt="2024-08-23T15:11:58.718" v="1205" actId="1076"/>
          <ac:spMkLst>
            <pc:docMk/>
            <pc:sldMk cId="357484836" sldId="481"/>
            <ac:spMk id="22" creationId="{00000000-0000-0000-0000-000000000000}"/>
          </ac:spMkLst>
        </pc:spChg>
        <pc:spChg chg="add">
          <ac:chgData name="LE FALHER, Martial" userId="4e18b825-4c81-4fdf-8616-10afe3723b47" providerId="ADAL" clId="{F2A235DE-0E68-4F7B-98D1-FBE67517F362}" dt="2024-08-23T14:46:08.935" v="1065"/>
          <ac:spMkLst>
            <pc:docMk/>
            <pc:sldMk cId="357484836" sldId="481"/>
            <ac:spMk id="24" creationId="{CBEEE55E-583D-4D40-9B5E-D73419AF6E20}"/>
          </ac:spMkLst>
        </pc:spChg>
        <pc:spChg chg="mod">
          <ac:chgData name="LE FALHER, Martial" userId="4e18b825-4c81-4fdf-8616-10afe3723b47" providerId="ADAL" clId="{F2A235DE-0E68-4F7B-98D1-FBE67517F362}" dt="2024-08-23T15:11:53.786" v="1203" actId="1076"/>
          <ac:spMkLst>
            <pc:docMk/>
            <pc:sldMk cId="357484836" sldId="481"/>
            <ac:spMk id="25" creationId="{00000000-0000-0000-0000-000000000000}"/>
          </ac:spMkLst>
        </pc:spChg>
        <pc:spChg chg="add mod">
          <ac:chgData name="LE FALHER, Martial" userId="4e18b825-4c81-4fdf-8616-10afe3723b47" providerId="ADAL" clId="{F2A235DE-0E68-4F7B-98D1-FBE67517F362}" dt="2024-08-23T16:04:11.904" v="1729" actId="1076"/>
          <ac:spMkLst>
            <pc:docMk/>
            <pc:sldMk cId="357484836" sldId="481"/>
            <ac:spMk id="26" creationId="{0831F0D5-BCCE-4E90-841C-7DBF168608F8}"/>
          </ac:spMkLst>
        </pc:spChg>
        <pc:spChg chg="mod">
          <ac:chgData name="LE FALHER, Martial" userId="4e18b825-4c81-4fdf-8616-10afe3723b47" providerId="ADAL" clId="{F2A235DE-0E68-4F7B-98D1-FBE67517F362}" dt="2024-08-23T15:11:48.038" v="1201" actId="1076"/>
          <ac:spMkLst>
            <pc:docMk/>
            <pc:sldMk cId="357484836" sldId="481"/>
            <ac:spMk id="27" creationId="{00000000-0000-0000-0000-000000000000}"/>
          </ac:spMkLst>
        </pc:spChg>
        <pc:spChg chg="mod">
          <ac:chgData name="LE FALHER, Martial" userId="4e18b825-4c81-4fdf-8616-10afe3723b47" providerId="ADAL" clId="{F2A235DE-0E68-4F7B-98D1-FBE67517F362}" dt="2024-08-23T15:11:42.039" v="1199" actId="1076"/>
          <ac:spMkLst>
            <pc:docMk/>
            <pc:sldMk cId="357484836" sldId="481"/>
            <ac:spMk id="29" creationId="{00000000-0000-0000-0000-000000000000}"/>
          </ac:spMkLst>
        </pc:spChg>
        <pc:spChg chg="add del mod">
          <ac:chgData name="LE FALHER, Martial" userId="4e18b825-4c81-4fdf-8616-10afe3723b47" providerId="ADAL" clId="{F2A235DE-0E68-4F7B-98D1-FBE67517F362}" dt="2024-08-23T14:47:52.340" v="1090" actId="478"/>
          <ac:spMkLst>
            <pc:docMk/>
            <pc:sldMk cId="357484836" sldId="481"/>
            <ac:spMk id="30" creationId="{5AB010ED-EE3F-4F26-BF35-8872CC6FE8F4}"/>
          </ac:spMkLst>
        </pc:spChg>
        <pc:spChg chg="add del mod">
          <ac:chgData name="LE FALHER, Martial" userId="4e18b825-4c81-4fdf-8616-10afe3723b47" providerId="ADAL" clId="{F2A235DE-0E68-4F7B-98D1-FBE67517F362}" dt="2024-08-23T16:04:08.900" v="1728" actId="478"/>
          <ac:spMkLst>
            <pc:docMk/>
            <pc:sldMk cId="357484836" sldId="481"/>
            <ac:spMk id="34" creationId="{0C1E8CFA-6CEC-4E47-AFD9-4C679C23637F}"/>
          </ac:spMkLst>
        </pc:spChg>
        <pc:spChg chg="add del mod">
          <ac:chgData name="LE FALHER, Martial" userId="4e18b825-4c81-4fdf-8616-10afe3723b47" providerId="ADAL" clId="{F2A235DE-0E68-4F7B-98D1-FBE67517F362}" dt="2024-08-23T16:03:27.997" v="1721" actId="478"/>
          <ac:spMkLst>
            <pc:docMk/>
            <pc:sldMk cId="357484836" sldId="481"/>
            <ac:spMk id="51" creationId="{C8182091-C3D0-4495-96EC-4AF2D7F803C6}"/>
          </ac:spMkLst>
        </pc:spChg>
        <pc:spChg chg="add del mod">
          <ac:chgData name="LE FALHER, Martial" userId="4e18b825-4c81-4fdf-8616-10afe3723b47" providerId="ADAL" clId="{F2A235DE-0E68-4F7B-98D1-FBE67517F362}" dt="2024-08-23T16:03:58.118" v="1727" actId="478"/>
          <ac:spMkLst>
            <pc:docMk/>
            <pc:sldMk cId="357484836" sldId="481"/>
            <ac:spMk id="54" creationId="{31CE4678-9045-429B-8F96-983471DA187A}"/>
          </ac:spMkLst>
        </pc:spChg>
        <pc:cxnChg chg="mod">
          <ac:chgData name="LE FALHER, Martial" userId="4e18b825-4c81-4fdf-8616-10afe3723b47" providerId="ADAL" clId="{F2A235DE-0E68-4F7B-98D1-FBE67517F362}" dt="2024-08-23T15:11:58.718" v="1205" actId="1076"/>
          <ac:cxnSpMkLst>
            <pc:docMk/>
            <pc:sldMk cId="357484836" sldId="481"/>
            <ac:cxnSpMk id="4" creationId="{00000000-0000-0000-0000-000000000000}"/>
          </ac:cxnSpMkLst>
        </pc:cxnChg>
        <pc:cxnChg chg="mod">
          <ac:chgData name="LE FALHER, Martial" userId="4e18b825-4c81-4fdf-8616-10afe3723b47" providerId="ADAL" clId="{F2A235DE-0E68-4F7B-98D1-FBE67517F362}" dt="2024-08-23T16:03:32.692" v="1723" actId="1076"/>
          <ac:cxnSpMkLst>
            <pc:docMk/>
            <pc:sldMk cId="357484836" sldId="481"/>
            <ac:cxnSpMk id="5" creationId="{00000000-0000-0000-0000-000000000000}"/>
          </ac:cxnSpMkLst>
        </pc:cxnChg>
        <pc:cxnChg chg="mod">
          <ac:chgData name="LE FALHER, Martial" userId="4e18b825-4c81-4fdf-8616-10afe3723b47" providerId="ADAL" clId="{F2A235DE-0E68-4F7B-98D1-FBE67517F362}" dt="2024-08-23T15:11:53.786" v="1203" actId="1076"/>
          <ac:cxnSpMkLst>
            <pc:docMk/>
            <pc:sldMk cId="357484836" sldId="481"/>
            <ac:cxnSpMk id="9" creationId="{00000000-0000-0000-0000-000000000000}"/>
          </ac:cxnSpMkLst>
        </pc:cxnChg>
        <pc:cxnChg chg="mod">
          <ac:chgData name="LE FALHER, Martial" userId="4e18b825-4c81-4fdf-8616-10afe3723b47" providerId="ADAL" clId="{F2A235DE-0E68-4F7B-98D1-FBE67517F362}" dt="2024-08-23T15:11:48.038" v="1201" actId="1076"/>
          <ac:cxnSpMkLst>
            <pc:docMk/>
            <pc:sldMk cId="357484836" sldId="481"/>
            <ac:cxnSpMk id="11" creationId="{00000000-0000-0000-0000-000000000000}"/>
          </ac:cxnSpMkLst>
        </pc:cxnChg>
        <pc:cxnChg chg="mod">
          <ac:chgData name="LE FALHER, Martial" userId="4e18b825-4c81-4fdf-8616-10afe3723b47" providerId="ADAL" clId="{F2A235DE-0E68-4F7B-98D1-FBE67517F362}" dt="2024-08-23T15:11:42.039" v="1199" actId="1076"/>
          <ac:cxnSpMkLst>
            <pc:docMk/>
            <pc:sldMk cId="357484836" sldId="481"/>
            <ac:cxnSpMk id="12" creationId="{00000000-0000-0000-0000-000000000000}"/>
          </ac:cxnSpMkLst>
        </pc:cxnChg>
        <pc:cxnChg chg="mod">
          <ac:chgData name="LE FALHER, Martial" userId="4e18b825-4c81-4fdf-8616-10afe3723b47" providerId="ADAL" clId="{F2A235DE-0E68-4F7B-98D1-FBE67517F362}" dt="2024-08-23T15:11:34.591" v="1197" actId="1076"/>
          <ac:cxnSpMkLst>
            <pc:docMk/>
            <pc:sldMk cId="357484836" sldId="481"/>
            <ac:cxnSpMk id="13" creationId="{00000000-0000-0000-0000-000000000000}"/>
          </ac:cxnSpMkLst>
        </pc:cxnChg>
      </pc:sldChg>
      <pc:sldChg chg="addSp modSp">
        <pc:chgData name="LE FALHER, Martial" userId="4e18b825-4c81-4fdf-8616-10afe3723b47" providerId="ADAL" clId="{F2A235DE-0E68-4F7B-98D1-FBE67517F362}" dt="2024-08-23T16:06:34.525" v="1762" actId="167"/>
        <pc:sldMkLst>
          <pc:docMk/>
          <pc:sldMk cId="2858582918" sldId="483"/>
        </pc:sldMkLst>
        <pc:spChg chg="add mod">
          <ac:chgData name="LE FALHER, Martial" userId="4e18b825-4c81-4fdf-8616-10afe3723b47" providerId="ADAL" clId="{F2A235DE-0E68-4F7B-98D1-FBE67517F362}" dt="2024-08-23T16:06:34.525" v="1762" actId="167"/>
          <ac:spMkLst>
            <pc:docMk/>
            <pc:sldMk cId="2858582918" sldId="483"/>
            <ac:spMk id="3" creationId="{5DA8DEDD-1977-4938-BE23-89ACD50A3C4A}"/>
          </ac:spMkLst>
        </pc:spChg>
        <pc:spChg chg="add mod">
          <ac:chgData name="LE FALHER, Martial" userId="4e18b825-4c81-4fdf-8616-10afe3723b47" providerId="ADAL" clId="{F2A235DE-0E68-4F7B-98D1-FBE67517F362}" dt="2024-08-23T16:06:31.709" v="1761" actId="1076"/>
          <ac:spMkLst>
            <pc:docMk/>
            <pc:sldMk cId="2858582918" sldId="483"/>
            <ac:spMk id="4" creationId="{462C4B98-4A1F-42B1-9CDB-ED76EE553FE3}"/>
          </ac:spMkLst>
        </pc:spChg>
        <pc:spChg chg="add mod">
          <ac:chgData name="LE FALHER, Martial" userId="4e18b825-4c81-4fdf-8616-10afe3723b47" providerId="ADAL" clId="{F2A235DE-0E68-4F7B-98D1-FBE67517F362}" dt="2024-08-23T16:05:33.493" v="1756" actId="1076"/>
          <ac:spMkLst>
            <pc:docMk/>
            <pc:sldMk cId="2858582918" sldId="483"/>
            <ac:spMk id="23" creationId="{00E94499-31F6-4A92-B336-F57857D93E86}"/>
          </ac:spMkLst>
        </pc:spChg>
        <pc:spChg chg="add mod">
          <ac:chgData name="LE FALHER, Martial" userId="4e18b825-4c81-4fdf-8616-10afe3723b47" providerId="ADAL" clId="{F2A235DE-0E68-4F7B-98D1-FBE67517F362}" dt="2024-08-23T16:05:29.674" v="1753" actId="1076"/>
          <ac:spMkLst>
            <pc:docMk/>
            <pc:sldMk cId="2858582918" sldId="483"/>
            <ac:spMk id="26" creationId="{CA41E43D-517A-4820-BCDC-EBB6CA669D5B}"/>
          </ac:spMkLst>
        </pc:spChg>
        <pc:spChg chg="mod">
          <ac:chgData name="LE FALHER, Martial" userId="4e18b825-4c81-4fdf-8616-10afe3723b47" providerId="ADAL" clId="{F2A235DE-0E68-4F7B-98D1-FBE67517F362}" dt="2024-08-23T16:05:14.960" v="1745" actId="1076"/>
          <ac:spMkLst>
            <pc:docMk/>
            <pc:sldMk cId="2858582918" sldId="483"/>
            <ac:spMk id="41" creationId="{00000000-0000-0000-0000-000000000000}"/>
          </ac:spMkLst>
        </pc:spChg>
        <pc:spChg chg="mod">
          <ac:chgData name="LE FALHER, Martial" userId="4e18b825-4c81-4fdf-8616-10afe3723b47" providerId="ADAL" clId="{F2A235DE-0E68-4F7B-98D1-FBE67517F362}" dt="2024-08-23T16:05:22.358" v="1748" actId="1076"/>
          <ac:spMkLst>
            <pc:docMk/>
            <pc:sldMk cId="2858582918" sldId="483"/>
            <ac:spMk id="48" creationId="{00000000-0000-0000-0000-000000000000}"/>
          </ac:spMkLst>
        </pc:spChg>
        <pc:spChg chg="mod">
          <ac:chgData name="LE FALHER, Martial" userId="4e18b825-4c81-4fdf-8616-10afe3723b47" providerId="ADAL" clId="{F2A235DE-0E68-4F7B-98D1-FBE67517F362}" dt="2024-08-23T16:05:16.963" v="1746" actId="1076"/>
          <ac:spMkLst>
            <pc:docMk/>
            <pc:sldMk cId="2858582918" sldId="483"/>
            <ac:spMk id="49" creationId="{00000000-0000-0000-0000-000000000000}"/>
          </ac:spMkLst>
        </pc:spChg>
        <pc:cxnChg chg="mod">
          <ac:chgData name="LE FALHER, Martial" userId="4e18b825-4c81-4fdf-8616-10afe3723b47" providerId="ADAL" clId="{F2A235DE-0E68-4F7B-98D1-FBE67517F362}" dt="2024-08-23T16:05:14.960" v="1745" actId="1076"/>
          <ac:cxnSpMkLst>
            <pc:docMk/>
            <pc:sldMk cId="2858582918" sldId="483"/>
            <ac:cxnSpMk id="6" creationId="{00000000-0000-0000-0000-000000000000}"/>
          </ac:cxnSpMkLst>
        </pc:cxnChg>
        <pc:cxnChg chg="mod">
          <ac:chgData name="LE FALHER, Martial" userId="4e18b825-4c81-4fdf-8616-10afe3723b47" providerId="ADAL" clId="{F2A235DE-0E68-4F7B-98D1-FBE67517F362}" dt="2024-08-23T16:05:22.358" v="1748" actId="1076"/>
          <ac:cxnSpMkLst>
            <pc:docMk/>
            <pc:sldMk cId="2858582918" sldId="483"/>
            <ac:cxnSpMk id="11" creationId="{00000000-0000-0000-0000-000000000000}"/>
          </ac:cxnSpMkLst>
        </pc:cxnChg>
        <pc:cxnChg chg="mod">
          <ac:chgData name="LE FALHER, Martial" userId="4e18b825-4c81-4fdf-8616-10afe3723b47" providerId="ADAL" clId="{F2A235DE-0E68-4F7B-98D1-FBE67517F362}" dt="2024-08-23T16:05:16.963" v="1746" actId="1076"/>
          <ac:cxnSpMkLst>
            <pc:docMk/>
            <pc:sldMk cId="2858582918" sldId="483"/>
            <ac:cxnSpMk id="13" creationId="{00000000-0000-0000-0000-000000000000}"/>
          </ac:cxnSpMkLst>
        </pc:cxnChg>
      </pc:sldChg>
      <pc:sldChg chg="addSp delSp modSp">
        <pc:chgData name="LE FALHER, Martial" userId="4e18b825-4c81-4fdf-8616-10afe3723b47" providerId="ADAL" clId="{F2A235DE-0E68-4F7B-98D1-FBE67517F362}" dt="2024-08-23T16:04:39.380" v="1736" actId="20577"/>
        <pc:sldMkLst>
          <pc:docMk/>
          <pc:sldMk cId="2895298157" sldId="503"/>
        </pc:sldMkLst>
        <pc:spChg chg="mod">
          <ac:chgData name="LE FALHER, Martial" userId="4e18b825-4c81-4fdf-8616-10afe3723b47" providerId="ADAL" clId="{F2A235DE-0E68-4F7B-98D1-FBE67517F362}" dt="2024-08-23T07:28:37.193" v="446" actId="1076"/>
          <ac:spMkLst>
            <pc:docMk/>
            <pc:sldMk cId="2895298157" sldId="503"/>
            <ac:spMk id="58" creationId="{00000000-0000-0000-0000-000000000000}"/>
          </ac:spMkLst>
        </pc:spChg>
        <pc:spChg chg="mod">
          <ac:chgData name="LE FALHER, Martial" userId="4e18b825-4c81-4fdf-8616-10afe3723b47" providerId="ADAL" clId="{F2A235DE-0E68-4F7B-98D1-FBE67517F362}" dt="2024-08-23T07:32:22.824" v="495" actId="1076"/>
          <ac:spMkLst>
            <pc:docMk/>
            <pc:sldMk cId="2895298157" sldId="503"/>
            <ac:spMk id="79" creationId="{D7BFF64A-AFD5-4ED7-8805-F6CA8CE29631}"/>
          </ac:spMkLst>
        </pc:spChg>
        <pc:spChg chg="mod">
          <ac:chgData name="LE FALHER, Martial" userId="4e18b825-4c81-4fdf-8616-10afe3723b47" providerId="ADAL" clId="{F2A235DE-0E68-4F7B-98D1-FBE67517F362}" dt="2024-08-23T07:26:35.153" v="418" actId="1076"/>
          <ac:spMkLst>
            <pc:docMk/>
            <pc:sldMk cId="2895298157" sldId="503"/>
            <ac:spMk id="86" creationId="{00000000-0000-0000-0000-000000000000}"/>
          </ac:spMkLst>
        </pc:spChg>
        <pc:spChg chg="mod">
          <ac:chgData name="LE FALHER, Martial" userId="4e18b825-4c81-4fdf-8616-10afe3723b47" providerId="ADAL" clId="{F2A235DE-0E68-4F7B-98D1-FBE67517F362}" dt="2024-08-23T07:28:25.519" v="444" actId="1076"/>
          <ac:spMkLst>
            <pc:docMk/>
            <pc:sldMk cId="2895298157" sldId="503"/>
            <ac:spMk id="87" creationId="{00000000-0000-0000-0000-000000000000}"/>
          </ac:spMkLst>
        </pc:spChg>
        <pc:spChg chg="mod">
          <ac:chgData name="LE FALHER, Martial" userId="4e18b825-4c81-4fdf-8616-10afe3723b47" providerId="ADAL" clId="{F2A235DE-0E68-4F7B-98D1-FBE67517F362}" dt="2024-08-23T07:29:12.401" v="454" actId="1076"/>
          <ac:spMkLst>
            <pc:docMk/>
            <pc:sldMk cId="2895298157" sldId="503"/>
            <ac:spMk id="120" creationId="{9B73A2DB-BB43-4B2B-9091-4B6881DB1E13}"/>
          </ac:spMkLst>
        </pc:spChg>
        <pc:spChg chg="add mod">
          <ac:chgData name="LE FALHER, Martial" userId="4e18b825-4c81-4fdf-8616-10afe3723b47" providerId="ADAL" clId="{F2A235DE-0E68-4F7B-98D1-FBE67517F362}" dt="2024-08-23T15:32:41.503" v="1412" actId="1076"/>
          <ac:spMkLst>
            <pc:docMk/>
            <pc:sldMk cId="2895298157" sldId="503"/>
            <ac:spMk id="132" creationId="{C1A4603F-1B07-443D-9C06-96796DBC5F62}"/>
          </ac:spMkLst>
        </pc:spChg>
        <pc:spChg chg="add mod">
          <ac:chgData name="LE FALHER, Martial" userId="4e18b825-4c81-4fdf-8616-10afe3723b47" providerId="ADAL" clId="{F2A235DE-0E68-4F7B-98D1-FBE67517F362}" dt="2024-08-23T15:27:12.317" v="1345" actId="1076"/>
          <ac:spMkLst>
            <pc:docMk/>
            <pc:sldMk cId="2895298157" sldId="503"/>
            <ac:spMk id="138" creationId="{95434BBC-A39C-4975-A6FB-EB8C9EFE1FF8}"/>
          </ac:spMkLst>
        </pc:spChg>
        <pc:spChg chg="add mod">
          <ac:chgData name="LE FALHER, Martial" userId="4e18b825-4c81-4fdf-8616-10afe3723b47" providerId="ADAL" clId="{F2A235DE-0E68-4F7B-98D1-FBE67517F362}" dt="2024-08-23T15:32:13.662" v="1404" actId="1076"/>
          <ac:spMkLst>
            <pc:docMk/>
            <pc:sldMk cId="2895298157" sldId="503"/>
            <ac:spMk id="140" creationId="{70D1951B-41BC-433A-B7DE-D798B5C57C2B}"/>
          </ac:spMkLst>
        </pc:spChg>
        <pc:spChg chg="add del mod">
          <ac:chgData name="LE FALHER, Martial" userId="4e18b825-4c81-4fdf-8616-10afe3723b47" providerId="ADAL" clId="{F2A235DE-0E68-4F7B-98D1-FBE67517F362}" dt="2024-08-23T15:30:22.530" v="1383" actId="1076"/>
          <ac:spMkLst>
            <pc:docMk/>
            <pc:sldMk cId="2895298157" sldId="503"/>
            <ac:spMk id="142" creationId="{8E735515-28CD-430D-B3AA-B48BF1DA6757}"/>
          </ac:spMkLst>
        </pc:spChg>
        <pc:spChg chg="add mod">
          <ac:chgData name="LE FALHER, Martial" userId="4e18b825-4c81-4fdf-8616-10afe3723b47" providerId="ADAL" clId="{F2A235DE-0E68-4F7B-98D1-FBE67517F362}" dt="2024-08-23T16:04:39.380" v="1736" actId="20577"/>
          <ac:spMkLst>
            <pc:docMk/>
            <pc:sldMk cId="2895298157" sldId="503"/>
            <ac:spMk id="146" creationId="{581D4D91-A477-4281-894C-5261964DEA48}"/>
          </ac:spMkLst>
        </pc:spChg>
        <pc:spChg chg="mod">
          <ac:chgData name="LE FALHER, Martial" userId="4e18b825-4c81-4fdf-8616-10afe3723b47" providerId="ADAL" clId="{F2A235DE-0E68-4F7B-98D1-FBE67517F362}" dt="2024-08-23T07:28:45.213" v="448" actId="1076"/>
          <ac:spMkLst>
            <pc:docMk/>
            <pc:sldMk cId="2895298157" sldId="503"/>
            <ac:spMk id="148" creationId="{00000000-0000-0000-0000-000000000000}"/>
          </ac:spMkLst>
        </pc:spChg>
        <pc:spChg chg="mod">
          <ac:chgData name="LE FALHER, Martial" userId="4e18b825-4c81-4fdf-8616-10afe3723b47" providerId="ADAL" clId="{F2A235DE-0E68-4F7B-98D1-FBE67517F362}" dt="2024-08-23T07:28:52.474" v="449" actId="1076"/>
          <ac:spMkLst>
            <pc:docMk/>
            <pc:sldMk cId="2895298157" sldId="503"/>
            <ac:spMk id="154" creationId="{EE0DC583-CB3C-48D9-BAE7-AB16B078C7F6}"/>
          </ac:spMkLst>
        </pc:spChg>
        <pc:spChg chg="mod">
          <ac:chgData name="LE FALHER, Martial" userId="4e18b825-4c81-4fdf-8616-10afe3723b47" providerId="ADAL" clId="{F2A235DE-0E68-4F7B-98D1-FBE67517F362}" dt="2024-08-23T07:29:16.624" v="455" actId="1076"/>
          <ac:spMkLst>
            <pc:docMk/>
            <pc:sldMk cId="2895298157" sldId="503"/>
            <ac:spMk id="155" creationId="{CCFD64FF-9426-4121-9DE7-3F86D48AAC8C}"/>
          </ac:spMkLst>
        </pc:spChg>
        <pc:spChg chg="mod">
          <ac:chgData name="LE FALHER, Martial" userId="4e18b825-4c81-4fdf-8616-10afe3723b47" providerId="ADAL" clId="{F2A235DE-0E68-4F7B-98D1-FBE67517F362}" dt="2024-08-23T07:25:34.907" v="405" actId="1076"/>
          <ac:spMkLst>
            <pc:docMk/>
            <pc:sldMk cId="2895298157" sldId="503"/>
            <ac:spMk id="156" creationId="{81CDF2FE-2545-4F8D-BF0F-03CE0FE0B103}"/>
          </ac:spMkLst>
        </pc:spChg>
        <pc:spChg chg="add del mod">
          <ac:chgData name="LE FALHER, Martial" userId="4e18b825-4c81-4fdf-8616-10afe3723b47" providerId="ADAL" clId="{F2A235DE-0E68-4F7B-98D1-FBE67517F362}" dt="2024-08-23T15:34:30.091" v="1426" actId="478"/>
          <ac:spMkLst>
            <pc:docMk/>
            <pc:sldMk cId="2895298157" sldId="503"/>
            <ac:spMk id="157" creationId="{C296E2CE-55B0-46E7-A3B8-3C897A189A4A}"/>
          </ac:spMkLst>
        </pc:spChg>
        <pc:spChg chg="mod">
          <ac:chgData name="LE FALHER, Martial" userId="4e18b825-4c81-4fdf-8616-10afe3723b47" providerId="ADAL" clId="{F2A235DE-0E68-4F7B-98D1-FBE67517F362}" dt="2024-08-23T07:25:57.294" v="408" actId="1076"/>
          <ac:spMkLst>
            <pc:docMk/>
            <pc:sldMk cId="2895298157" sldId="503"/>
            <ac:spMk id="168" creationId="{1F4F0FB1-4DAB-4B81-BFE1-1E91CBBEACC2}"/>
          </ac:spMkLst>
        </pc:spChg>
        <pc:spChg chg="mod">
          <ac:chgData name="LE FALHER, Martial" userId="4e18b825-4c81-4fdf-8616-10afe3723b47" providerId="ADAL" clId="{F2A235DE-0E68-4F7B-98D1-FBE67517F362}" dt="2024-08-23T07:28:56.443" v="450" actId="1076"/>
          <ac:spMkLst>
            <pc:docMk/>
            <pc:sldMk cId="2895298157" sldId="503"/>
            <ac:spMk id="177" creationId="{C17D44FD-4763-4803-B9DC-41ED058B12AA}"/>
          </ac:spMkLst>
        </pc:spChg>
        <pc:spChg chg="mod">
          <ac:chgData name="LE FALHER, Martial" userId="4e18b825-4c81-4fdf-8616-10afe3723b47" providerId="ADAL" clId="{F2A235DE-0E68-4F7B-98D1-FBE67517F362}" dt="2024-08-23T07:32:07.200" v="492" actId="1076"/>
          <ac:spMkLst>
            <pc:docMk/>
            <pc:sldMk cId="2895298157" sldId="503"/>
            <ac:spMk id="178" creationId="{03D04130-546C-4A2B-B0EA-322B42D03545}"/>
          </ac:spMkLst>
        </pc:spChg>
        <pc:spChg chg="mod">
          <ac:chgData name="LE FALHER, Martial" userId="4e18b825-4c81-4fdf-8616-10afe3723b47" providerId="ADAL" clId="{F2A235DE-0E68-4F7B-98D1-FBE67517F362}" dt="2024-08-23T07:28:42.150" v="447" actId="1076"/>
          <ac:spMkLst>
            <pc:docMk/>
            <pc:sldMk cId="2895298157" sldId="503"/>
            <ac:spMk id="192" creationId="{00000000-0000-0000-0000-000000000000}"/>
          </ac:spMkLst>
        </pc:spChg>
        <pc:spChg chg="mod">
          <ac:chgData name="LE FALHER, Martial" userId="4e18b825-4c81-4fdf-8616-10afe3723b47" providerId="ADAL" clId="{F2A235DE-0E68-4F7B-98D1-FBE67517F362}" dt="2024-08-23T07:25:34.907" v="405" actId="1076"/>
          <ac:spMkLst>
            <pc:docMk/>
            <pc:sldMk cId="2895298157" sldId="503"/>
            <ac:spMk id="193" creationId="{00000000-0000-0000-0000-000000000000}"/>
          </ac:spMkLst>
        </pc:spChg>
        <pc:spChg chg="add mod">
          <ac:chgData name="LE FALHER, Martial" userId="4e18b825-4c81-4fdf-8616-10afe3723b47" providerId="ADAL" clId="{F2A235DE-0E68-4F7B-98D1-FBE67517F362}" dt="2024-08-23T15:30:46.634" v="1387" actId="1076"/>
          <ac:spMkLst>
            <pc:docMk/>
            <pc:sldMk cId="2895298157" sldId="503"/>
            <ac:spMk id="197" creationId="{89D328D3-91BE-450D-8474-C621262D4C9E}"/>
          </ac:spMkLst>
        </pc:spChg>
        <pc:spChg chg="add mod">
          <ac:chgData name="LE FALHER, Martial" userId="4e18b825-4c81-4fdf-8616-10afe3723b47" providerId="ADAL" clId="{F2A235DE-0E68-4F7B-98D1-FBE67517F362}" dt="2024-08-23T15:30:20.138" v="1382" actId="1076"/>
          <ac:spMkLst>
            <pc:docMk/>
            <pc:sldMk cId="2895298157" sldId="503"/>
            <ac:spMk id="215" creationId="{13168B71-8EBA-4FFA-AEE5-C4A0E24C6B2E}"/>
          </ac:spMkLst>
        </pc:spChg>
        <pc:spChg chg="mod">
          <ac:chgData name="LE FALHER, Martial" userId="4e18b825-4c81-4fdf-8616-10afe3723b47" providerId="ADAL" clId="{F2A235DE-0E68-4F7B-98D1-FBE67517F362}" dt="2024-08-23T07:33:18.370" v="513" actId="1076"/>
          <ac:spMkLst>
            <pc:docMk/>
            <pc:sldMk cId="2895298157" sldId="503"/>
            <ac:spMk id="216" creationId="{E3274BB3-90F7-4D24-B21C-F88A46AAE1C3}"/>
          </ac:spMkLst>
        </pc:spChg>
        <pc:spChg chg="add mod">
          <ac:chgData name="LE FALHER, Martial" userId="4e18b825-4c81-4fdf-8616-10afe3723b47" providerId="ADAL" clId="{F2A235DE-0E68-4F7B-98D1-FBE67517F362}" dt="2024-08-23T15:37:19.562" v="1466" actId="1076"/>
          <ac:spMkLst>
            <pc:docMk/>
            <pc:sldMk cId="2895298157" sldId="503"/>
            <ac:spMk id="220" creationId="{4E5F6F0A-E4EC-4962-BBDE-FA1975C86DC8}"/>
          </ac:spMkLst>
        </pc:spChg>
        <pc:spChg chg="add mod">
          <ac:chgData name="LE FALHER, Martial" userId="4e18b825-4c81-4fdf-8616-10afe3723b47" providerId="ADAL" clId="{F2A235DE-0E68-4F7B-98D1-FBE67517F362}" dt="2024-08-23T15:37:05.075" v="1463" actId="1076"/>
          <ac:spMkLst>
            <pc:docMk/>
            <pc:sldMk cId="2895298157" sldId="503"/>
            <ac:spMk id="225" creationId="{F76DB1EF-FE2E-4688-826D-4F3F53D7475B}"/>
          </ac:spMkLst>
        </pc:spChg>
        <pc:spChg chg="add mod">
          <ac:chgData name="LE FALHER, Martial" userId="4e18b825-4c81-4fdf-8616-10afe3723b47" providerId="ADAL" clId="{F2A235DE-0E68-4F7B-98D1-FBE67517F362}" dt="2024-08-23T15:36:27.806" v="1451" actId="1076"/>
          <ac:spMkLst>
            <pc:docMk/>
            <pc:sldMk cId="2895298157" sldId="503"/>
            <ac:spMk id="231" creationId="{57CA884E-ECD7-4101-A4A8-5DE5277E3C17}"/>
          </ac:spMkLst>
        </pc:spChg>
        <pc:spChg chg="add mod">
          <ac:chgData name="LE FALHER, Martial" userId="4e18b825-4c81-4fdf-8616-10afe3723b47" providerId="ADAL" clId="{F2A235DE-0E68-4F7B-98D1-FBE67517F362}" dt="2024-08-23T15:35:32.756" v="1438" actId="1076"/>
          <ac:spMkLst>
            <pc:docMk/>
            <pc:sldMk cId="2895298157" sldId="503"/>
            <ac:spMk id="232" creationId="{D018B361-E704-43E1-BD17-D48AFD8D58F6}"/>
          </ac:spMkLst>
        </pc:spChg>
        <pc:spChg chg="add mod">
          <ac:chgData name="LE FALHER, Martial" userId="4e18b825-4c81-4fdf-8616-10afe3723b47" providerId="ADAL" clId="{F2A235DE-0E68-4F7B-98D1-FBE67517F362}" dt="2024-08-23T15:38:14.583" v="1477" actId="1076"/>
          <ac:spMkLst>
            <pc:docMk/>
            <pc:sldMk cId="2895298157" sldId="503"/>
            <ac:spMk id="233" creationId="{974584DD-57CE-4994-A16E-3E1CAA21E7C6}"/>
          </ac:spMkLst>
        </pc:spChg>
        <pc:spChg chg="mod">
          <ac:chgData name="LE FALHER, Martial" userId="4e18b825-4c81-4fdf-8616-10afe3723b47" providerId="ADAL" clId="{F2A235DE-0E68-4F7B-98D1-FBE67517F362}" dt="2024-08-23T07:33:16.849" v="512" actId="1076"/>
          <ac:spMkLst>
            <pc:docMk/>
            <pc:sldMk cId="2895298157" sldId="503"/>
            <ac:spMk id="234" creationId="{70F1049D-3DFF-4031-A312-EBBF7594E498}"/>
          </ac:spMkLst>
        </pc:spChg>
        <pc:spChg chg="add mod">
          <ac:chgData name="LE FALHER, Martial" userId="4e18b825-4c81-4fdf-8616-10afe3723b47" providerId="ADAL" clId="{F2A235DE-0E68-4F7B-98D1-FBE67517F362}" dt="2024-08-23T15:36:43.936" v="1458" actId="1076"/>
          <ac:spMkLst>
            <pc:docMk/>
            <pc:sldMk cId="2895298157" sldId="503"/>
            <ac:spMk id="237" creationId="{36359403-8D6F-4CCF-B10F-CEF8B6C9F47E}"/>
          </ac:spMkLst>
        </pc:spChg>
        <pc:spChg chg="add mod">
          <ac:chgData name="LE FALHER, Martial" userId="4e18b825-4c81-4fdf-8616-10afe3723b47" providerId="ADAL" clId="{F2A235DE-0E68-4F7B-98D1-FBE67517F362}" dt="2024-08-23T15:36:41.122" v="1457" actId="1076"/>
          <ac:spMkLst>
            <pc:docMk/>
            <pc:sldMk cId="2895298157" sldId="503"/>
            <ac:spMk id="238" creationId="{35CC3224-C349-40EB-9DEE-64A2B18E811B}"/>
          </ac:spMkLst>
        </pc:spChg>
        <pc:spChg chg="add mod">
          <ac:chgData name="LE FALHER, Martial" userId="4e18b825-4c81-4fdf-8616-10afe3723b47" providerId="ADAL" clId="{F2A235DE-0E68-4F7B-98D1-FBE67517F362}" dt="2024-08-23T15:36:39.173" v="1456" actId="1076"/>
          <ac:spMkLst>
            <pc:docMk/>
            <pc:sldMk cId="2895298157" sldId="503"/>
            <ac:spMk id="249" creationId="{2325432B-B6B5-45DD-AADE-45980F681E58}"/>
          </ac:spMkLst>
        </pc:spChg>
        <pc:spChg chg="mod">
          <ac:chgData name="LE FALHER, Martial" userId="4e18b825-4c81-4fdf-8616-10afe3723b47" providerId="ADAL" clId="{F2A235DE-0E68-4F7B-98D1-FBE67517F362}" dt="2024-08-23T07:28:33.190" v="445" actId="1076"/>
          <ac:spMkLst>
            <pc:docMk/>
            <pc:sldMk cId="2895298157" sldId="503"/>
            <ac:spMk id="10246" creationId="{00000000-0000-0000-0000-000000000000}"/>
          </ac:spMkLst>
        </pc:spChg>
        <pc:spChg chg="mod">
          <ac:chgData name="LE FALHER, Martial" userId="4e18b825-4c81-4fdf-8616-10afe3723b47" providerId="ADAL" clId="{F2A235DE-0E68-4F7B-98D1-FBE67517F362}" dt="2024-08-23T07:27:50.353" v="436" actId="1076"/>
          <ac:spMkLst>
            <pc:docMk/>
            <pc:sldMk cId="2895298157" sldId="503"/>
            <ac:spMk id="10257" creationId="{00000000-0000-0000-0000-000000000000}"/>
          </ac:spMkLst>
        </pc:spChg>
        <pc:spChg chg="mod">
          <ac:chgData name="LE FALHER, Martial" userId="4e18b825-4c81-4fdf-8616-10afe3723b47" providerId="ADAL" clId="{F2A235DE-0E68-4F7B-98D1-FBE67517F362}" dt="2024-08-23T07:28:11.916" v="441" actId="1076"/>
          <ac:spMkLst>
            <pc:docMk/>
            <pc:sldMk cId="2895298157" sldId="503"/>
            <ac:spMk id="10258" creationId="{00000000-0000-0000-0000-000000000000}"/>
          </ac:spMkLst>
        </pc:spChg>
        <pc:spChg chg="mod">
          <ac:chgData name="LE FALHER, Martial" userId="4e18b825-4c81-4fdf-8616-10afe3723b47" providerId="ADAL" clId="{F2A235DE-0E68-4F7B-98D1-FBE67517F362}" dt="2024-08-23T07:25:34.907" v="405" actId="1076"/>
          <ac:spMkLst>
            <pc:docMk/>
            <pc:sldMk cId="2895298157" sldId="503"/>
            <ac:spMk id="10260" creationId="{00000000-0000-0000-0000-000000000000}"/>
          </ac:spMkLst>
        </pc:spChg>
        <pc:spChg chg="mod">
          <ac:chgData name="LE FALHER, Martial" userId="4e18b825-4c81-4fdf-8616-10afe3723b47" providerId="ADAL" clId="{F2A235DE-0E68-4F7B-98D1-FBE67517F362}" dt="2024-08-23T07:34:51.401" v="549" actId="1076"/>
          <ac:spMkLst>
            <pc:docMk/>
            <pc:sldMk cId="2895298157" sldId="503"/>
            <ac:spMk id="10291" creationId="{00000000-0000-0000-0000-000000000000}"/>
          </ac:spMkLst>
        </pc:spChg>
        <pc:spChg chg="mod">
          <ac:chgData name="LE FALHER, Martial" userId="4e18b825-4c81-4fdf-8616-10afe3723b47" providerId="ADAL" clId="{F2A235DE-0E68-4F7B-98D1-FBE67517F362}" dt="2024-08-23T07:25:22.268" v="403" actId="1076"/>
          <ac:spMkLst>
            <pc:docMk/>
            <pc:sldMk cId="2895298157" sldId="503"/>
            <ac:spMk id="10302" creationId="{00000000-0000-0000-0000-000000000000}"/>
          </ac:spMkLst>
        </pc:spChg>
        <pc:spChg chg="mod">
          <ac:chgData name="LE FALHER, Martial" userId="4e18b825-4c81-4fdf-8616-10afe3723b47" providerId="ADAL" clId="{F2A235DE-0E68-4F7B-98D1-FBE67517F362}" dt="2024-08-23T07:31:05.955" v="479" actId="1076"/>
          <ac:spMkLst>
            <pc:docMk/>
            <pc:sldMk cId="2895298157" sldId="503"/>
            <ac:spMk id="10316" creationId="{00000000-0000-0000-0000-000000000000}"/>
          </ac:spMkLst>
        </pc:spChg>
        <pc:spChg chg="add mod">
          <ac:chgData name="LE FALHER, Martial" userId="4e18b825-4c81-4fdf-8616-10afe3723b47" providerId="ADAL" clId="{F2A235DE-0E68-4F7B-98D1-FBE67517F362}" dt="2024-08-23T15:35:15.957" v="1436" actId="167"/>
          <ac:spMkLst>
            <pc:docMk/>
            <pc:sldMk cId="2895298157" sldId="503"/>
            <ac:spMk id="10366" creationId="{3CB31526-4AF7-4176-A83A-C11DE0B10DDF}"/>
          </ac:spMkLst>
        </pc:spChg>
        <pc:spChg chg="mod">
          <ac:chgData name="LE FALHER, Martial" userId="4e18b825-4c81-4fdf-8616-10afe3723b47" providerId="ADAL" clId="{F2A235DE-0E68-4F7B-98D1-FBE67517F362}" dt="2024-08-23T15:29:17.175" v="1367" actId="1076"/>
          <ac:spMkLst>
            <pc:docMk/>
            <pc:sldMk cId="2895298157" sldId="503"/>
            <ac:spMk id="11266" creationId="{00000000-0000-0000-0000-000000000000}"/>
          </ac:spMkLst>
        </pc:spChg>
        <pc:spChg chg="add mod">
          <ac:chgData name="LE FALHER, Martial" userId="4e18b825-4c81-4fdf-8616-10afe3723b47" providerId="ADAL" clId="{F2A235DE-0E68-4F7B-98D1-FBE67517F362}" dt="2024-08-23T15:33:11.597" v="1417" actId="14100"/>
          <ac:spMkLst>
            <pc:docMk/>
            <pc:sldMk cId="2895298157" sldId="503"/>
            <ac:spMk id="11300" creationId="{49ECB191-5D52-44F2-A5AA-27922B5BA480}"/>
          </ac:spMkLst>
        </pc:spChg>
        <pc:spChg chg="add mod">
          <ac:chgData name="LE FALHER, Martial" userId="4e18b825-4c81-4fdf-8616-10afe3723b47" providerId="ADAL" clId="{F2A235DE-0E68-4F7B-98D1-FBE67517F362}" dt="2024-08-23T15:30:05.957" v="1379" actId="1076"/>
          <ac:spMkLst>
            <pc:docMk/>
            <pc:sldMk cId="2895298157" sldId="503"/>
            <ac:spMk id="11301" creationId="{C2C8797A-7830-44CE-9F98-53B01B9F1216}"/>
          </ac:spMkLst>
        </pc:spChg>
        <pc:grpChg chg="mod">
          <ac:chgData name="LE FALHER, Martial" userId="4e18b825-4c81-4fdf-8616-10afe3723b47" providerId="ADAL" clId="{F2A235DE-0E68-4F7B-98D1-FBE67517F362}" dt="2024-08-23T07:33:20.803" v="514" actId="1076"/>
          <ac:grpSpMkLst>
            <pc:docMk/>
            <pc:sldMk cId="2895298157" sldId="503"/>
            <ac:grpSpMk id="217" creationId="{509237D6-B365-470A-90FC-299DC70B1C62}"/>
          </ac:grpSpMkLst>
        </pc:grpChg>
        <pc:cxnChg chg="mod">
          <ac:chgData name="LE FALHER, Martial" userId="4e18b825-4c81-4fdf-8616-10afe3723b47" providerId="ADAL" clId="{F2A235DE-0E68-4F7B-98D1-FBE67517F362}" dt="2024-08-23T07:25:34.907" v="405" actId="1076"/>
          <ac:cxnSpMkLst>
            <pc:docMk/>
            <pc:sldMk cId="2895298157" sldId="503"/>
            <ac:cxnSpMk id="5" creationId="{00000000-0000-0000-0000-000000000000}"/>
          </ac:cxnSpMkLst>
        </pc:cxnChg>
        <pc:cxnChg chg="del mod">
          <ac:chgData name="LE FALHER, Martial" userId="4e18b825-4c81-4fdf-8616-10afe3723b47" providerId="ADAL" clId="{F2A235DE-0E68-4F7B-98D1-FBE67517F362}" dt="2024-08-23T15:26:44.550" v="1340" actId="478"/>
          <ac:cxnSpMkLst>
            <pc:docMk/>
            <pc:sldMk cId="2895298157" sldId="503"/>
            <ac:cxnSpMk id="10" creationId="{00000000-0000-0000-0000-000000000000}"/>
          </ac:cxnSpMkLst>
        </pc:cxnChg>
        <pc:cxnChg chg="add del mod">
          <ac:chgData name="LE FALHER, Martial" userId="4e18b825-4c81-4fdf-8616-10afe3723b47" providerId="ADAL" clId="{F2A235DE-0E68-4F7B-98D1-FBE67517F362}" dt="2024-08-23T15:32:15.849" v="1405" actId="478"/>
          <ac:cxnSpMkLst>
            <pc:docMk/>
            <pc:sldMk cId="2895298157" sldId="503"/>
            <ac:cxnSpMk id="12" creationId="{15F7B508-3197-47B0-B63D-466D7B3E65E7}"/>
          </ac:cxnSpMkLst>
        </pc:cxnChg>
        <pc:cxnChg chg="add del mod">
          <ac:chgData name="LE FALHER, Martial" userId="4e18b825-4c81-4fdf-8616-10afe3723b47" providerId="ADAL" clId="{F2A235DE-0E68-4F7B-98D1-FBE67517F362}" dt="2024-08-23T15:31:03.651" v="1390" actId="478"/>
          <ac:cxnSpMkLst>
            <pc:docMk/>
            <pc:sldMk cId="2895298157" sldId="503"/>
            <ac:cxnSpMk id="16" creationId="{667FDD85-10C3-4F5C-BFE1-7D91451F6C3E}"/>
          </ac:cxnSpMkLst>
        </pc:cxnChg>
        <pc:cxnChg chg="add mod">
          <ac:chgData name="LE FALHER, Martial" userId="4e18b825-4c81-4fdf-8616-10afe3723b47" providerId="ADAL" clId="{F2A235DE-0E68-4F7B-98D1-FBE67517F362}" dt="2024-08-23T15:30:28.888" v="1384" actId="14100"/>
          <ac:cxnSpMkLst>
            <pc:docMk/>
            <pc:sldMk cId="2895298157" sldId="503"/>
            <ac:cxnSpMk id="20" creationId="{3985E5CD-60EF-491E-BB8A-8A2CBB63349D}"/>
          </ac:cxnSpMkLst>
        </pc:cxnChg>
        <pc:cxnChg chg="add del mod">
          <ac:chgData name="LE FALHER, Martial" userId="4e18b825-4c81-4fdf-8616-10afe3723b47" providerId="ADAL" clId="{F2A235DE-0E68-4F7B-98D1-FBE67517F362}" dt="2024-08-23T15:09:16.018" v="1161" actId="478"/>
          <ac:cxnSpMkLst>
            <pc:docMk/>
            <pc:sldMk cId="2895298157" sldId="503"/>
            <ac:cxnSpMk id="26" creationId="{8A62532A-A649-46A9-A553-46219D3E5ACB}"/>
          </ac:cxnSpMkLst>
        </pc:cxnChg>
        <pc:cxnChg chg="add del mod">
          <ac:chgData name="LE FALHER, Martial" userId="4e18b825-4c81-4fdf-8616-10afe3723b47" providerId="ADAL" clId="{F2A235DE-0E68-4F7B-98D1-FBE67517F362}" dt="2024-08-23T07:26:06.555" v="410" actId="478"/>
          <ac:cxnSpMkLst>
            <pc:docMk/>
            <pc:sldMk cId="2895298157" sldId="503"/>
            <ac:cxnSpMk id="29" creationId="{285E3E0C-0823-4476-B406-1C1B508DD9CD}"/>
          </ac:cxnSpMkLst>
        </pc:cxnChg>
        <pc:cxnChg chg="add del mod">
          <ac:chgData name="LE FALHER, Martial" userId="4e18b825-4c81-4fdf-8616-10afe3723b47" providerId="ADAL" clId="{F2A235DE-0E68-4F7B-98D1-FBE67517F362}" dt="2024-08-23T15:29:39.846" v="1371" actId="478"/>
          <ac:cxnSpMkLst>
            <pc:docMk/>
            <pc:sldMk cId="2895298157" sldId="503"/>
            <ac:cxnSpMk id="31" creationId="{2C492034-1C00-448E-9B4A-55F7A01642C8}"/>
          </ac:cxnSpMkLst>
        </pc:cxnChg>
        <pc:cxnChg chg="add mod">
          <ac:chgData name="LE FALHER, Martial" userId="4e18b825-4c81-4fdf-8616-10afe3723b47" providerId="ADAL" clId="{F2A235DE-0E68-4F7B-98D1-FBE67517F362}" dt="2024-08-23T07:34:51.401" v="549" actId="1076"/>
          <ac:cxnSpMkLst>
            <pc:docMk/>
            <pc:sldMk cId="2895298157" sldId="503"/>
            <ac:cxnSpMk id="32" creationId="{E3F195C8-E3B0-484E-820C-EA3335498118}"/>
          </ac:cxnSpMkLst>
        </pc:cxnChg>
        <pc:cxnChg chg="mod">
          <ac:chgData name="LE FALHER, Martial" userId="4e18b825-4c81-4fdf-8616-10afe3723b47" providerId="ADAL" clId="{F2A235DE-0E68-4F7B-98D1-FBE67517F362}" dt="2024-08-23T07:29:16.624" v="455" actId="1076"/>
          <ac:cxnSpMkLst>
            <pc:docMk/>
            <pc:sldMk cId="2895298157" sldId="503"/>
            <ac:cxnSpMk id="48" creationId="{31990260-A7A6-40CE-A9AE-7C06FBFF6AF3}"/>
          </ac:cxnSpMkLst>
        </pc:cxnChg>
        <pc:cxnChg chg="add mod">
          <ac:chgData name="LE FALHER, Martial" userId="4e18b825-4c81-4fdf-8616-10afe3723b47" providerId="ADAL" clId="{F2A235DE-0E68-4F7B-98D1-FBE67517F362}" dt="2024-08-23T15:30:20.138" v="1382" actId="1076"/>
          <ac:cxnSpMkLst>
            <pc:docMk/>
            <pc:sldMk cId="2895298157" sldId="503"/>
            <ac:cxnSpMk id="51" creationId="{495B7130-1B67-42CA-ACE0-DEA56678AE35}"/>
          </ac:cxnSpMkLst>
        </pc:cxnChg>
        <pc:cxnChg chg="mod">
          <ac:chgData name="LE FALHER, Martial" userId="4e18b825-4c81-4fdf-8616-10afe3723b47" providerId="ADAL" clId="{F2A235DE-0E68-4F7B-98D1-FBE67517F362}" dt="2024-08-23T07:25:39.441" v="406" actId="14100"/>
          <ac:cxnSpMkLst>
            <pc:docMk/>
            <pc:sldMk cId="2895298157" sldId="503"/>
            <ac:cxnSpMk id="52" creationId="{FC81B112-D89B-4AE1-9EFC-FF5DEBFE1115}"/>
          </ac:cxnSpMkLst>
        </pc:cxnChg>
        <pc:cxnChg chg="mod">
          <ac:chgData name="LE FALHER, Martial" userId="4e18b825-4c81-4fdf-8616-10afe3723b47" providerId="ADAL" clId="{F2A235DE-0E68-4F7B-98D1-FBE67517F362}" dt="2024-08-23T07:29:16.624" v="455" actId="1076"/>
          <ac:cxnSpMkLst>
            <pc:docMk/>
            <pc:sldMk cId="2895298157" sldId="503"/>
            <ac:cxnSpMk id="59" creationId="{DC17704E-BB38-454C-952A-8C51F2A5B192}"/>
          </ac:cxnSpMkLst>
        </pc:cxnChg>
        <pc:cxnChg chg="mod">
          <ac:chgData name="LE FALHER, Martial" userId="4e18b825-4c81-4fdf-8616-10afe3723b47" providerId="ADAL" clId="{F2A235DE-0E68-4F7B-98D1-FBE67517F362}" dt="2024-08-23T07:25:57.294" v="408" actId="1076"/>
          <ac:cxnSpMkLst>
            <pc:docMk/>
            <pc:sldMk cId="2895298157" sldId="503"/>
            <ac:cxnSpMk id="70" creationId="{00000000-0000-0000-0000-000000000000}"/>
          </ac:cxnSpMkLst>
        </pc:cxnChg>
        <pc:cxnChg chg="del mod">
          <ac:chgData name="LE FALHER, Martial" userId="4e18b825-4c81-4fdf-8616-10afe3723b47" providerId="ADAL" clId="{F2A235DE-0E68-4F7B-98D1-FBE67517F362}" dt="2024-08-23T07:27:26.602" v="429" actId="478"/>
          <ac:cxnSpMkLst>
            <pc:docMk/>
            <pc:sldMk cId="2895298157" sldId="503"/>
            <ac:cxnSpMk id="75" creationId="{00000000-0000-0000-0000-000000000000}"/>
          </ac:cxnSpMkLst>
        </pc:cxnChg>
        <pc:cxnChg chg="del mod">
          <ac:chgData name="LE FALHER, Martial" userId="4e18b825-4c81-4fdf-8616-10afe3723b47" providerId="ADAL" clId="{F2A235DE-0E68-4F7B-98D1-FBE67517F362}" dt="2024-08-23T07:27:29.203" v="430" actId="478"/>
          <ac:cxnSpMkLst>
            <pc:docMk/>
            <pc:sldMk cId="2895298157" sldId="503"/>
            <ac:cxnSpMk id="78" creationId="{00000000-0000-0000-0000-000000000000}"/>
          </ac:cxnSpMkLst>
        </pc:cxnChg>
        <pc:cxnChg chg="del mod">
          <ac:chgData name="LE FALHER, Martial" userId="4e18b825-4c81-4fdf-8616-10afe3723b47" providerId="ADAL" clId="{F2A235DE-0E68-4F7B-98D1-FBE67517F362}" dt="2024-08-23T07:27:30.952" v="431" actId="478"/>
          <ac:cxnSpMkLst>
            <pc:docMk/>
            <pc:sldMk cId="2895298157" sldId="503"/>
            <ac:cxnSpMk id="88" creationId="{00000000-0000-0000-0000-000000000000}"/>
          </ac:cxnSpMkLst>
        </pc:cxnChg>
        <pc:cxnChg chg="del mod">
          <ac:chgData name="LE FALHER, Martial" userId="4e18b825-4c81-4fdf-8616-10afe3723b47" providerId="ADAL" clId="{F2A235DE-0E68-4F7B-98D1-FBE67517F362}" dt="2024-08-23T07:28:17.861" v="442" actId="478"/>
          <ac:cxnSpMkLst>
            <pc:docMk/>
            <pc:sldMk cId="2895298157" sldId="503"/>
            <ac:cxnSpMk id="89" creationId="{00000000-0000-0000-0000-000000000000}"/>
          </ac:cxnSpMkLst>
        </pc:cxnChg>
        <pc:cxnChg chg="mod">
          <ac:chgData name="LE FALHER, Martial" userId="4e18b825-4c81-4fdf-8616-10afe3723b47" providerId="ADAL" clId="{F2A235DE-0E68-4F7B-98D1-FBE67517F362}" dt="2024-08-23T07:28:33.190" v="445" actId="1076"/>
          <ac:cxnSpMkLst>
            <pc:docMk/>
            <pc:sldMk cId="2895298157" sldId="503"/>
            <ac:cxnSpMk id="96" creationId="{00000000-0000-0000-0000-000000000000}"/>
          </ac:cxnSpMkLst>
        </pc:cxnChg>
        <pc:cxnChg chg="mod">
          <ac:chgData name="LE FALHER, Martial" userId="4e18b825-4c81-4fdf-8616-10afe3723b47" providerId="ADAL" clId="{F2A235DE-0E68-4F7B-98D1-FBE67517F362}" dt="2024-08-23T07:26:35.153" v="418" actId="1076"/>
          <ac:cxnSpMkLst>
            <pc:docMk/>
            <pc:sldMk cId="2895298157" sldId="503"/>
            <ac:cxnSpMk id="131" creationId="{00000000-0000-0000-0000-000000000000}"/>
          </ac:cxnSpMkLst>
        </pc:cxnChg>
        <pc:cxnChg chg="mod">
          <ac:chgData name="LE FALHER, Martial" userId="4e18b825-4c81-4fdf-8616-10afe3723b47" providerId="ADAL" clId="{F2A235DE-0E68-4F7B-98D1-FBE67517F362}" dt="2024-08-23T07:28:45.213" v="448" actId="1076"/>
          <ac:cxnSpMkLst>
            <pc:docMk/>
            <pc:sldMk cId="2895298157" sldId="503"/>
            <ac:cxnSpMk id="135" creationId="{00000000-0000-0000-0000-000000000000}"/>
          </ac:cxnSpMkLst>
        </pc:cxnChg>
        <pc:cxnChg chg="mod">
          <ac:chgData name="LE FALHER, Martial" userId="4e18b825-4c81-4fdf-8616-10afe3723b47" providerId="ADAL" clId="{F2A235DE-0E68-4F7B-98D1-FBE67517F362}" dt="2024-08-23T07:28:37.193" v="446" actId="1076"/>
          <ac:cxnSpMkLst>
            <pc:docMk/>
            <pc:sldMk cId="2895298157" sldId="503"/>
            <ac:cxnSpMk id="139" creationId="{00000000-0000-0000-0000-000000000000}"/>
          </ac:cxnSpMkLst>
        </pc:cxnChg>
        <pc:cxnChg chg="mod">
          <ac:chgData name="LE FALHER, Martial" userId="4e18b825-4c81-4fdf-8616-10afe3723b47" providerId="ADAL" clId="{F2A235DE-0E68-4F7B-98D1-FBE67517F362}" dt="2024-08-23T07:28:45.213" v="448" actId="1076"/>
          <ac:cxnSpMkLst>
            <pc:docMk/>
            <pc:sldMk cId="2895298157" sldId="503"/>
            <ac:cxnSpMk id="151" creationId="{00000000-0000-0000-0000-000000000000}"/>
          </ac:cxnSpMkLst>
        </pc:cxnChg>
        <pc:cxnChg chg="add mod">
          <ac:chgData name="LE FALHER, Martial" userId="4e18b825-4c81-4fdf-8616-10afe3723b47" providerId="ADAL" clId="{F2A235DE-0E68-4F7B-98D1-FBE67517F362}" dt="2024-08-23T15:37:56.282" v="1475" actId="14100"/>
          <ac:cxnSpMkLst>
            <pc:docMk/>
            <pc:sldMk cId="2895298157" sldId="503"/>
            <ac:cxnSpMk id="267" creationId="{556305FC-E63F-476C-9748-7AD7326798C1}"/>
          </ac:cxnSpMkLst>
        </pc:cxnChg>
        <pc:cxnChg chg="mod">
          <ac:chgData name="LE FALHER, Martial" userId="4e18b825-4c81-4fdf-8616-10afe3723b47" providerId="ADAL" clId="{F2A235DE-0E68-4F7B-98D1-FBE67517F362}" dt="2024-08-23T07:28:52.474" v="449" actId="1076"/>
          <ac:cxnSpMkLst>
            <pc:docMk/>
            <pc:sldMk cId="2895298157" sldId="503"/>
            <ac:cxnSpMk id="10310" creationId="{EA56F1DC-9FA2-48CC-8B90-5457FF6956CE}"/>
          </ac:cxnSpMkLst>
        </pc:cxnChg>
        <pc:cxnChg chg="add mod">
          <ac:chgData name="LE FALHER, Martial" userId="4e18b825-4c81-4fdf-8616-10afe3723b47" providerId="ADAL" clId="{F2A235DE-0E68-4F7B-98D1-FBE67517F362}" dt="2024-08-23T15:30:22.530" v="1383" actId="1076"/>
          <ac:cxnSpMkLst>
            <pc:docMk/>
            <pc:sldMk cId="2895298157" sldId="503"/>
            <ac:cxnSpMk id="10319" creationId="{2097A775-B242-47AF-955C-F494EBD99A84}"/>
          </ac:cxnSpMkLst>
        </pc:cxnChg>
        <pc:cxnChg chg="add mod">
          <ac:chgData name="LE FALHER, Martial" userId="4e18b825-4c81-4fdf-8616-10afe3723b47" providerId="ADAL" clId="{F2A235DE-0E68-4F7B-98D1-FBE67517F362}" dt="2024-08-23T07:27:50.353" v="436" actId="1076"/>
          <ac:cxnSpMkLst>
            <pc:docMk/>
            <pc:sldMk cId="2895298157" sldId="503"/>
            <ac:cxnSpMk id="10321" creationId="{611613AF-B4A8-4D65-BBB8-1A5B18FB3007}"/>
          </ac:cxnSpMkLst>
        </pc:cxnChg>
        <pc:cxnChg chg="add del mod">
          <ac:chgData name="LE FALHER, Martial" userId="4e18b825-4c81-4fdf-8616-10afe3723b47" providerId="ADAL" clId="{F2A235DE-0E68-4F7B-98D1-FBE67517F362}" dt="2024-08-23T15:32:33.612" v="1410" actId="478"/>
          <ac:cxnSpMkLst>
            <pc:docMk/>
            <pc:sldMk cId="2895298157" sldId="503"/>
            <ac:cxnSpMk id="10331" creationId="{0D17E493-7A81-4BA5-AD90-CF39BC46ED14}"/>
          </ac:cxnSpMkLst>
        </pc:cxnChg>
        <pc:cxnChg chg="add mod">
          <ac:chgData name="LE FALHER, Martial" userId="4e18b825-4c81-4fdf-8616-10afe3723b47" providerId="ADAL" clId="{F2A235DE-0E68-4F7B-98D1-FBE67517F362}" dt="2024-08-23T07:28:25.519" v="444" actId="1076"/>
          <ac:cxnSpMkLst>
            <pc:docMk/>
            <pc:sldMk cId="2895298157" sldId="503"/>
            <ac:cxnSpMk id="10339" creationId="{FE34422B-1B2F-4311-AAAB-8E1A88C92EF3}"/>
          </ac:cxnSpMkLst>
        </pc:cxnChg>
        <pc:cxnChg chg="add del mod">
          <ac:chgData name="LE FALHER, Martial" userId="4e18b825-4c81-4fdf-8616-10afe3723b47" providerId="ADAL" clId="{F2A235DE-0E68-4F7B-98D1-FBE67517F362}" dt="2024-08-23T15:32:07.297" v="1402" actId="478"/>
          <ac:cxnSpMkLst>
            <pc:docMk/>
            <pc:sldMk cId="2895298157" sldId="503"/>
            <ac:cxnSpMk id="10341" creationId="{F6BB174C-4420-43C2-9D03-4845B64FD8D5}"/>
          </ac:cxnSpMkLst>
        </pc:cxnChg>
        <pc:cxnChg chg="add mod">
          <ac:chgData name="LE FALHER, Martial" userId="4e18b825-4c81-4fdf-8616-10afe3723b47" providerId="ADAL" clId="{F2A235DE-0E68-4F7B-98D1-FBE67517F362}" dt="2024-08-23T07:28:25.519" v="444" actId="1076"/>
          <ac:cxnSpMkLst>
            <pc:docMk/>
            <pc:sldMk cId="2895298157" sldId="503"/>
            <ac:cxnSpMk id="10342" creationId="{11020E63-24E6-43E9-A97D-4F3C77A18540}"/>
          </ac:cxnSpMkLst>
        </pc:cxnChg>
        <pc:cxnChg chg="add mod">
          <ac:chgData name="LE FALHER, Martial" userId="4e18b825-4c81-4fdf-8616-10afe3723b47" providerId="ADAL" clId="{F2A235DE-0E68-4F7B-98D1-FBE67517F362}" dt="2024-08-23T15:32:41.503" v="1412" actId="1076"/>
          <ac:cxnSpMkLst>
            <pc:docMk/>
            <pc:sldMk cId="2895298157" sldId="503"/>
            <ac:cxnSpMk id="10346" creationId="{BACCFED0-1EBE-44EC-97D5-E583BB4FFC54}"/>
          </ac:cxnSpMkLst>
        </pc:cxnChg>
        <pc:cxnChg chg="add del mod">
          <ac:chgData name="LE FALHER, Martial" userId="4e18b825-4c81-4fdf-8616-10afe3723b47" providerId="ADAL" clId="{F2A235DE-0E68-4F7B-98D1-FBE67517F362}" dt="2024-08-23T15:33:34.229" v="1419" actId="478"/>
          <ac:cxnSpMkLst>
            <pc:docMk/>
            <pc:sldMk cId="2895298157" sldId="503"/>
            <ac:cxnSpMk id="10354" creationId="{61089E63-2184-41DA-A300-A9EC0A386C49}"/>
          </ac:cxnSpMkLst>
        </pc:cxnChg>
        <pc:cxnChg chg="add del mod">
          <ac:chgData name="LE FALHER, Martial" userId="4e18b825-4c81-4fdf-8616-10afe3723b47" providerId="ADAL" clId="{F2A235DE-0E68-4F7B-98D1-FBE67517F362}" dt="2024-08-23T15:33:46.011" v="1422" actId="478"/>
          <ac:cxnSpMkLst>
            <pc:docMk/>
            <pc:sldMk cId="2895298157" sldId="503"/>
            <ac:cxnSpMk id="10357" creationId="{47D7861A-0468-4A7A-8D39-D690C7B9307F}"/>
          </ac:cxnSpMkLst>
        </pc:cxnChg>
        <pc:cxnChg chg="add del mod">
          <ac:chgData name="LE FALHER, Martial" userId="4e18b825-4c81-4fdf-8616-10afe3723b47" providerId="ADAL" clId="{F2A235DE-0E68-4F7B-98D1-FBE67517F362}" dt="2024-08-23T15:35:37.017" v="1439" actId="478"/>
          <ac:cxnSpMkLst>
            <pc:docMk/>
            <pc:sldMk cId="2895298157" sldId="503"/>
            <ac:cxnSpMk id="10360" creationId="{F0B222A9-57B4-4A01-BCEE-ED4CBA70E386}"/>
          </ac:cxnSpMkLst>
        </pc:cxnChg>
        <pc:cxnChg chg="add mod">
          <ac:chgData name="LE FALHER, Martial" userId="4e18b825-4c81-4fdf-8616-10afe3723b47" providerId="ADAL" clId="{F2A235DE-0E68-4F7B-98D1-FBE67517F362}" dt="2024-08-23T15:37:25.402" v="1467" actId="14100"/>
          <ac:cxnSpMkLst>
            <pc:docMk/>
            <pc:sldMk cId="2895298157" sldId="503"/>
            <ac:cxnSpMk id="11265" creationId="{154DAA46-35FC-4518-A036-CDD311F98B63}"/>
          </ac:cxnSpMkLst>
        </pc:cxnChg>
        <pc:cxnChg chg="mod">
          <ac:chgData name="LE FALHER, Martial" userId="4e18b825-4c81-4fdf-8616-10afe3723b47" providerId="ADAL" clId="{F2A235DE-0E68-4F7B-98D1-FBE67517F362}" dt="2024-08-23T07:29:12.401" v="454" actId="1076"/>
          <ac:cxnSpMkLst>
            <pc:docMk/>
            <pc:sldMk cId="2895298157" sldId="503"/>
            <ac:cxnSpMk id="11269" creationId="{38A31FA6-FE16-4E5B-83B2-F6F6BAD1550E}"/>
          </ac:cxnSpMkLst>
        </pc:cxnChg>
        <pc:cxnChg chg="add del mod">
          <ac:chgData name="LE FALHER, Martial" userId="4e18b825-4c81-4fdf-8616-10afe3723b47" providerId="ADAL" clId="{F2A235DE-0E68-4F7B-98D1-FBE67517F362}" dt="2024-08-23T15:36:13.243" v="1447" actId="478"/>
          <ac:cxnSpMkLst>
            <pc:docMk/>
            <pc:sldMk cId="2895298157" sldId="503"/>
            <ac:cxnSpMk id="11270" creationId="{D199B5F3-72A6-449B-A4A2-386B39DAD251}"/>
          </ac:cxnSpMkLst>
        </pc:cxnChg>
        <pc:cxnChg chg="mod">
          <ac:chgData name="LE FALHER, Martial" userId="4e18b825-4c81-4fdf-8616-10afe3723b47" providerId="ADAL" clId="{F2A235DE-0E68-4F7B-98D1-FBE67517F362}" dt="2024-08-23T07:28:25.519" v="444" actId="1076"/>
          <ac:cxnSpMkLst>
            <pc:docMk/>
            <pc:sldMk cId="2895298157" sldId="503"/>
            <ac:cxnSpMk id="11271" creationId="{00000000-0000-0000-0000-000000000000}"/>
          </ac:cxnSpMkLst>
        </pc:cxnChg>
        <pc:cxnChg chg="add del mod">
          <ac:chgData name="LE FALHER, Martial" userId="4e18b825-4c81-4fdf-8616-10afe3723b47" providerId="ADAL" clId="{F2A235DE-0E68-4F7B-98D1-FBE67517F362}" dt="2024-08-23T07:31:45.695" v="489" actId="478"/>
          <ac:cxnSpMkLst>
            <pc:docMk/>
            <pc:sldMk cId="2895298157" sldId="503"/>
            <ac:cxnSpMk id="11272" creationId="{094B3D21-0CE8-4D66-8BEC-E39DF732CA27}"/>
          </ac:cxnSpMkLst>
        </pc:cxnChg>
        <pc:cxnChg chg="add mod">
          <ac:chgData name="LE FALHER, Martial" userId="4e18b825-4c81-4fdf-8616-10afe3723b47" providerId="ADAL" clId="{F2A235DE-0E68-4F7B-98D1-FBE67517F362}" dt="2024-08-23T15:36:43.936" v="1458" actId="1076"/>
          <ac:cxnSpMkLst>
            <pc:docMk/>
            <pc:sldMk cId="2895298157" sldId="503"/>
            <ac:cxnSpMk id="11273" creationId="{89A4D8B0-B37C-4409-BC59-5A4BE8071371}"/>
          </ac:cxnSpMkLst>
        </pc:cxnChg>
        <pc:cxnChg chg="add del mod">
          <ac:chgData name="LE FALHER, Martial" userId="4e18b825-4c81-4fdf-8616-10afe3723b47" providerId="ADAL" clId="{F2A235DE-0E68-4F7B-98D1-FBE67517F362}" dt="2024-08-23T15:35:51.442" v="1443" actId="478"/>
          <ac:cxnSpMkLst>
            <pc:docMk/>
            <pc:sldMk cId="2895298157" sldId="503"/>
            <ac:cxnSpMk id="11274" creationId="{964C46A1-CA69-44ED-8FD7-5DE884618EF9}"/>
          </ac:cxnSpMkLst>
        </pc:cxnChg>
        <pc:cxnChg chg="add del mod">
          <ac:chgData name="LE FALHER, Martial" userId="4e18b825-4c81-4fdf-8616-10afe3723b47" providerId="ADAL" clId="{F2A235DE-0E68-4F7B-98D1-FBE67517F362}" dt="2024-08-23T15:35:50.141" v="1442" actId="478"/>
          <ac:cxnSpMkLst>
            <pc:docMk/>
            <pc:sldMk cId="2895298157" sldId="503"/>
            <ac:cxnSpMk id="11276" creationId="{01802DE5-4319-4AF9-B6EC-5E8E8EBABF22}"/>
          </ac:cxnSpMkLst>
        </pc:cxnChg>
        <pc:cxnChg chg="add del mod">
          <ac:chgData name="LE FALHER, Martial" userId="4e18b825-4c81-4fdf-8616-10afe3723b47" providerId="ADAL" clId="{F2A235DE-0E68-4F7B-98D1-FBE67517F362}" dt="2024-08-23T15:35:48.882" v="1441" actId="478"/>
          <ac:cxnSpMkLst>
            <pc:docMk/>
            <pc:sldMk cId="2895298157" sldId="503"/>
            <ac:cxnSpMk id="11279" creationId="{832F1131-984E-4575-A422-F2EF9BA08182}"/>
          </ac:cxnSpMkLst>
        </pc:cxnChg>
        <pc:cxnChg chg="add del mod">
          <ac:chgData name="LE FALHER, Martial" userId="4e18b825-4c81-4fdf-8616-10afe3723b47" providerId="ADAL" clId="{F2A235DE-0E68-4F7B-98D1-FBE67517F362}" dt="2024-08-23T15:33:21.981" v="1418" actId="478"/>
          <ac:cxnSpMkLst>
            <pc:docMk/>
            <pc:sldMk cId="2895298157" sldId="503"/>
            <ac:cxnSpMk id="11283" creationId="{1F75067B-1353-4FF4-8E4E-1286652ABD5A}"/>
          </ac:cxnSpMkLst>
        </pc:cxnChg>
        <pc:cxnChg chg="add del mod">
          <ac:chgData name="LE FALHER, Martial" userId="4e18b825-4c81-4fdf-8616-10afe3723b47" providerId="ADAL" clId="{F2A235DE-0E68-4F7B-98D1-FBE67517F362}" dt="2024-08-23T15:06:06.682" v="1123" actId="478"/>
          <ac:cxnSpMkLst>
            <pc:docMk/>
            <pc:sldMk cId="2895298157" sldId="503"/>
            <ac:cxnSpMk id="11285" creationId="{8C5E8313-438D-4134-8880-9D10E51471BC}"/>
          </ac:cxnSpMkLst>
        </pc:cxnChg>
        <pc:cxnChg chg="add mod">
          <ac:chgData name="LE FALHER, Martial" userId="4e18b825-4c81-4fdf-8616-10afe3723b47" providerId="ADAL" clId="{F2A235DE-0E68-4F7B-98D1-FBE67517F362}" dt="2024-08-23T07:34:51.401" v="549" actId="1076"/>
          <ac:cxnSpMkLst>
            <pc:docMk/>
            <pc:sldMk cId="2895298157" sldId="503"/>
            <ac:cxnSpMk id="11288" creationId="{B6E0BB9D-AD42-43B5-B962-AAB14A1DF0C3}"/>
          </ac:cxnSpMkLst>
        </pc:cxnChg>
        <pc:cxnChg chg="add mod">
          <ac:chgData name="LE FALHER, Martial" userId="4e18b825-4c81-4fdf-8616-10afe3723b47" providerId="ADAL" clId="{F2A235DE-0E68-4F7B-98D1-FBE67517F362}" dt="2024-08-23T15:36:43.936" v="1458" actId="1076"/>
          <ac:cxnSpMkLst>
            <pc:docMk/>
            <pc:sldMk cId="2895298157" sldId="503"/>
            <ac:cxnSpMk id="11295" creationId="{5719E5C6-7A22-42A2-822F-C8C9A207B4B2}"/>
          </ac:cxnSpMkLst>
        </pc:cxnChg>
        <pc:cxnChg chg="add mod">
          <ac:chgData name="LE FALHER, Martial" userId="4e18b825-4c81-4fdf-8616-10afe3723b47" providerId="ADAL" clId="{F2A235DE-0E68-4F7B-98D1-FBE67517F362}" dt="2024-08-23T15:36:41.122" v="1457" actId="1076"/>
          <ac:cxnSpMkLst>
            <pc:docMk/>
            <pc:sldMk cId="2895298157" sldId="503"/>
            <ac:cxnSpMk id="11298" creationId="{785F4E89-15C6-4381-82B9-3D0E8B2BBD54}"/>
          </ac:cxnSpMkLst>
        </pc:cxnChg>
        <pc:cxnChg chg="add mod">
          <ac:chgData name="LE FALHER, Martial" userId="4e18b825-4c81-4fdf-8616-10afe3723b47" providerId="ADAL" clId="{F2A235DE-0E68-4F7B-98D1-FBE67517F362}" dt="2024-08-23T15:37:19.562" v="1466" actId="1076"/>
          <ac:cxnSpMkLst>
            <pc:docMk/>
            <pc:sldMk cId="2895298157" sldId="503"/>
            <ac:cxnSpMk id="11302" creationId="{78E39FE4-C789-4A66-B550-ADEC65B065F7}"/>
          </ac:cxnSpMkLst>
        </pc:cxnChg>
        <pc:cxnChg chg="add mod">
          <ac:chgData name="LE FALHER, Martial" userId="4e18b825-4c81-4fdf-8616-10afe3723b47" providerId="ADAL" clId="{F2A235DE-0E68-4F7B-98D1-FBE67517F362}" dt="2024-08-23T15:38:00.616" v="1476" actId="14100"/>
          <ac:cxnSpMkLst>
            <pc:docMk/>
            <pc:sldMk cId="2895298157" sldId="503"/>
            <ac:cxnSpMk id="11310" creationId="{3F16EB76-9B22-4E93-A197-0B8D88944900}"/>
          </ac:cxnSpMkLst>
        </pc:cxnChg>
        <pc:cxnChg chg="mod">
          <ac:chgData name="LE FALHER, Martial" userId="4e18b825-4c81-4fdf-8616-10afe3723b47" providerId="ADAL" clId="{F2A235DE-0E68-4F7B-98D1-FBE67517F362}" dt="2024-08-23T07:25:22.268" v="403" actId="1076"/>
          <ac:cxnSpMkLst>
            <pc:docMk/>
            <pc:sldMk cId="2895298157" sldId="503"/>
            <ac:cxnSpMk id="11311" creationId="{00000000-0000-0000-0000-000000000000}"/>
          </ac:cxnSpMkLst>
        </pc:cxnChg>
      </pc:sldChg>
      <pc:sldChg chg="delSp modSp">
        <pc:chgData name="LE FALHER, Martial" userId="4e18b825-4c81-4fdf-8616-10afe3723b47" providerId="ADAL" clId="{F2A235DE-0E68-4F7B-98D1-FBE67517F362}" dt="2024-08-22T14:40:08.607" v="31" actId="113"/>
        <pc:sldMkLst>
          <pc:docMk/>
          <pc:sldMk cId="2226592169" sldId="532"/>
        </pc:sldMkLst>
        <pc:spChg chg="del">
          <ac:chgData name="LE FALHER, Martial" userId="4e18b825-4c81-4fdf-8616-10afe3723b47" providerId="ADAL" clId="{F2A235DE-0E68-4F7B-98D1-FBE67517F362}" dt="2024-08-22T14:38:26.494" v="14" actId="478"/>
          <ac:spMkLst>
            <pc:docMk/>
            <pc:sldMk cId="2226592169" sldId="532"/>
            <ac:spMk id="3" creationId="{CD19F8C9-9CC1-134C-0F84-A06EF1C6EB47}"/>
          </ac:spMkLst>
        </pc:spChg>
        <pc:spChg chg="del">
          <ac:chgData name="LE FALHER, Martial" userId="4e18b825-4c81-4fdf-8616-10afe3723b47" providerId="ADAL" clId="{F2A235DE-0E68-4F7B-98D1-FBE67517F362}" dt="2024-08-22T14:38:26.494" v="14" actId="478"/>
          <ac:spMkLst>
            <pc:docMk/>
            <pc:sldMk cId="2226592169" sldId="532"/>
            <ac:spMk id="8" creationId="{143C8A91-0626-585C-67B1-10CD3847A2E1}"/>
          </ac:spMkLst>
        </pc:spChg>
        <pc:spChg chg="del">
          <ac:chgData name="LE FALHER, Martial" userId="4e18b825-4c81-4fdf-8616-10afe3723b47" providerId="ADAL" clId="{F2A235DE-0E68-4F7B-98D1-FBE67517F362}" dt="2024-08-22T14:38:26.494" v="14" actId="478"/>
          <ac:spMkLst>
            <pc:docMk/>
            <pc:sldMk cId="2226592169" sldId="532"/>
            <ac:spMk id="9" creationId="{649A8971-3503-21D4-F13B-97F7C9F04870}"/>
          </ac:spMkLst>
        </pc:spChg>
        <pc:spChg chg="del">
          <ac:chgData name="LE FALHER, Martial" userId="4e18b825-4c81-4fdf-8616-10afe3723b47" providerId="ADAL" clId="{F2A235DE-0E68-4F7B-98D1-FBE67517F362}" dt="2024-08-22T14:38:26.494" v="14" actId="478"/>
          <ac:spMkLst>
            <pc:docMk/>
            <pc:sldMk cId="2226592169" sldId="532"/>
            <ac:spMk id="11" creationId="{5FFEA92E-9E49-150E-BD3D-71559C5C1097}"/>
          </ac:spMkLst>
        </pc:spChg>
        <pc:spChg chg="del">
          <ac:chgData name="LE FALHER, Martial" userId="4e18b825-4c81-4fdf-8616-10afe3723b47" providerId="ADAL" clId="{F2A235DE-0E68-4F7B-98D1-FBE67517F362}" dt="2024-08-22T14:38:26.494" v="14" actId="478"/>
          <ac:spMkLst>
            <pc:docMk/>
            <pc:sldMk cId="2226592169" sldId="532"/>
            <ac:spMk id="13" creationId="{4F0CCC73-DF23-ECFC-A450-78E2406DC2F9}"/>
          </ac:spMkLst>
        </pc:spChg>
        <pc:spChg chg="del">
          <ac:chgData name="LE FALHER, Martial" userId="4e18b825-4c81-4fdf-8616-10afe3723b47" providerId="ADAL" clId="{F2A235DE-0E68-4F7B-98D1-FBE67517F362}" dt="2024-08-22T14:38:26.494" v="14" actId="478"/>
          <ac:spMkLst>
            <pc:docMk/>
            <pc:sldMk cId="2226592169" sldId="532"/>
            <ac:spMk id="14" creationId="{171546E9-3F31-69EA-3E24-C73DBC059619}"/>
          </ac:spMkLst>
        </pc:spChg>
        <pc:spChg chg="del">
          <ac:chgData name="LE FALHER, Martial" userId="4e18b825-4c81-4fdf-8616-10afe3723b47" providerId="ADAL" clId="{F2A235DE-0E68-4F7B-98D1-FBE67517F362}" dt="2024-08-22T14:38:26.494" v="14" actId="478"/>
          <ac:spMkLst>
            <pc:docMk/>
            <pc:sldMk cId="2226592169" sldId="532"/>
            <ac:spMk id="15" creationId="{655D98EC-0364-AFAF-7754-E6758EA9D5C3}"/>
          </ac:spMkLst>
        </pc:spChg>
        <pc:spChg chg="del">
          <ac:chgData name="LE FALHER, Martial" userId="4e18b825-4c81-4fdf-8616-10afe3723b47" providerId="ADAL" clId="{F2A235DE-0E68-4F7B-98D1-FBE67517F362}" dt="2024-08-22T14:38:26.494" v="14" actId="478"/>
          <ac:spMkLst>
            <pc:docMk/>
            <pc:sldMk cId="2226592169" sldId="532"/>
            <ac:spMk id="16" creationId="{DE89C724-3499-4161-BFFB-08899D244286}"/>
          </ac:spMkLst>
        </pc:spChg>
        <pc:spChg chg="del">
          <ac:chgData name="LE FALHER, Martial" userId="4e18b825-4c81-4fdf-8616-10afe3723b47" providerId="ADAL" clId="{F2A235DE-0E68-4F7B-98D1-FBE67517F362}" dt="2024-08-22T14:38:26.494" v="14" actId="478"/>
          <ac:spMkLst>
            <pc:docMk/>
            <pc:sldMk cId="2226592169" sldId="532"/>
            <ac:spMk id="17" creationId="{CE8AEA9B-2F85-F99A-F29E-FFA7E9C03C8E}"/>
          </ac:spMkLst>
        </pc:spChg>
        <pc:spChg chg="del">
          <ac:chgData name="LE FALHER, Martial" userId="4e18b825-4c81-4fdf-8616-10afe3723b47" providerId="ADAL" clId="{F2A235DE-0E68-4F7B-98D1-FBE67517F362}" dt="2024-08-22T14:38:26.494" v="14" actId="478"/>
          <ac:spMkLst>
            <pc:docMk/>
            <pc:sldMk cId="2226592169" sldId="532"/>
            <ac:spMk id="18" creationId="{30E36B8A-4A7E-A292-88BD-72447D9D6E27}"/>
          </ac:spMkLst>
        </pc:spChg>
        <pc:spChg chg="del">
          <ac:chgData name="LE FALHER, Martial" userId="4e18b825-4c81-4fdf-8616-10afe3723b47" providerId="ADAL" clId="{F2A235DE-0E68-4F7B-98D1-FBE67517F362}" dt="2024-08-22T14:38:26.494" v="14" actId="478"/>
          <ac:spMkLst>
            <pc:docMk/>
            <pc:sldMk cId="2226592169" sldId="532"/>
            <ac:spMk id="20" creationId="{812889F0-B7FA-F462-E622-5BD292AEDB0E}"/>
          </ac:spMkLst>
        </pc:spChg>
        <pc:spChg chg="del">
          <ac:chgData name="LE FALHER, Martial" userId="4e18b825-4c81-4fdf-8616-10afe3723b47" providerId="ADAL" clId="{F2A235DE-0E68-4F7B-98D1-FBE67517F362}" dt="2024-08-22T14:38:26.494" v="14" actId="478"/>
          <ac:spMkLst>
            <pc:docMk/>
            <pc:sldMk cId="2226592169" sldId="532"/>
            <ac:spMk id="22" creationId="{052FF0ED-666F-4ABB-631D-2EA4151ABA2A}"/>
          </ac:spMkLst>
        </pc:spChg>
        <pc:spChg chg="mod">
          <ac:chgData name="LE FALHER, Martial" userId="4e18b825-4c81-4fdf-8616-10afe3723b47" providerId="ADAL" clId="{F2A235DE-0E68-4F7B-98D1-FBE67517F362}" dt="2024-08-22T14:39:01.064" v="20" actId="20577"/>
          <ac:spMkLst>
            <pc:docMk/>
            <pc:sldMk cId="2226592169" sldId="532"/>
            <ac:spMk id="84" creationId="{00000000-0000-0000-0000-000000000000}"/>
          </ac:spMkLst>
        </pc:spChg>
        <pc:spChg chg="mod">
          <ac:chgData name="LE FALHER, Martial" userId="4e18b825-4c81-4fdf-8616-10afe3723b47" providerId="ADAL" clId="{F2A235DE-0E68-4F7B-98D1-FBE67517F362}" dt="2024-08-22T14:38:59.039" v="19" actId="20577"/>
          <ac:spMkLst>
            <pc:docMk/>
            <pc:sldMk cId="2226592169" sldId="532"/>
            <ac:spMk id="89" creationId="{00000000-0000-0000-0000-000000000000}"/>
          </ac:spMkLst>
        </pc:spChg>
        <pc:spChg chg="mod">
          <ac:chgData name="LE FALHER, Martial" userId="4e18b825-4c81-4fdf-8616-10afe3723b47" providerId="ADAL" clId="{F2A235DE-0E68-4F7B-98D1-FBE67517F362}" dt="2024-08-22T14:38:47.112" v="15" actId="20577"/>
          <ac:spMkLst>
            <pc:docMk/>
            <pc:sldMk cId="2226592169" sldId="532"/>
            <ac:spMk id="90" creationId="{00000000-0000-0000-0000-000000000000}"/>
          </ac:spMkLst>
        </pc:spChg>
        <pc:spChg chg="mod">
          <ac:chgData name="LE FALHER, Martial" userId="4e18b825-4c81-4fdf-8616-10afe3723b47" providerId="ADAL" clId="{F2A235DE-0E68-4F7B-98D1-FBE67517F362}" dt="2024-08-22T14:39:03.249" v="21" actId="20577"/>
          <ac:spMkLst>
            <pc:docMk/>
            <pc:sldMk cId="2226592169" sldId="532"/>
            <ac:spMk id="99" creationId="{00000000-0000-0000-0000-000000000000}"/>
          </ac:spMkLst>
        </pc:spChg>
        <pc:spChg chg="mod">
          <ac:chgData name="LE FALHER, Martial" userId="4e18b825-4c81-4fdf-8616-10afe3723b47" providerId="ADAL" clId="{F2A235DE-0E68-4F7B-98D1-FBE67517F362}" dt="2024-08-22T14:39:09.074" v="23" actId="20577"/>
          <ac:spMkLst>
            <pc:docMk/>
            <pc:sldMk cId="2226592169" sldId="532"/>
            <ac:spMk id="106" creationId="{00000000-0000-0000-0000-000000000000}"/>
          </ac:spMkLst>
        </pc:spChg>
        <pc:spChg chg="mod">
          <ac:chgData name="LE FALHER, Martial" userId="4e18b825-4c81-4fdf-8616-10afe3723b47" providerId="ADAL" clId="{F2A235DE-0E68-4F7B-98D1-FBE67517F362}" dt="2024-08-22T14:39:51.178" v="28" actId="207"/>
          <ac:spMkLst>
            <pc:docMk/>
            <pc:sldMk cId="2226592169" sldId="532"/>
            <ac:spMk id="109" creationId="{00000000-0000-0000-0000-000000000000}"/>
          </ac:spMkLst>
        </pc:spChg>
        <pc:spChg chg="mod">
          <ac:chgData name="LE FALHER, Martial" userId="4e18b825-4c81-4fdf-8616-10afe3723b47" providerId="ADAL" clId="{F2A235DE-0E68-4F7B-98D1-FBE67517F362}" dt="2024-08-22T14:39:10.990" v="24" actId="20577"/>
          <ac:spMkLst>
            <pc:docMk/>
            <pc:sldMk cId="2226592169" sldId="532"/>
            <ac:spMk id="117" creationId="{00000000-0000-0000-0000-000000000000}"/>
          </ac:spMkLst>
        </pc:spChg>
        <pc:spChg chg="mod">
          <ac:chgData name="LE FALHER, Martial" userId="4e18b825-4c81-4fdf-8616-10afe3723b47" providerId="ADAL" clId="{F2A235DE-0E68-4F7B-98D1-FBE67517F362}" dt="2024-08-22T14:39:12.928" v="25" actId="20577"/>
          <ac:spMkLst>
            <pc:docMk/>
            <pc:sldMk cId="2226592169" sldId="532"/>
            <ac:spMk id="118" creationId="{00000000-0000-0000-0000-000000000000}"/>
          </ac:spMkLst>
        </pc:spChg>
        <pc:spChg chg="mod">
          <ac:chgData name="LE FALHER, Martial" userId="4e18b825-4c81-4fdf-8616-10afe3723b47" providerId="ADAL" clId="{F2A235DE-0E68-4F7B-98D1-FBE67517F362}" dt="2024-08-22T14:38:56.787" v="18" actId="20577"/>
          <ac:spMkLst>
            <pc:docMk/>
            <pc:sldMk cId="2226592169" sldId="532"/>
            <ac:spMk id="175" creationId="{00000000-0000-0000-0000-000000000000}"/>
          </ac:spMkLst>
        </pc:spChg>
        <pc:spChg chg="mod">
          <ac:chgData name="LE FALHER, Martial" userId="4e18b825-4c81-4fdf-8616-10afe3723b47" providerId="ADAL" clId="{F2A235DE-0E68-4F7B-98D1-FBE67517F362}" dt="2024-08-22T14:39:57.587" v="29" actId="113"/>
          <ac:spMkLst>
            <pc:docMk/>
            <pc:sldMk cId="2226592169" sldId="532"/>
            <ac:spMk id="185" creationId="{00000000-0000-0000-0000-000000000000}"/>
          </ac:spMkLst>
        </pc:spChg>
        <pc:spChg chg="mod">
          <ac:chgData name="LE FALHER, Martial" userId="4e18b825-4c81-4fdf-8616-10afe3723b47" providerId="ADAL" clId="{F2A235DE-0E68-4F7B-98D1-FBE67517F362}" dt="2024-08-22T14:40:08.607" v="31" actId="113"/>
          <ac:spMkLst>
            <pc:docMk/>
            <pc:sldMk cId="2226592169" sldId="532"/>
            <ac:spMk id="198" creationId="{00000000-0000-0000-0000-000000000000}"/>
          </ac:spMkLst>
        </pc:spChg>
        <pc:spChg chg="mod">
          <ac:chgData name="LE FALHER, Martial" userId="4e18b825-4c81-4fdf-8616-10afe3723b47" providerId="ADAL" clId="{F2A235DE-0E68-4F7B-98D1-FBE67517F362}" dt="2024-08-22T14:39:17.653" v="27" actId="20577"/>
          <ac:spMkLst>
            <pc:docMk/>
            <pc:sldMk cId="2226592169" sldId="532"/>
            <ac:spMk id="222" creationId="{00000000-0000-0000-0000-000000000000}"/>
          </ac:spMkLst>
        </pc:spChg>
        <pc:spChg chg="mod">
          <ac:chgData name="LE FALHER, Martial" userId="4e18b825-4c81-4fdf-8616-10afe3723b47" providerId="ADAL" clId="{F2A235DE-0E68-4F7B-98D1-FBE67517F362}" dt="2024-08-22T14:40:04.174" v="30" actId="113"/>
          <ac:spMkLst>
            <pc:docMk/>
            <pc:sldMk cId="2226592169" sldId="532"/>
            <ac:spMk id="243" creationId="{00000000-0000-0000-0000-000000000000}"/>
          </ac:spMkLst>
        </pc:spChg>
      </pc:sldChg>
      <pc:sldChg chg="modSp">
        <pc:chgData name="LE FALHER, Martial" userId="4e18b825-4c81-4fdf-8616-10afe3723b47" providerId="ADAL" clId="{F2A235DE-0E68-4F7B-98D1-FBE67517F362}" dt="2024-08-22T14:38:01.341" v="13" actId="20577"/>
        <pc:sldMkLst>
          <pc:docMk/>
          <pc:sldMk cId="160414522" sldId="533"/>
        </pc:sldMkLst>
        <pc:spChg chg="mod">
          <ac:chgData name="LE FALHER, Martial" userId="4e18b825-4c81-4fdf-8616-10afe3723b47" providerId="ADAL" clId="{F2A235DE-0E68-4F7B-98D1-FBE67517F362}" dt="2024-08-22T14:36:42.414" v="2" actId="20577"/>
          <ac:spMkLst>
            <pc:docMk/>
            <pc:sldMk cId="160414522" sldId="533"/>
            <ac:spMk id="84" creationId="{00000000-0000-0000-0000-000000000000}"/>
          </ac:spMkLst>
        </pc:spChg>
        <pc:spChg chg="mod">
          <ac:chgData name="LE FALHER, Martial" userId="4e18b825-4c81-4fdf-8616-10afe3723b47" providerId="ADAL" clId="{F2A235DE-0E68-4F7B-98D1-FBE67517F362}" dt="2024-08-22T14:36:44.752" v="3" actId="20577"/>
          <ac:spMkLst>
            <pc:docMk/>
            <pc:sldMk cId="160414522" sldId="533"/>
            <ac:spMk id="89" creationId="{00000000-0000-0000-0000-000000000000}"/>
          </ac:spMkLst>
        </pc:spChg>
        <pc:spChg chg="mod">
          <ac:chgData name="LE FALHER, Martial" userId="4e18b825-4c81-4fdf-8616-10afe3723b47" providerId="ADAL" clId="{F2A235DE-0E68-4F7B-98D1-FBE67517F362}" dt="2024-08-22T14:36:52.296" v="4" actId="20577"/>
          <ac:spMkLst>
            <pc:docMk/>
            <pc:sldMk cId="160414522" sldId="533"/>
            <ac:spMk id="99" creationId="{00000000-0000-0000-0000-000000000000}"/>
          </ac:spMkLst>
        </pc:spChg>
        <pc:spChg chg="mod">
          <ac:chgData name="LE FALHER, Martial" userId="4e18b825-4c81-4fdf-8616-10afe3723b47" providerId="ADAL" clId="{F2A235DE-0E68-4F7B-98D1-FBE67517F362}" dt="2024-08-22T14:37:00.012" v="7" actId="20577"/>
          <ac:spMkLst>
            <pc:docMk/>
            <pc:sldMk cId="160414522" sldId="533"/>
            <ac:spMk id="106" creationId="{00000000-0000-0000-0000-000000000000}"/>
          </ac:spMkLst>
        </pc:spChg>
        <pc:spChg chg="mod">
          <ac:chgData name="LE FALHER, Martial" userId="4e18b825-4c81-4fdf-8616-10afe3723b47" providerId="ADAL" clId="{F2A235DE-0E68-4F7B-98D1-FBE67517F362}" dt="2024-08-22T14:36:55.173" v="5" actId="20577"/>
          <ac:spMkLst>
            <pc:docMk/>
            <pc:sldMk cId="160414522" sldId="533"/>
            <ac:spMk id="109" creationId="{00000000-0000-0000-0000-000000000000}"/>
          </ac:spMkLst>
        </pc:spChg>
        <pc:spChg chg="mod">
          <ac:chgData name="LE FALHER, Martial" userId="4e18b825-4c81-4fdf-8616-10afe3723b47" providerId="ADAL" clId="{F2A235DE-0E68-4F7B-98D1-FBE67517F362}" dt="2024-08-22T14:37:03.365" v="8" actId="20577"/>
          <ac:spMkLst>
            <pc:docMk/>
            <pc:sldMk cId="160414522" sldId="533"/>
            <ac:spMk id="117" creationId="{00000000-0000-0000-0000-000000000000}"/>
          </ac:spMkLst>
        </pc:spChg>
        <pc:spChg chg="mod">
          <ac:chgData name="LE FALHER, Martial" userId="4e18b825-4c81-4fdf-8616-10afe3723b47" providerId="ADAL" clId="{F2A235DE-0E68-4F7B-98D1-FBE67517F362}" dt="2024-08-22T14:37:05.452" v="9" actId="20577"/>
          <ac:spMkLst>
            <pc:docMk/>
            <pc:sldMk cId="160414522" sldId="533"/>
            <ac:spMk id="118" creationId="{00000000-0000-0000-0000-000000000000}"/>
          </ac:spMkLst>
        </pc:spChg>
        <pc:spChg chg="mod">
          <ac:chgData name="LE FALHER, Martial" userId="4e18b825-4c81-4fdf-8616-10afe3723b47" providerId="ADAL" clId="{F2A235DE-0E68-4F7B-98D1-FBE67517F362}" dt="2024-08-22T14:36:38.926" v="1" actId="20577"/>
          <ac:spMkLst>
            <pc:docMk/>
            <pc:sldMk cId="160414522" sldId="533"/>
            <ac:spMk id="175" creationId="{00000000-0000-0000-0000-000000000000}"/>
          </ac:spMkLst>
        </pc:spChg>
        <pc:spChg chg="mod">
          <ac:chgData name="LE FALHER, Martial" userId="4e18b825-4c81-4fdf-8616-10afe3723b47" providerId="ADAL" clId="{F2A235DE-0E68-4F7B-98D1-FBE67517F362}" dt="2024-08-22T14:36:35.375" v="0" actId="20577"/>
          <ac:spMkLst>
            <pc:docMk/>
            <pc:sldMk cId="160414522" sldId="533"/>
            <ac:spMk id="185" creationId="{00000000-0000-0000-0000-000000000000}"/>
          </ac:spMkLst>
        </pc:spChg>
        <pc:spChg chg="mod">
          <ac:chgData name="LE FALHER, Martial" userId="4e18b825-4c81-4fdf-8616-10afe3723b47" providerId="ADAL" clId="{F2A235DE-0E68-4F7B-98D1-FBE67517F362}" dt="2024-08-22T14:38:01.341" v="13" actId="20577"/>
          <ac:spMkLst>
            <pc:docMk/>
            <pc:sldMk cId="160414522" sldId="533"/>
            <ac:spMk id="198" creationId="{00000000-0000-0000-0000-000000000000}"/>
          </ac:spMkLst>
        </pc:spChg>
        <pc:spChg chg="mod">
          <ac:chgData name="LE FALHER, Martial" userId="4e18b825-4c81-4fdf-8616-10afe3723b47" providerId="ADAL" clId="{F2A235DE-0E68-4F7B-98D1-FBE67517F362}" dt="2024-08-22T14:37:10.607" v="11" actId="20577"/>
          <ac:spMkLst>
            <pc:docMk/>
            <pc:sldMk cId="160414522" sldId="533"/>
            <ac:spMk id="222" creationId="{00000000-0000-0000-0000-000000000000}"/>
          </ac:spMkLst>
        </pc:spChg>
        <pc:spChg chg="mod">
          <ac:chgData name="LE FALHER, Martial" userId="4e18b825-4c81-4fdf-8616-10afe3723b47" providerId="ADAL" clId="{F2A235DE-0E68-4F7B-98D1-FBE67517F362}" dt="2024-08-22T14:37:07.911" v="10" actId="20577"/>
          <ac:spMkLst>
            <pc:docMk/>
            <pc:sldMk cId="160414522" sldId="533"/>
            <ac:spMk id="243" creationId="{00000000-0000-0000-0000-000000000000}"/>
          </ac:spMkLst>
        </pc:spChg>
      </pc:sldChg>
      <pc:sldChg chg="delSp modSp">
        <pc:chgData name="LE FALHER, Martial" userId="4e18b825-4c81-4fdf-8616-10afe3723b47" providerId="ADAL" clId="{F2A235DE-0E68-4F7B-98D1-FBE67517F362}" dt="2024-08-22T14:43:53.061" v="80" actId="113"/>
        <pc:sldMkLst>
          <pc:docMk/>
          <pc:sldMk cId="457161382" sldId="554"/>
        </pc:sldMkLst>
        <pc:spChg chg="mod">
          <ac:chgData name="LE FALHER, Martial" userId="4e18b825-4c81-4fdf-8616-10afe3723b47" providerId="ADAL" clId="{F2A235DE-0E68-4F7B-98D1-FBE67517F362}" dt="2024-08-22T14:43:46.636" v="78" actId="113"/>
          <ac:spMkLst>
            <pc:docMk/>
            <pc:sldMk cId="457161382" sldId="554"/>
            <ac:spMk id="11" creationId="{7C17A21C-A0C7-8B90-137A-924B71725CD9}"/>
          </ac:spMkLst>
        </pc:spChg>
        <pc:spChg chg="del">
          <ac:chgData name="LE FALHER, Martial" userId="4e18b825-4c81-4fdf-8616-10afe3723b47" providerId="ADAL" clId="{F2A235DE-0E68-4F7B-98D1-FBE67517F362}" dt="2024-08-22T14:40:34.387" v="32" actId="478"/>
          <ac:spMkLst>
            <pc:docMk/>
            <pc:sldMk cId="457161382" sldId="554"/>
            <ac:spMk id="17" creationId="{AA0EECB0-41BD-98E4-823C-E1E00447ACCD}"/>
          </ac:spMkLst>
        </pc:spChg>
        <pc:spChg chg="del">
          <ac:chgData name="LE FALHER, Martial" userId="4e18b825-4c81-4fdf-8616-10afe3723b47" providerId="ADAL" clId="{F2A235DE-0E68-4F7B-98D1-FBE67517F362}" dt="2024-08-22T14:40:34.387" v="32" actId="478"/>
          <ac:spMkLst>
            <pc:docMk/>
            <pc:sldMk cId="457161382" sldId="554"/>
            <ac:spMk id="20" creationId="{C01D1C85-A9B8-2AAE-55A9-10DDADA763D8}"/>
          </ac:spMkLst>
        </pc:spChg>
        <pc:spChg chg="del">
          <ac:chgData name="LE FALHER, Martial" userId="4e18b825-4c81-4fdf-8616-10afe3723b47" providerId="ADAL" clId="{F2A235DE-0E68-4F7B-98D1-FBE67517F362}" dt="2024-08-22T14:40:34.387" v="32" actId="478"/>
          <ac:spMkLst>
            <pc:docMk/>
            <pc:sldMk cId="457161382" sldId="554"/>
            <ac:spMk id="21" creationId="{FF023C46-BD78-542D-EE49-D97BF1C0E6CB}"/>
          </ac:spMkLst>
        </pc:spChg>
        <pc:spChg chg="del">
          <ac:chgData name="LE FALHER, Martial" userId="4e18b825-4c81-4fdf-8616-10afe3723b47" providerId="ADAL" clId="{F2A235DE-0E68-4F7B-98D1-FBE67517F362}" dt="2024-08-22T14:40:34.387" v="32" actId="478"/>
          <ac:spMkLst>
            <pc:docMk/>
            <pc:sldMk cId="457161382" sldId="554"/>
            <ac:spMk id="22" creationId="{12AD7C18-4222-9CED-B778-4451B9B28562}"/>
          </ac:spMkLst>
        </pc:spChg>
        <pc:spChg chg="del">
          <ac:chgData name="LE FALHER, Martial" userId="4e18b825-4c81-4fdf-8616-10afe3723b47" providerId="ADAL" clId="{F2A235DE-0E68-4F7B-98D1-FBE67517F362}" dt="2024-08-22T14:40:34.387" v="32" actId="478"/>
          <ac:spMkLst>
            <pc:docMk/>
            <pc:sldMk cId="457161382" sldId="554"/>
            <ac:spMk id="39" creationId="{FD82A9B9-5060-6F3A-2880-E4A9FFF3E13A}"/>
          </ac:spMkLst>
        </pc:spChg>
        <pc:spChg chg="del">
          <ac:chgData name="LE FALHER, Martial" userId="4e18b825-4c81-4fdf-8616-10afe3723b47" providerId="ADAL" clId="{F2A235DE-0E68-4F7B-98D1-FBE67517F362}" dt="2024-08-22T14:40:34.387" v="32" actId="478"/>
          <ac:spMkLst>
            <pc:docMk/>
            <pc:sldMk cId="457161382" sldId="554"/>
            <ac:spMk id="40" creationId="{BC4CA32D-3B73-06C8-CCFB-2E7AFE36514D}"/>
          </ac:spMkLst>
        </pc:spChg>
        <pc:spChg chg="del">
          <ac:chgData name="LE FALHER, Martial" userId="4e18b825-4c81-4fdf-8616-10afe3723b47" providerId="ADAL" clId="{F2A235DE-0E68-4F7B-98D1-FBE67517F362}" dt="2024-08-22T14:40:34.387" v="32" actId="478"/>
          <ac:spMkLst>
            <pc:docMk/>
            <pc:sldMk cId="457161382" sldId="554"/>
            <ac:spMk id="41" creationId="{A698B2C2-CD8E-92DD-706C-E9203E71E587}"/>
          </ac:spMkLst>
        </pc:spChg>
        <pc:spChg chg="del">
          <ac:chgData name="LE FALHER, Martial" userId="4e18b825-4c81-4fdf-8616-10afe3723b47" providerId="ADAL" clId="{F2A235DE-0E68-4F7B-98D1-FBE67517F362}" dt="2024-08-22T14:40:34.387" v="32" actId="478"/>
          <ac:spMkLst>
            <pc:docMk/>
            <pc:sldMk cId="457161382" sldId="554"/>
            <ac:spMk id="42" creationId="{F331AB63-0845-9A7F-D941-CC9BE26E987E}"/>
          </ac:spMkLst>
        </pc:spChg>
        <pc:spChg chg="del">
          <ac:chgData name="LE FALHER, Martial" userId="4e18b825-4c81-4fdf-8616-10afe3723b47" providerId="ADAL" clId="{F2A235DE-0E68-4F7B-98D1-FBE67517F362}" dt="2024-08-22T14:40:34.387" v="32" actId="478"/>
          <ac:spMkLst>
            <pc:docMk/>
            <pc:sldMk cId="457161382" sldId="554"/>
            <ac:spMk id="44" creationId="{15E73B74-BEFE-AE2D-ABF5-BBAFBC31FAB5}"/>
          </ac:spMkLst>
        </pc:spChg>
        <pc:spChg chg="del">
          <ac:chgData name="LE FALHER, Martial" userId="4e18b825-4c81-4fdf-8616-10afe3723b47" providerId="ADAL" clId="{F2A235DE-0E68-4F7B-98D1-FBE67517F362}" dt="2024-08-22T14:40:34.387" v="32" actId="478"/>
          <ac:spMkLst>
            <pc:docMk/>
            <pc:sldMk cId="457161382" sldId="554"/>
            <ac:spMk id="45" creationId="{72CFBAD0-11C7-884E-5663-028BA7A6FE35}"/>
          </ac:spMkLst>
        </pc:spChg>
        <pc:spChg chg="del">
          <ac:chgData name="LE FALHER, Martial" userId="4e18b825-4c81-4fdf-8616-10afe3723b47" providerId="ADAL" clId="{F2A235DE-0E68-4F7B-98D1-FBE67517F362}" dt="2024-08-22T14:40:34.387" v="32" actId="478"/>
          <ac:spMkLst>
            <pc:docMk/>
            <pc:sldMk cId="457161382" sldId="554"/>
            <ac:spMk id="47" creationId="{54304364-7D46-102D-A463-660E24EFD92C}"/>
          </ac:spMkLst>
        </pc:spChg>
        <pc:spChg chg="del">
          <ac:chgData name="LE FALHER, Martial" userId="4e18b825-4c81-4fdf-8616-10afe3723b47" providerId="ADAL" clId="{F2A235DE-0E68-4F7B-98D1-FBE67517F362}" dt="2024-08-22T14:40:34.387" v="32" actId="478"/>
          <ac:spMkLst>
            <pc:docMk/>
            <pc:sldMk cId="457161382" sldId="554"/>
            <ac:spMk id="50" creationId="{F6EC7B63-B828-05E9-F04C-83231609AC4D}"/>
          </ac:spMkLst>
        </pc:spChg>
        <pc:spChg chg="del">
          <ac:chgData name="LE FALHER, Martial" userId="4e18b825-4c81-4fdf-8616-10afe3723b47" providerId="ADAL" clId="{F2A235DE-0E68-4F7B-98D1-FBE67517F362}" dt="2024-08-22T14:40:34.387" v="32" actId="478"/>
          <ac:spMkLst>
            <pc:docMk/>
            <pc:sldMk cId="457161382" sldId="554"/>
            <ac:spMk id="52" creationId="{5EFFAFE6-6876-5EFE-419C-BEB57947EFF8}"/>
          </ac:spMkLst>
        </pc:spChg>
        <pc:spChg chg="del">
          <ac:chgData name="LE FALHER, Martial" userId="4e18b825-4c81-4fdf-8616-10afe3723b47" providerId="ADAL" clId="{F2A235DE-0E68-4F7B-98D1-FBE67517F362}" dt="2024-08-22T14:40:34.387" v="32" actId="478"/>
          <ac:spMkLst>
            <pc:docMk/>
            <pc:sldMk cId="457161382" sldId="554"/>
            <ac:spMk id="57" creationId="{03B3C18C-0478-8CB4-D9A0-4FA60FD49C77}"/>
          </ac:spMkLst>
        </pc:spChg>
        <pc:spChg chg="mod">
          <ac:chgData name="LE FALHER, Martial" userId="4e18b825-4c81-4fdf-8616-10afe3723b47" providerId="ADAL" clId="{F2A235DE-0E68-4F7B-98D1-FBE67517F362}" dt="2024-08-22T14:42:43.898" v="56" actId="207"/>
          <ac:spMkLst>
            <pc:docMk/>
            <pc:sldMk cId="457161382" sldId="554"/>
            <ac:spMk id="63" creationId="{00000000-0000-0000-0000-000000000000}"/>
          </ac:spMkLst>
        </pc:spChg>
        <pc:spChg chg="mod">
          <ac:chgData name="LE FALHER, Martial" userId="4e18b825-4c81-4fdf-8616-10afe3723b47" providerId="ADAL" clId="{F2A235DE-0E68-4F7B-98D1-FBE67517F362}" dt="2024-08-22T14:43:00.976" v="64" actId="113"/>
          <ac:spMkLst>
            <pc:docMk/>
            <pc:sldMk cId="457161382" sldId="554"/>
            <ac:spMk id="68" creationId="{00000000-0000-0000-0000-000000000000}"/>
          </ac:spMkLst>
        </pc:spChg>
        <pc:spChg chg="mod">
          <ac:chgData name="LE FALHER, Martial" userId="4e18b825-4c81-4fdf-8616-10afe3723b47" providerId="ADAL" clId="{F2A235DE-0E68-4F7B-98D1-FBE67517F362}" dt="2024-08-22T14:42:34.888" v="52" actId="207"/>
          <ac:spMkLst>
            <pc:docMk/>
            <pc:sldMk cId="457161382" sldId="554"/>
            <ac:spMk id="73" creationId="{00000000-0000-0000-0000-000000000000}"/>
          </ac:spMkLst>
        </pc:spChg>
        <pc:spChg chg="mod">
          <ac:chgData name="LE FALHER, Martial" userId="4e18b825-4c81-4fdf-8616-10afe3723b47" providerId="ADAL" clId="{F2A235DE-0E68-4F7B-98D1-FBE67517F362}" dt="2024-08-22T14:42:39.034" v="54" actId="113"/>
          <ac:spMkLst>
            <pc:docMk/>
            <pc:sldMk cId="457161382" sldId="554"/>
            <ac:spMk id="78" creationId="{00000000-0000-0000-0000-000000000000}"/>
          </ac:spMkLst>
        </pc:spChg>
        <pc:spChg chg="mod">
          <ac:chgData name="LE FALHER, Martial" userId="4e18b825-4c81-4fdf-8616-10afe3723b47" providerId="ADAL" clId="{F2A235DE-0E68-4F7B-98D1-FBE67517F362}" dt="2024-08-22T14:43:24.139" v="72" actId="113"/>
          <ac:spMkLst>
            <pc:docMk/>
            <pc:sldMk cId="457161382" sldId="554"/>
            <ac:spMk id="84" creationId="{00000000-0000-0000-0000-000000000000}"/>
          </ac:spMkLst>
        </pc:spChg>
        <pc:spChg chg="mod">
          <ac:chgData name="LE FALHER, Martial" userId="4e18b825-4c81-4fdf-8616-10afe3723b47" providerId="ADAL" clId="{F2A235DE-0E68-4F7B-98D1-FBE67517F362}" dt="2024-08-22T14:42:56.991" v="62" actId="113"/>
          <ac:spMkLst>
            <pc:docMk/>
            <pc:sldMk cId="457161382" sldId="554"/>
            <ac:spMk id="92" creationId="{00000000-0000-0000-0000-000000000000}"/>
          </ac:spMkLst>
        </pc:spChg>
        <pc:spChg chg="mod">
          <ac:chgData name="LE FALHER, Martial" userId="4e18b825-4c81-4fdf-8616-10afe3723b47" providerId="ADAL" clId="{F2A235DE-0E68-4F7B-98D1-FBE67517F362}" dt="2024-08-22T14:43:10.918" v="68" actId="113"/>
          <ac:spMkLst>
            <pc:docMk/>
            <pc:sldMk cId="457161382" sldId="554"/>
            <ac:spMk id="94" creationId="{00000000-0000-0000-0000-000000000000}"/>
          </ac:spMkLst>
        </pc:spChg>
        <pc:spChg chg="mod">
          <ac:chgData name="LE FALHER, Martial" userId="4e18b825-4c81-4fdf-8616-10afe3723b47" providerId="ADAL" clId="{F2A235DE-0E68-4F7B-98D1-FBE67517F362}" dt="2024-08-22T14:42:53.247" v="60" actId="113"/>
          <ac:spMkLst>
            <pc:docMk/>
            <pc:sldMk cId="457161382" sldId="554"/>
            <ac:spMk id="104" creationId="{00000000-0000-0000-0000-000000000000}"/>
          </ac:spMkLst>
        </pc:spChg>
        <pc:spChg chg="mod">
          <ac:chgData name="LE FALHER, Martial" userId="4e18b825-4c81-4fdf-8616-10afe3723b47" providerId="ADAL" clId="{F2A235DE-0E68-4F7B-98D1-FBE67517F362}" dt="2024-08-22T14:43:07.025" v="66" actId="113"/>
          <ac:spMkLst>
            <pc:docMk/>
            <pc:sldMk cId="457161382" sldId="554"/>
            <ac:spMk id="107" creationId="{00000000-0000-0000-0000-000000000000}"/>
          </ac:spMkLst>
        </pc:spChg>
        <pc:spChg chg="mod">
          <ac:chgData name="LE FALHER, Martial" userId="4e18b825-4c81-4fdf-8616-10afe3723b47" providerId="ADAL" clId="{F2A235DE-0E68-4F7B-98D1-FBE67517F362}" dt="2024-08-22T14:43:15.491" v="70" actId="113"/>
          <ac:spMkLst>
            <pc:docMk/>
            <pc:sldMk cId="457161382" sldId="554"/>
            <ac:spMk id="163" creationId="{00000000-0000-0000-0000-000000000000}"/>
          </ac:spMkLst>
        </pc:spChg>
        <pc:spChg chg="mod">
          <ac:chgData name="LE FALHER, Martial" userId="4e18b825-4c81-4fdf-8616-10afe3723b47" providerId="ADAL" clId="{F2A235DE-0E68-4F7B-98D1-FBE67517F362}" dt="2024-08-22T14:43:53.061" v="80" actId="113"/>
          <ac:spMkLst>
            <pc:docMk/>
            <pc:sldMk cId="457161382" sldId="554"/>
            <ac:spMk id="165" creationId="{00000000-0000-0000-0000-000000000000}"/>
          </ac:spMkLst>
        </pc:spChg>
        <pc:spChg chg="mod">
          <ac:chgData name="LE FALHER, Martial" userId="4e18b825-4c81-4fdf-8616-10afe3723b47" providerId="ADAL" clId="{F2A235DE-0E68-4F7B-98D1-FBE67517F362}" dt="2024-08-22T14:43:34.934" v="76" actId="113"/>
          <ac:spMkLst>
            <pc:docMk/>
            <pc:sldMk cId="457161382" sldId="554"/>
            <ac:spMk id="174" creationId="{E32F9CAA-41E2-BFA5-593F-04C83FAED7BD}"/>
          </ac:spMkLst>
        </pc:spChg>
        <pc:spChg chg="mod">
          <ac:chgData name="LE FALHER, Martial" userId="4e18b825-4c81-4fdf-8616-10afe3723b47" providerId="ADAL" clId="{F2A235DE-0E68-4F7B-98D1-FBE67517F362}" dt="2024-08-22T14:42:48.129" v="58" actId="113"/>
          <ac:spMkLst>
            <pc:docMk/>
            <pc:sldMk cId="457161382" sldId="554"/>
            <ac:spMk id="179" creationId="{00000000-0000-0000-0000-000000000000}"/>
          </ac:spMkLst>
        </pc:spChg>
        <pc:spChg chg="mod">
          <ac:chgData name="LE FALHER, Martial" userId="4e18b825-4c81-4fdf-8616-10afe3723b47" providerId="ADAL" clId="{F2A235DE-0E68-4F7B-98D1-FBE67517F362}" dt="2024-08-22T14:43:28.266" v="74" actId="113"/>
          <ac:spMkLst>
            <pc:docMk/>
            <pc:sldMk cId="457161382" sldId="554"/>
            <ac:spMk id="4113" creationId="{D9942AA7-AE0C-3A61-5D1D-7D62230517A5}"/>
          </ac:spMkLst>
        </pc:spChg>
        <pc:cxnChg chg="mod">
          <ac:chgData name="LE FALHER, Martial" userId="4e18b825-4c81-4fdf-8616-10afe3723b47" providerId="ADAL" clId="{F2A235DE-0E68-4F7B-98D1-FBE67517F362}" dt="2024-08-22T14:41:56.839" v="50" actId="1076"/>
          <ac:cxnSpMkLst>
            <pc:docMk/>
            <pc:sldMk cId="457161382" sldId="554"/>
            <ac:cxnSpMk id="108" creationId="{00000000-0000-0000-0000-000000000000}"/>
          </ac:cxnSpMkLst>
        </pc:cxnChg>
        <pc:cxnChg chg="mod">
          <ac:chgData name="LE FALHER, Martial" userId="4e18b825-4c81-4fdf-8616-10afe3723b47" providerId="ADAL" clId="{F2A235DE-0E68-4F7B-98D1-FBE67517F362}" dt="2024-08-22T14:41:56.839" v="50" actId="1076"/>
          <ac:cxnSpMkLst>
            <pc:docMk/>
            <pc:sldMk cId="457161382" sldId="554"/>
            <ac:cxnSpMk id="120" creationId="{00000000-0000-0000-0000-000000000000}"/>
          </ac:cxnSpMkLst>
        </pc:cxnChg>
      </pc:sldChg>
      <pc:sldChg chg="del">
        <pc:chgData name="LE FALHER, Martial" userId="4e18b825-4c81-4fdf-8616-10afe3723b47" providerId="ADAL" clId="{F2A235DE-0E68-4F7B-98D1-FBE67517F362}" dt="2024-08-22T15:32:46.125" v="96" actId="2696"/>
        <pc:sldMkLst>
          <pc:docMk/>
          <pc:sldMk cId="1496488081" sldId="581"/>
        </pc:sldMkLst>
      </pc:sldChg>
      <pc:sldChg chg="addSp delSp modSp">
        <pc:chgData name="LE FALHER, Martial" userId="4e18b825-4c81-4fdf-8616-10afe3723b47" providerId="ADAL" clId="{F2A235DE-0E68-4F7B-98D1-FBE67517F362}" dt="2024-08-23T15:58:33.369" v="1720" actId="1076"/>
        <pc:sldMkLst>
          <pc:docMk/>
          <pc:sldMk cId="135957239" sldId="596"/>
        </pc:sldMkLst>
        <pc:spChg chg="del">
          <ac:chgData name="LE FALHER, Martial" userId="4e18b825-4c81-4fdf-8616-10afe3723b47" providerId="ADAL" clId="{F2A235DE-0E68-4F7B-98D1-FBE67517F362}" dt="2024-08-23T14:34:43.722" v="914" actId="478"/>
          <ac:spMkLst>
            <pc:docMk/>
            <pc:sldMk cId="135957239" sldId="596"/>
            <ac:spMk id="2" creationId="{56844AD6-DA2A-9B04-8E8C-A1B3CDBAC2A8}"/>
          </ac:spMkLst>
        </pc:spChg>
        <pc:spChg chg="del">
          <ac:chgData name="LE FALHER, Martial" userId="4e18b825-4c81-4fdf-8616-10afe3723b47" providerId="ADAL" clId="{F2A235DE-0E68-4F7B-98D1-FBE67517F362}" dt="2024-08-23T14:35:27.868" v="928" actId="478"/>
          <ac:spMkLst>
            <pc:docMk/>
            <pc:sldMk cId="135957239" sldId="596"/>
            <ac:spMk id="16" creationId="{15765742-4A5A-A22C-F0ED-600480C85874}"/>
          </ac:spMkLst>
        </pc:spChg>
        <pc:spChg chg="del">
          <ac:chgData name="LE FALHER, Martial" userId="4e18b825-4c81-4fdf-8616-10afe3723b47" providerId="ADAL" clId="{F2A235DE-0E68-4F7B-98D1-FBE67517F362}" dt="2024-08-23T14:35:25.603" v="927" actId="478"/>
          <ac:spMkLst>
            <pc:docMk/>
            <pc:sldMk cId="135957239" sldId="596"/>
            <ac:spMk id="27" creationId="{28564EF8-D6CB-D6E0-2235-2F414B2CC308}"/>
          </ac:spMkLst>
        </pc:spChg>
        <pc:spChg chg="del">
          <ac:chgData name="LE FALHER, Martial" userId="4e18b825-4c81-4fdf-8616-10afe3723b47" providerId="ADAL" clId="{F2A235DE-0E68-4F7B-98D1-FBE67517F362}" dt="2024-08-23T14:34:43.722" v="914" actId="478"/>
          <ac:spMkLst>
            <pc:docMk/>
            <pc:sldMk cId="135957239" sldId="596"/>
            <ac:spMk id="30" creationId="{6C6880AE-02DD-21A7-0F27-0EDF320312B3}"/>
          </ac:spMkLst>
        </pc:spChg>
        <pc:spChg chg="del">
          <ac:chgData name="LE FALHER, Martial" userId="4e18b825-4c81-4fdf-8616-10afe3723b47" providerId="ADAL" clId="{F2A235DE-0E68-4F7B-98D1-FBE67517F362}" dt="2024-08-23T14:34:38.140" v="912" actId="478"/>
          <ac:spMkLst>
            <pc:docMk/>
            <pc:sldMk cId="135957239" sldId="596"/>
            <ac:spMk id="34" creationId="{F8D87642-2B49-97E7-17D6-E6771F623B99}"/>
          </ac:spMkLst>
        </pc:spChg>
        <pc:spChg chg="mod">
          <ac:chgData name="LE FALHER, Martial" userId="4e18b825-4c81-4fdf-8616-10afe3723b47" providerId="ADAL" clId="{F2A235DE-0E68-4F7B-98D1-FBE67517F362}" dt="2024-08-23T15:14:43.175" v="1224" actId="1076"/>
          <ac:spMkLst>
            <pc:docMk/>
            <pc:sldMk cId="135957239" sldId="596"/>
            <ac:spMk id="58" creationId="{00000000-0000-0000-0000-000000000000}"/>
          </ac:spMkLst>
        </pc:spChg>
        <pc:spChg chg="add del mod">
          <ac:chgData name="LE FALHER, Martial" userId="4e18b825-4c81-4fdf-8616-10afe3723b47" providerId="ADAL" clId="{F2A235DE-0E68-4F7B-98D1-FBE67517F362}" dt="2024-08-23T14:35:02.093" v="920" actId="478"/>
          <ac:spMkLst>
            <pc:docMk/>
            <pc:sldMk cId="135957239" sldId="596"/>
            <ac:spMk id="64" creationId="{1FF74A75-61EE-411B-972B-EF34D281CF06}"/>
          </ac:spMkLst>
        </pc:spChg>
        <pc:spChg chg="add mod">
          <ac:chgData name="LE FALHER, Martial" userId="4e18b825-4c81-4fdf-8616-10afe3723b47" providerId="ADAL" clId="{F2A235DE-0E68-4F7B-98D1-FBE67517F362}" dt="2024-08-23T15:54:41.526" v="1675" actId="20577"/>
          <ac:spMkLst>
            <pc:docMk/>
            <pc:sldMk cId="135957239" sldId="596"/>
            <ac:spMk id="67" creationId="{BF81C607-FE10-46FC-9E97-FE936964B5EE}"/>
          </ac:spMkLst>
        </pc:spChg>
        <pc:spChg chg="add del mod">
          <ac:chgData name="LE FALHER, Martial" userId="4e18b825-4c81-4fdf-8616-10afe3723b47" providerId="ADAL" clId="{F2A235DE-0E68-4F7B-98D1-FBE67517F362}" dt="2024-08-23T14:40:21.001" v="998" actId="478"/>
          <ac:spMkLst>
            <pc:docMk/>
            <pc:sldMk cId="135957239" sldId="596"/>
            <ac:spMk id="85" creationId="{B7B2891D-D0E7-43B6-8003-BE8B5E49E8DE}"/>
          </ac:spMkLst>
        </pc:spChg>
        <pc:spChg chg="del">
          <ac:chgData name="LE FALHER, Martial" userId="4e18b825-4c81-4fdf-8616-10afe3723b47" providerId="ADAL" clId="{F2A235DE-0E68-4F7B-98D1-FBE67517F362}" dt="2024-08-23T14:34:38.140" v="912" actId="478"/>
          <ac:spMkLst>
            <pc:docMk/>
            <pc:sldMk cId="135957239" sldId="596"/>
            <ac:spMk id="88" creationId="{00000000-0000-0000-0000-000000000000}"/>
          </ac:spMkLst>
        </pc:spChg>
        <pc:spChg chg="del">
          <ac:chgData name="LE FALHER, Martial" userId="4e18b825-4c81-4fdf-8616-10afe3723b47" providerId="ADAL" clId="{F2A235DE-0E68-4F7B-98D1-FBE67517F362}" dt="2024-08-23T14:34:38.140" v="912" actId="478"/>
          <ac:spMkLst>
            <pc:docMk/>
            <pc:sldMk cId="135957239" sldId="596"/>
            <ac:spMk id="97" creationId="{00000000-0000-0000-0000-000000000000}"/>
          </ac:spMkLst>
        </pc:spChg>
        <pc:spChg chg="del">
          <ac:chgData name="LE FALHER, Martial" userId="4e18b825-4c81-4fdf-8616-10afe3723b47" providerId="ADAL" clId="{F2A235DE-0E68-4F7B-98D1-FBE67517F362}" dt="2024-08-23T14:34:38.140" v="912" actId="478"/>
          <ac:spMkLst>
            <pc:docMk/>
            <pc:sldMk cId="135957239" sldId="596"/>
            <ac:spMk id="98" creationId="{00000000-0000-0000-0000-000000000000}"/>
          </ac:spMkLst>
        </pc:spChg>
        <pc:spChg chg="del">
          <ac:chgData name="LE FALHER, Martial" userId="4e18b825-4c81-4fdf-8616-10afe3723b47" providerId="ADAL" clId="{F2A235DE-0E68-4F7B-98D1-FBE67517F362}" dt="2024-08-23T14:34:38.140" v="912" actId="478"/>
          <ac:spMkLst>
            <pc:docMk/>
            <pc:sldMk cId="135957239" sldId="596"/>
            <ac:spMk id="99" creationId="{00000000-0000-0000-0000-000000000000}"/>
          </ac:spMkLst>
        </pc:spChg>
        <pc:spChg chg="del">
          <ac:chgData name="LE FALHER, Martial" userId="4e18b825-4c81-4fdf-8616-10afe3723b47" providerId="ADAL" clId="{F2A235DE-0E68-4F7B-98D1-FBE67517F362}" dt="2024-08-23T14:34:38.140" v="912" actId="478"/>
          <ac:spMkLst>
            <pc:docMk/>
            <pc:sldMk cId="135957239" sldId="596"/>
            <ac:spMk id="104" creationId="{00000000-0000-0000-0000-000000000000}"/>
          </ac:spMkLst>
        </pc:spChg>
        <pc:spChg chg="del">
          <ac:chgData name="LE FALHER, Martial" userId="4e18b825-4c81-4fdf-8616-10afe3723b47" providerId="ADAL" clId="{F2A235DE-0E68-4F7B-98D1-FBE67517F362}" dt="2024-08-23T14:34:40.892" v="913" actId="478"/>
          <ac:spMkLst>
            <pc:docMk/>
            <pc:sldMk cId="135957239" sldId="596"/>
            <ac:spMk id="105" creationId="{00000000-0000-0000-0000-000000000000}"/>
          </ac:spMkLst>
        </pc:spChg>
        <pc:spChg chg="del">
          <ac:chgData name="LE FALHER, Martial" userId="4e18b825-4c81-4fdf-8616-10afe3723b47" providerId="ADAL" clId="{F2A235DE-0E68-4F7B-98D1-FBE67517F362}" dt="2024-08-23T14:34:57.741" v="918" actId="478"/>
          <ac:spMkLst>
            <pc:docMk/>
            <pc:sldMk cId="135957239" sldId="596"/>
            <ac:spMk id="107" creationId="{00000000-0000-0000-0000-000000000000}"/>
          </ac:spMkLst>
        </pc:spChg>
        <pc:spChg chg="mod">
          <ac:chgData name="LE FALHER, Martial" userId="4e18b825-4c81-4fdf-8616-10afe3723b47" providerId="ADAL" clId="{F2A235DE-0E68-4F7B-98D1-FBE67517F362}" dt="2024-08-23T15:15:21.836" v="1230" actId="1076"/>
          <ac:spMkLst>
            <pc:docMk/>
            <pc:sldMk cId="135957239" sldId="596"/>
            <ac:spMk id="108" creationId="{00000000-0000-0000-0000-000000000000}"/>
          </ac:spMkLst>
        </pc:spChg>
        <pc:spChg chg="del mod">
          <ac:chgData name="LE FALHER, Martial" userId="4e18b825-4c81-4fdf-8616-10afe3723b47" providerId="ADAL" clId="{F2A235DE-0E68-4F7B-98D1-FBE67517F362}" dt="2024-08-23T15:56:46.082" v="1691" actId="478"/>
          <ac:spMkLst>
            <pc:docMk/>
            <pc:sldMk cId="135957239" sldId="596"/>
            <ac:spMk id="109" creationId="{FCB2D2D6-61B8-ADE4-F8AE-7686D74A8C56}"/>
          </ac:spMkLst>
        </pc:spChg>
        <pc:spChg chg="del mod">
          <ac:chgData name="LE FALHER, Martial" userId="4e18b825-4c81-4fdf-8616-10afe3723b47" providerId="ADAL" clId="{F2A235DE-0E68-4F7B-98D1-FBE67517F362}" dt="2024-08-23T14:35:00.043" v="919" actId="478"/>
          <ac:spMkLst>
            <pc:docMk/>
            <pc:sldMk cId="135957239" sldId="596"/>
            <ac:spMk id="110" creationId="{00000000-0000-0000-0000-000000000000}"/>
          </ac:spMkLst>
        </pc:spChg>
        <pc:spChg chg="del mod">
          <ac:chgData name="LE FALHER, Martial" userId="4e18b825-4c81-4fdf-8616-10afe3723b47" providerId="ADAL" clId="{F2A235DE-0E68-4F7B-98D1-FBE67517F362}" dt="2024-08-23T14:35:00.043" v="919" actId="478"/>
          <ac:spMkLst>
            <pc:docMk/>
            <pc:sldMk cId="135957239" sldId="596"/>
            <ac:spMk id="112" creationId="{00000000-0000-0000-0000-000000000000}"/>
          </ac:spMkLst>
        </pc:spChg>
        <pc:spChg chg="del mod">
          <ac:chgData name="LE FALHER, Martial" userId="4e18b825-4c81-4fdf-8616-10afe3723b47" providerId="ADAL" clId="{F2A235DE-0E68-4F7B-98D1-FBE67517F362}" dt="2024-08-23T14:35:39.099" v="931" actId="478"/>
          <ac:spMkLst>
            <pc:docMk/>
            <pc:sldMk cId="135957239" sldId="596"/>
            <ac:spMk id="115" creationId="{00000000-0000-0000-0000-000000000000}"/>
          </ac:spMkLst>
        </pc:spChg>
        <pc:spChg chg="add mod">
          <ac:chgData name="LE FALHER, Martial" userId="4e18b825-4c81-4fdf-8616-10afe3723b47" providerId="ADAL" clId="{F2A235DE-0E68-4F7B-98D1-FBE67517F362}" dt="2024-08-23T15:17:57.618" v="1268" actId="1076"/>
          <ac:spMkLst>
            <pc:docMk/>
            <pc:sldMk cId="135957239" sldId="596"/>
            <ac:spMk id="116" creationId="{E4DFE1DC-E3CC-4B7A-9EAE-5540ABBA554D}"/>
          </ac:spMkLst>
        </pc:spChg>
        <pc:spChg chg="del mod">
          <ac:chgData name="LE FALHER, Martial" userId="4e18b825-4c81-4fdf-8616-10afe3723b47" providerId="ADAL" clId="{F2A235DE-0E68-4F7B-98D1-FBE67517F362}" dt="2024-08-23T14:35:41.070" v="932" actId="478"/>
          <ac:spMkLst>
            <pc:docMk/>
            <pc:sldMk cId="135957239" sldId="596"/>
            <ac:spMk id="117" creationId="{00000000-0000-0000-0000-000000000000}"/>
          </ac:spMkLst>
        </pc:spChg>
        <pc:spChg chg="add del mod">
          <ac:chgData name="LE FALHER, Martial" userId="4e18b825-4c81-4fdf-8616-10afe3723b47" providerId="ADAL" clId="{F2A235DE-0E68-4F7B-98D1-FBE67517F362}" dt="2024-08-23T14:34:54.571" v="917" actId="478"/>
          <ac:spMkLst>
            <pc:docMk/>
            <pc:sldMk cId="135957239" sldId="596"/>
            <ac:spMk id="118" creationId="{3AE74574-1C01-44A5-AFF6-E30E0D411913}"/>
          </ac:spMkLst>
        </pc:spChg>
        <pc:spChg chg="del">
          <ac:chgData name="LE FALHER, Martial" userId="4e18b825-4c81-4fdf-8616-10afe3723b47" providerId="ADAL" clId="{F2A235DE-0E68-4F7B-98D1-FBE67517F362}" dt="2024-08-23T14:35:06.129" v="922" actId="478"/>
          <ac:spMkLst>
            <pc:docMk/>
            <pc:sldMk cId="135957239" sldId="596"/>
            <ac:spMk id="122" creationId="{00000000-0000-0000-0000-000000000000}"/>
          </ac:spMkLst>
        </pc:spChg>
        <pc:spChg chg="del mod">
          <ac:chgData name="LE FALHER, Martial" userId="4e18b825-4c81-4fdf-8616-10afe3723b47" providerId="ADAL" clId="{F2A235DE-0E68-4F7B-98D1-FBE67517F362}" dt="2024-08-23T14:35:41.070" v="932" actId="478"/>
          <ac:spMkLst>
            <pc:docMk/>
            <pc:sldMk cId="135957239" sldId="596"/>
            <ac:spMk id="125" creationId="{00000000-0000-0000-0000-000000000000}"/>
          </ac:spMkLst>
        </pc:spChg>
        <pc:spChg chg="del">
          <ac:chgData name="LE FALHER, Martial" userId="4e18b825-4c81-4fdf-8616-10afe3723b47" providerId="ADAL" clId="{F2A235DE-0E68-4F7B-98D1-FBE67517F362}" dt="2024-08-23T14:34:43.722" v="914" actId="478"/>
          <ac:spMkLst>
            <pc:docMk/>
            <pc:sldMk cId="135957239" sldId="596"/>
            <ac:spMk id="126" creationId="{00000000-0000-0000-0000-000000000000}"/>
          </ac:spMkLst>
        </pc:spChg>
        <pc:spChg chg="del">
          <ac:chgData name="LE FALHER, Martial" userId="4e18b825-4c81-4fdf-8616-10afe3723b47" providerId="ADAL" clId="{F2A235DE-0E68-4F7B-98D1-FBE67517F362}" dt="2024-08-23T14:34:40.892" v="913" actId="478"/>
          <ac:spMkLst>
            <pc:docMk/>
            <pc:sldMk cId="135957239" sldId="596"/>
            <ac:spMk id="128" creationId="{00000000-0000-0000-0000-000000000000}"/>
          </ac:spMkLst>
        </pc:spChg>
        <pc:spChg chg="del">
          <ac:chgData name="LE FALHER, Martial" userId="4e18b825-4c81-4fdf-8616-10afe3723b47" providerId="ADAL" clId="{F2A235DE-0E68-4F7B-98D1-FBE67517F362}" dt="2024-08-23T14:34:43.722" v="914" actId="478"/>
          <ac:spMkLst>
            <pc:docMk/>
            <pc:sldMk cId="135957239" sldId="596"/>
            <ac:spMk id="129" creationId="{00000000-0000-0000-0000-000000000000}"/>
          </ac:spMkLst>
        </pc:spChg>
        <pc:spChg chg="add mod">
          <ac:chgData name="LE FALHER, Martial" userId="4e18b825-4c81-4fdf-8616-10afe3723b47" providerId="ADAL" clId="{F2A235DE-0E68-4F7B-98D1-FBE67517F362}" dt="2024-08-23T15:58:08.127" v="1718" actId="1076"/>
          <ac:spMkLst>
            <pc:docMk/>
            <pc:sldMk cId="135957239" sldId="596"/>
            <ac:spMk id="131" creationId="{DAC8B4FB-F5C8-405E-B969-2946F2FB2752}"/>
          </ac:spMkLst>
        </pc:spChg>
        <pc:spChg chg="del">
          <ac:chgData name="LE FALHER, Martial" userId="4e18b825-4c81-4fdf-8616-10afe3723b47" providerId="ADAL" clId="{F2A235DE-0E68-4F7B-98D1-FBE67517F362}" dt="2024-08-23T14:34:43.722" v="914" actId="478"/>
          <ac:spMkLst>
            <pc:docMk/>
            <pc:sldMk cId="135957239" sldId="596"/>
            <ac:spMk id="132" creationId="{00000000-0000-0000-0000-000000000000}"/>
          </ac:spMkLst>
        </pc:spChg>
        <pc:spChg chg="del">
          <ac:chgData name="LE FALHER, Martial" userId="4e18b825-4c81-4fdf-8616-10afe3723b47" providerId="ADAL" clId="{F2A235DE-0E68-4F7B-98D1-FBE67517F362}" dt="2024-08-23T14:34:43.722" v="914" actId="478"/>
          <ac:spMkLst>
            <pc:docMk/>
            <pc:sldMk cId="135957239" sldId="596"/>
            <ac:spMk id="134" creationId="{00000000-0000-0000-0000-000000000000}"/>
          </ac:spMkLst>
        </pc:spChg>
        <pc:spChg chg="del">
          <ac:chgData name="LE FALHER, Martial" userId="4e18b825-4c81-4fdf-8616-10afe3723b47" providerId="ADAL" clId="{F2A235DE-0E68-4F7B-98D1-FBE67517F362}" dt="2024-08-23T14:34:43.722" v="914" actId="478"/>
          <ac:spMkLst>
            <pc:docMk/>
            <pc:sldMk cId="135957239" sldId="596"/>
            <ac:spMk id="135" creationId="{00000000-0000-0000-0000-000000000000}"/>
          </ac:spMkLst>
        </pc:spChg>
        <pc:spChg chg="mod">
          <ac:chgData name="LE FALHER, Martial" userId="4e18b825-4c81-4fdf-8616-10afe3723b47" providerId="ADAL" clId="{F2A235DE-0E68-4F7B-98D1-FBE67517F362}" dt="2024-08-23T15:17:44.988" v="1266" actId="1076"/>
          <ac:spMkLst>
            <pc:docMk/>
            <pc:sldMk cId="135957239" sldId="596"/>
            <ac:spMk id="136" creationId="{00000000-0000-0000-0000-000000000000}"/>
          </ac:spMkLst>
        </pc:spChg>
        <pc:spChg chg="add mod">
          <ac:chgData name="LE FALHER, Martial" userId="4e18b825-4c81-4fdf-8616-10afe3723b47" providerId="ADAL" clId="{F2A235DE-0E68-4F7B-98D1-FBE67517F362}" dt="2024-08-23T15:58:10.938" v="1719" actId="1076"/>
          <ac:spMkLst>
            <pc:docMk/>
            <pc:sldMk cId="135957239" sldId="596"/>
            <ac:spMk id="137" creationId="{CA75783E-7116-462C-AC59-8F549FFBA43F}"/>
          </ac:spMkLst>
        </pc:spChg>
        <pc:spChg chg="add mod">
          <ac:chgData name="LE FALHER, Martial" userId="4e18b825-4c81-4fdf-8616-10afe3723b47" providerId="ADAL" clId="{F2A235DE-0E68-4F7B-98D1-FBE67517F362}" dt="2024-08-23T15:58:05.662" v="1717" actId="1076"/>
          <ac:spMkLst>
            <pc:docMk/>
            <pc:sldMk cId="135957239" sldId="596"/>
            <ac:spMk id="138" creationId="{C6F8D4A4-EEE5-42AA-B117-BF68550D00F7}"/>
          </ac:spMkLst>
        </pc:spChg>
        <pc:spChg chg="del">
          <ac:chgData name="LE FALHER, Martial" userId="4e18b825-4c81-4fdf-8616-10afe3723b47" providerId="ADAL" clId="{F2A235DE-0E68-4F7B-98D1-FBE67517F362}" dt="2024-08-23T14:35:25.603" v="927" actId="478"/>
          <ac:spMkLst>
            <pc:docMk/>
            <pc:sldMk cId="135957239" sldId="596"/>
            <ac:spMk id="142" creationId="{00000000-0000-0000-0000-000000000000}"/>
          </ac:spMkLst>
        </pc:spChg>
        <pc:spChg chg="add mod">
          <ac:chgData name="LE FALHER, Martial" userId="4e18b825-4c81-4fdf-8616-10afe3723b47" providerId="ADAL" clId="{F2A235DE-0E68-4F7B-98D1-FBE67517F362}" dt="2024-08-23T15:56:37.752" v="1688" actId="1076"/>
          <ac:spMkLst>
            <pc:docMk/>
            <pc:sldMk cId="135957239" sldId="596"/>
            <ac:spMk id="143" creationId="{8FB1F10F-DEFB-41BB-B1E9-804D4FEE3BDE}"/>
          </ac:spMkLst>
        </pc:spChg>
        <pc:spChg chg="add del mod">
          <ac:chgData name="LE FALHER, Martial" userId="4e18b825-4c81-4fdf-8616-10afe3723b47" providerId="ADAL" clId="{F2A235DE-0E68-4F7B-98D1-FBE67517F362}" dt="2024-08-23T14:35:48.150" v="935" actId="478"/>
          <ac:spMkLst>
            <pc:docMk/>
            <pc:sldMk cId="135957239" sldId="596"/>
            <ac:spMk id="144" creationId="{7707C969-3F63-4605-B740-754181E5E129}"/>
          </ac:spMkLst>
        </pc:spChg>
        <pc:spChg chg="add mod">
          <ac:chgData name="LE FALHER, Martial" userId="4e18b825-4c81-4fdf-8616-10afe3723b47" providerId="ADAL" clId="{F2A235DE-0E68-4F7B-98D1-FBE67517F362}" dt="2024-08-23T15:58:33.369" v="1720" actId="1076"/>
          <ac:spMkLst>
            <pc:docMk/>
            <pc:sldMk cId="135957239" sldId="596"/>
            <ac:spMk id="145" creationId="{2574414E-0F7D-4280-8917-62099FAADCAD}"/>
          </ac:spMkLst>
        </pc:spChg>
        <pc:spChg chg="add mod">
          <ac:chgData name="LE FALHER, Martial" userId="4e18b825-4c81-4fdf-8616-10afe3723b47" providerId="ADAL" clId="{F2A235DE-0E68-4F7B-98D1-FBE67517F362}" dt="2024-08-23T15:56:16.252" v="1683" actId="1076"/>
          <ac:spMkLst>
            <pc:docMk/>
            <pc:sldMk cId="135957239" sldId="596"/>
            <ac:spMk id="146" creationId="{9A213FE7-2CAA-450F-8E25-07BC09A40549}"/>
          </ac:spMkLst>
        </pc:spChg>
        <pc:spChg chg="add del mod">
          <ac:chgData name="LE FALHER, Martial" userId="4e18b825-4c81-4fdf-8616-10afe3723b47" providerId="ADAL" clId="{F2A235DE-0E68-4F7B-98D1-FBE67517F362}" dt="2024-08-23T14:36:14.585" v="947" actId="478"/>
          <ac:spMkLst>
            <pc:docMk/>
            <pc:sldMk cId="135957239" sldId="596"/>
            <ac:spMk id="147" creationId="{4E1B1036-F6A3-4668-B82D-2A116706629C}"/>
          </ac:spMkLst>
        </pc:spChg>
        <pc:spChg chg="add del mod">
          <ac:chgData name="LE FALHER, Martial" userId="4e18b825-4c81-4fdf-8616-10afe3723b47" providerId="ADAL" clId="{F2A235DE-0E68-4F7B-98D1-FBE67517F362}" dt="2024-08-23T14:36:15.653" v="948" actId="478"/>
          <ac:spMkLst>
            <pc:docMk/>
            <pc:sldMk cId="135957239" sldId="596"/>
            <ac:spMk id="148" creationId="{4D86FB27-56E8-499F-B3E0-95298952B415}"/>
          </ac:spMkLst>
        </pc:spChg>
        <pc:spChg chg="add mod">
          <ac:chgData name="LE FALHER, Martial" userId="4e18b825-4c81-4fdf-8616-10afe3723b47" providerId="ADAL" clId="{F2A235DE-0E68-4F7B-98D1-FBE67517F362}" dt="2024-08-23T15:56:22.265" v="1685" actId="1076"/>
          <ac:spMkLst>
            <pc:docMk/>
            <pc:sldMk cId="135957239" sldId="596"/>
            <ac:spMk id="149" creationId="{60D9E8BD-2125-47E0-BBE6-BD64EDD68B03}"/>
          </ac:spMkLst>
        </pc:spChg>
        <pc:spChg chg="del">
          <ac:chgData name="LE FALHER, Martial" userId="4e18b825-4c81-4fdf-8616-10afe3723b47" providerId="ADAL" clId="{F2A235DE-0E68-4F7B-98D1-FBE67517F362}" dt="2024-08-23T14:35:08.541" v="924" actId="478"/>
          <ac:spMkLst>
            <pc:docMk/>
            <pc:sldMk cId="135957239" sldId="596"/>
            <ac:spMk id="150" creationId="{00000000-0000-0000-0000-000000000000}"/>
          </ac:spMkLst>
        </pc:spChg>
        <pc:spChg chg="del">
          <ac:chgData name="LE FALHER, Martial" userId="4e18b825-4c81-4fdf-8616-10afe3723b47" providerId="ADAL" clId="{F2A235DE-0E68-4F7B-98D1-FBE67517F362}" dt="2024-08-23T14:35:25.603" v="927" actId="478"/>
          <ac:spMkLst>
            <pc:docMk/>
            <pc:sldMk cId="135957239" sldId="596"/>
            <ac:spMk id="151" creationId="{00000000-0000-0000-0000-000000000000}"/>
          </ac:spMkLst>
        </pc:spChg>
        <pc:spChg chg="del">
          <ac:chgData name="LE FALHER, Martial" userId="4e18b825-4c81-4fdf-8616-10afe3723b47" providerId="ADAL" clId="{F2A235DE-0E68-4F7B-98D1-FBE67517F362}" dt="2024-08-23T14:35:27.868" v="928" actId="478"/>
          <ac:spMkLst>
            <pc:docMk/>
            <pc:sldMk cId="135957239" sldId="596"/>
            <ac:spMk id="152" creationId="{00000000-0000-0000-0000-000000000000}"/>
          </ac:spMkLst>
        </pc:spChg>
        <pc:spChg chg="add mod">
          <ac:chgData name="LE FALHER, Martial" userId="4e18b825-4c81-4fdf-8616-10afe3723b47" providerId="ADAL" clId="{F2A235DE-0E68-4F7B-98D1-FBE67517F362}" dt="2024-08-23T15:16:15.514" v="1242" actId="1076"/>
          <ac:spMkLst>
            <pc:docMk/>
            <pc:sldMk cId="135957239" sldId="596"/>
            <ac:spMk id="153" creationId="{50685F8B-E2B6-4A84-A70D-A7C9D13402D7}"/>
          </ac:spMkLst>
        </pc:spChg>
        <pc:spChg chg="del">
          <ac:chgData name="LE FALHER, Martial" userId="4e18b825-4c81-4fdf-8616-10afe3723b47" providerId="ADAL" clId="{F2A235DE-0E68-4F7B-98D1-FBE67517F362}" dt="2024-08-23T14:35:25.603" v="927" actId="478"/>
          <ac:spMkLst>
            <pc:docMk/>
            <pc:sldMk cId="135957239" sldId="596"/>
            <ac:spMk id="154" creationId="{00000000-0000-0000-0000-000000000000}"/>
          </ac:spMkLst>
        </pc:spChg>
        <pc:spChg chg="add del mod">
          <ac:chgData name="LE FALHER, Martial" userId="4e18b825-4c81-4fdf-8616-10afe3723b47" providerId="ADAL" clId="{F2A235DE-0E68-4F7B-98D1-FBE67517F362}" dt="2024-08-23T14:42:18.707" v="1019" actId="478"/>
          <ac:spMkLst>
            <pc:docMk/>
            <pc:sldMk cId="135957239" sldId="596"/>
            <ac:spMk id="155" creationId="{0D411F4A-B799-4965-9CD0-AB00CD61F25A}"/>
          </ac:spMkLst>
        </pc:spChg>
        <pc:spChg chg="add mod">
          <ac:chgData name="LE FALHER, Martial" userId="4e18b825-4c81-4fdf-8616-10afe3723b47" providerId="ADAL" clId="{F2A235DE-0E68-4F7B-98D1-FBE67517F362}" dt="2024-08-23T15:16:28.638" v="1247" actId="1076"/>
          <ac:spMkLst>
            <pc:docMk/>
            <pc:sldMk cId="135957239" sldId="596"/>
            <ac:spMk id="156" creationId="{AE3D042A-0606-4D79-A86F-A660B4BCA410}"/>
          </ac:spMkLst>
        </pc:spChg>
        <pc:spChg chg="add del mod">
          <ac:chgData name="LE FALHER, Martial" userId="4e18b825-4c81-4fdf-8616-10afe3723b47" providerId="ADAL" clId="{F2A235DE-0E68-4F7B-98D1-FBE67517F362}" dt="2024-08-23T14:48:47.360" v="1102" actId="478"/>
          <ac:spMkLst>
            <pc:docMk/>
            <pc:sldMk cId="135957239" sldId="596"/>
            <ac:spMk id="157" creationId="{37A48D4B-C138-42A4-9D52-F77A736D16AA}"/>
          </ac:spMkLst>
        </pc:spChg>
        <pc:spChg chg="add del">
          <ac:chgData name="LE FALHER, Martial" userId="4e18b825-4c81-4fdf-8616-10afe3723b47" providerId="ADAL" clId="{F2A235DE-0E68-4F7B-98D1-FBE67517F362}" dt="2024-08-23T15:15:52.204" v="1235" actId="478"/>
          <ac:spMkLst>
            <pc:docMk/>
            <pc:sldMk cId="135957239" sldId="596"/>
            <ac:spMk id="158" creationId="{D2A656ED-C1E6-41E6-AB02-747E6DD54339}"/>
          </ac:spMkLst>
        </pc:spChg>
        <pc:spChg chg="del">
          <ac:chgData name="LE FALHER, Martial" userId="4e18b825-4c81-4fdf-8616-10afe3723b47" providerId="ADAL" clId="{F2A235DE-0E68-4F7B-98D1-FBE67517F362}" dt="2024-08-23T14:36:37.152" v="952" actId="478"/>
          <ac:spMkLst>
            <pc:docMk/>
            <pc:sldMk cId="135957239" sldId="596"/>
            <ac:spMk id="172" creationId="{F1DB5CAE-9E28-0BA3-0A2B-B628922B778E}"/>
          </ac:spMkLst>
        </pc:spChg>
        <pc:spChg chg="del">
          <ac:chgData name="LE FALHER, Martial" userId="4e18b825-4c81-4fdf-8616-10afe3723b47" providerId="ADAL" clId="{F2A235DE-0E68-4F7B-98D1-FBE67517F362}" dt="2024-08-23T14:36:37.933" v="953" actId="478"/>
          <ac:spMkLst>
            <pc:docMk/>
            <pc:sldMk cId="135957239" sldId="596"/>
            <ac:spMk id="173" creationId="{F7E9F074-C596-72A5-C189-EB1E8EB125E9}"/>
          </ac:spMkLst>
        </pc:spChg>
        <pc:spChg chg="add mod">
          <ac:chgData name="LE FALHER, Martial" userId="4e18b825-4c81-4fdf-8616-10afe3723b47" providerId="ADAL" clId="{F2A235DE-0E68-4F7B-98D1-FBE67517F362}" dt="2024-08-23T15:21:39.160" v="1326" actId="1076"/>
          <ac:spMkLst>
            <pc:docMk/>
            <pc:sldMk cId="135957239" sldId="596"/>
            <ac:spMk id="176" creationId="{4BDBD960-F9FE-41FB-98AE-F8ED2A7CEEF7}"/>
          </ac:spMkLst>
        </pc:spChg>
        <pc:spChg chg="add mod">
          <ac:chgData name="LE FALHER, Martial" userId="4e18b825-4c81-4fdf-8616-10afe3723b47" providerId="ADAL" clId="{F2A235DE-0E68-4F7B-98D1-FBE67517F362}" dt="2024-08-23T15:57:12.632" v="1698" actId="1076"/>
          <ac:spMkLst>
            <pc:docMk/>
            <pc:sldMk cId="135957239" sldId="596"/>
            <ac:spMk id="187" creationId="{D7547C4E-049D-4A9F-A3C6-3382262088D8}"/>
          </ac:spMkLst>
        </pc:spChg>
        <pc:spChg chg="add mod">
          <ac:chgData name="LE FALHER, Martial" userId="4e18b825-4c81-4fdf-8616-10afe3723b47" providerId="ADAL" clId="{F2A235DE-0E68-4F7B-98D1-FBE67517F362}" dt="2024-08-23T15:57:02.347" v="1695" actId="1076"/>
          <ac:spMkLst>
            <pc:docMk/>
            <pc:sldMk cId="135957239" sldId="596"/>
            <ac:spMk id="191" creationId="{DAEB1C80-919C-43D0-9742-44EA231B214A}"/>
          </ac:spMkLst>
        </pc:spChg>
        <pc:spChg chg="del">
          <ac:chgData name="LE FALHER, Martial" userId="4e18b825-4c81-4fdf-8616-10afe3723b47" providerId="ADAL" clId="{F2A235DE-0E68-4F7B-98D1-FBE67517F362}" dt="2024-08-23T14:36:18.184" v="949" actId="478"/>
          <ac:spMkLst>
            <pc:docMk/>
            <pc:sldMk cId="135957239" sldId="596"/>
            <ac:spMk id="2079" creationId="{D32DD2D6-0411-CBAB-7460-89E8C4BF5873}"/>
          </ac:spMkLst>
        </pc:spChg>
        <pc:spChg chg="del mod">
          <ac:chgData name="LE FALHER, Martial" userId="4e18b825-4c81-4fdf-8616-10afe3723b47" providerId="ADAL" clId="{F2A235DE-0E68-4F7B-98D1-FBE67517F362}" dt="2024-08-23T14:36:20.105" v="951" actId="478"/>
          <ac:spMkLst>
            <pc:docMk/>
            <pc:sldMk cId="135957239" sldId="596"/>
            <ac:spMk id="2093" creationId="{2FB4FE34-522D-7FFE-A3D1-6B3512D63F5B}"/>
          </ac:spMkLst>
        </pc:spChg>
        <pc:spChg chg="del mod">
          <ac:chgData name="LE FALHER, Martial" userId="4e18b825-4c81-4fdf-8616-10afe3723b47" providerId="ADAL" clId="{F2A235DE-0E68-4F7B-98D1-FBE67517F362}" dt="2024-08-23T14:38:44.910" v="978" actId="478"/>
          <ac:spMkLst>
            <pc:docMk/>
            <pc:sldMk cId="135957239" sldId="596"/>
            <ac:spMk id="2105" creationId="{71C047EC-C331-87ED-742E-4AD8DE5D2019}"/>
          </ac:spMkLst>
        </pc:spChg>
        <pc:cxnChg chg="add del mod">
          <ac:chgData name="LE FALHER, Martial" userId="4e18b825-4c81-4fdf-8616-10afe3723b47" providerId="ADAL" clId="{F2A235DE-0E68-4F7B-98D1-FBE67517F362}" dt="2024-08-23T06:41:41.709" v="283" actId="478"/>
          <ac:cxnSpMkLst>
            <pc:docMk/>
            <pc:sldMk cId="135957239" sldId="596"/>
            <ac:cxnSpMk id="4" creationId="{C487D670-EF90-44CE-8F5F-18BE17E4DDE8}"/>
          </ac:cxnSpMkLst>
        </pc:cxnChg>
        <pc:cxnChg chg="del mod">
          <ac:chgData name="LE FALHER, Martial" userId="4e18b825-4c81-4fdf-8616-10afe3723b47" providerId="ADAL" clId="{F2A235DE-0E68-4F7B-98D1-FBE67517F362}" dt="2024-08-23T14:34:38.140" v="912" actId="478"/>
          <ac:cxnSpMkLst>
            <pc:docMk/>
            <pc:sldMk cId="135957239" sldId="596"/>
            <ac:cxnSpMk id="5" creationId="{00000000-0000-0000-0000-000000000000}"/>
          </ac:cxnSpMkLst>
        </pc:cxnChg>
        <pc:cxnChg chg="del mod">
          <ac:chgData name="LE FALHER, Martial" userId="4e18b825-4c81-4fdf-8616-10afe3723b47" providerId="ADAL" clId="{F2A235DE-0E68-4F7B-98D1-FBE67517F362}" dt="2024-08-23T14:34:43.722" v="914" actId="478"/>
          <ac:cxnSpMkLst>
            <pc:docMk/>
            <pc:sldMk cId="135957239" sldId="596"/>
            <ac:cxnSpMk id="6" creationId="{00000000-0000-0000-0000-000000000000}"/>
          </ac:cxnSpMkLst>
        </pc:cxnChg>
        <pc:cxnChg chg="add del mod">
          <ac:chgData name="LE FALHER, Martial" userId="4e18b825-4c81-4fdf-8616-10afe3723b47" providerId="ADAL" clId="{F2A235DE-0E68-4F7B-98D1-FBE67517F362}" dt="2024-08-23T14:39:33.814" v="988" actId="478"/>
          <ac:cxnSpMkLst>
            <pc:docMk/>
            <pc:sldMk cId="135957239" sldId="596"/>
            <ac:cxnSpMk id="9" creationId="{ED87B639-6DC3-4124-95C7-6668CD1C64B2}"/>
          </ac:cxnSpMkLst>
        </pc:cxnChg>
        <pc:cxnChg chg="add del mod">
          <ac:chgData name="LE FALHER, Martial" userId="4e18b825-4c81-4fdf-8616-10afe3723b47" providerId="ADAL" clId="{F2A235DE-0E68-4F7B-98D1-FBE67517F362}" dt="2024-08-23T15:19:05.475" v="1283" actId="478"/>
          <ac:cxnSpMkLst>
            <pc:docMk/>
            <pc:sldMk cId="135957239" sldId="596"/>
            <ac:cxnSpMk id="11" creationId="{4CD5BA83-2BA4-4EE8-B0DA-045EE37BDF33}"/>
          </ac:cxnSpMkLst>
        </pc:cxnChg>
        <pc:cxnChg chg="add del mod">
          <ac:chgData name="LE FALHER, Martial" userId="4e18b825-4c81-4fdf-8616-10afe3723b47" providerId="ADAL" clId="{F2A235DE-0E68-4F7B-98D1-FBE67517F362}" dt="2024-08-23T15:17:23.685" v="1258" actId="478"/>
          <ac:cxnSpMkLst>
            <pc:docMk/>
            <pc:sldMk cId="135957239" sldId="596"/>
            <ac:cxnSpMk id="13" creationId="{090D78FF-0BEE-499B-B6DF-32908773C6D2}"/>
          </ac:cxnSpMkLst>
        </pc:cxnChg>
        <pc:cxnChg chg="add del mod">
          <ac:chgData name="LE FALHER, Martial" userId="4e18b825-4c81-4fdf-8616-10afe3723b47" providerId="ADAL" clId="{F2A235DE-0E68-4F7B-98D1-FBE67517F362}" dt="2024-08-23T14:38:19.211" v="973" actId="478"/>
          <ac:cxnSpMkLst>
            <pc:docMk/>
            <pc:sldMk cId="135957239" sldId="596"/>
            <ac:cxnSpMk id="15" creationId="{E43D5C4D-9384-47BB-890F-07A07EFAA5B5}"/>
          </ac:cxnSpMkLst>
        </pc:cxnChg>
        <pc:cxnChg chg="del mod">
          <ac:chgData name="LE FALHER, Martial" userId="4e18b825-4c81-4fdf-8616-10afe3723b47" providerId="ADAL" clId="{F2A235DE-0E68-4F7B-98D1-FBE67517F362}" dt="2024-08-23T14:34:43.722" v="914" actId="478"/>
          <ac:cxnSpMkLst>
            <pc:docMk/>
            <pc:sldMk cId="135957239" sldId="596"/>
            <ac:cxnSpMk id="17" creationId="{00000000-0000-0000-0000-000000000000}"/>
          </ac:cxnSpMkLst>
        </pc:cxnChg>
        <pc:cxnChg chg="add del mod">
          <ac:chgData name="LE FALHER, Martial" userId="4e18b825-4c81-4fdf-8616-10afe3723b47" providerId="ADAL" clId="{F2A235DE-0E68-4F7B-98D1-FBE67517F362}" dt="2024-08-23T15:14:49.139" v="1226" actId="478"/>
          <ac:cxnSpMkLst>
            <pc:docMk/>
            <pc:sldMk cId="135957239" sldId="596"/>
            <ac:cxnSpMk id="23" creationId="{45D9889F-29FB-401D-AD02-E4080FCB485E}"/>
          </ac:cxnSpMkLst>
        </pc:cxnChg>
        <pc:cxnChg chg="del mod">
          <ac:chgData name="LE FALHER, Martial" userId="4e18b825-4c81-4fdf-8616-10afe3723b47" providerId="ADAL" clId="{F2A235DE-0E68-4F7B-98D1-FBE67517F362}" dt="2024-08-23T14:35:27.868" v="928" actId="478"/>
          <ac:cxnSpMkLst>
            <pc:docMk/>
            <pc:sldMk cId="135957239" sldId="596"/>
            <ac:cxnSpMk id="28" creationId="{1A49B36E-CD4C-1AB7-D09E-DC59E081517F}"/>
          </ac:cxnSpMkLst>
        </pc:cxnChg>
        <pc:cxnChg chg="del mod">
          <ac:chgData name="LE FALHER, Martial" userId="4e18b825-4c81-4fdf-8616-10afe3723b47" providerId="ADAL" clId="{F2A235DE-0E68-4F7B-98D1-FBE67517F362}" dt="2024-08-23T14:35:25.603" v="927" actId="478"/>
          <ac:cxnSpMkLst>
            <pc:docMk/>
            <pc:sldMk cId="135957239" sldId="596"/>
            <ac:cxnSpMk id="29" creationId="{00000000-0000-0000-0000-000000000000}"/>
          </ac:cxnSpMkLst>
        </pc:cxnChg>
        <pc:cxnChg chg="del mod">
          <ac:chgData name="LE FALHER, Martial" userId="4e18b825-4c81-4fdf-8616-10afe3723b47" providerId="ADAL" clId="{F2A235DE-0E68-4F7B-98D1-FBE67517F362}" dt="2024-08-23T14:35:29.382" v="929" actId="478"/>
          <ac:cxnSpMkLst>
            <pc:docMk/>
            <pc:sldMk cId="135957239" sldId="596"/>
            <ac:cxnSpMk id="31" creationId="{00000000-0000-0000-0000-000000000000}"/>
          </ac:cxnSpMkLst>
        </pc:cxnChg>
        <pc:cxnChg chg="del mod">
          <ac:chgData name="LE FALHER, Martial" userId="4e18b825-4c81-4fdf-8616-10afe3723b47" providerId="ADAL" clId="{F2A235DE-0E68-4F7B-98D1-FBE67517F362}" dt="2024-08-23T14:34:38.140" v="912" actId="478"/>
          <ac:cxnSpMkLst>
            <pc:docMk/>
            <pc:sldMk cId="135957239" sldId="596"/>
            <ac:cxnSpMk id="35" creationId="{8FC1508D-CEE6-28F6-9B60-BC5C85237A1D}"/>
          </ac:cxnSpMkLst>
        </pc:cxnChg>
        <pc:cxnChg chg="del mod">
          <ac:chgData name="LE FALHER, Martial" userId="4e18b825-4c81-4fdf-8616-10afe3723b47" providerId="ADAL" clId="{F2A235DE-0E68-4F7B-98D1-FBE67517F362}" dt="2024-08-23T14:34:38.140" v="912" actId="478"/>
          <ac:cxnSpMkLst>
            <pc:docMk/>
            <pc:sldMk cId="135957239" sldId="596"/>
            <ac:cxnSpMk id="41" creationId="{9D10D082-6FBC-C06E-7B28-DCD1426F7578}"/>
          </ac:cxnSpMkLst>
        </pc:cxnChg>
        <pc:cxnChg chg="add mod">
          <ac:chgData name="LE FALHER, Martial" userId="4e18b825-4c81-4fdf-8616-10afe3723b47" providerId="ADAL" clId="{F2A235DE-0E68-4F7B-98D1-FBE67517F362}" dt="2024-08-23T15:56:22.265" v="1685" actId="1076"/>
          <ac:cxnSpMkLst>
            <pc:docMk/>
            <pc:sldMk cId="135957239" sldId="596"/>
            <ac:cxnSpMk id="44" creationId="{DA31CD54-2B2E-402B-89C7-AB1BBD377EC2}"/>
          </ac:cxnSpMkLst>
        </pc:cxnChg>
        <pc:cxnChg chg="del mod">
          <ac:chgData name="LE FALHER, Martial" userId="4e18b825-4c81-4fdf-8616-10afe3723b47" providerId="ADAL" clId="{F2A235DE-0E68-4F7B-98D1-FBE67517F362}" dt="2024-08-23T14:35:07.398" v="923" actId="478"/>
          <ac:cxnSpMkLst>
            <pc:docMk/>
            <pc:sldMk cId="135957239" sldId="596"/>
            <ac:cxnSpMk id="47" creationId="{191AB04E-67A7-5654-BB10-303E4F798709}"/>
          </ac:cxnSpMkLst>
        </pc:cxnChg>
        <pc:cxnChg chg="add del mod">
          <ac:chgData name="LE FALHER, Martial" userId="4e18b825-4c81-4fdf-8616-10afe3723b47" providerId="ADAL" clId="{F2A235DE-0E68-4F7B-98D1-FBE67517F362}" dt="2024-08-23T14:39:46.223" v="992" actId="478"/>
          <ac:cxnSpMkLst>
            <pc:docMk/>
            <pc:sldMk cId="135957239" sldId="596"/>
            <ac:cxnSpMk id="48" creationId="{8B25B735-DCC9-4375-9439-BF405E9A9871}"/>
          </ac:cxnSpMkLst>
        </pc:cxnChg>
        <pc:cxnChg chg="add del mod">
          <ac:chgData name="LE FALHER, Martial" userId="4e18b825-4c81-4fdf-8616-10afe3723b47" providerId="ADAL" clId="{F2A235DE-0E68-4F7B-98D1-FBE67517F362}" dt="2024-08-23T15:18:55.943" v="1282" actId="478"/>
          <ac:cxnSpMkLst>
            <pc:docMk/>
            <pc:sldMk cId="135957239" sldId="596"/>
            <ac:cxnSpMk id="50" creationId="{91E18853-8FD8-436C-ABF9-DA0958952454}"/>
          </ac:cxnSpMkLst>
        </pc:cxnChg>
        <pc:cxnChg chg="add del mod">
          <ac:chgData name="LE FALHER, Martial" userId="4e18b825-4c81-4fdf-8616-10afe3723b47" providerId="ADAL" clId="{F2A235DE-0E68-4F7B-98D1-FBE67517F362}" dt="2024-08-23T15:16:19.914" v="1244" actId="478"/>
          <ac:cxnSpMkLst>
            <pc:docMk/>
            <pc:sldMk cId="135957239" sldId="596"/>
            <ac:cxnSpMk id="52" creationId="{6A82D69C-9BE5-431D-9E20-94B7FCA4DFAE}"/>
          </ac:cxnSpMkLst>
        </pc:cxnChg>
        <pc:cxnChg chg="add del mod">
          <ac:chgData name="LE FALHER, Martial" userId="4e18b825-4c81-4fdf-8616-10afe3723b47" providerId="ADAL" clId="{F2A235DE-0E68-4F7B-98D1-FBE67517F362}" dt="2024-08-23T15:16:05.666" v="1240" actId="478"/>
          <ac:cxnSpMkLst>
            <pc:docMk/>
            <pc:sldMk cId="135957239" sldId="596"/>
            <ac:cxnSpMk id="57" creationId="{DB70ADC0-E6F5-4442-8B4D-78DA3574F108}"/>
          </ac:cxnSpMkLst>
        </pc:cxnChg>
        <pc:cxnChg chg="add del mod">
          <ac:chgData name="LE FALHER, Martial" userId="4e18b825-4c81-4fdf-8616-10afe3723b47" providerId="ADAL" clId="{F2A235DE-0E68-4F7B-98D1-FBE67517F362}" dt="2024-08-23T14:35:43.780" v="934" actId="478"/>
          <ac:cxnSpMkLst>
            <pc:docMk/>
            <pc:sldMk cId="135957239" sldId="596"/>
            <ac:cxnSpMk id="62" creationId="{FF0E5BAE-A322-46F0-8BD1-86062182D89B}"/>
          </ac:cxnSpMkLst>
        </pc:cxnChg>
        <pc:cxnChg chg="add mod">
          <ac:chgData name="LE FALHER, Martial" userId="4e18b825-4c81-4fdf-8616-10afe3723b47" providerId="ADAL" clId="{F2A235DE-0E68-4F7B-98D1-FBE67517F362}" dt="2024-08-23T15:15:21.836" v="1230" actId="1076"/>
          <ac:cxnSpMkLst>
            <pc:docMk/>
            <pc:sldMk cId="135957239" sldId="596"/>
            <ac:cxnSpMk id="72" creationId="{E6C81328-1C49-4D65-AE82-E8C2A5DE0A6F}"/>
          </ac:cxnSpMkLst>
        </pc:cxnChg>
        <pc:cxnChg chg="del mod">
          <ac:chgData name="LE FALHER, Martial" userId="4e18b825-4c81-4fdf-8616-10afe3723b47" providerId="ADAL" clId="{F2A235DE-0E68-4F7B-98D1-FBE67517F362}" dt="2024-08-23T14:34:43.722" v="914" actId="478"/>
          <ac:cxnSpMkLst>
            <pc:docMk/>
            <pc:sldMk cId="135957239" sldId="596"/>
            <ac:cxnSpMk id="74" creationId="{463F2511-D66D-C109-3786-D697D7C37F72}"/>
          </ac:cxnSpMkLst>
        </pc:cxnChg>
        <pc:cxnChg chg="add mod">
          <ac:chgData name="LE FALHER, Martial" userId="4e18b825-4c81-4fdf-8616-10afe3723b47" providerId="ADAL" clId="{F2A235DE-0E68-4F7B-98D1-FBE67517F362}" dt="2024-08-23T15:16:15.514" v="1242" actId="1076"/>
          <ac:cxnSpMkLst>
            <pc:docMk/>
            <pc:sldMk cId="135957239" sldId="596"/>
            <ac:cxnSpMk id="80" creationId="{D1B1637D-CD24-4672-B774-5B3DEC23D7D4}"/>
          </ac:cxnSpMkLst>
        </pc:cxnChg>
        <pc:cxnChg chg="add mod">
          <ac:chgData name="LE FALHER, Martial" userId="4e18b825-4c81-4fdf-8616-10afe3723b47" providerId="ADAL" clId="{F2A235DE-0E68-4F7B-98D1-FBE67517F362}" dt="2024-08-23T15:16:28.638" v="1247" actId="1076"/>
          <ac:cxnSpMkLst>
            <pc:docMk/>
            <pc:sldMk cId="135957239" sldId="596"/>
            <ac:cxnSpMk id="86" creationId="{01685B46-F434-4463-A2CC-6805FA4AB1C5}"/>
          </ac:cxnSpMkLst>
        </pc:cxnChg>
        <pc:cxnChg chg="add mod">
          <ac:chgData name="LE FALHER, Martial" userId="4e18b825-4c81-4fdf-8616-10afe3723b47" providerId="ADAL" clId="{F2A235DE-0E68-4F7B-98D1-FBE67517F362}" dt="2024-08-23T15:17:44.988" v="1266" actId="1076"/>
          <ac:cxnSpMkLst>
            <pc:docMk/>
            <pc:sldMk cId="135957239" sldId="596"/>
            <ac:cxnSpMk id="94" creationId="{2332B363-DB81-48E9-9206-9C9C4860C1FF}"/>
          </ac:cxnSpMkLst>
        </pc:cxnChg>
        <pc:cxnChg chg="del mod">
          <ac:chgData name="LE FALHER, Martial" userId="4e18b825-4c81-4fdf-8616-10afe3723b47" providerId="ADAL" clId="{F2A235DE-0E68-4F7B-98D1-FBE67517F362}" dt="2024-08-23T14:34:38.140" v="912" actId="478"/>
          <ac:cxnSpMkLst>
            <pc:docMk/>
            <pc:sldMk cId="135957239" sldId="596"/>
            <ac:cxnSpMk id="100" creationId="{00000000-0000-0000-0000-000000000000}"/>
          </ac:cxnSpMkLst>
        </pc:cxnChg>
        <pc:cxnChg chg="del mod">
          <ac:chgData name="LE FALHER, Martial" userId="4e18b825-4c81-4fdf-8616-10afe3723b47" providerId="ADAL" clId="{F2A235DE-0E68-4F7B-98D1-FBE67517F362}" dt="2024-08-23T14:34:38.140" v="912" actId="478"/>
          <ac:cxnSpMkLst>
            <pc:docMk/>
            <pc:sldMk cId="135957239" sldId="596"/>
            <ac:cxnSpMk id="101" creationId="{00000000-0000-0000-0000-000000000000}"/>
          </ac:cxnSpMkLst>
        </pc:cxnChg>
        <pc:cxnChg chg="del mod">
          <ac:chgData name="LE FALHER, Martial" userId="4e18b825-4c81-4fdf-8616-10afe3723b47" providerId="ADAL" clId="{F2A235DE-0E68-4F7B-98D1-FBE67517F362}" dt="2024-08-23T14:34:38.140" v="912" actId="478"/>
          <ac:cxnSpMkLst>
            <pc:docMk/>
            <pc:sldMk cId="135957239" sldId="596"/>
            <ac:cxnSpMk id="102" creationId="{00000000-0000-0000-0000-000000000000}"/>
          </ac:cxnSpMkLst>
        </pc:cxnChg>
        <pc:cxnChg chg="del mod">
          <ac:chgData name="LE FALHER, Martial" userId="4e18b825-4c81-4fdf-8616-10afe3723b47" providerId="ADAL" clId="{F2A235DE-0E68-4F7B-98D1-FBE67517F362}" dt="2024-08-23T14:34:38.140" v="912" actId="478"/>
          <ac:cxnSpMkLst>
            <pc:docMk/>
            <pc:sldMk cId="135957239" sldId="596"/>
            <ac:cxnSpMk id="103" creationId="{00000000-0000-0000-0000-000000000000}"/>
          </ac:cxnSpMkLst>
        </pc:cxnChg>
        <pc:cxnChg chg="del mod">
          <ac:chgData name="LE FALHER, Martial" userId="4e18b825-4c81-4fdf-8616-10afe3723b47" providerId="ADAL" clId="{F2A235DE-0E68-4F7B-98D1-FBE67517F362}" dt="2024-08-23T14:34:38.140" v="912" actId="478"/>
          <ac:cxnSpMkLst>
            <pc:docMk/>
            <pc:sldMk cId="135957239" sldId="596"/>
            <ac:cxnSpMk id="106" creationId="{00000000-0000-0000-0000-000000000000}"/>
          </ac:cxnSpMkLst>
        </pc:cxnChg>
        <pc:cxnChg chg="del mod">
          <ac:chgData name="LE FALHER, Martial" userId="4e18b825-4c81-4fdf-8616-10afe3723b47" providerId="ADAL" clId="{F2A235DE-0E68-4F7B-98D1-FBE67517F362}" dt="2024-08-23T14:35:00.043" v="919" actId="478"/>
          <ac:cxnSpMkLst>
            <pc:docMk/>
            <pc:sldMk cId="135957239" sldId="596"/>
            <ac:cxnSpMk id="111" creationId="{00000000-0000-0000-0000-000000000000}"/>
          </ac:cxnSpMkLst>
        </pc:cxnChg>
        <pc:cxnChg chg="del mod">
          <ac:chgData name="LE FALHER, Martial" userId="4e18b825-4c81-4fdf-8616-10afe3723b47" providerId="ADAL" clId="{F2A235DE-0E68-4F7B-98D1-FBE67517F362}" dt="2024-08-23T14:35:00.043" v="919" actId="478"/>
          <ac:cxnSpMkLst>
            <pc:docMk/>
            <pc:sldMk cId="135957239" sldId="596"/>
            <ac:cxnSpMk id="113" creationId="{00000000-0000-0000-0000-000000000000}"/>
          </ac:cxnSpMkLst>
        </pc:cxnChg>
        <pc:cxnChg chg="del mod">
          <ac:chgData name="LE FALHER, Martial" userId="4e18b825-4c81-4fdf-8616-10afe3723b47" providerId="ADAL" clId="{F2A235DE-0E68-4F7B-98D1-FBE67517F362}" dt="2024-08-23T14:35:42.535" v="933" actId="478"/>
          <ac:cxnSpMkLst>
            <pc:docMk/>
            <pc:sldMk cId="135957239" sldId="596"/>
            <ac:cxnSpMk id="114" creationId="{00000000-0000-0000-0000-000000000000}"/>
          </ac:cxnSpMkLst>
        </pc:cxnChg>
        <pc:cxnChg chg="del mod">
          <ac:chgData name="LE FALHER, Martial" userId="4e18b825-4c81-4fdf-8616-10afe3723b47" providerId="ADAL" clId="{F2A235DE-0E68-4F7B-98D1-FBE67517F362}" dt="2024-08-23T14:35:04.093" v="921" actId="478"/>
          <ac:cxnSpMkLst>
            <pc:docMk/>
            <pc:sldMk cId="135957239" sldId="596"/>
            <ac:cxnSpMk id="119" creationId="{00000000-0000-0000-0000-000000000000}"/>
          </ac:cxnSpMkLst>
        </pc:cxnChg>
        <pc:cxnChg chg="add del mod">
          <ac:chgData name="LE FALHER, Martial" userId="4e18b825-4c81-4fdf-8616-10afe3723b47" providerId="ADAL" clId="{F2A235DE-0E68-4F7B-98D1-FBE67517F362}" dt="2024-08-23T15:20:04.463" v="1306" actId="478"/>
          <ac:cxnSpMkLst>
            <pc:docMk/>
            <pc:sldMk cId="135957239" sldId="596"/>
            <ac:cxnSpMk id="120" creationId="{40E4A4E8-A100-46D7-8821-58585F589794}"/>
          </ac:cxnSpMkLst>
        </pc:cxnChg>
        <pc:cxnChg chg="del mod">
          <ac:chgData name="LE FALHER, Martial" userId="4e18b825-4c81-4fdf-8616-10afe3723b47" providerId="ADAL" clId="{F2A235DE-0E68-4F7B-98D1-FBE67517F362}" dt="2024-08-23T14:35:25.603" v="927" actId="478"/>
          <ac:cxnSpMkLst>
            <pc:docMk/>
            <pc:sldMk cId="135957239" sldId="596"/>
            <ac:cxnSpMk id="121" creationId="{1835A5A1-BE94-365C-5743-00EAD334674F}"/>
          </ac:cxnSpMkLst>
        </pc:cxnChg>
        <pc:cxnChg chg="del mod">
          <ac:chgData name="LE FALHER, Martial" userId="4e18b825-4c81-4fdf-8616-10afe3723b47" providerId="ADAL" clId="{F2A235DE-0E68-4F7B-98D1-FBE67517F362}" dt="2024-08-23T14:34:40.892" v="913" actId="478"/>
          <ac:cxnSpMkLst>
            <pc:docMk/>
            <pc:sldMk cId="135957239" sldId="596"/>
            <ac:cxnSpMk id="123" creationId="{00000000-0000-0000-0000-000000000000}"/>
          </ac:cxnSpMkLst>
        </pc:cxnChg>
        <pc:cxnChg chg="del mod">
          <ac:chgData name="LE FALHER, Martial" userId="4e18b825-4c81-4fdf-8616-10afe3723b47" providerId="ADAL" clId="{F2A235DE-0E68-4F7B-98D1-FBE67517F362}" dt="2024-08-23T14:34:40.892" v="913" actId="478"/>
          <ac:cxnSpMkLst>
            <pc:docMk/>
            <pc:sldMk cId="135957239" sldId="596"/>
            <ac:cxnSpMk id="124" creationId="{00000000-0000-0000-0000-000000000000}"/>
          </ac:cxnSpMkLst>
        </pc:cxnChg>
        <pc:cxnChg chg="del mod">
          <ac:chgData name="LE FALHER, Martial" userId="4e18b825-4c81-4fdf-8616-10afe3723b47" providerId="ADAL" clId="{F2A235DE-0E68-4F7B-98D1-FBE67517F362}" dt="2024-08-23T14:34:43.722" v="914" actId="478"/>
          <ac:cxnSpMkLst>
            <pc:docMk/>
            <pc:sldMk cId="135957239" sldId="596"/>
            <ac:cxnSpMk id="127" creationId="{00000000-0000-0000-0000-000000000000}"/>
          </ac:cxnSpMkLst>
        </pc:cxnChg>
        <pc:cxnChg chg="del mod">
          <ac:chgData name="LE FALHER, Martial" userId="4e18b825-4c81-4fdf-8616-10afe3723b47" providerId="ADAL" clId="{F2A235DE-0E68-4F7B-98D1-FBE67517F362}" dt="2024-08-23T14:34:45.112" v="915" actId="478"/>
          <ac:cxnSpMkLst>
            <pc:docMk/>
            <pc:sldMk cId="135957239" sldId="596"/>
            <ac:cxnSpMk id="130" creationId="{00000000-0000-0000-0000-000000000000}"/>
          </ac:cxnSpMkLst>
        </pc:cxnChg>
        <pc:cxnChg chg="del mod">
          <ac:chgData name="LE FALHER, Martial" userId="4e18b825-4c81-4fdf-8616-10afe3723b47" providerId="ADAL" clId="{F2A235DE-0E68-4F7B-98D1-FBE67517F362}" dt="2024-08-23T14:34:43.722" v="914" actId="478"/>
          <ac:cxnSpMkLst>
            <pc:docMk/>
            <pc:sldMk cId="135957239" sldId="596"/>
            <ac:cxnSpMk id="133" creationId="{00000000-0000-0000-0000-000000000000}"/>
          </ac:cxnSpMkLst>
        </pc:cxnChg>
        <pc:cxnChg chg="add del mod">
          <ac:chgData name="LE FALHER, Martial" userId="4e18b825-4c81-4fdf-8616-10afe3723b47" providerId="ADAL" clId="{F2A235DE-0E68-4F7B-98D1-FBE67517F362}" dt="2024-08-23T15:57:41.570" v="1709" actId="478"/>
          <ac:cxnSpMkLst>
            <pc:docMk/>
            <pc:sldMk cId="135957239" sldId="596"/>
            <ac:cxnSpMk id="139" creationId="{54844B39-08D0-42BB-B974-7761A62FCD2C}"/>
          </ac:cxnSpMkLst>
        </pc:cxnChg>
        <pc:cxnChg chg="add del mod">
          <ac:chgData name="LE FALHER, Martial" userId="4e18b825-4c81-4fdf-8616-10afe3723b47" providerId="ADAL" clId="{F2A235DE-0E68-4F7B-98D1-FBE67517F362}" dt="2024-08-23T15:57:35.181" v="1707" actId="478"/>
          <ac:cxnSpMkLst>
            <pc:docMk/>
            <pc:sldMk cId="135957239" sldId="596"/>
            <ac:cxnSpMk id="140" creationId="{24185E91-6530-43A4-BF83-8426FDF845DF}"/>
          </ac:cxnSpMkLst>
        </pc:cxnChg>
        <pc:cxnChg chg="add del mod">
          <ac:chgData name="LE FALHER, Martial" userId="4e18b825-4c81-4fdf-8616-10afe3723b47" providerId="ADAL" clId="{F2A235DE-0E68-4F7B-98D1-FBE67517F362}" dt="2024-08-23T15:57:59.823" v="1715" actId="478"/>
          <ac:cxnSpMkLst>
            <pc:docMk/>
            <pc:sldMk cId="135957239" sldId="596"/>
            <ac:cxnSpMk id="141" creationId="{C11290DF-77D3-41F6-B209-5CB72B6CBB53}"/>
          </ac:cxnSpMkLst>
        </pc:cxnChg>
        <pc:cxnChg chg="add mod">
          <ac:chgData name="LE FALHER, Martial" userId="4e18b825-4c81-4fdf-8616-10afe3723b47" providerId="ADAL" clId="{F2A235DE-0E68-4F7B-98D1-FBE67517F362}" dt="2024-08-23T15:56:16.252" v="1683" actId="1076"/>
          <ac:cxnSpMkLst>
            <pc:docMk/>
            <pc:sldMk cId="135957239" sldId="596"/>
            <ac:cxnSpMk id="166" creationId="{70F2CC31-BED6-4BD8-9FDF-A781AA887EAA}"/>
          </ac:cxnSpMkLst>
        </pc:cxnChg>
        <pc:cxnChg chg="add del mod">
          <ac:chgData name="LE FALHER, Martial" userId="4e18b825-4c81-4fdf-8616-10afe3723b47" providerId="ADAL" clId="{F2A235DE-0E68-4F7B-98D1-FBE67517F362}" dt="2024-08-23T15:57:24.835" v="1703" actId="478"/>
          <ac:cxnSpMkLst>
            <pc:docMk/>
            <pc:sldMk cId="135957239" sldId="596"/>
            <ac:cxnSpMk id="175" creationId="{4C0E0510-B13A-4023-A17A-B8B9BE46A7B5}"/>
          </ac:cxnSpMkLst>
        </pc:cxnChg>
        <pc:cxnChg chg="add mod">
          <ac:chgData name="LE FALHER, Martial" userId="4e18b825-4c81-4fdf-8616-10afe3723b47" providerId="ADAL" clId="{F2A235DE-0E68-4F7B-98D1-FBE67517F362}" dt="2024-08-23T15:57:02.347" v="1695" actId="1076"/>
          <ac:cxnSpMkLst>
            <pc:docMk/>
            <pc:sldMk cId="135957239" sldId="596"/>
            <ac:cxnSpMk id="179" creationId="{D5B3D7F4-386F-4CA6-8C4A-C80A09066823}"/>
          </ac:cxnSpMkLst>
        </pc:cxnChg>
        <pc:cxnChg chg="add del mod">
          <ac:chgData name="LE FALHER, Martial" userId="4e18b825-4c81-4fdf-8616-10afe3723b47" providerId="ADAL" clId="{F2A235DE-0E68-4F7B-98D1-FBE67517F362}" dt="2024-08-23T15:21:45.333" v="1328" actId="478"/>
          <ac:cxnSpMkLst>
            <pc:docMk/>
            <pc:sldMk cId="135957239" sldId="596"/>
            <ac:cxnSpMk id="182" creationId="{DC63971D-45CB-4309-BA6D-DB5FBFE4E9F6}"/>
          </ac:cxnSpMkLst>
        </pc:cxnChg>
        <pc:cxnChg chg="add mod">
          <ac:chgData name="LE FALHER, Martial" userId="4e18b825-4c81-4fdf-8616-10afe3723b47" providerId="ADAL" clId="{F2A235DE-0E68-4F7B-98D1-FBE67517F362}" dt="2024-08-23T15:57:05.480" v="1696" actId="14100"/>
          <ac:cxnSpMkLst>
            <pc:docMk/>
            <pc:sldMk cId="135957239" sldId="596"/>
            <ac:cxnSpMk id="184" creationId="{D1F9F715-DF17-4CF3-86F0-BFB1972991E7}"/>
          </ac:cxnSpMkLst>
        </pc:cxnChg>
        <pc:cxnChg chg="del mod">
          <ac:chgData name="LE FALHER, Martial" userId="4e18b825-4c81-4fdf-8616-10afe3723b47" providerId="ADAL" clId="{F2A235DE-0E68-4F7B-98D1-FBE67517F362}" dt="2024-08-23T14:35:25.603" v="927" actId="478"/>
          <ac:cxnSpMkLst>
            <pc:docMk/>
            <pc:sldMk cId="135957239" sldId="596"/>
            <ac:cxnSpMk id="2049" creationId="{00000000-0000-0000-0000-000000000000}"/>
          </ac:cxnSpMkLst>
        </pc:cxnChg>
        <pc:cxnChg chg="del mod">
          <ac:chgData name="LE FALHER, Martial" userId="4e18b825-4c81-4fdf-8616-10afe3723b47" providerId="ADAL" clId="{F2A235DE-0E68-4F7B-98D1-FBE67517F362}" dt="2024-08-23T15:17:24.531" v="1260" actId="478"/>
          <ac:cxnSpMkLst>
            <pc:docMk/>
            <pc:sldMk cId="135957239" sldId="596"/>
            <ac:cxnSpMk id="2057" creationId="{00000000-0000-0000-0000-000000000000}"/>
          </ac:cxnSpMkLst>
        </pc:cxnChg>
        <pc:cxnChg chg="del mod">
          <ac:chgData name="LE FALHER, Martial" userId="4e18b825-4c81-4fdf-8616-10afe3723b47" providerId="ADAL" clId="{F2A235DE-0E68-4F7B-98D1-FBE67517F362}" dt="2024-08-23T14:37:20.065" v="959" actId="478"/>
          <ac:cxnSpMkLst>
            <pc:docMk/>
            <pc:sldMk cId="135957239" sldId="596"/>
            <ac:cxnSpMk id="2062" creationId="{6C5F33F2-5F52-061A-A28A-1A67DE9492B3}"/>
          </ac:cxnSpMkLst>
        </pc:cxnChg>
        <pc:cxnChg chg="del mod">
          <ac:chgData name="LE FALHER, Martial" userId="4e18b825-4c81-4fdf-8616-10afe3723b47" providerId="ADAL" clId="{F2A235DE-0E68-4F7B-98D1-FBE67517F362}" dt="2024-08-23T14:36:39.144" v="954" actId="478"/>
          <ac:cxnSpMkLst>
            <pc:docMk/>
            <pc:sldMk cId="135957239" sldId="596"/>
            <ac:cxnSpMk id="2065" creationId="{8F03F703-278F-7FB2-E02E-048A6C8B4594}"/>
          </ac:cxnSpMkLst>
        </pc:cxnChg>
        <pc:cxnChg chg="del mod">
          <ac:chgData name="LE FALHER, Martial" userId="4e18b825-4c81-4fdf-8616-10afe3723b47" providerId="ADAL" clId="{F2A235DE-0E68-4F7B-98D1-FBE67517F362}" dt="2024-08-23T14:34:53.177" v="916" actId="478"/>
          <ac:cxnSpMkLst>
            <pc:docMk/>
            <pc:sldMk cId="135957239" sldId="596"/>
            <ac:cxnSpMk id="2071" creationId="{6924C307-5D18-99AC-4B70-D3091591E58B}"/>
          </ac:cxnSpMkLst>
        </pc:cxnChg>
        <pc:cxnChg chg="add mod">
          <ac:chgData name="LE FALHER, Martial" userId="4e18b825-4c81-4fdf-8616-10afe3723b47" providerId="ADAL" clId="{F2A235DE-0E68-4F7B-98D1-FBE67517F362}" dt="2024-08-23T15:58:08.127" v="1718" actId="1076"/>
          <ac:cxnSpMkLst>
            <pc:docMk/>
            <pc:sldMk cId="135957239" sldId="596"/>
            <ac:cxnSpMk id="2073" creationId="{C826FAA0-58BB-4681-9F0B-1A18804A9FE2}"/>
          </ac:cxnSpMkLst>
        </pc:cxnChg>
        <pc:cxnChg chg="del mod">
          <ac:chgData name="LE FALHER, Martial" userId="4e18b825-4c81-4fdf-8616-10afe3723b47" providerId="ADAL" clId="{F2A235DE-0E68-4F7B-98D1-FBE67517F362}" dt="2024-08-23T14:35:41.070" v="932" actId="478"/>
          <ac:cxnSpMkLst>
            <pc:docMk/>
            <pc:sldMk cId="135957239" sldId="596"/>
            <ac:cxnSpMk id="2084" creationId="{6F359B49-7ADB-506A-1CB7-F4520474F7A6}"/>
          </ac:cxnSpMkLst>
        </pc:cxnChg>
        <pc:cxnChg chg="del mod">
          <ac:chgData name="LE FALHER, Martial" userId="4e18b825-4c81-4fdf-8616-10afe3723b47" providerId="ADAL" clId="{F2A235DE-0E68-4F7B-98D1-FBE67517F362}" dt="2024-08-23T14:35:41.070" v="932" actId="478"/>
          <ac:cxnSpMkLst>
            <pc:docMk/>
            <pc:sldMk cId="135957239" sldId="596"/>
            <ac:cxnSpMk id="2086" creationId="{4213190F-9253-8A02-539E-50CB4A12AA1B}"/>
          </ac:cxnSpMkLst>
        </pc:cxnChg>
        <pc:cxnChg chg="add mod">
          <ac:chgData name="LE FALHER, Martial" userId="4e18b825-4c81-4fdf-8616-10afe3723b47" providerId="ADAL" clId="{F2A235DE-0E68-4F7B-98D1-FBE67517F362}" dt="2024-08-23T15:58:10.938" v="1719" actId="1076"/>
          <ac:cxnSpMkLst>
            <pc:docMk/>
            <pc:sldMk cId="135957239" sldId="596"/>
            <ac:cxnSpMk id="2087" creationId="{1F356BBF-F7AC-42BD-B7C4-F5827BB89615}"/>
          </ac:cxnSpMkLst>
        </pc:cxnChg>
        <pc:cxnChg chg="del mod">
          <ac:chgData name="LE FALHER, Martial" userId="4e18b825-4c81-4fdf-8616-10afe3723b47" providerId="ADAL" clId="{F2A235DE-0E68-4F7B-98D1-FBE67517F362}" dt="2024-08-23T14:35:41.070" v="932" actId="478"/>
          <ac:cxnSpMkLst>
            <pc:docMk/>
            <pc:sldMk cId="135957239" sldId="596"/>
            <ac:cxnSpMk id="2092" creationId="{9013C795-7E59-6E4B-CAFF-0223B29DE449}"/>
          </ac:cxnSpMkLst>
        </pc:cxnChg>
        <pc:cxnChg chg="add mod">
          <ac:chgData name="LE FALHER, Martial" userId="4e18b825-4c81-4fdf-8616-10afe3723b47" providerId="ADAL" clId="{F2A235DE-0E68-4F7B-98D1-FBE67517F362}" dt="2024-08-23T15:58:10.938" v="1719" actId="1076"/>
          <ac:cxnSpMkLst>
            <pc:docMk/>
            <pc:sldMk cId="135957239" sldId="596"/>
            <ac:cxnSpMk id="2098" creationId="{84EF4CDD-373F-4B59-AD00-98A212BB692F}"/>
          </ac:cxnSpMkLst>
        </pc:cxnChg>
      </pc:sldChg>
      <pc:sldChg chg="delSp modSp">
        <pc:chgData name="LE FALHER, Martial" userId="4e18b825-4c81-4fdf-8616-10afe3723b47" providerId="ADAL" clId="{F2A235DE-0E68-4F7B-98D1-FBE67517F362}" dt="2024-08-22T15:29:20.376" v="95" actId="478"/>
        <pc:sldMkLst>
          <pc:docMk/>
          <pc:sldMk cId="2498635253" sldId="599"/>
        </pc:sldMkLst>
        <pc:spChg chg="del">
          <ac:chgData name="LE FALHER, Martial" userId="4e18b825-4c81-4fdf-8616-10afe3723b47" providerId="ADAL" clId="{F2A235DE-0E68-4F7B-98D1-FBE67517F362}" dt="2024-08-22T14:45:10.943" v="81" actId="478"/>
          <ac:spMkLst>
            <pc:docMk/>
            <pc:sldMk cId="2498635253" sldId="599"/>
            <ac:spMk id="3" creationId="{00A86C08-6155-EA80-82A0-683CFE55FEEB}"/>
          </ac:spMkLst>
        </pc:spChg>
        <pc:spChg chg="del">
          <ac:chgData name="LE FALHER, Martial" userId="4e18b825-4c81-4fdf-8616-10afe3723b47" providerId="ADAL" clId="{F2A235DE-0E68-4F7B-98D1-FBE67517F362}" dt="2024-08-22T14:45:10.943" v="81" actId="478"/>
          <ac:spMkLst>
            <pc:docMk/>
            <pc:sldMk cId="2498635253" sldId="599"/>
            <ac:spMk id="4" creationId="{DCF76ADE-F806-AD5C-72C2-21314DE4BBD4}"/>
          </ac:spMkLst>
        </pc:spChg>
        <pc:spChg chg="del">
          <ac:chgData name="LE FALHER, Martial" userId="4e18b825-4c81-4fdf-8616-10afe3723b47" providerId="ADAL" clId="{F2A235DE-0E68-4F7B-98D1-FBE67517F362}" dt="2024-08-22T14:45:10.943" v="81" actId="478"/>
          <ac:spMkLst>
            <pc:docMk/>
            <pc:sldMk cId="2498635253" sldId="599"/>
            <ac:spMk id="5" creationId="{916C4863-8FF1-BD8C-B86A-9486948F2070}"/>
          </ac:spMkLst>
        </pc:spChg>
        <pc:spChg chg="del">
          <ac:chgData name="LE FALHER, Martial" userId="4e18b825-4c81-4fdf-8616-10afe3723b47" providerId="ADAL" clId="{F2A235DE-0E68-4F7B-98D1-FBE67517F362}" dt="2024-08-22T14:45:10.943" v="81" actId="478"/>
          <ac:spMkLst>
            <pc:docMk/>
            <pc:sldMk cId="2498635253" sldId="599"/>
            <ac:spMk id="6" creationId="{2E249F40-E016-FFE6-9CF7-9C6F54571380}"/>
          </ac:spMkLst>
        </pc:spChg>
        <pc:spChg chg="del">
          <ac:chgData name="LE FALHER, Martial" userId="4e18b825-4c81-4fdf-8616-10afe3723b47" providerId="ADAL" clId="{F2A235DE-0E68-4F7B-98D1-FBE67517F362}" dt="2024-08-22T14:45:10.943" v="81" actId="478"/>
          <ac:spMkLst>
            <pc:docMk/>
            <pc:sldMk cId="2498635253" sldId="599"/>
            <ac:spMk id="7" creationId="{1E60842C-7F1D-451F-F8DD-0CC3F5126EAA}"/>
          </ac:spMkLst>
        </pc:spChg>
        <pc:spChg chg="del">
          <ac:chgData name="LE FALHER, Martial" userId="4e18b825-4c81-4fdf-8616-10afe3723b47" providerId="ADAL" clId="{F2A235DE-0E68-4F7B-98D1-FBE67517F362}" dt="2024-08-22T14:45:10.943" v="81" actId="478"/>
          <ac:spMkLst>
            <pc:docMk/>
            <pc:sldMk cId="2498635253" sldId="599"/>
            <ac:spMk id="8" creationId="{47F73404-E6DA-C659-07AA-2B45C24BE7E0}"/>
          </ac:spMkLst>
        </pc:spChg>
        <pc:spChg chg="del">
          <ac:chgData name="LE FALHER, Martial" userId="4e18b825-4c81-4fdf-8616-10afe3723b47" providerId="ADAL" clId="{F2A235DE-0E68-4F7B-98D1-FBE67517F362}" dt="2024-08-22T14:45:10.943" v="81" actId="478"/>
          <ac:spMkLst>
            <pc:docMk/>
            <pc:sldMk cId="2498635253" sldId="599"/>
            <ac:spMk id="9" creationId="{45B505C4-0422-C816-E0AB-F80F10D76A96}"/>
          </ac:spMkLst>
        </pc:spChg>
        <pc:spChg chg="del">
          <ac:chgData name="LE FALHER, Martial" userId="4e18b825-4c81-4fdf-8616-10afe3723b47" providerId="ADAL" clId="{F2A235DE-0E68-4F7B-98D1-FBE67517F362}" dt="2024-08-22T14:45:10.943" v="81" actId="478"/>
          <ac:spMkLst>
            <pc:docMk/>
            <pc:sldMk cId="2498635253" sldId="599"/>
            <ac:spMk id="10" creationId="{F6FA5501-B5E6-CFAE-5CA2-6C056B9E9BAE}"/>
          </ac:spMkLst>
        </pc:spChg>
        <pc:spChg chg="del">
          <ac:chgData name="LE FALHER, Martial" userId="4e18b825-4c81-4fdf-8616-10afe3723b47" providerId="ADAL" clId="{F2A235DE-0E68-4F7B-98D1-FBE67517F362}" dt="2024-08-22T14:45:10.943" v="81" actId="478"/>
          <ac:spMkLst>
            <pc:docMk/>
            <pc:sldMk cId="2498635253" sldId="599"/>
            <ac:spMk id="11" creationId="{5D61D359-2B56-07B5-1F4D-D40D7D037694}"/>
          </ac:spMkLst>
        </pc:spChg>
        <pc:spChg chg="del">
          <ac:chgData name="LE FALHER, Martial" userId="4e18b825-4c81-4fdf-8616-10afe3723b47" providerId="ADAL" clId="{F2A235DE-0E68-4F7B-98D1-FBE67517F362}" dt="2024-08-22T14:45:10.943" v="81" actId="478"/>
          <ac:spMkLst>
            <pc:docMk/>
            <pc:sldMk cId="2498635253" sldId="599"/>
            <ac:spMk id="12" creationId="{C0EC40F9-8103-71CF-97B1-D4DBBE35CC0A}"/>
          </ac:spMkLst>
        </pc:spChg>
        <pc:spChg chg="del">
          <ac:chgData name="LE FALHER, Martial" userId="4e18b825-4c81-4fdf-8616-10afe3723b47" providerId="ADAL" clId="{F2A235DE-0E68-4F7B-98D1-FBE67517F362}" dt="2024-08-22T14:45:10.943" v="81" actId="478"/>
          <ac:spMkLst>
            <pc:docMk/>
            <pc:sldMk cId="2498635253" sldId="599"/>
            <ac:spMk id="25" creationId="{89ACB8AD-AC43-F16D-644B-32DB606649EF}"/>
          </ac:spMkLst>
        </pc:spChg>
        <pc:spChg chg="mod">
          <ac:chgData name="LE FALHER, Martial" userId="4e18b825-4c81-4fdf-8616-10afe3723b47" providerId="ADAL" clId="{F2A235DE-0E68-4F7B-98D1-FBE67517F362}" dt="2024-08-22T14:45:27.959" v="84" actId="20577"/>
          <ac:spMkLst>
            <pc:docMk/>
            <pc:sldMk cId="2498635253" sldId="599"/>
            <ac:spMk id="44" creationId="{AE785AC6-88E9-C63E-F64D-26F966BDA62C}"/>
          </ac:spMkLst>
        </pc:spChg>
        <pc:spChg chg="del">
          <ac:chgData name="LE FALHER, Martial" userId="4e18b825-4c81-4fdf-8616-10afe3723b47" providerId="ADAL" clId="{F2A235DE-0E68-4F7B-98D1-FBE67517F362}" dt="2024-08-22T15:29:20.376" v="95" actId="478"/>
          <ac:spMkLst>
            <pc:docMk/>
            <pc:sldMk cId="2498635253" sldId="599"/>
            <ac:spMk id="195" creationId="{3D645FDA-AE24-DADC-5C41-AB0E32E51167}"/>
          </ac:spMkLst>
        </pc:spChg>
        <pc:spChg chg="mod">
          <ac:chgData name="LE FALHER, Martial" userId="4e18b825-4c81-4fdf-8616-10afe3723b47" providerId="ADAL" clId="{F2A235DE-0E68-4F7B-98D1-FBE67517F362}" dt="2024-08-22T14:45:50.745" v="88" actId="207"/>
          <ac:spMkLst>
            <pc:docMk/>
            <pc:sldMk cId="2498635253" sldId="599"/>
            <ac:spMk id="3072" creationId="{8C7FAC81-60E0-D5D8-2412-CD1621A603B7}"/>
          </ac:spMkLst>
        </pc:spChg>
        <pc:spChg chg="mod">
          <ac:chgData name="LE FALHER, Martial" userId="4e18b825-4c81-4fdf-8616-10afe3723b47" providerId="ADAL" clId="{F2A235DE-0E68-4F7B-98D1-FBE67517F362}" dt="2024-08-22T14:45:41.668" v="87" actId="207"/>
          <ac:spMkLst>
            <pc:docMk/>
            <pc:sldMk cId="2498635253" sldId="599"/>
            <ac:spMk id="3122" creationId="{E27A3BCE-AA1A-079F-E740-3A845196517D}"/>
          </ac:spMkLst>
        </pc:spChg>
        <pc:spChg chg="mod">
          <ac:chgData name="LE FALHER, Martial" userId="4e18b825-4c81-4fdf-8616-10afe3723b47" providerId="ADAL" clId="{F2A235DE-0E68-4F7B-98D1-FBE67517F362}" dt="2024-08-22T14:45:57.193" v="90" actId="207"/>
          <ac:spMkLst>
            <pc:docMk/>
            <pc:sldMk cId="2498635253" sldId="599"/>
            <ac:spMk id="3134" creationId="{C1D729AA-231A-65E3-07AA-4EF69D074A3D}"/>
          </ac:spMkLst>
        </pc:spChg>
        <pc:spChg chg="mod">
          <ac:chgData name="LE FALHER, Martial" userId="4e18b825-4c81-4fdf-8616-10afe3723b47" providerId="ADAL" clId="{F2A235DE-0E68-4F7B-98D1-FBE67517F362}" dt="2024-08-22T14:46:03.818" v="91" actId="207"/>
          <ac:spMkLst>
            <pc:docMk/>
            <pc:sldMk cId="2498635253" sldId="599"/>
            <ac:spMk id="3192" creationId="{9ABE5655-CBBF-7468-FFBE-E7E6B0CF332D}"/>
          </ac:spMkLst>
        </pc:spChg>
        <pc:spChg chg="mod">
          <ac:chgData name="LE FALHER, Martial" userId="4e18b825-4c81-4fdf-8616-10afe3723b47" providerId="ADAL" clId="{F2A235DE-0E68-4F7B-98D1-FBE67517F362}" dt="2024-08-22T14:46:07.509" v="92" actId="207"/>
          <ac:spMkLst>
            <pc:docMk/>
            <pc:sldMk cId="2498635253" sldId="599"/>
            <ac:spMk id="3197" creationId="{9C06C7A0-676C-19B9-7DE0-1C3E44EC8971}"/>
          </ac:spMkLst>
        </pc:spChg>
        <pc:spChg chg="mod">
          <ac:chgData name="LE FALHER, Martial" userId="4e18b825-4c81-4fdf-8616-10afe3723b47" providerId="ADAL" clId="{F2A235DE-0E68-4F7B-98D1-FBE67517F362}" dt="2024-08-22T14:46:17.721" v="94" actId="207"/>
          <ac:spMkLst>
            <pc:docMk/>
            <pc:sldMk cId="2498635253" sldId="599"/>
            <ac:spMk id="3307" creationId="{B0C2D271-B664-1BA7-EAE5-7BABB89D9BA1}"/>
          </ac:spMkLst>
        </pc:spChg>
        <pc:cxnChg chg="mod">
          <ac:chgData name="LE FALHER, Martial" userId="4e18b825-4c81-4fdf-8616-10afe3723b47" providerId="ADAL" clId="{F2A235DE-0E68-4F7B-98D1-FBE67517F362}" dt="2024-08-22T14:45:23.579" v="83" actId="1076"/>
          <ac:cxnSpMkLst>
            <pc:docMk/>
            <pc:sldMk cId="2498635253" sldId="599"/>
            <ac:cxnSpMk id="49" creationId="{8CD33C9F-0E44-87BB-1F89-F2393AF4FE42}"/>
          </ac:cxnSpMkLst>
        </pc:cxnChg>
        <pc:cxnChg chg="mod">
          <ac:chgData name="LE FALHER, Martial" userId="4e18b825-4c81-4fdf-8616-10afe3723b47" providerId="ADAL" clId="{F2A235DE-0E68-4F7B-98D1-FBE67517F362}" dt="2024-08-22T14:45:23.579" v="83" actId="1076"/>
          <ac:cxnSpMkLst>
            <pc:docMk/>
            <pc:sldMk cId="2498635253" sldId="599"/>
            <ac:cxnSpMk id="82" creationId="{752AFAC5-07A7-5F11-887B-42E8A678EAEB}"/>
          </ac:cxnSpMkLst>
        </pc:cxnChg>
        <pc:cxnChg chg="mod">
          <ac:chgData name="LE FALHER, Martial" userId="4e18b825-4c81-4fdf-8616-10afe3723b47" providerId="ADAL" clId="{F2A235DE-0E68-4F7B-98D1-FBE67517F362}" dt="2024-08-22T14:45:23.579" v="83" actId="1076"/>
          <ac:cxnSpMkLst>
            <pc:docMk/>
            <pc:sldMk cId="2498635253" sldId="599"/>
            <ac:cxnSpMk id="96" creationId="{E1555B3A-89C0-791A-DC97-AE3C297A5845}"/>
          </ac:cxnSpMkLst>
        </pc:cxnChg>
      </pc:sldChg>
      <pc:sldChg chg="delSp">
        <pc:chgData name="LE FALHER, Martial" userId="4e18b825-4c81-4fdf-8616-10afe3723b47" providerId="ADAL" clId="{F2A235DE-0E68-4F7B-98D1-FBE67517F362}" dt="2024-08-23T13:11:58.817" v="910" actId="478"/>
        <pc:sldMkLst>
          <pc:docMk/>
          <pc:sldMk cId="1086564110" sldId="606"/>
        </pc:sldMkLst>
        <pc:spChg chg="del">
          <ac:chgData name="LE FALHER, Martial" userId="4e18b825-4c81-4fdf-8616-10afe3723b47" providerId="ADAL" clId="{F2A235DE-0E68-4F7B-98D1-FBE67517F362}" dt="2024-08-23T13:11:57.610" v="909" actId="478"/>
          <ac:spMkLst>
            <pc:docMk/>
            <pc:sldMk cId="1086564110" sldId="606"/>
            <ac:spMk id="28" creationId="{31E621B0-04F4-EE25-31DD-8DBBD77DB852}"/>
          </ac:spMkLst>
        </pc:spChg>
        <pc:cxnChg chg="del">
          <ac:chgData name="LE FALHER, Martial" userId="4e18b825-4c81-4fdf-8616-10afe3723b47" providerId="ADAL" clId="{F2A235DE-0E68-4F7B-98D1-FBE67517F362}" dt="2024-08-23T13:11:56.768" v="908" actId="478"/>
          <ac:cxnSpMkLst>
            <pc:docMk/>
            <pc:sldMk cId="1086564110" sldId="606"/>
            <ac:cxnSpMk id="18" creationId="{D6F2408D-D67A-1686-B286-3C79DCBFA508}"/>
          </ac:cxnSpMkLst>
        </pc:cxnChg>
        <pc:cxnChg chg="del">
          <ac:chgData name="LE FALHER, Martial" userId="4e18b825-4c81-4fdf-8616-10afe3723b47" providerId="ADAL" clId="{F2A235DE-0E68-4F7B-98D1-FBE67517F362}" dt="2024-08-23T13:11:58.817" v="910" actId="478"/>
          <ac:cxnSpMkLst>
            <pc:docMk/>
            <pc:sldMk cId="1086564110" sldId="606"/>
            <ac:cxnSpMk id="25" creationId="{B086FBC2-6DF5-DAA8-C7E6-5CCFB2D3B75E}"/>
          </ac:cxnSpMkLst>
        </pc:cxnChg>
      </pc:sldChg>
      <pc:sldChg chg="addSp delSp modSp">
        <pc:chgData name="LE FALHER, Martial" userId="4e18b825-4c81-4fdf-8616-10afe3723b47" providerId="ADAL" clId="{F2A235DE-0E68-4F7B-98D1-FBE67517F362}" dt="2024-08-22T15:55:48.513" v="273" actId="20577"/>
        <pc:sldMkLst>
          <pc:docMk/>
          <pc:sldMk cId="2866972053" sldId="608"/>
        </pc:sldMkLst>
        <pc:spChg chg="mod">
          <ac:chgData name="LE FALHER, Martial" userId="4e18b825-4c81-4fdf-8616-10afe3723b47" providerId="ADAL" clId="{F2A235DE-0E68-4F7B-98D1-FBE67517F362}" dt="2024-08-22T15:55:45.172" v="255" actId="1076"/>
          <ac:spMkLst>
            <pc:docMk/>
            <pc:sldMk cId="2866972053" sldId="608"/>
            <ac:spMk id="2" creationId="{56844AD6-DA2A-9B04-8E8C-A1B3CDBAC2A8}"/>
          </ac:spMkLst>
        </pc:spChg>
        <pc:spChg chg="del">
          <ac:chgData name="LE FALHER, Martial" userId="4e18b825-4c81-4fdf-8616-10afe3723b47" providerId="ADAL" clId="{F2A235DE-0E68-4F7B-98D1-FBE67517F362}" dt="2024-08-22T15:34:27.143" v="124" actId="478"/>
          <ac:spMkLst>
            <pc:docMk/>
            <pc:sldMk cId="2866972053" sldId="608"/>
            <ac:spMk id="9" creationId="{DEDA43AA-7A02-3935-8A4C-D1F99D00ADF7}"/>
          </ac:spMkLst>
        </pc:spChg>
        <pc:spChg chg="del">
          <ac:chgData name="LE FALHER, Martial" userId="4e18b825-4c81-4fdf-8616-10afe3723b47" providerId="ADAL" clId="{F2A235DE-0E68-4F7B-98D1-FBE67517F362}" dt="2024-08-22T15:34:51.447" v="133" actId="478"/>
          <ac:spMkLst>
            <pc:docMk/>
            <pc:sldMk cId="2866972053" sldId="608"/>
            <ac:spMk id="11" creationId="{90940E1F-1ADA-6CCA-2F85-2960FA48F9D0}"/>
          </ac:spMkLst>
        </pc:spChg>
        <pc:spChg chg="mod">
          <ac:chgData name="LE FALHER, Martial" userId="4e18b825-4c81-4fdf-8616-10afe3723b47" providerId="ADAL" clId="{F2A235DE-0E68-4F7B-98D1-FBE67517F362}" dt="2024-08-22T15:55:45.172" v="255" actId="1076"/>
          <ac:spMkLst>
            <pc:docMk/>
            <pc:sldMk cId="2866972053" sldId="608"/>
            <ac:spMk id="16" creationId="{15765742-4A5A-A22C-F0ED-600480C85874}"/>
          </ac:spMkLst>
        </pc:spChg>
        <pc:spChg chg="del">
          <ac:chgData name="LE FALHER, Martial" userId="4e18b825-4c81-4fdf-8616-10afe3723b47" providerId="ADAL" clId="{F2A235DE-0E68-4F7B-98D1-FBE67517F362}" dt="2024-08-22T15:34:52.864" v="134" actId="478"/>
          <ac:spMkLst>
            <pc:docMk/>
            <pc:sldMk cId="2866972053" sldId="608"/>
            <ac:spMk id="18" creationId="{BD26B23F-5165-4FC7-3D7A-5E1E17EAA3AF}"/>
          </ac:spMkLst>
        </pc:spChg>
        <pc:spChg chg="del">
          <ac:chgData name="LE FALHER, Martial" userId="4e18b825-4c81-4fdf-8616-10afe3723b47" providerId="ADAL" clId="{F2A235DE-0E68-4F7B-98D1-FBE67517F362}" dt="2024-08-22T15:34:25.932" v="123" actId="478"/>
          <ac:spMkLst>
            <pc:docMk/>
            <pc:sldMk cId="2866972053" sldId="608"/>
            <ac:spMk id="19" creationId="{A1D7182F-E5DA-9F11-93BF-FC0C77BD3447}"/>
          </ac:spMkLst>
        </pc:spChg>
        <pc:spChg chg="mod">
          <ac:chgData name="LE FALHER, Martial" userId="4e18b825-4c81-4fdf-8616-10afe3723b47" providerId="ADAL" clId="{F2A235DE-0E68-4F7B-98D1-FBE67517F362}" dt="2024-08-22T15:55:45.172" v="255" actId="1076"/>
          <ac:spMkLst>
            <pc:docMk/>
            <pc:sldMk cId="2866972053" sldId="608"/>
            <ac:spMk id="27" creationId="{28564EF8-D6CB-D6E0-2235-2F414B2CC308}"/>
          </ac:spMkLst>
        </pc:spChg>
        <pc:spChg chg="mod">
          <ac:chgData name="LE FALHER, Martial" userId="4e18b825-4c81-4fdf-8616-10afe3723b47" providerId="ADAL" clId="{F2A235DE-0E68-4F7B-98D1-FBE67517F362}" dt="2024-08-22T15:55:45.172" v="255" actId="1076"/>
          <ac:spMkLst>
            <pc:docMk/>
            <pc:sldMk cId="2866972053" sldId="608"/>
            <ac:spMk id="30" creationId="{6C6880AE-02DD-21A7-0F27-0EDF320312B3}"/>
          </ac:spMkLst>
        </pc:spChg>
        <pc:spChg chg="del">
          <ac:chgData name="LE FALHER, Martial" userId="4e18b825-4c81-4fdf-8616-10afe3723b47" providerId="ADAL" clId="{F2A235DE-0E68-4F7B-98D1-FBE67517F362}" dt="2024-08-22T15:33:06.813" v="97" actId="478"/>
          <ac:spMkLst>
            <pc:docMk/>
            <pc:sldMk cId="2866972053" sldId="608"/>
            <ac:spMk id="32" creationId="{F179B0DD-C55E-9331-F11C-F9977A41E574}"/>
          </ac:spMkLst>
        </pc:spChg>
        <pc:spChg chg="del mod">
          <ac:chgData name="LE FALHER, Martial" userId="4e18b825-4c81-4fdf-8616-10afe3723b47" providerId="ADAL" clId="{F2A235DE-0E68-4F7B-98D1-FBE67517F362}" dt="2024-08-22T15:34:29" v="126" actId="478"/>
          <ac:spMkLst>
            <pc:docMk/>
            <pc:sldMk cId="2866972053" sldId="608"/>
            <ac:spMk id="33" creationId="{C7069716-CB4E-9840-45A1-D7326177077A}"/>
          </ac:spMkLst>
        </pc:spChg>
        <pc:spChg chg="mod">
          <ac:chgData name="LE FALHER, Martial" userId="4e18b825-4c81-4fdf-8616-10afe3723b47" providerId="ADAL" clId="{F2A235DE-0E68-4F7B-98D1-FBE67517F362}" dt="2024-08-22T15:55:45.172" v="255" actId="1076"/>
          <ac:spMkLst>
            <pc:docMk/>
            <pc:sldMk cId="2866972053" sldId="608"/>
            <ac:spMk id="34" creationId="{F8D87642-2B49-97E7-17D6-E6771F623B99}"/>
          </ac:spMkLst>
        </pc:spChg>
        <pc:spChg chg="del">
          <ac:chgData name="LE FALHER, Martial" userId="4e18b825-4c81-4fdf-8616-10afe3723b47" providerId="ADAL" clId="{F2A235DE-0E68-4F7B-98D1-FBE67517F362}" dt="2024-08-22T15:34:56.590" v="135" actId="478"/>
          <ac:spMkLst>
            <pc:docMk/>
            <pc:sldMk cId="2866972053" sldId="608"/>
            <ac:spMk id="40" creationId="{F0C9DB0D-69DB-DA59-6B68-CE1737F16790}"/>
          </ac:spMkLst>
        </pc:spChg>
        <pc:spChg chg="del">
          <ac:chgData name="LE FALHER, Martial" userId="4e18b825-4c81-4fdf-8616-10afe3723b47" providerId="ADAL" clId="{F2A235DE-0E68-4F7B-98D1-FBE67517F362}" dt="2024-08-22T15:34:19.629" v="118" actId="478"/>
          <ac:spMkLst>
            <pc:docMk/>
            <pc:sldMk cId="2866972053" sldId="608"/>
            <ac:spMk id="42" creationId="{00000000-0000-0000-0000-000000000000}"/>
          </ac:spMkLst>
        </pc:spChg>
        <pc:spChg chg="del">
          <ac:chgData name="LE FALHER, Martial" userId="4e18b825-4c81-4fdf-8616-10afe3723b47" providerId="ADAL" clId="{F2A235DE-0E68-4F7B-98D1-FBE67517F362}" dt="2024-08-22T15:33:06.813" v="97" actId="478"/>
          <ac:spMkLst>
            <pc:docMk/>
            <pc:sldMk cId="2866972053" sldId="608"/>
            <ac:spMk id="57" creationId="{00000000-0000-0000-0000-000000000000}"/>
          </ac:spMkLst>
        </pc:spChg>
        <pc:spChg chg="del">
          <ac:chgData name="LE FALHER, Martial" userId="4e18b825-4c81-4fdf-8616-10afe3723b47" providerId="ADAL" clId="{F2A235DE-0E68-4F7B-98D1-FBE67517F362}" dt="2024-08-22T15:34:19.629" v="118" actId="478"/>
          <ac:spMkLst>
            <pc:docMk/>
            <pc:sldMk cId="2866972053" sldId="608"/>
            <ac:spMk id="60" creationId="{00000000-0000-0000-0000-000000000000}"/>
          </ac:spMkLst>
        </pc:spChg>
        <pc:spChg chg="del">
          <ac:chgData name="LE FALHER, Martial" userId="4e18b825-4c81-4fdf-8616-10afe3723b47" providerId="ADAL" clId="{F2A235DE-0E68-4F7B-98D1-FBE67517F362}" dt="2024-08-22T15:34:36.682" v="127" actId="478"/>
          <ac:spMkLst>
            <pc:docMk/>
            <pc:sldMk cId="2866972053" sldId="608"/>
            <ac:spMk id="63" creationId="{AA10AE65-67C8-EED0-1A39-A6D8EF9622CF}"/>
          </ac:spMkLst>
        </pc:spChg>
        <pc:spChg chg="del">
          <ac:chgData name="LE FALHER, Martial" userId="4e18b825-4c81-4fdf-8616-10afe3723b47" providerId="ADAL" clId="{F2A235DE-0E68-4F7B-98D1-FBE67517F362}" dt="2024-08-22T15:34:19.629" v="118" actId="478"/>
          <ac:spMkLst>
            <pc:docMk/>
            <pc:sldMk cId="2866972053" sldId="608"/>
            <ac:spMk id="65" creationId="{00000000-0000-0000-0000-000000000000}"/>
          </ac:spMkLst>
        </pc:spChg>
        <pc:spChg chg="del">
          <ac:chgData name="LE FALHER, Martial" userId="4e18b825-4c81-4fdf-8616-10afe3723b47" providerId="ADAL" clId="{F2A235DE-0E68-4F7B-98D1-FBE67517F362}" dt="2024-08-22T15:34:45.940" v="130" actId="478"/>
          <ac:spMkLst>
            <pc:docMk/>
            <pc:sldMk cId="2866972053" sldId="608"/>
            <ac:spMk id="72" creationId="{00000000-0000-0000-0000-000000000000}"/>
          </ac:spMkLst>
        </pc:spChg>
        <pc:spChg chg="del">
          <ac:chgData name="LE FALHER, Martial" userId="4e18b825-4c81-4fdf-8616-10afe3723b47" providerId="ADAL" clId="{F2A235DE-0E68-4F7B-98D1-FBE67517F362}" dt="2024-08-22T15:34:19.629" v="118" actId="478"/>
          <ac:spMkLst>
            <pc:docMk/>
            <pc:sldMk cId="2866972053" sldId="608"/>
            <ac:spMk id="80" creationId="{00000000-0000-0000-0000-000000000000}"/>
          </ac:spMkLst>
        </pc:spChg>
        <pc:spChg chg="del">
          <ac:chgData name="LE FALHER, Martial" userId="4e18b825-4c81-4fdf-8616-10afe3723b47" providerId="ADAL" clId="{F2A235DE-0E68-4F7B-98D1-FBE67517F362}" dt="2024-08-22T15:34:19.629" v="118" actId="478"/>
          <ac:spMkLst>
            <pc:docMk/>
            <pc:sldMk cId="2866972053" sldId="608"/>
            <ac:spMk id="85"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88" creationId="{00000000-0000-0000-0000-000000000000}"/>
          </ac:spMkLst>
        </pc:spChg>
        <pc:spChg chg="del">
          <ac:chgData name="LE FALHER, Martial" userId="4e18b825-4c81-4fdf-8616-10afe3723b47" providerId="ADAL" clId="{F2A235DE-0E68-4F7B-98D1-FBE67517F362}" dt="2024-08-22T15:34:22.875" v="120" actId="478"/>
          <ac:spMkLst>
            <pc:docMk/>
            <pc:sldMk cId="2866972053" sldId="608"/>
            <ac:spMk id="92" creationId="{00000000-0000-0000-0000-000000000000}"/>
          </ac:spMkLst>
        </pc:spChg>
        <pc:spChg chg="del mod">
          <ac:chgData name="LE FALHER, Martial" userId="4e18b825-4c81-4fdf-8616-10afe3723b47" providerId="ADAL" clId="{F2A235DE-0E68-4F7B-98D1-FBE67517F362}" dt="2024-08-22T15:34:47.124" v="132" actId="478"/>
          <ac:spMkLst>
            <pc:docMk/>
            <pc:sldMk cId="2866972053" sldId="608"/>
            <ac:spMk id="94"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97"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98"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99"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104" creationId="{00000000-0000-0000-0000-000000000000}"/>
          </ac:spMkLst>
        </pc:spChg>
        <pc:spChg chg="mod">
          <ac:chgData name="LE FALHER, Martial" userId="4e18b825-4c81-4fdf-8616-10afe3723b47" providerId="ADAL" clId="{F2A235DE-0E68-4F7B-98D1-FBE67517F362}" dt="2024-08-22T15:55:47.630" v="268" actId="1076"/>
          <ac:spMkLst>
            <pc:docMk/>
            <pc:sldMk cId="2866972053" sldId="608"/>
            <ac:spMk id="105" creationId="{00000000-0000-0000-0000-000000000000}"/>
          </ac:spMkLst>
        </pc:spChg>
        <pc:spChg chg="mod">
          <ac:chgData name="LE FALHER, Martial" userId="4e18b825-4c81-4fdf-8616-10afe3723b47" providerId="ADAL" clId="{F2A235DE-0E68-4F7B-98D1-FBE67517F362}" dt="2024-08-22T15:55:46.026" v="260" actId="1076"/>
          <ac:spMkLst>
            <pc:docMk/>
            <pc:sldMk cId="2866972053" sldId="608"/>
            <ac:spMk id="107"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08"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10"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12"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15" creationId="{00000000-0000-0000-0000-000000000000}"/>
          </ac:spMkLst>
        </pc:spChg>
        <pc:spChg chg="del">
          <ac:chgData name="LE FALHER, Martial" userId="4e18b825-4c81-4fdf-8616-10afe3723b47" providerId="ADAL" clId="{F2A235DE-0E68-4F7B-98D1-FBE67517F362}" dt="2024-08-22T15:34:19.629" v="118" actId="478"/>
          <ac:spMkLst>
            <pc:docMk/>
            <pc:sldMk cId="2866972053" sldId="608"/>
            <ac:spMk id="116"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17" creationId="{00000000-0000-0000-0000-000000000000}"/>
          </ac:spMkLst>
        </pc:spChg>
        <pc:spChg chg="del">
          <ac:chgData name="LE FALHER, Martial" userId="4e18b825-4c81-4fdf-8616-10afe3723b47" providerId="ADAL" clId="{F2A235DE-0E68-4F7B-98D1-FBE67517F362}" dt="2024-08-22T15:34:19.629" v="118" actId="478"/>
          <ac:spMkLst>
            <pc:docMk/>
            <pc:sldMk cId="2866972053" sldId="608"/>
            <ac:spMk id="120"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122" creationId="{00000000-0000-0000-0000-000000000000}"/>
          </ac:spMkLst>
        </pc:spChg>
        <pc:spChg chg="mod">
          <ac:chgData name="LE FALHER, Martial" userId="4e18b825-4c81-4fdf-8616-10afe3723b47" providerId="ADAL" clId="{F2A235DE-0E68-4F7B-98D1-FBE67517F362}" dt="2024-08-22T15:55:46.735" v="263" actId="1076"/>
          <ac:spMkLst>
            <pc:docMk/>
            <pc:sldMk cId="2866972053" sldId="608"/>
            <ac:spMk id="125"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126" creationId="{00000000-0000-0000-0000-000000000000}"/>
          </ac:spMkLst>
        </pc:spChg>
        <pc:spChg chg="mod">
          <ac:chgData name="LE FALHER, Martial" userId="4e18b825-4c81-4fdf-8616-10afe3723b47" providerId="ADAL" clId="{F2A235DE-0E68-4F7B-98D1-FBE67517F362}" dt="2024-08-22T15:55:47.441" v="267" actId="1076"/>
          <ac:spMkLst>
            <pc:docMk/>
            <pc:sldMk cId="2866972053" sldId="608"/>
            <ac:spMk id="128"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129"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32" creationId="{00000000-0000-0000-0000-000000000000}"/>
          </ac:spMkLst>
        </pc:spChg>
        <pc:spChg chg="mod">
          <ac:chgData name="LE FALHER, Martial" userId="4e18b825-4c81-4fdf-8616-10afe3723b47" providerId="ADAL" clId="{F2A235DE-0E68-4F7B-98D1-FBE67517F362}" dt="2024-08-22T15:39:47.228" v="184" actId="1076"/>
          <ac:spMkLst>
            <pc:docMk/>
            <pc:sldMk cId="2866972053" sldId="608"/>
            <ac:spMk id="134"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35" creationId="{00000000-0000-0000-0000-000000000000}"/>
          </ac:spMkLst>
        </pc:spChg>
        <pc:spChg chg="mod">
          <ac:chgData name="LE FALHER, Martial" userId="4e18b825-4c81-4fdf-8616-10afe3723b47" providerId="ADAL" clId="{F2A235DE-0E68-4F7B-98D1-FBE67517F362}" dt="2024-08-22T15:42:07.891" v="206" actId="1076"/>
          <ac:spMkLst>
            <pc:docMk/>
            <pc:sldMk cId="2866972053" sldId="608"/>
            <ac:spMk id="136" creationId="{00000000-0000-0000-0000-000000000000}"/>
          </ac:spMkLst>
        </pc:spChg>
        <pc:spChg chg="del">
          <ac:chgData name="LE FALHER, Martial" userId="4e18b825-4c81-4fdf-8616-10afe3723b47" providerId="ADAL" clId="{F2A235DE-0E68-4F7B-98D1-FBE67517F362}" dt="2024-08-22T15:33:06.813" v="97" actId="478"/>
          <ac:spMkLst>
            <pc:docMk/>
            <pc:sldMk cId="2866972053" sldId="608"/>
            <ac:spMk id="137" creationId="{00000000-0000-0000-0000-000000000000}"/>
          </ac:spMkLst>
        </pc:spChg>
        <pc:spChg chg="del">
          <ac:chgData name="LE FALHER, Martial" userId="4e18b825-4c81-4fdf-8616-10afe3723b47" providerId="ADAL" clId="{F2A235DE-0E68-4F7B-98D1-FBE67517F362}" dt="2024-08-22T15:33:36.349" v="116" actId="478"/>
          <ac:spMkLst>
            <pc:docMk/>
            <pc:sldMk cId="2866972053" sldId="608"/>
            <ac:spMk id="141"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42" creationId="{00000000-0000-0000-0000-000000000000}"/>
          </ac:spMkLst>
        </pc:spChg>
        <pc:spChg chg="del">
          <ac:chgData name="LE FALHER, Martial" userId="4e18b825-4c81-4fdf-8616-10afe3723b47" providerId="ADAL" clId="{F2A235DE-0E68-4F7B-98D1-FBE67517F362}" dt="2024-08-22T15:35:05.610" v="136" actId="478"/>
          <ac:spMkLst>
            <pc:docMk/>
            <pc:sldMk cId="2866972053" sldId="608"/>
            <ac:spMk id="143" creationId="{00000000-0000-0000-0000-000000000000}"/>
          </ac:spMkLst>
        </pc:spChg>
        <pc:spChg chg="del">
          <ac:chgData name="LE FALHER, Martial" userId="4e18b825-4c81-4fdf-8616-10afe3723b47" providerId="ADAL" clId="{F2A235DE-0E68-4F7B-98D1-FBE67517F362}" dt="2024-08-22T15:35:14.478" v="141" actId="478"/>
          <ac:spMkLst>
            <pc:docMk/>
            <pc:sldMk cId="2866972053" sldId="608"/>
            <ac:spMk id="144" creationId="{00000000-0000-0000-0000-000000000000}"/>
          </ac:spMkLst>
        </pc:spChg>
        <pc:spChg chg="del">
          <ac:chgData name="LE FALHER, Martial" userId="4e18b825-4c81-4fdf-8616-10afe3723b47" providerId="ADAL" clId="{F2A235DE-0E68-4F7B-98D1-FBE67517F362}" dt="2024-08-22T15:35:12.600" v="140" actId="478"/>
          <ac:spMkLst>
            <pc:docMk/>
            <pc:sldMk cId="2866972053" sldId="608"/>
            <ac:spMk id="148" creationId="{00000000-0000-0000-0000-000000000000}"/>
          </ac:spMkLst>
        </pc:spChg>
        <pc:spChg chg="del">
          <ac:chgData name="LE FALHER, Martial" userId="4e18b825-4c81-4fdf-8616-10afe3723b47" providerId="ADAL" clId="{F2A235DE-0E68-4F7B-98D1-FBE67517F362}" dt="2024-08-22T15:35:11.074" v="139" actId="478"/>
          <ac:spMkLst>
            <pc:docMk/>
            <pc:sldMk cId="2866972053" sldId="608"/>
            <ac:spMk id="149"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50" creationId="{00000000-0000-0000-0000-000000000000}"/>
          </ac:spMkLst>
        </pc:spChg>
        <pc:spChg chg="del mod">
          <ac:chgData name="LE FALHER, Martial" userId="4e18b825-4c81-4fdf-8616-10afe3723b47" providerId="ADAL" clId="{F2A235DE-0E68-4F7B-98D1-FBE67517F362}" dt="2024-08-22T15:42:19.654" v="209" actId="478"/>
          <ac:spMkLst>
            <pc:docMk/>
            <pc:sldMk cId="2866972053" sldId="608"/>
            <ac:spMk id="151"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52" creationId="{00000000-0000-0000-0000-000000000000}"/>
          </ac:spMkLst>
        </pc:spChg>
        <pc:spChg chg="mod">
          <ac:chgData name="LE FALHER, Martial" userId="4e18b825-4c81-4fdf-8616-10afe3723b47" providerId="ADAL" clId="{F2A235DE-0E68-4F7B-98D1-FBE67517F362}" dt="2024-08-22T15:55:45.172" v="255" actId="1076"/>
          <ac:spMkLst>
            <pc:docMk/>
            <pc:sldMk cId="2866972053" sldId="608"/>
            <ac:spMk id="154" creationId="{00000000-0000-0000-0000-000000000000}"/>
          </ac:spMkLst>
        </pc:spChg>
        <pc:spChg chg="add del mod">
          <ac:chgData name="LE FALHER, Martial" userId="4e18b825-4c81-4fdf-8616-10afe3723b47" providerId="ADAL" clId="{F2A235DE-0E68-4F7B-98D1-FBE67517F362}" dt="2024-08-22T15:43:17.241" v="231" actId="478"/>
          <ac:spMkLst>
            <pc:docMk/>
            <pc:sldMk cId="2866972053" sldId="608"/>
            <ac:spMk id="176" creationId="{9108959F-3D66-4D1B-8A96-4AB5472CDF49}"/>
          </ac:spMkLst>
        </pc:spChg>
        <pc:spChg chg="add mod">
          <ac:chgData name="LE FALHER, Martial" userId="4e18b825-4c81-4fdf-8616-10afe3723b47" providerId="ADAL" clId="{F2A235DE-0E68-4F7B-98D1-FBE67517F362}" dt="2024-08-22T15:42:46.041" v="220" actId="20577"/>
          <ac:spMkLst>
            <pc:docMk/>
            <pc:sldMk cId="2866972053" sldId="608"/>
            <ac:spMk id="177" creationId="{8722251B-9D5A-4921-AB61-BD1CA07DD8F7}"/>
          </ac:spMkLst>
        </pc:spChg>
        <pc:spChg chg="add mod">
          <ac:chgData name="LE FALHER, Martial" userId="4e18b825-4c81-4fdf-8616-10afe3723b47" providerId="ADAL" clId="{F2A235DE-0E68-4F7B-98D1-FBE67517F362}" dt="2024-08-22T15:55:48.513" v="273" actId="20577"/>
          <ac:spMkLst>
            <pc:docMk/>
            <pc:sldMk cId="2866972053" sldId="608"/>
            <ac:spMk id="178" creationId="{844A3122-4C60-410D-B407-DE31A1462A05}"/>
          </ac:spMkLst>
        </pc:spChg>
        <pc:grpChg chg="del">
          <ac:chgData name="LE FALHER, Martial" userId="4e18b825-4c81-4fdf-8616-10afe3723b47" providerId="ADAL" clId="{F2A235DE-0E68-4F7B-98D1-FBE67517F362}" dt="2024-08-22T15:33:12.065" v="98" actId="478"/>
          <ac:grpSpMkLst>
            <pc:docMk/>
            <pc:sldMk cId="2866972053" sldId="608"/>
            <ac:grpSpMk id="52" creationId="{00000000-0000-0000-0000-000000000000}"/>
          </ac:grpSpMkLst>
        </pc:grpChg>
        <pc:graphicFrameChg chg="del">
          <ac:chgData name="LE FALHER, Martial" userId="4e18b825-4c81-4fdf-8616-10afe3723b47" providerId="ADAL" clId="{F2A235DE-0E68-4F7B-98D1-FBE67517F362}" dt="2024-08-22T15:33:06.813" v="97" actId="478"/>
          <ac:graphicFrameMkLst>
            <pc:docMk/>
            <pc:sldMk cId="2866972053" sldId="608"/>
            <ac:graphicFrameMk id="15" creationId="{503A97B0-F9E5-D700-DDD8-A9637667B58F}"/>
          </ac:graphicFrameMkLst>
        </pc:graphicFrameChg>
        <pc:cxnChg chg="del">
          <ac:chgData name="LE FALHER, Martial" userId="4e18b825-4c81-4fdf-8616-10afe3723b47" providerId="ADAL" clId="{F2A235DE-0E68-4F7B-98D1-FBE67517F362}" dt="2024-08-22T15:34:21.496" v="119" actId="478"/>
          <ac:cxnSpMkLst>
            <pc:docMk/>
            <pc:sldMk cId="2866972053" sldId="608"/>
            <ac:cxnSpMk id="3" creationId="{FD4991CC-3681-872E-23E9-AF8D2F98D02E}"/>
          </ac:cxnSpMkLst>
        </pc:cxnChg>
        <pc:cxnChg chg="del">
          <ac:chgData name="LE FALHER, Martial" userId="4e18b825-4c81-4fdf-8616-10afe3723b47" providerId="ADAL" clId="{F2A235DE-0E68-4F7B-98D1-FBE67517F362}" dt="2024-08-22T15:33:13.353" v="99" actId="478"/>
          <ac:cxnSpMkLst>
            <pc:docMk/>
            <pc:sldMk cId="2866972053" sldId="608"/>
            <ac:cxnSpMk id="4" creationId="{F3798FDA-9C04-32E4-5249-8AC183B4891B}"/>
          </ac:cxnSpMkLst>
        </pc:cxnChg>
        <pc:cxnChg chg="mod">
          <ac:chgData name="LE FALHER, Martial" userId="4e18b825-4c81-4fdf-8616-10afe3723b47" providerId="ADAL" clId="{F2A235DE-0E68-4F7B-98D1-FBE67517F362}" dt="2024-08-22T15:55:45.172" v="255" actId="1076"/>
          <ac:cxnSpMkLst>
            <pc:docMk/>
            <pc:sldMk cId="2866972053" sldId="608"/>
            <ac:cxnSpMk id="5"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6" creationId="{00000000-0000-0000-0000-000000000000}"/>
          </ac:cxnSpMkLst>
        </pc:cxnChg>
        <pc:cxnChg chg="mod">
          <ac:chgData name="LE FALHER, Martial" userId="4e18b825-4c81-4fdf-8616-10afe3723b47" providerId="ADAL" clId="{F2A235DE-0E68-4F7B-98D1-FBE67517F362}" dt="2024-08-22T15:55:45.172" v="255" actId="1076"/>
          <ac:cxnSpMkLst>
            <pc:docMk/>
            <pc:sldMk cId="2866972053" sldId="608"/>
            <ac:cxnSpMk id="10" creationId="{00000000-0000-0000-0000-000000000000}"/>
          </ac:cxnSpMkLst>
        </pc:cxnChg>
        <pc:cxnChg chg="del">
          <ac:chgData name="LE FALHER, Martial" userId="4e18b825-4c81-4fdf-8616-10afe3723b47" providerId="ADAL" clId="{F2A235DE-0E68-4F7B-98D1-FBE67517F362}" dt="2024-08-22T15:35:09.100" v="138" actId="478"/>
          <ac:cxnSpMkLst>
            <pc:docMk/>
            <pc:sldMk cId="2866972053" sldId="608"/>
            <ac:cxnSpMk id="12" creationId="{48031011-DDF4-14A1-CF47-9E172928E8F4}"/>
          </ac:cxnSpMkLst>
        </pc:cxnChg>
        <pc:cxnChg chg="mod">
          <ac:chgData name="LE FALHER, Martial" userId="4e18b825-4c81-4fdf-8616-10afe3723b47" providerId="ADAL" clId="{F2A235DE-0E68-4F7B-98D1-FBE67517F362}" dt="2024-08-22T15:39:47.228" v="184" actId="1076"/>
          <ac:cxnSpMkLst>
            <pc:docMk/>
            <pc:sldMk cId="2866972053" sldId="608"/>
            <ac:cxnSpMk id="17" creationId="{00000000-0000-0000-0000-000000000000}"/>
          </ac:cxnSpMkLst>
        </pc:cxnChg>
        <pc:cxnChg chg="del">
          <ac:chgData name="LE FALHER, Martial" userId="4e18b825-4c81-4fdf-8616-10afe3723b47" providerId="ADAL" clId="{F2A235DE-0E68-4F7B-98D1-FBE67517F362}" dt="2024-08-22T15:33:06.813" v="97" actId="478"/>
          <ac:cxnSpMkLst>
            <pc:docMk/>
            <pc:sldMk cId="2866972053" sldId="608"/>
            <ac:cxnSpMk id="20" creationId="{66EE4084-202B-3B01-5A06-9D2B1BA64E9F}"/>
          </ac:cxnSpMkLst>
        </pc:cxnChg>
        <pc:cxnChg chg="del">
          <ac:chgData name="LE FALHER, Martial" userId="4e18b825-4c81-4fdf-8616-10afe3723b47" providerId="ADAL" clId="{F2A235DE-0E68-4F7B-98D1-FBE67517F362}" dt="2024-08-22T15:33:06.813" v="97" actId="478"/>
          <ac:cxnSpMkLst>
            <pc:docMk/>
            <pc:sldMk cId="2866972053" sldId="608"/>
            <ac:cxnSpMk id="22" creationId="{E25A51A1-B6CA-4D15-EFBB-6583BD346DE2}"/>
          </ac:cxnSpMkLst>
        </pc:cxnChg>
        <pc:cxnChg chg="del">
          <ac:chgData name="LE FALHER, Martial" userId="4e18b825-4c81-4fdf-8616-10afe3723b47" providerId="ADAL" clId="{F2A235DE-0E68-4F7B-98D1-FBE67517F362}" dt="2024-08-22T15:34:24.813" v="122" actId="478"/>
          <ac:cxnSpMkLst>
            <pc:docMk/>
            <pc:sldMk cId="2866972053" sldId="608"/>
            <ac:cxnSpMk id="23" creationId="{5AC92934-34BF-C6C5-2A50-CE98F876FC30}"/>
          </ac:cxnSpMkLst>
        </pc:cxnChg>
        <pc:cxnChg chg="del">
          <ac:chgData name="LE FALHER, Martial" userId="4e18b825-4c81-4fdf-8616-10afe3723b47" providerId="ADAL" clId="{F2A235DE-0E68-4F7B-98D1-FBE67517F362}" dt="2024-08-22T15:33:33.779" v="115" actId="478"/>
          <ac:cxnSpMkLst>
            <pc:docMk/>
            <pc:sldMk cId="2866972053" sldId="608"/>
            <ac:cxnSpMk id="25" creationId="{00EBFE20-BDAF-7A27-F1BE-D8005B04A62E}"/>
          </ac:cxnSpMkLst>
        </pc:cxnChg>
        <pc:cxnChg chg="mod">
          <ac:chgData name="LE FALHER, Martial" userId="4e18b825-4c81-4fdf-8616-10afe3723b47" providerId="ADAL" clId="{F2A235DE-0E68-4F7B-98D1-FBE67517F362}" dt="2024-08-22T15:55:45.172" v="255" actId="1076"/>
          <ac:cxnSpMkLst>
            <pc:docMk/>
            <pc:sldMk cId="2866972053" sldId="608"/>
            <ac:cxnSpMk id="28" creationId="{1A49B36E-CD4C-1AB7-D09E-DC59E081517F}"/>
          </ac:cxnSpMkLst>
        </pc:cxnChg>
        <pc:cxnChg chg="del mod">
          <ac:chgData name="LE FALHER, Martial" userId="4e18b825-4c81-4fdf-8616-10afe3723b47" providerId="ADAL" clId="{F2A235DE-0E68-4F7B-98D1-FBE67517F362}" dt="2024-08-22T15:37:06.037" v="156" actId="478"/>
          <ac:cxnSpMkLst>
            <pc:docMk/>
            <pc:sldMk cId="2866972053" sldId="608"/>
            <ac:cxnSpMk id="29" creationId="{00000000-0000-0000-0000-000000000000}"/>
          </ac:cxnSpMkLst>
        </pc:cxnChg>
        <pc:cxnChg chg="mod">
          <ac:chgData name="LE FALHER, Martial" userId="4e18b825-4c81-4fdf-8616-10afe3723b47" providerId="ADAL" clId="{F2A235DE-0E68-4F7B-98D1-FBE67517F362}" dt="2024-08-22T15:55:46.735" v="263" actId="1076"/>
          <ac:cxnSpMkLst>
            <pc:docMk/>
            <pc:sldMk cId="2866972053" sldId="608"/>
            <ac:cxnSpMk id="31" creationId="{00000000-0000-0000-0000-000000000000}"/>
          </ac:cxnSpMkLst>
        </pc:cxnChg>
        <pc:cxnChg chg="mod">
          <ac:chgData name="LE FALHER, Martial" userId="4e18b825-4c81-4fdf-8616-10afe3723b47" providerId="ADAL" clId="{F2A235DE-0E68-4F7B-98D1-FBE67517F362}" dt="2024-08-22T15:55:45.172" v="255" actId="1076"/>
          <ac:cxnSpMkLst>
            <pc:docMk/>
            <pc:sldMk cId="2866972053" sldId="608"/>
            <ac:cxnSpMk id="35" creationId="{8FC1508D-CEE6-28F6-9B60-BC5C85237A1D}"/>
          </ac:cxnSpMkLst>
        </pc:cxnChg>
        <pc:cxnChg chg="mod">
          <ac:chgData name="LE FALHER, Martial" userId="4e18b825-4c81-4fdf-8616-10afe3723b47" providerId="ADAL" clId="{F2A235DE-0E68-4F7B-98D1-FBE67517F362}" dt="2024-08-22T15:55:45.172" v="255" actId="1076"/>
          <ac:cxnSpMkLst>
            <pc:docMk/>
            <pc:sldMk cId="2866972053" sldId="608"/>
            <ac:cxnSpMk id="41" creationId="{9D10D082-6FBC-C06E-7B28-DCD1426F7578}"/>
          </ac:cxnSpMkLst>
        </pc:cxnChg>
        <pc:cxnChg chg="del mod">
          <ac:chgData name="LE FALHER, Martial" userId="4e18b825-4c81-4fdf-8616-10afe3723b47" providerId="ADAL" clId="{F2A235DE-0E68-4F7B-98D1-FBE67517F362}" dt="2024-08-22T15:42:00.240" v="204" actId="478"/>
          <ac:cxnSpMkLst>
            <pc:docMk/>
            <pc:sldMk cId="2866972053" sldId="608"/>
            <ac:cxnSpMk id="43" creationId="{00000000-0000-0000-0000-000000000000}"/>
          </ac:cxnSpMkLst>
        </pc:cxnChg>
        <pc:cxnChg chg="mod">
          <ac:chgData name="LE FALHER, Martial" userId="4e18b825-4c81-4fdf-8616-10afe3723b47" providerId="ADAL" clId="{F2A235DE-0E68-4F7B-98D1-FBE67517F362}" dt="2024-08-22T15:55:45.172" v="255" actId="1076"/>
          <ac:cxnSpMkLst>
            <pc:docMk/>
            <pc:sldMk cId="2866972053" sldId="608"/>
            <ac:cxnSpMk id="47" creationId="{191AB04E-67A7-5654-BB10-303E4F798709}"/>
          </ac:cxnSpMkLst>
        </pc:cxnChg>
        <pc:cxnChg chg="add mod">
          <ac:chgData name="LE FALHER, Martial" userId="4e18b825-4c81-4fdf-8616-10afe3723b47" providerId="ADAL" clId="{F2A235DE-0E68-4F7B-98D1-FBE67517F362}" dt="2024-08-22T15:55:45.172" v="255" actId="1076"/>
          <ac:cxnSpMkLst>
            <pc:docMk/>
            <pc:sldMk cId="2866972053" sldId="608"/>
            <ac:cxnSpMk id="51" creationId="{7DC4993D-BDB3-4FE5-9C4E-935008BBD30D}"/>
          </ac:cxnSpMkLst>
        </pc:cxnChg>
        <pc:cxnChg chg="del">
          <ac:chgData name="LE FALHER, Martial" userId="4e18b825-4c81-4fdf-8616-10afe3723b47" providerId="ADAL" clId="{F2A235DE-0E68-4F7B-98D1-FBE67517F362}" dt="2024-08-22T15:34:19.629" v="118" actId="478"/>
          <ac:cxnSpMkLst>
            <pc:docMk/>
            <pc:sldMk cId="2866972053" sldId="608"/>
            <ac:cxnSpMk id="66" creationId="{00000000-0000-0000-0000-000000000000}"/>
          </ac:cxnSpMkLst>
        </pc:cxnChg>
        <pc:cxnChg chg="del">
          <ac:chgData name="LE FALHER, Martial" userId="4e18b825-4c81-4fdf-8616-10afe3723b47" providerId="ADAL" clId="{F2A235DE-0E68-4F7B-98D1-FBE67517F362}" dt="2024-08-22T15:34:19.629" v="118" actId="478"/>
          <ac:cxnSpMkLst>
            <pc:docMk/>
            <pc:sldMk cId="2866972053" sldId="608"/>
            <ac:cxnSpMk id="67" creationId="{00000000-0000-0000-0000-000000000000}"/>
          </ac:cxnSpMkLst>
        </pc:cxnChg>
        <pc:cxnChg chg="del">
          <ac:chgData name="LE FALHER, Martial" userId="4e18b825-4c81-4fdf-8616-10afe3723b47" providerId="ADAL" clId="{F2A235DE-0E68-4F7B-98D1-FBE67517F362}" dt="2024-08-22T15:34:19.629" v="118" actId="478"/>
          <ac:cxnSpMkLst>
            <pc:docMk/>
            <pc:sldMk cId="2866972053" sldId="608"/>
            <ac:cxnSpMk id="75" creationId="{00000000-0000-0000-0000-000000000000}"/>
          </ac:cxnSpMkLst>
        </pc:cxnChg>
        <pc:cxnChg chg="add mod">
          <ac:chgData name="LE FALHER, Martial" userId="4e18b825-4c81-4fdf-8616-10afe3723b47" providerId="ADAL" clId="{F2A235DE-0E68-4F7B-98D1-FBE67517F362}" dt="2024-08-22T15:55:45.172" v="255" actId="1076"/>
          <ac:cxnSpMkLst>
            <pc:docMk/>
            <pc:sldMk cId="2866972053" sldId="608"/>
            <ac:cxnSpMk id="83" creationId="{867E64CE-9332-4FBC-8E20-94BADBCB86D8}"/>
          </ac:cxnSpMkLst>
        </pc:cxnChg>
        <pc:cxnChg chg="del">
          <ac:chgData name="LE FALHER, Martial" userId="4e18b825-4c81-4fdf-8616-10afe3723b47" providerId="ADAL" clId="{F2A235DE-0E68-4F7B-98D1-FBE67517F362}" dt="2024-08-22T15:34:19.629" v="118" actId="478"/>
          <ac:cxnSpMkLst>
            <pc:docMk/>
            <pc:sldMk cId="2866972053" sldId="608"/>
            <ac:cxnSpMk id="84" creationId="{00000000-0000-0000-0000-000000000000}"/>
          </ac:cxnSpMkLst>
        </pc:cxnChg>
        <pc:cxnChg chg="del">
          <ac:chgData name="LE FALHER, Martial" userId="4e18b825-4c81-4fdf-8616-10afe3723b47" providerId="ADAL" clId="{F2A235DE-0E68-4F7B-98D1-FBE67517F362}" dt="2024-08-22T15:34:23.946" v="121" actId="478"/>
          <ac:cxnSpMkLst>
            <pc:docMk/>
            <pc:sldMk cId="2866972053" sldId="608"/>
            <ac:cxnSpMk id="89"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100"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101" creationId="{00000000-0000-0000-0000-000000000000}"/>
          </ac:cxnSpMkLst>
        </pc:cxnChg>
        <pc:cxnChg chg="mod">
          <ac:chgData name="LE FALHER, Martial" userId="4e18b825-4c81-4fdf-8616-10afe3723b47" providerId="ADAL" clId="{F2A235DE-0E68-4F7B-98D1-FBE67517F362}" dt="2024-08-22T15:55:45.172" v="255" actId="1076"/>
          <ac:cxnSpMkLst>
            <pc:docMk/>
            <pc:sldMk cId="2866972053" sldId="608"/>
            <ac:cxnSpMk id="102"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103" creationId="{00000000-0000-0000-0000-000000000000}"/>
          </ac:cxnSpMkLst>
        </pc:cxnChg>
        <pc:cxnChg chg="mod">
          <ac:chgData name="LE FALHER, Martial" userId="4e18b825-4c81-4fdf-8616-10afe3723b47" providerId="ADAL" clId="{F2A235DE-0E68-4F7B-98D1-FBE67517F362}" dt="2024-08-22T15:55:46.026" v="260" actId="1076"/>
          <ac:cxnSpMkLst>
            <pc:docMk/>
            <pc:sldMk cId="2866972053" sldId="608"/>
            <ac:cxnSpMk id="106" creationId="{00000000-0000-0000-0000-000000000000}"/>
          </ac:cxnSpMkLst>
        </pc:cxnChg>
        <pc:cxnChg chg="mod">
          <ac:chgData name="LE FALHER, Martial" userId="4e18b825-4c81-4fdf-8616-10afe3723b47" providerId="ADAL" clId="{F2A235DE-0E68-4F7B-98D1-FBE67517F362}" dt="2024-08-22T15:55:46.735" v="263" actId="1076"/>
          <ac:cxnSpMkLst>
            <pc:docMk/>
            <pc:sldMk cId="2866972053" sldId="608"/>
            <ac:cxnSpMk id="111" creationId="{00000000-0000-0000-0000-000000000000}"/>
          </ac:cxnSpMkLst>
        </pc:cxnChg>
        <pc:cxnChg chg="mod">
          <ac:chgData name="LE FALHER, Martial" userId="4e18b825-4c81-4fdf-8616-10afe3723b47" providerId="ADAL" clId="{F2A235DE-0E68-4F7B-98D1-FBE67517F362}" dt="2024-08-22T15:55:46.735" v="263" actId="1076"/>
          <ac:cxnSpMkLst>
            <pc:docMk/>
            <pc:sldMk cId="2866972053" sldId="608"/>
            <ac:cxnSpMk id="113" creationId="{00000000-0000-0000-0000-000000000000}"/>
          </ac:cxnSpMkLst>
        </pc:cxnChg>
        <pc:cxnChg chg="mod">
          <ac:chgData name="LE FALHER, Martial" userId="4e18b825-4c81-4fdf-8616-10afe3723b47" providerId="ADAL" clId="{F2A235DE-0E68-4F7B-98D1-FBE67517F362}" dt="2024-08-22T15:55:46.735" v="263" actId="1076"/>
          <ac:cxnSpMkLst>
            <pc:docMk/>
            <pc:sldMk cId="2866972053" sldId="608"/>
            <ac:cxnSpMk id="114" creationId="{00000000-0000-0000-0000-000000000000}"/>
          </ac:cxnSpMkLst>
        </pc:cxnChg>
        <pc:cxnChg chg="mod">
          <ac:chgData name="LE FALHER, Martial" userId="4e18b825-4c81-4fdf-8616-10afe3723b47" providerId="ADAL" clId="{F2A235DE-0E68-4F7B-98D1-FBE67517F362}" dt="2024-08-22T15:55:46.735" v="263" actId="1076"/>
          <ac:cxnSpMkLst>
            <pc:docMk/>
            <pc:sldMk cId="2866972053" sldId="608"/>
            <ac:cxnSpMk id="119" creationId="{00000000-0000-0000-0000-000000000000}"/>
          </ac:cxnSpMkLst>
        </pc:cxnChg>
        <pc:cxnChg chg="mod">
          <ac:chgData name="LE FALHER, Martial" userId="4e18b825-4c81-4fdf-8616-10afe3723b47" providerId="ADAL" clId="{F2A235DE-0E68-4F7B-98D1-FBE67517F362}" dt="2024-08-22T15:55:47.630" v="268" actId="1076"/>
          <ac:cxnSpMkLst>
            <pc:docMk/>
            <pc:sldMk cId="2866972053" sldId="608"/>
            <ac:cxnSpMk id="123" creationId="{00000000-0000-0000-0000-000000000000}"/>
          </ac:cxnSpMkLst>
        </pc:cxnChg>
        <pc:cxnChg chg="mod">
          <ac:chgData name="LE FALHER, Martial" userId="4e18b825-4c81-4fdf-8616-10afe3723b47" providerId="ADAL" clId="{F2A235DE-0E68-4F7B-98D1-FBE67517F362}" dt="2024-08-22T15:55:47.630" v="268" actId="1076"/>
          <ac:cxnSpMkLst>
            <pc:docMk/>
            <pc:sldMk cId="2866972053" sldId="608"/>
            <ac:cxnSpMk id="124"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127" creationId="{00000000-0000-0000-0000-000000000000}"/>
          </ac:cxnSpMkLst>
        </pc:cxnChg>
        <pc:cxnChg chg="mod">
          <ac:chgData name="LE FALHER, Martial" userId="4e18b825-4c81-4fdf-8616-10afe3723b47" providerId="ADAL" clId="{F2A235DE-0E68-4F7B-98D1-FBE67517F362}" dt="2024-08-22T15:39:47.228" v="184" actId="1076"/>
          <ac:cxnSpMkLst>
            <pc:docMk/>
            <pc:sldMk cId="2866972053" sldId="608"/>
            <ac:cxnSpMk id="130" creationId="{00000000-0000-0000-0000-000000000000}"/>
          </ac:cxnSpMkLst>
        </pc:cxnChg>
        <pc:cxnChg chg="mod">
          <ac:chgData name="LE FALHER, Martial" userId="4e18b825-4c81-4fdf-8616-10afe3723b47" providerId="ADAL" clId="{F2A235DE-0E68-4F7B-98D1-FBE67517F362}" dt="2024-08-22T15:55:45.172" v="255" actId="1076"/>
          <ac:cxnSpMkLst>
            <pc:docMk/>
            <pc:sldMk cId="2866972053" sldId="608"/>
            <ac:cxnSpMk id="133" creationId="{00000000-0000-0000-0000-000000000000}"/>
          </ac:cxnSpMkLst>
        </pc:cxnChg>
        <pc:cxnChg chg="del mod">
          <ac:chgData name="LE FALHER, Martial" userId="4e18b825-4c81-4fdf-8616-10afe3723b47" providerId="ADAL" clId="{F2A235DE-0E68-4F7B-98D1-FBE67517F362}" dt="2024-08-22T15:35:14.478" v="141" actId="478"/>
          <ac:cxnSpMkLst>
            <pc:docMk/>
            <pc:sldMk cId="2866972053" sldId="608"/>
            <ac:cxnSpMk id="145" creationId="{00000000-0000-0000-0000-000000000000}"/>
          </ac:cxnSpMkLst>
        </pc:cxnChg>
        <pc:cxnChg chg="del mod">
          <ac:chgData name="LE FALHER, Martial" userId="4e18b825-4c81-4fdf-8616-10afe3723b47" providerId="ADAL" clId="{F2A235DE-0E68-4F7B-98D1-FBE67517F362}" dt="2024-08-22T15:35:07.735" v="137" actId="478"/>
          <ac:cxnSpMkLst>
            <pc:docMk/>
            <pc:sldMk cId="2866972053" sldId="608"/>
            <ac:cxnSpMk id="147" creationId="{00000000-0000-0000-0000-000000000000}"/>
          </ac:cxnSpMkLst>
        </pc:cxnChg>
        <pc:cxnChg chg="add del mod">
          <ac:chgData name="LE FALHER, Martial" userId="4e18b825-4c81-4fdf-8616-10afe3723b47" providerId="ADAL" clId="{F2A235DE-0E68-4F7B-98D1-FBE67517F362}" dt="2024-08-22T15:55:47.277" v="266" actId="11529"/>
          <ac:cxnSpMkLst>
            <pc:docMk/>
            <pc:sldMk cId="2866972053" sldId="608"/>
            <ac:cxnSpMk id="180" creationId="{97F24246-1FEE-4FAA-BBBF-C7957720B599}"/>
          </ac:cxnSpMkLst>
        </pc:cxnChg>
        <pc:cxnChg chg="add del mod">
          <ac:chgData name="LE FALHER, Martial" userId="4e18b825-4c81-4fdf-8616-10afe3723b47" providerId="ADAL" clId="{F2A235DE-0E68-4F7B-98D1-FBE67517F362}" dt="2024-08-22T15:55:46.383" v="261" actId="11529"/>
          <ac:cxnSpMkLst>
            <pc:docMk/>
            <pc:sldMk cId="2866972053" sldId="608"/>
            <ac:cxnSpMk id="187" creationId="{ADB01BCA-CAC9-461D-8141-B5A77BF488D7}"/>
          </ac:cxnSpMkLst>
        </pc:cxnChg>
        <pc:cxnChg chg="mod">
          <ac:chgData name="LE FALHER, Martial" userId="4e18b825-4c81-4fdf-8616-10afe3723b47" providerId="ADAL" clId="{F2A235DE-0E68-4F7B-98D1-FBE67517F362}" dt="2024-08-22T15:55:45.172" v="255" actId="1076"/>
          <ac:cxnSpMkLst>
            <pc:docMk/>
            <pc:sldMk cId="2866972053" sldId="608"/>
            <ac:cxnSpMk id="2049" creationId="{00000000-0000-0000-0000-000000000000}"/>
          </ac:cxnSpMkLst>
        </pc:cxnChg>
        <pc:cxnChg chg="add del mod">
          <ac:chgData name="LE FALHER, Martial" userId="4e18b825-4c81-4fdf-8616-10afe3723b47" providerId="ADAL" clId="{F2A235DE-0E68-4F7B-98D1-FBE67517F362}" dt="2024-08-22T15:55:45.699" v="258" actId="11529"/>
          <ac:cxnSpMkLst>
            <pc:docMk/>
            <pc:sldMk cId="2866972053" sldId="608"/>
            <ac:cxnSpMk id="2052" creationId="{B6B91DAE-6840-470D-ACA6-16798698EEDD}"/>
          </ac:cxnSpMkLst>
        </pc:cxnChg>
        <pc:cxnChg chg="mod">
          <ac:chgData name="LE FALHER, Martial" userId="4e18b825-4c81-4fdf-8616-10afe3723b47" providerId="ADAL" clId="{F2A235DE-0E68-4F7B-98D1-FBE67517F362}" dt="2024-08-22T15:42:07.891" v="206" actId="1076"/>
          <ac:cxnSpMkLst>
            <pc:docMk/>
            <pc:sldMk cId="2866972053" sldId="608"/>
            <ac:cxnSpMk id="2057" creationId="{00000000-0000-0000-0000-000000000000}"/>
          </ac:cxnSpMkLst>
        </pc:cxnChg>
      </pc:sldChg>
    </pc:docChg>
  </pc:docChgLst>
  <pc:docChgLst>
    <pc:chgData name="TROLLIET, Virginie" userId="2328b3ae-e721-4582-bbbe-ab80f85c6159" providerId="ADAL" clId="{D3BF4DC3-93B8-4195-B50A-9538095DD616}"/>
    <pc:docChg chg="undo custSel addSld delSld modSld sldOrd">
      <pc:chgData name="TROLLIET, Virginie" userId="2328b3ae-e721-4582-bbbe-ab80f85c6159" providerId="ADAL" clId="{D3BF4DC3-93B8-4195-B50A-9538095DD616}" dt="2024-08-23T15:46:57.739" v="3474" actId="1076"/>
      <pc:docMkLst>
        <pc:docMk/>
      </pc:docMkLst>
      <pc:sldChg chg="modSp mod ord">
        <pc:chgData name="TROLLIET, Virginie" userId="2328b3ae-e721-4582-bbbe-ab80f85c6159" providerId="ADAL" clId="{D3BF4DC3-93B8-4195-B50A-9538095DD616}" dt="2024-08-23T15:30:04.774" v="3141"/>
        <pc:sldMkLst>
          <pc:docMk/>
          <pc:sldMk cId="3878864965" sldId="545"/>
        </pc:sldMkLst>
        <pc:spChg chg="mod">
          <ac:chgData name="TROLLIET, Virginie" userId="2328b3ae-e721-4582-bbbe-ab80f85c6159" providerId="ADAL" clId="{D3BF4DC3-93B8-4195-B50A-9538095DD616}" dt="2024-08-23T15:30:04.774" v="3141"/>
          <ac:spMkLst>
            <pc:docMk/>
            <pc:sldMk cId="3878864965" sldId="545"/>
            <ac:spMk id="139" creationId="{00000000-0000-0000-0000-000000000000}"/>
          </ac:spMkLst>
        </pc:spChg>
      </pc:sldChg>
      <pc:sldChg chg="addSp delSp modSp mod">
        <pc:chgData name="TROLLIET, Virginie" userId="2328b3ae-e721-4582-bbbe-ab80f85c6159" providerId="ADAL" clId="{D3BF4DC3-93B8-4195-B50A-9538095DD616}" dt="2024-08-23T15:03:10.556" v="3095" actId="20577"/>
        <pc:sldMkLst>
          <pc:docMk/>
          <pc:sldMk cId="135957239" sldId="596"/>
        </pc:sldMkLst>
        <pc:spChg chg="mod">
          <ac:chgData name="TROLLIET, Virginie" userId="2328b3ae-e721-4582-bbbe-ab80f85c6159" providerId="ADAL" clId="{D3BF4DC3-93B8-4195-B50A-9538095DD616}" dt="2024-08-23T06:59:10.224" v="12" actId="1076"/>
          <ac:spMkLst>
            <pc:docMk/>
            <pc:sldMk cId="135957239" sldId="596"/>
            <ac:spMk id="2" creationId="{56844AD6-DA2A-9B04-8E8C-A1B3CDBAC2A8}"/>
          </ac:spMkLst>
        </pc:spChg>
        <pc:spChg chg="mod">
          <ac:chgData name="TROLLIET, Virginie" userId="2328b3ae-e721-4582-bbbe-ab80f85c6159" providerId="ADAL" clId="{D3BF4DC3-93B8-4195-B50A-9538095DD616}" dt="2024-08-23T14:31:40.230" v="2891" actId="20577"/>
          <ac:spMkLst>
            <pc:docMk/>
            <pc:sldMk cId="135957239" sldId="596"/>
            <ac:spMk id="8" creationId="{00000000-0000-0000-0000-000000000000}"/>
          </ac:spMkLst>
        </pc:spChg>
        <pc:spChg chg="add del mod">
          <ac:chgData name="TROLLIET, Virginie" userId="2328b3ae-e721-4582-bbbe-ab80f85c6159" providerId="ADAL" clId="{D3BF4DC3-93B8-4195-B50A-9538095DD616}" dt="2024-08-23T13:24:17.343" v="2193"/>
          <ac:spMkLst>
            <pc:docMk/>
            <pc:sldMk cId="135957239" sldId="596"/>
            <ac:spMk id="20" creationId="{BEE32D16-DEC3-0990-CDB6-778643C6BF95}"/>
          </ac:spMkLst>
        </pc:spChg>
        <pc:spChg chg="add del mod">
          <ac:chgData name="TROLLIET, Virginie" userId="2328b3ae-e721-4582-bbbe-ab80f85c6159" providerId="ADAL" clId="{D3BF4DC3-93B8-4195-B50A-9538095DD616}" dt="2024-08-23T13:24:17.343" v="2193"/>
          <ac:spMkLst>
            <pc:docMk/>
            <pc:sldMk cId="135957239" sldId="596"/>
            <ac:spMk id="21" creationId="{13590C1F-66CD-092C-D279-0DA52AA45651}"/>
          </ac:spMkLst>
        </pc:spChg>
        <pc:spChg chg="add del mod">
          <ac:chgData name="TROLLIET, Virginie" userId="2328b3ae-e721-4582-bbbe-ab80f85c6159" providerId="ADAL" clId="{D3BF4DC3-93B8-4195-B50A-9538095DD616}" dt="2024-08-23T13:24:17.343" v="2193"/>
          <ac:spMkLst>
            <pc:docMk/>
            <pc:sldMk cId="135957239" sldId="596"/>
            <ac:spMk id="22" creationId="{1014D163-EC4E-778A-D2D5-271DD6A57D93}"/>
          </ac:spMkLst>
        </pc:spChg>
        <pc:spChg chg="add del mod">
          <ac:chgData name="TROLLIET, Virginie" userId="2328b3ae-e721-4582-bbbe-ab80f85c6159" providerId="ADAL" clId="{D3BF4DC3-93B8-4195-B50A-9538095DD616}" dt="2024-08-23T13:24:17.343" v="2193"/>
          <ac:spMkLst>
            <pc:docMk/>
            <pc:sldMk cId="135957239" sldId="596"/>
            <ac:spMk id="26" creationId="{2A7C8050-83E3-E706-AAD1-5E12535B6CA2}"/>
          </ac:spMkLst>
        </pc:spChg>
        <pc:spChg chg="add del mod">
          <ac:chgData name="TROLLIET, Virginie" userId="2328b3ae-e721-4582-bbbe-ab80f85c6159" providerId="ADAL" clId="{D3BF4DC3-93B8-4195-B50A-9538095DD616}" dt="2024-08-23T13:24:17.343" v="2193"/>
          <ac:spMkLst>
            <pc:docMk/>
            <pc:sldMk cId="135957239" sldId="596"/>
            <ac:spMk id="33" creationId="{0E46AD9F-EAA0-A97F-E5BD-C64B9386E75A}"/>
          </ac:spMkLst>
        </pc:spChg>
        <pc:spChg chg="add del mod">
          <ac:chgData name="TROLLIET, Virginie" userId="2328b3ae-e721-4582-bbbe-ab80f85c6159" providerId="ADAL" clId="{D3BF4DC3-93B8-4195-B50A-9538095DD616}" dt="2024-08-23T13:24:17.343" v="2193"/>
          <ac:spMkLst>
            <pc:docMk/>
            <pc:sldMk cId="135957239" sldId="596"/>
            <ac:spMk id="36" creationId="{3E3D063E-D030-D9D2-3D7F-53975841E3B6}"/>
          </ac:spMkLst>
        </pc:spChg>
        <pc:spChg chg="add del mod">
          <ac:chgData name="TROLLIET, Virginie" userId="2328b3ae-e721-4582-bbbe-ab80f85c6159" providerId="ADAL" clId="{D3BF4DC3-93B8-4195-B50A-9538095DD616}" dt="2024-08-23T13:24:17.343" v="2193"/>
          <ac:spMkLst>
            <pc:docMk/>
            <pc:sldMk cId="135957239" sldId="596"/>
            <ac:spMk id="37" creationId="{3E28EE96-38EC-BA19-CADF-4B70FBE3CAD7}"/>
          </ac:spMkLst>
        </pc:spChg>
        <pc:spChg chg="add del mod">
          <ac:chgData name="TROLLIET, Virginie" userId="2328b3ae-e721-4582-bbbe-ab80f85c6159" providerId="ADAL" clId="{D3BF4DC3-93B8-4195-B50A-9538095DD616}" dt="2024-08-23T13:24:17.343" v="2193"/>
          <ac:spMkLst>
            <pc:docMk/>
            <pc:sldMk cId="135957239" sldId="596"/>
            <ac:spMk id="39" creationId="{8DCE5DC3-8A7C-AAD9-AD3E-0C54BC8C1F22}"/>
          </ac:spMkLst>
        </pc:spChg>
        <pc:spChg chg="add del mod">
          <ac:chgData name="TROLLIET, Virginie" userId="2328b3ae-e721-4582-bbbe-ab80f85c6159" providerId="ADAL" clId="{D3BF4DC3-93B8-4195-B50A-9538095DD616}" dt="2024-08-23T13:24:17.343" v="2193"/>
          <ac:spMkLst>
            <pc:docMk/>
            <pc:sldMk cId="135957239" sldId="596"/>
            <ac:spMk id="45" creationId="{3C526034-F8BB-6EF3-C4C2-8D31B1925480}"/>
          </ac:spMkLst>
        </pc:spChg>
        <pc:spChg chg="add del mod">
          <ac:chgData name="TROLLIET, Virginie" userId="2328b3ae-e721-4582-bbbe-ab80f85c6159" providerId="ADAL" clId="{D3BF4DC3-93B8-4195-B50A-9538095DD616}" dt="2024-08-23T13:24:17.343" v="2193"/>
          <ac:spMkLst>
            <pc:docMk/>
            <pc:sldMk cId="135957239" sldId="596"/>
            <ac:spMk id="48" creationId="{A8789D08-6624-EE25-5700-5BE3BCDE3BEA}"/>
          </ac:spMkLst>
        </pc:spChg>
        <pc:spChg chg="add del mod">
          <ac:chgData name="TROLLIET, Virginie" userId="2328b3ae-e721-4582-bbbe-ab80f85c6159" providerId="ADAL" clId="{D3BF4DC3-93B8-4195-B50A-9538095DD616}" dt="2024-08-23T13:24:17.343" v="2193"/>
          <ac:spMkLst>
            <pc:docMk/>
            <pc:sldMk cId="135957239" sldId="596"/>
            <ac:spMk id="49" creationId="{3A03C6CC-ADD2-A53E-2334-CE5E860D4277}"/>
          </ac:spMkLst>
        </pc:spChg>
        <pc:spChg chg="add del mod">
          <ac:chgData name="TROLLIET, Virginie" userId="2328b3ae-e721-4582-bbbe-ab80f85c6159" providerId="ADAL" clId="{D3BF4DC3-93B8-4195-B50A-9538095DD616}" dt="2024-08-23T13:24:17.343" v="2193"/>
          <ac:spMkLst>
            <pc:docMk/>
            <pc:sldMk cId="135957239" sldId="596"/>
            <ac:spMk id="50" creationId="{E88A0D63-1E21-ED35-C232-0F8131C5B339}"/>
          </ac:spMkLst>
        </pc:spChg>
        <pc:spChg chg="add del mod">
          <ac:chgData name="TROLLIET, Virginie" userId="2328b3ae-e721-4582-bbbe-ab80f85c6159" providerId="ADAL" clId="{D3BF4DC3-93B8-4195-B50A-9538095DD616}" dt="2024-08-23T13:24:17.343" v="2193"/>
          <ac:spMkLst>
            <pc:docMk/>
            <pc:sldMk cId="135957239" sldId="596"/>
            <ac:spMk id="53" creationId="{3F971780-C8B6-815C-45F1-DB6518153A6A}"/>
          </ac:spMkLst>
        </pc:spChg>
        <pc:spChg chg="add del mod">
          <ac:chgData name="TROLLIET, Virginie" userId="2328b3ae-e721-4582-bbbe-ab80f85c6159" providerId="ADAL" clId="{D3BF4DC3-93B8-4195-B50A-9538095DD616}" dt="2024-08-23T13:24:17.343" v="2193"/>
          <ac:spMkLst>
            <pc:docMk/>
            <pc:sldMk cId="135957239" sldId="596"/>
            <ac:spMk id="54" creationId="{A06C9D8C-88E1-EF44-7815-B8BB1318862D}"/>
          </ac:spMkLst>
        </pc:spChg>
        <pc:spChg chg="add del mod">
          <ac:chgData name="TROLLIET, Virginie" userId="2328b3ae-e721-4582-bbbe-ab80f85c6159" providerId="ADAL" clId="{D3BF4DC3-93B8-4195-B50A-9538095DD616}" dt="2024-08-23T13:24:17.343" v="2193"/>
          <ac:spMkLst>
            <pc:docMk/>
            <pc:sldMk cId="135957239" sldId="596"/>
            <ac:spMk id="55" creationId="{A861F261-831D-5024-EC01-FBAD5EA79755}"/>
          </ac:spMkLst>
        </pc:spChg>
        <pc:spChg chg="add del mod">
          <ac:chgData name="TROLLIET, Virginie" userId="2328b3ae-e721-4582-bbbe-ab80f85c6159" providerId="ADAL" clId="{D3BF4DC3-93B8-4195-B50A-9538095DD616}" dt="2024-08-23T13:24:17.343" v="2193"/>
          <ac:spMkLst>
            <pc:docMk/>
            <pc:sldMk cId="135957239" sldId="596"/>
            <ac:spMk id="60" creationId="{29108BD4-F6CA-F649-46C0-4E4911175697}"/>
          </ac:spMkLst>
        </pc:spChg>
        <pc:spChg chg="mod">
          <ac:chgData name="TROLLIET, Virginie" userId="2328b3ae-e721-4582-bbbe-ab80f85c6159" providerId="ADAL" clId="{D3BF4DC3-93B8-4195-B50A-9538095DD616}" dt="2024-08-23T14:17:35.642" v="2859" actId="20577"/>
          <ac:spMkLst>
            <pc:docMk/>
            <pc:sldMk cId="135957239" sldId="596"/>
            <ac:spMk id="136" creationId="{00000000-0000-0000-0000-000000000000}"/>
          </ac:spMkLst>
        </pc:spChg>
        <pc:spChg chg="mod">
          <ac:chgData name="TROLLIET, Virginie" userId="2328b3ae-e721-4582-bbbe-ab80f85c6159" providerId="ADAL" clId="{D3BF4DC3-93B8-4195-B50A-9538095DD616}" dt="2024-08-23T06:59:11.838" v="16" actId="1076"/>
          <ac:spMkLst>
            <pc:docMk/>
            <pc:sldMk cId="135957239" sldId="596"/>
            <ac:spMk id="142" creationId="{00000000-0000-0000-0000-000000000000}"/>
          </ac:spMkLst>
        </pc:spChg>
        <pc:spChg chg="mod">
          <ac:chgData name="TROLLIET, Virginie" userId="2328b3ae-e721-4582-bbbe-ab80f85c6159" providerId="ADAL" clId="{D3BF4DC3-93B8-4195-B50A-9538095DD616}" dt="2024-08-23T15:03:10.556" v="3095" actId="20577"/>
          <ac:spMkLst>
            <pc:docMk/>
            <pc:sldMk cId="135957239" sldId="596"/>
            <ac:spMk id="149" creationId="{60D9E8BD-2125-47E0-BBE6-BD64EDD68B03}"/>
          </ac:spMkLst>
        </pc:spChg>
        <pc:spChg chg="mod">
          <ac:chgData name="TROLLIET, Virginie" userId="2328b3ae-e721-4582-bbbe-ab80f85c6159" providerId="ADAL" clId="{D3BF4DC3-93B8-4195-B50A-9538095DD616}" dt="2024-08-23T06:59:11.304" v="15" actId="1076"/>
          <ac:spMkLst>
            <pc:docMk/>
            <pc:sldMk cId="135957239" sldId="596"/>
            <ac:spMk id="150" creationId="{00000000-0000-0000-0000-000000000000}"/>
          </ac:spMkLst>
        </pc:spChg>
        <pc:cxnChg chg="add del mod">
          <ac:chgData name="TROLLIET, Virginie" userId="2328b3ae-e721-4582-bbbe-ab80f85c6159" providerId="ADAL" clId="{D3BF4DC3-93B8-4195-B50A-9538095DD616}" dt="2024-08-23T13:24:17.343" v="2193"/>
          <ac:cxnSpMkLst>
            <pc:docMk/>
            <pc:sldMk cId="135957239" sldId="596"/>
            <ac:cxnSpMk id="23" creationId="{A7F7BC05-96BE-5EDF-3B66-2D393827FF7D}"/>
          </ac:cxnSpMkLst>
        </pc:cxnChg>
        <pc:cxnChg chg="add del mod">
          <ac:chgData name="TROLLIET, Virginie" userId="2328b3ae-e721-4582-bbbe-ab80f85c6159" providerId="ADAL" clId="{D3BF4DC3-93B8-4195-B50A-9538095DD616}" dt="2024-08-23T13:24:17.343" v="2193"/>
          <ac:cxnSpMkLst>
            <pc:docMk/>
            <pc:sldMk cId="135957239" sldId="596"/>
            <ac:cxnSpMk id="24" creationId="{D183B3F6-2D52-1F12-BAA1-337497810123}"/>
          </ac:cxnSpMkLst>
        </pc:cxnChg>
        <pc:cxnChg chg="add del mod">
          <ac:chgData name="TROLLIET, Virginie" userId="2328b3ae-e721-4582-bbbe-ab80f85c6159" providerId="ADAL" clId="{D3BF4DC3-93B8-4195-B50A-9538095DD616}" dt="2024-08-23T13:24:17.343" v="2193"/>
          <ac:cxnSpMkLst>
            <pc:docMk/>
            <pc:sldMk cId="135957239" sldId="596"/>
            <ac:cxnSpMk id="25" creationId="{BBCD85F7-DC02-F598-D222-4DDE258C9094}"/>
          </ac:cxnSpMkLst>
        </pc:cxnChg>
        <pc:cxnChg chg="mod">
          <ac:chgData name="TROLLIET, Virginie" userId="2328b3ae-e721-4582-bbbe-ab80f85c6159" providerId="ADAL" clId="{D3BF4DC3-93B8-4195-B50A-9538095DD616}" dt="2024-08-23T06:59:11.304" v="15" actId="1076"/>
          <ac:cxnSpMkLst>
            <pc:docMk/>
            <pc:sldMk cId="135957239" sldId="596"/>
            <ac:cxnSpMk id="29" creationId="{00000000-0000-0000-0000-000000000000}"/>
          </ac:cxnSpMkLst>
        </pc:cxnChg>
        <pc:cxnChg chg="add del mod">
          <ac:chgData name="TROLLIET, Virginie" userId="2328b3ae-e721-4582-bbbe-ab80f85c6159" providerId="ADAL" clId="{D3BF4DC3-93B8-4195-B50A-9538095DD616}" dt="2024-08-23T13:24:17.343" v="2193"/>
          <ac:cxnSpMkLst>
            <pc:docMk/>
            <pc:sldMk cId="135957239" sldId="596"/>
            <ac:cxnSpMk id="32" creationId="{E5C2C821-4E77-5DEC-C2AF-3700C0993EF6}"/>
          </ac:cxnSpMkLst>
        </pc:cxnChg>
        <pc:cxnChg chg="add del mod">
          <ac:chgData name="TROLLIET, Virginie" userId="2328b3ae-e721-4582-bbbe-ab80f85c6159" providerId="ADAL" clId="{D3BF4DC3-93B8-4195-B50A-9538095DD616}" dt="2024-08-23T13:24:17.343" v="2193"/>
          <ac:cxnSpMkLst>
            <pc:docMk/>
            <pc:sldMk cId="135957239" sldId="596"/>
            <ac:cxnSpMk id="38" creationId="{AF1180FE-5DB4-878F-86EE-16970C51396B}"/>
          </ac:cxnSpMkLst>
        </pc:cxnChg>
        <pc:cxnChg chg="add del mod">
          <ac:chgData name="TROLLIET, Virginie" userId="2328b3ae-e721-4582-bbbe-ab80f85c6159" providerId="ADAL" clId="{D3BF4DC3-93B8-4195-B50A-9538095DD616}" dt="2024-08-23T13:24:17.343" v="2193"/>
          <ac:cxnSpMkLst>
            <pc:docMk/>
            <pc:sldMk cId="135957239" sldId="596"/>
            <ac:cxnSpMk id="40" creationId="{377B914F-3B78-D163-B990-279E44A58FFF}"/>
          </ac:cxnSpMkLst>
        </pc:cxnChg>
        <pc:cxnChg chg="add del mod">
          <ac:chgData name="TROLLIET, Virginie" userId="2328b3ae-e721-4582-bbbe-ab80f85c6159" providerId="ADAL" clId="{D3BF4DC3-93B8-4195-B50A-9538095DD616}" dt="2024-08-23T13:24:17.343" v="2193"/>
          <ac:cxnSpMkLst>
            <pc:docMk/>
            <pc:sldMk cId="135957239" sldId="596"/>
            <ac:cxnSpMk id="42" creationId="{4B02BA4E-E092-8928-DA87-1F2DE70EDD22}"/>
          </ac:cxnSpMkLst>
        </pc:cxnChg>
        <pc:cxnChg chg="add del mod">
          <ac:chgData name="TROLLIET, Virginie" userId="2328b3ae-e721-4582-bbbe-ab80f85c6159" providerId="ADAL" clId="{D3BF4DC3-93B8-4195-B50A-9538095DD616}" dt="2024-08-23T13:24:17.343" v="2193"/>
          <ac:cxnSpMkLst>
            <pc:docMk/>
            <pc:sldMk cId="135957239" sldId="596"/>
            <ac:cxnSpMk id="43" creationId="{C097D6E1-D82F-6270-FF70-46559CEF147A}"/>
          </ac:cxnSpMkLst>
        </pc:cxnChg>
        <pc:cxnChg chg="add del mod">
          <ac:chgData name="TROLLIET, Virginie" userId="2328b3ae-e721-4582-bbbe-ab80f85c6159" providerId="ADAL" clId="{D3BF4DC3-93B8-4195-B50A-9538095DD616}" dt="2024-08-23T13:24:17.343" v="2193"/>
          <ac:cxnSpMkLst>
            <pc:docMk/>
            <pc:sldMk cId="135957239" sldId="596"/>
            <ac:cxnSpMk id="44" creationId="{147AD6D0-0A60-1462-6977-9F06A8CD7CEA}"/>
          </ac:cxnSpMkLst>
        </pc:cxnChg>
        <pc:cxnChg chg="add del mod">
          <ac:chgData name="TROLLIET, Virginie" userId="2328b3ae-e721-4582-bbbe-ab80f85c6159" providerId="ADAL" clId="{D3BF4DC3-93B8-4195-B50A-9538095DD616}" dt="2024-08-23T13:24:17.343" v="2193"/>
          <ac:cxnSpMkLst>
            <pc:docMk/>
            <pc:sldMk cId="135957239" sldId="596"/>
            <ac:cxnSpMk id="46" creationId="{9F0965B5-3D74-78B6-8026-D8B90FDB352F}"/>
          </ac:cxnSpMkLst>
        </pc:cxnChg>
        <pc:cxnChg chg="mod">
          <ac:chgData name="TROLLIET, Virginie" userId="2328b3ae-e721-4582-bbbe-ab80f85c6159" providerId="ADAL" clId="{D3BF4DC3-93B8-4195-B50A-9538095DD616}" dt="2024-08-23T06:59:11.304" v="15" actId="1076"/>
          <ac:cxnSpMkLst>
            <pc:docMk/>
            <pc:sldMk cId="135957239" sldId="596"/>
            <ac:cxnSpMk id="47" creationId="{191AB04E-67A7-5654-BB10-303E4F798709}"/>
          </ac:cxnSpMkLst>
        </pc:cxnChg>
        <pc:cxnChg chg="add del mod">
          <ac:chgData name="TROLLIET, Virginie" userId="2328b3ae-e721-4582-bbbe-ab80f85c6159" providerId="ADAL" clId="{D3BF4DC3-93B8-4195-B50A-9538095DD616}" dt="2024-08-23T13:24:17.343" v="2193"/>
          <ac:cxnSpMkLst>
            <pc:docMk/>
            <pc:sldMk cId="135957239" sldId="596"/>
            <ac:cxnSpMk id="51" creationId="{F9ADE559-F08F-6F47-A93E-2A69771829BD}"/>
          </ac:cxnSpMkLst>
        </pc:cxnChg>
        <pc:cxnChg chg="add del mod">
          <ac:chgData name="TROLLIET, Virginie" userId="2328b3ae-e721-4582-bbbe-ab80f85c6159" providerId="ADAL" clId="{D3BF4DC3-93B8-4195-B50A-9538095DD616}" dt="2024-08-23T13:24:17.343" v="2193"/>
          <ac:cxnSpMkLst>
            <pc:docMk/>
            <pc:sldMk cId="135957239" sldId="596"/>
            <ac:cxnSpMk id="56" creationId="{90504D56-EEBF-3F5A-95D1-248CC2CBF2EA}"/>
          </ac:cxnSpMkLst>
        </pc:cxnChg>
        <pc:cxnChg chg="add del mod">
          <ac:chgData name="TROLLIET, Virginie" userId="2328b3ae-e721-4582-bbbe-ab80f85c6159" providerId="ADAL" clId="{D3BF4DC3-93B8-4195-B50A-9538095DD616}" dt="2024-08-23T13:24:17.343" v="2193"/>
          <ac:cxnSpMkLst>
            <pc:docMk/>
            <pc:sldMk cId="135957239" sldId="596"/>
            <ac:cxnSpMk id="57" creationId="{87E821AB-EFBE-ECC6-3F6E-4FF13EB0937F}"/>
          </ac:cxnSpMkLst>
        </pc:cxnChg>
        <pc:cxnChg chg="add del mod">
          <ac:chgData name="TROLLIET, Virginie" userId="2328b3ae-e721-4582-bbbe-ab80f85c6159" providerId="ADAL" clId="{D3BF4DC3-93B8-4195-B50A-9538095DD616}" dt="2024-08-23T13:24:17.343" v="2193"/>
          <ac:cxnSpMkLst>
            <pc:docMk/>
            <pc:sldMk cId="135957239" sldId="596"/>
            <ac:cxnSpMk id="59" creationId="{F818516D-9698-09D9-614F-791062315A08}"/>
          </ac:cxnSpMkLst>
        </pc:cxnChg>
        <pc:cxnChg chg="mod">
          <ac:chgData name="TROLLIET, Virginie" userId="2328b3ae-e721-4582-bbbe-ab80f85c6159" providerId="ADAL" clId="{D3BF4DC3-93B8-4195-B50A-9538095DD616}" dt="2024-08-23T06:59:11.838" v="16" actId="1076"/>
          <ac:cxnSpMkLst>
            <pc:docMk/>
            <pc:sldMk cId="135957239" sldId="596"/>
            <ac:cxnSpMk id="121" creationId="{1835A5A1-BE94-365C-5743-00EAD334674F}"/>
          </ac:cxnSpMkLst>
        </pc:cxnChg>
        <pc:cxnChg chg="mod">
          <ac:chgData name="TROLLIET, Virginie" userId="2328b3ae-e721-4582-bbbe-ab80f85c6159" providerId="ADAL" clId="{D3BF4DC3-93B8-4195-B50A-9538095DD616}" dt="2024-08-23T06:59:11.838" v="16" actId="1076"/>
          <ac:cxnSpMkLst>
            <pc:docMk/>
            <pc:sldMk cId="135957239" sldId="596"/>
            <ac:cxnSpMk id="2049" creationId="{00000000-0000-0000-0000-000000000000}"/>
          </ac:cxnSpMkLst>
        </pc:cxnChg>
      </pc:sldChg>
      <pc:sldChg chg="delSp modSp mod">
        <pc:chgData name="TROLLIET, Virginie" userId="2328b3ae-e721-4582-bbbe-ab80f85c6159" providerId="ADAL" clId="{D3BF4DC3-93B8-4195-B50A-9538095DD616}" dt="2024-08-23T15:30:51.023" v="3144" actId="208"/>
        <pc:sldMkLst>
          <pc:docMk/>
          <pc:sldMk cId="3177497151" sldId="602"/>
        </pc:sldMkLst>
        <pc:spChg chg="del">
          <ac:chgData name="TROLLIET, Virginie" userId="2328b3ae-e721-4582-bbbe-ab80f85c6159" providerId="ADAL" clId="{D3BF4DC3-93B8-4195-B50A-9538095DD616}" dt="2024-08-23T15:30:30.991" v="3142" actId="478"/>
          <ac:spMkLst>
            <pc:docMk/>
            <pc:sldMk cId="3177497151" sldId="602"/>
            <ac:spMk id="7" creationId="{1631D531-6A95-5748-54AC-CB89430F8810}"/>
          </ac:spMkLst>
        </pc:spChg>
        <pc:spChg chg="mod">
          <ac:chgData name="TROLLIET, Virginie" userId="2328b3ae-e721-4582-bbbe-ab80f85c6159" providerId="ADAL" clId="{D3BF4DC3-93B8-4195-B50A-9538095DD616}" dt="2024-08-23T15:30:51.023" v="3144" actId="208"/>
          <ac:spMkLst>
            <pc:docMk/>
            <pc:sldMk cId="3177497151" sldId="602"/>
            <ac:spMk id="32" creationId="{453626F4-44B4-4DF2-B7D1-91D9B3B89AD1}"/>
          </ac:spMkLst>
        </pc:spChg>
      </pc:sldChg>
      <pc:sldChg chg="addSp delSp modSp mod">
        <pc:chgData name="TROLLIET, Virginie" userId="2328b3ae-e721-4582-bbbe-ab80f85c6159" providerId="ADAL" clId="{D3BF4DC3-93B8-4195-B50A-9538095DD616}" dt="2024-08-23T15:46:57.739" v="3474" actId="1076"/>
        <pc:sldMkLst>
          <pc:docMk/>
          <pc:sldMk cId="2866972053" sldId="608"/>
        </pc:sldMkLst>
        <pc:spChg chg="mod">
          <ac:chgData name="TROLLIET, Virginie" userId="2328b3ae-e721-4582-bbbe-ab80f85c6159" providerId="ADAL" clId="{D3BF4DC3-93B8-4195-B50A-9538095DD616}" dt="2024-08-23T15:45:27.778" v="3467" actId="1076"/>
          <ac:spMkLst>
            <pc:docMk/>
            <pc:sldMk cId="2866972053" sldId="608"/>
            <ac:spMk id="2" creationId="{56844AD6-DA2A-9B04-8E8C-A1B3CDBAC2A8}"/>
          </ac:spMkLst>
        </pc:spChg>
        <pc:spChg chg="mod">
          <ac:chgData name="TROLLIET, Virginie" userId="2328b3ae-e721-4582-bbbe-ab80f85c6159" providerId="ADAL" clId="{D3BF4DC3-93B8-4195-B50A-9538095DD616}" dt="2024-08-23T15:07:53.855" v="3098" actId="1076"/>
          <ac:spMkLst>
            <pc:docMk/>
            <pc:sldMk cId="2866972053" sldId="608"/>
            <ac:spMk id="7" creationId="{6093B206-E553-AAE9-9BE2-429FA39EA21F}"/>
          </ac:spMkLst>
        </pc:spChg>
        <pc:spChg chg="mod">
          <ac:chgData name="TROLLIET, Virginie" userId="2328b3ae-e721-4582-bbbe-ab80f85c6159" providerId="ADAL" clId="{D3BF4DC3-93B8-4195-B50A-9538095DD616}" dt="2024-08-23T14:30:58.004" v="2864" actId="20577"/>
          <ac:spMkLst>
            <pc:docMk/>
            <pc:sldMk cId="2866972053" sldId="608"/>
            <ac:spMk id="8" creationId="{00000000-0000-0000-0000-000000000000}"/>
          </ac:spMkLst>
        </pc:spChg>
        <pc:spChg chg="del mod">
          <ac:chgData name="TROLLIET, Virginie" userId="2328b3ae-e721-4582-bbbe-ab80f85c6159" providerId="ADAL" clId="{D3BF4DC3-93B8-4195-B50A-9538095DD616}" dt="2024-08-23T07:26:38.851" v="367" actId="478"/>
          <ac:spMkLst>
            <pc:docMk/>
            <pc:sldMk cId="2866972053" sldId="608"/>
            <ac:spMk id="16" creationId="{15765742-4A5A-A22C-F0ED-600480C85874}"/>
          </ac:spMkLst>
        </pc:spChg>
        <pc:spChg chg="add del mod">
          <ac:chgData name="TROLLIET, Virginie" userId="2328b3ae-e721-4582-bbbe-ab80f85c6159" providerId="ADAL" clId="{D3BF4DC3-93B8-4195-B50A-9538095DD616}" dt="2024-08-23T14:08:30.468" v="2397" actId="1036"/>
          <ac:spMkLst>
            <pc:docMk/>
            <pc:sldMk cId="2866972053" sldId="608"/>
            <ac:spMk id="27" creationId="{28564EF8-D6CB-D6E0-2235-2F414B2CC308}"/>
          </ac:spMkLst>
        </pc:spChg>
        <pc:spChg chg="mod">
          <ac:chgData name="TROLLIET, Virginie" userId="2328b3ae-e721-4582-bbbe-ab80f85c6159" providerId="ADAL" clId="{D3BF4DC3-93B8-4195-B50A-9538095DD616}" dt="2024-08-23T14:12:46.306" v="2485" actId="1076"/>
          <ac:spMkLst>
            <pc:docMk/>
            <pc:sldMk cId="2866972053" sldId="608"/>
            <ac:spMk id="30" creationId="{6C6880AE-02DD-21A7-0F27-0EDF320312B3}"/>
          </ac:spMkLst>
        </pc:spChg>
        <pc:spChg chg="del">
          <ac:chgData name="TROLLIET, Virginie" userId="2328b3ae-e721-4582-bbbe-ab80f85c6159" providerId="ADAL" clId="{D3BF4DC3-93B8-4195-B50A-9538095DD616}" dt="2024-08-23T07:12:00.102" v="148" actId="478"/>
          <ac:spMkLst>
            <pc:docMk/>
            <pc:sldMk cId="2866972053" sldId="608"/>
            <ac:spMk id="34" creationId="{F8D87642-2B49-97E7-17D6-E6771F623B99}"/>
          </ac:spMkLst>
        </pc:spChg>
        <pc:spChg chg="add mod">
          <ac:chgData name="TROLLIET, Virginie" userId="2328b3ae-e721-4582-bbbe-ab80f85c6159" providerId="ADAL" clId="{D3BF4DC3-93B8-4195-B50A-9538095DD616}" dt="2024-08-23T14:06:30.443" v="2367" actId="1036"/>
          <ac:spMkLst>
            <pc:docMk/>
            <pc:sldMk cId="2866972053" sldId="608"/>
            <ac:spMk id="44" creationId="{836C9CB6-F745-D80B-7E36-F22DF443D3D4}"/>
          </ac:spMkLst>
        </pc:spChg>
        <pc:spChg chg="add mod">
          <ac:chgData name="TROLLIET, Virginie" userId="2328b3ae-e721-4582-bbbe-ab80f85c6159" providerId="ADAL" clId="{D3BF4DC3-93B8-4195-B50A-9538095DD616}" dt="2024-08-23T14:06:30.443" v="2367" actId="1036"/>
          <ac:spMkLst>
            <pc:docMk/>
            <pc:sldMk cId="2866972053" sldId="608"/>
            <ac:spMk id="45" creationId="{F20A372F-204E-AD4D-E753-C85DF8CA2306}"/>
          </ac:spMkLst>
        </pc:spChg>
        <pc:spChg chg="add mod">
          <ac:chgData name="TROLLIET, Virginie" userId="2328b3ae-e721-4582-bbbe-ab80f85c6159" providerId="ADAL" clId="{D3BF4DC3-93B8-4195-B50A-9538095DD616}" dt="2024-08-23T14:06:30.443" v="2367" actId="1036"/>
          <ac:spMkLst>
            <pc:docMk/>
            <pc:sldMk cId="2866972053" sldId="608"/>
            <ac:spMk id="46" creationId="{F97AA938-4608-276E-5DC0-4A9A4D08C3B6}"/>
          </ac:spMkLst>
        </pc:spChg>
        <pc:spChg chg="mod">
          <ac:chgData name="TROLLIET, Virginie" userId="2328b3ae-e721-4582-bbbe-ab80f85c6159" providerId="ADAL" clId="{D3BF4DC3-93B8-4195-B50A-9538095DD616}" dt="2024-08-23T14:31:18.624" v="2884" actId="20577"/>
          <ac:spMkLst>
            <pc:docMk/>
            <pc:sldMk cId="2866972053" sldId="608"/>
            <ac:spMk id="58" creationId="{00000000-0000-0000-0000-000000000000}"/>
          </ac:spMkLst>
        </pc:spChg>
        <pc:spChg chg="add mod">
          <ac:chgData name="TROLLIET, Virginie" userId="2328b3ae-e721-4582-bbbe-ab80f85c6159" providerId="ADAL" clId="{D3BF4DC3-93B8-4195-B50A-9538095DD616}" dt="2024-08-23T14:06:30.443" v="2367" actId="1036"/>
          <ac:spMkLst>
            <pc:docMk/>
            <pc:sldMk cId="2866972053" sldId="608"/>
            <ac:spMk id="60" creationId="{EB3A7421-7FB4-1405-3E6E-3DA733D2F76E}"/>
          </ac:spMkLst>
        </pc:spChg>
        <pc:spChg chg="add mod">
          <ac:chgData name="TROLLIET, Virginie" userId="2328b3ae-e721-4582-bbbe-ab80f85c6159" providerId="ADAL" clId="{D3BF4DC3-93B8-4195-B50A-9538095DD616}" dt="2024-08-23T14:06:30.443" v="2367" actId="1036"/>
          <ac:spMkLst>
            <pc:docMk/>
            <pc:sldMk cId="2866972053" sldId="608"/>
            <ac:spMk id="61" creationId="{FE6CAA1C-E5C9-A4EB-D46C-D89151E991B6}"/>
          </ac:spMkLst>
        </pc:spChg>
        <pc:spChg chg="add mod">
          <ac:chgData name="TROLLIET, Virginie" userId="2328b3ae-e721-4582-bbbe-ab80f85c6159" providerId="ADAL" clId="{D3BF4DC3-93B8-4195-B50A-9538095DD616}" dt="2024-08-23T14:06:30.443" v="2367" actId="1036"/>
          <ac:spMkLst>
            <pc:docMk/>
            <pc:sldMk cId="2866972053" sldId="608"/>
            <ac:spMk id="62" creationId="{525F4D9F-CCB6-F837-AD39-7045C9BA1B94}"/>
          </ac:spMkLst>
        </pc:spChg>
        <pc:spChg chg="add mod">
          <ac:chgData name="TROLLIET, Virginie" userId="2328b3ae-e721-4582-bbbe-ab80f85c6159" providerId="ADAL" clId="{D3BF4DC3-93B8-4195-B50A-9538095DD616}" dt="2024-08-23T14:06:30.443" v="2367" actId="1036"/>
          <ac:spMkLst>
            <pc:docMk/>
            <pc:sldMk cId="2866972053" sldId="608"/>
            <ac:spMk id="63" creationId="{05294F45-18AA-3A3D-3A5D-A9892C3A07AB}"/>
          </ac:spMkLst>
        </pc:spChg>
        <pc:spChg chg="add mod">
          <ac:chgData name="TROLLIET, Virginie" userId="2328b3ae-e721-4582-bbbe-ab80f85c6159" providerId="ADAL" clId="{D3BF4DC3-93B8-4195-B50A-9538095DD616}" dt="2024-08-23T14:06:30.443" v="2367" actId="1036"/>
          <ac:spMkLst>
            <pc:docMk/>
            <pc:sldMk cId="2866972053" sldId="608"/>
            <ac:spMk id="64" creationId="{2E5DFA3B-C10B-673D-7693-25683B88F66E}"/>
          </ac:spMkLst>
        </pc:spChg>
        <pc:spChg chg="add mod">
          <ac:chgData name="TROLLIET, Virginie" userId="2328b3ae-e721-4582-bbbe-ab80f85c6159" providerId="ADAL" clId="{D3BF4DC3-93B8-4195-B50A-9538095DD616}" dt="2024-08-23T14:06:30.443" v="2367" actId="1036"/>
          <ac:spMkLst>
            <pc:docMk/>
            <pc:sldMk cId="2866972053" sldId="608"/>
            <ac:spMk id="65" creationId="{B470F111-8174-DF3A-4717-A005B45FF513}"/>
          </ac:spMkLst>
        </pc:spChg>
        <pc:spChg chg="del mod">
          <ac:chgData name="TROLLIET, Virginie" userId="2328b3ae-e721-4582-bbbe-ab80f85c6159" providerId="ADAL" clId="{D3BF4DC3-93B8-4195-B50A-9538095DD616}" dt="2024-08-23T07:26:34.098" v="366" actId="478"/>
          <ac:spMkLst>
            <pc:docMk/>
            <pc:sldMk cId="2866972053" sldId="608"/>
            <ac:spMk id="88"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97"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98"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99" creationId="{00000000-0000-0000-0000-000000000000}"/>
          </ac:spMkLst>
        </pc:spChg>
        <pc:spChg chg="del">
          <ac:chgData name="TROLLIET, Virginie" userId="2328b3ae-e721-4582-bbbe-ab80f85c6159" providerId="ADAL" clId="{D3BF4DC3-93B8-4195-B50A-9538095DD616}" dt="2024-08-23T07:26:46.254" v="368" actId="478"/>
          <ac:spMkLst>
            <pc:docMk/>
            <pc:sldMk cId="2866972053" sldId="608"/>
            <ac:spMk id="104" creationId="{00000000-0000-0000-0000-000000000000}"/>
          </ac:spMkLst>
        </pc:spChg>
        <pc:spChg chg="del">
          <ac:chgData name="TROLLIET, Virginie" userId="2328b3ae-e721-4582-bbbe-ab80f85c6159" providerId="ADAL" clId="{D3BF4DC3-93B8-4195-B50A-9538095DD616}" dt="2024-08-23T07:26:46.254" v="368" actId="478"/>
          <ac:spMkLst>
            <pc:docMk/>
            <pc:sldMk cId="2866972053" sldId="608"/>
            <ac:spMk id="105"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07"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08"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10"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12"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15"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17" creationId="{00000000-0000-0000-0000-000000000000}"/>
          </ac:spMkLst>
        </pc:spChg>
        <pc:spChg chg="add mod">
          <ac:chgData name="TROLLIET, Virginie" userId="2328b3ae-e721-4582-bbbe-ab80f85c6159" providerId="ADAL" clId="{D3BF4DC3-93B8-4195-B50A-9538095DD616}" dt="2024-08-23T15:46:08.869" v="3471" actId="1076"/>
          <ac:spMkLst>
            <pc:docMk/>
            <pc:sldMk cId="2866972053" sldId="608"/>
            <ac:spMk id="121" creationId="{00B25CD6-7647-E114-9317-11F09EBFD3DB}"/>
          </ac:spMkLst>
        </pc:spChg>
        <pc:spChg chg="del mod">
          <ac:chgData name="TROLLIET, Virginie" userId="2328b3ae-e721-4582-bbbe-ab80f85c6159" providerId="ADAL" clId="{D3BF4DC3-93B8-4195-B50A-9538095DD616}" dt="2024-08-23T07:26:34.098" v="366" actId="478"/>
          <ac:spMkLst>
            <pc:docMk/>
            <pc:sldMk cId="2866972053" sldId="608"/>
            <ac:spMk id="122"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25"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26" creationId="{00000000-0000-0000-0000-000000000000}"/>
          </ac:spMkLst>
        </pc:spChg>
        <pc:spChg chg="del mod">
          <ac:chgData name="TROLLIET, Virginie" userId="2328b3ae-e721-4582-bbbe-ab80f85c6159" providerId="ADAL" clId="{D3BF4DC3-93B8-4195-B50A-9538095DD616}" dt="2024-08-23T07:49:55.273" v="602" actId="478"/>
          <ac:spMkLst>
            <pc:docMk/>
            <pc:sldMk cId="2866972053" sldId="608"/>
            <ac:spMk id="128"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29" creationId="{00000000-0000-0000-0000-000000000000}"/>
          </ac:spMkLst>
        </pc:spChg>
        <pc:spChg chg="add mod">
          <ac:chgData name="TROLLIET, Virginie" userId="2328b3ae-e721-4582-bbbe-ab80f85c6159" providerId="ADAL" clId="{D3BF4DC3-93B8-4195-B50A-9538095DD616}" dt="2024-08-23T14:11:04.682" v="2475" actId="14100"/>
          <ac:spMkLst>
            <pc:docMk/>
            <pc:sldMk cId="2866972053" sldId="608"/>
            <ac:spMk id="131" creationId="{F25DA987-7B56-E2CE-05DC-7A784A76AB05}"/>
          </ac:spMkLst>
        </pc:spChg>
        <pc:spChg chg="del mod">
          <ac:chgData name="TROLLIET, Virginie" userId="2328b3ae-e721-4582-bbbe-ab80f85c6159" providerId="ADAL" clId="{D3BF4DC3-93B8-4195-B50A-9538095DD616}" dt="2024-08-23T07:26:34.098" v="366" actId="478"/>
          <ac:spMkLst>
            <pc:docMk/>
            <pc:sldMk cId="2866972053" sldId="608"/>
            <ac:spMk id="132"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34" creationId="{00000000-0000-0000-0000-000000000000}"/>
          </ac:spMkLst>
        </pc:spChg>
        <pc:spChg chg="del mod">
          <ac:chgData name="TROLLIET, Virginie" userId="2328b3ae-e721-4582-bbbe-ab80f85c6159" providerId="ADAL" clId="{D3BF4DC3-93B8-4195-B50A-9538095DD616}" dt="2024-08-23T07:26:34.098" v="366" actId="478"/>
          <ac:spMkLst>
            <pc:docMk/>
            <pc:sldMk cId="2866972053" sldId="608"/>
            <ac:spMk id="135" creationId="{00000000-0000-0000-0000-000000000000}"/>
          </ac:spMkLst>
        </pc:spChg>
        <pc:spChg chg="del mod">
          <ac:chgData name="TROLLIET, Virginie" userId="2328b3ae-e721-4582-bbbe-ab80f85c6159" providerId="ADAL" clId="{D3BF4DC3-93B8-4195-B50A-9538095DD616}" dt="2024-08-23T14:05:51.998" v="2327" actId="478"/>
          <ac:spMkLst>
            <pc:docMk/>
            <pc:sldMk cId="2866972053" sldId="608"/>
            <ac:spMk id="136" creationId="{00000000-0000-0000-0000-000000000000}"/>
          </ac:spMkLst>
        </pc:spChg>
        <pc:spChg chg="add mod">
          <ac:chgData name="TROLLIET, Virginie" userId="2328b3ae-e721-4582-bbbe-ab80f85c6159" providerId="ADAL" clId="{D3BF4DC3-93B8-4195-B50A-9538095DD616}" dt="2024-08-23T14:12:34.956" v="2484" actId="1076"/>
          <ac:spMkLst>
            <pc:docMk/>
            <pc:sldMk cId="2866972053" sldId="608"/>
            <ac:spMk id="137" creationId="{2DBBB377-68BF-381F-DEAC-8192352EFEEB}"/>
          </ac:spMkLst>
        </pc:spChg>
        <pc:spChg chg="add del mod">
          <ac:chgData name="TROLLIET, Virginie" userId="2328b3ae-e721-4582-bbbe-ab80f85c6159" providerId="ADAL" clId="{D3BF4DC3-93B8-4195-B50A-9538095DD616}" dt="2024-08-23T07:26:06.646" v="364"/>
          <ac:spMkLst>
            <pc:docMk/>
            <pc:sldMk cId="2866972053" sldId="608"/>
            <ac:spMk id="138" creationId="{FF7FD632-FC89-7502-A8F8-92C8EA5FB210}"/>
          </ac:spMkLst>
        </pc:spChg>
        <pc:spChg chg="mod">
          <ac:chgData name="TROLLIET, Virginie" userId="2328b3ae-e721-4582-bbbe-ab80f85c6159" providerId="ADAL" clId="{D3BF4DC3-93B8-4195-B50A-9538095DD616}" dt="2024-08-23T14:06:07.565" v="2330" actId="1076"/>
          <ac:spMkLst>
            <pc:docMk/>
            <pc:sldMk cId="2866972053" sldId="608"/>
            <ac:spMk id="142" creationId="{00000000-0000-0000-0000-000000000000}"/>
          </ac:spMkLst>
        </pc:spChg>
        <pc:spChg chg="mod">
          <ac:chgData name="TROLLIET, Virginie" userId="2328b3ae-e721-4582-bbbe-ab80f85c6159" providerId="ADAL" clId="{D3BF4DC3-93B8-4195-B50A-9538095DD616}" dt="2024-08-23T14:06:30.443" v="2367" actId="1036"/>
          <ac:spMkLst>
            <pc:docMk/>
            <pc:sldMk cId="2866972053" sldId="608"/>
            <ac:spMk id="150" creationId="{00000000-0000-0000-0000-000000000000}"/>
          </ac:spMkLst>
        </pc:spChg>
        <pc:spChg chg="del mod">
          <ac:chgData name="TROLLIET, Virginie" userId="2328b3ae-e721-4582-bbbe-ab80f85c6159" providerId="ADAL" clId="{D3BF4DC3-93B8-4195-B50A-9538095DD616}" dt="2024-08-23T07:26:38.851" v="367" actId="478"/>
          <ac:spMkLst>
            <pc:docMk/>
            <pc:sldMk cId="2866972053" sldId="608"/>
            <ac:spMk id="152" creationId="{00000000-0000-0000-0000-000000000000}"/>
          </ac:spMkLst>
        </pc:spChg>
        <pc:spChg chg="mod">
          <ac:chgData name="TROLLIET, Virginie" userId="2328b3ae-e721-4582-bbbe-ab80f85c6159" providerId="ADAL" clId="{D3BF4DC3-93B8-4195-B50A-9538095DD616}" dt="2024-08-23T14:06:10.839" v="2331" actId="1076"/>
          <ac:spMkLst>
            <pc:docMk/>
            <pc:sldMk cId="2866972053" sldId="608"/>
            <ac:spMk id="154" creationId="{00000000-0000-0000-0000-000000000000}"/>
          </ac:spMkLst>
        </pc:spChg>
        <pc:spChg chg="add del mod">
          <ac:chgData name="TROLLIET, Virginie" userId="2328b3ae-e721-4582-bbbe-ab80f85c6159" providerId="ADAL" clId="{D3BF4DC3-93B8-4195-B50A-9538095DD616}" dt="2024-08-23T12:44:34.078" v="1829" actId="478"/>
          <ac:spMkLst>
            <pc:docMk/>
            <pc:sldMk cId="2866972053" sldId="608"/>
            <ac:spMk id="157" creationId="{C3B654AD-38E5-E1A1-0A99-F7E08E1FACF1}"/>
          </ac:spMkLst>
        </pc:spChg>
        <pc:spChg chg="add del mod">
          <ac:chgData name="TROLLIET, Virginie" userId="2328b3ae-e721-4582-bbbe-ab80f85c6159" providerId="ADAL" clId="{D3BF4DC3-93B8-4195-B50A-9538095DD616}" dt="2024-08-23T12:44:41.425" v="1830" actId="478"/>
          <ac:spMkLst>
            <pc:docMk/>
            <pc:sldMk cId="2866972053" sldId="608"/>
            <ac:spMk id="158" creationId="{DA5CA2EB-1437-7756-AB48-CAA6635EE543}"/>
          </ac:spMkLst>
        </pc:spChg>
        <pc:spChg chg="add del mod">
          <ac:chgData name="TROLLIET, Virginie" userId="2328b3ae-e721-4582-bbbe-ab80f85c6159" providerId="ADAL" clId="{D3BF4DC3-93B8-4195-B50A-9538095DD616}" dt="2024-08-23T12:44:41.425" v="1830" actId="478"/>
          <ac:spMkLst>
            <pc:docMk/>
            <pc:sldMk cId="2866972053" sldId="608"/>
            <ac:spMk id="160" creationId="{4ECEB0A2-A644-3031-65C5-82D2C6E76CFC}"/>
          </ac:spMkLst>
        </pc:spChg>
        <pc:spChg chg="add del mod">
          <ac:chgData name="TROLLIET, Virginie" userId="2328b3ae-e721-4582-bbbe-ab80f85c6159" providerId="ADAL" clId="{D3BF4DC3-93B8-4195-B50A-9538095DD616}" dt="2024-08-23T12:44:34.078" v="1829" actId="478"/>
          <ac:spMkLst>
            <pc:docMk/>
            <pc:sldMk cId="2866972053" sldId="608"/>
            <ac:spMk id="163" creationId="{738C55C5-4985-842A-BB8E-A90F342A2E1E}"/>
          </ac:spMkLst>
        </pc:spChg>
        <pc:spChg chg="add del mod">
          <ac:chgData name="TROLLIET, Virginie" userId="2328b3ae-e721-4582-bbbe-ab80f85c6159" providerId="ADAL" clId="{D3BF4DC3-93B8-4195-B50A-9538095DD616}" dt="2024-08-23T12:44:34.078" v="1829" actId="478"/>
          <ac:spMkLst>
            <pc:docMk/>
            <pc:sldMk cId="2866972053" sldId="608"/>
            <ac:spMk id="164" creationId="{DD3D36F1-C45C-BB81-3BFB-4AE7D9A285EF}"/>
          </ac:spMkLst>
        </pc:spChg>
        <pc:spChg chg="add del mod">
          <ac:chgData name="TROLLIET, Virginie" userId="2328b3ae-e721-4582-bbbe-ab80f85c6159" providerId="ADAL" clId="{D3BF4DC3-93B8-4195-B50A-9538095DD616}" dt="2024-08-23T12:46:41.706" v="1844" actId="478"/>
          <ac:spMkLst>
            <pc:docMk/>
            <pc:sldMk cId="2866972053" sldId="608"/>
            <ac:spMk id="165" creationId="{24C2AD0A-BC3E-E1B9-2861-24F276A592B3}"/>
          </ac:spMkLst>
        </pc:spChg>
        <pc:spChg chg="del">
          <ac:chgData name="TROLLIET, Virginie" userId="2328b3ae-e721-4582-bbbe-ab80f85c6159" providerId="ADAL" clId="{D3BF4DC3-93B8-4195-B50A-9538095DD616}" dt="2024-08-23T06:59:52.739" v="19" actId="478"/>
          <ac:spMkLst>
            <pc:docMk/>
            <pc:sldMk cId="2866972053" sldId="608"/>
            <ac:spMk id="177" creationId="{8722251B-9D5A-4921-AB61-BD1CA07DD8F7}"/>
          </ac:spMkLst>
        </pc:spChg>
        <pc:spChg chg="del">
          <ac:chgData name="TROLLIET, Virginie" userId="2328b3ae-e721-4582-bbbe-ab80f85c6159" providerId="ADAL" clId="{D3BF4DC3-93B8-4195-B50A-9538095DD616}" dt="2024-08-23T06:59:47.402" v="18" actId="478"/>
          <ac:spMkLst>
            <pc:docMk/>
            <pc:sldMk cId="2866972053" sldId="608"/>
            <ac:spMk id="178" creationId="{844A3122-4C60-410D-B407-DE31A1462A05}"/>
          </ac:spMkLst>
        </pc:spChg>
        <pc:spChg chg="add del mod">
          <ac:chgData name="TROLLIET, Virginie" userId="2328b3ae-e721-4582-bbbe-ab80f85c6159" providerId="ADAL" clId="{D3BF4DC3-93B8-4195-B50A-9538095DD616}" dt="2024-08-23T12:44:34.078" v="1829" actId="478"/>
          <ac:spMkLst>
            <pc:docMk/>
            <pc:sldMk cId="2866972053" sldId="608"/>
            <ac:spMk id="2052" creationId="{E449AE9B-87DC-DA63-BED0-D4DA24C9E938}"/>
          </ac:spMkLst>
        </pc:spChg>
        <pc:spChg chg="add del mod">
          <ac:chgData name="TROLLIET, Virginie" userId="2328b3ae-e721-4582-bbbe-ab80f85c6159" providerId="ADAL" clId="{D3BF4DC3-93B8-4195-B50A-9538095DD616}" dt="2024-08-23T07:56:42.331" v="715" actId="478"/>
          <ac:spMkLst>
            <pc:docMk/>
            <pc:sldMk cId="2866972053" sldId="608"/>
            <ac:spMk id="2053" creationId="{647A5432-C15D-6771-3875-A664B1C858EF}"/>
          </ac:spMkLst>
        </pc:spChg>
        <pc:spChg chg="add del mod">
          <ac:chgData name="TROLLIET, Virginie" userId="2328b3ae-e721-4582-bbbe-ab80f85c6159" providerId="ADAL" clId="{D3BF4DC3-93B8-4195-B50A-9538095DD616}" dt="2024-08-23T12:31:24.706" v="1601" actId="478"/>
          <ac:spMkLst>
            <pc:docMk/>
            <pc:sldMk cId="2866972053" sldId="608"/>
            <ac:spMk id="2065" creationId="{F68483C4-B49D-B2BC-CCA6-221F4AD6C95E}"/>
          </ac:spMkLst>
        </pc:spChg>
        <pc:spChg chg="add mod">
          <ac:chgData name="TROLLIET, Virginie" userId="2328b3ae-e721-4582-bbbe-ab80f85c6159" providerId="ADAL" clId="{D3BF4DC3-93B8-4195-B50A-9538095DD616}" dt="2024-08-23T14:13:41.171" v="2492" actId="1076"/>
          <ac:spMkLst>
            <pc:docMk/>
            <pc:sldMk cId="2866972053" sldId="608"/>
            <ac:spMk id="2082" creationId="{69DD9B15-18C8-8928-67D1-0FCAB7235416}"/>
          </ac:spMkLst>
        </pc:spChg>
        <pc:spChg chg="add mod">
          <ac:chgData name="TROLLIET, Virginie" userId="2328b3ae-e721-4582-bbbe-ab80f85c6159" providerId="ADAL" clId="{D3BF4DC3-93B8-4195-B50A-9538095DD616}" dt="2024-08-23T14:13:25.307" v="2489" actId="1076"/>
          <ac:spMkLst>
            <pc:docMk/>
            <pc:sldMk cId="2866972053" sldId="608"/>
            <ac:spMk id="2083" creationId="{DE153B02-5DF5-DD1B-F6C2-4E06EA6596FB}"/>
          </ac:spMkLst>
        </pc:spChg>
        <pc:spChg chg="add mod">
          <ac:chgData name="TROLLIET, Virginie" userId="2328b3ae-e721-4582-bbbe-ab80f85c6159" providerId="ADAL" clId="{D3BF4DC3-93B8-4195-B50A-9538095DD616}" dt="2024-08-23T14:13:33.386" v="2491" actId="1076"/>
          <ac:spMkLst>
            <pc:docMk/>
            <pc:sldMk cId="2866972053" sldId="608"/>
            <ac:spMk id="2085" creationId="{8089BDCD-1B85-336C-D84A-B3219C885AB3}"/>
          </ac:spMkLst>
        </pc:spChg>
        <pc:spChg chg="add mod">
          <ac:chgData name="TROLLIET, Virginie" userId="2328b3ae-e721-4582-bbbe-ab80f85c6159" providerId="ADAL" clId="{D3BF4DC3-93B8-4195-B50A-9538095DD616}" dt="2024-08-23T14:11:41.802" v="2480" actId="1076"/>
          <ac:spMkLst>
            <pc:docMk/>
            <pc:sldMk cId="2866972053" sldId="608"/>
            <ac:spMk id="2086" creationId="{29560CAC-9A16-74E2-ABAD-74EB9652B680}"/>
          </ac:spMkLst>
        </pc:spChg>
        <pc:spChg chg="add mod">
          <ac:chgData name="TROLLIET, Virginie" userId="2328b3ae-e721-4582-bbbe-ab80f85c6159" providerId="ADAL" clId="{D3BF4DC3-93B8-4195-B50A-9538095DD616}" dt="2024-08-23T14:13:29.670" v="2490" actId="1076"/>
          <ac:spMkLst>
            <pc:docMk/>
            <pc:sldMk cId="2866972053" sldId="608"/>
            <ac:spMk id="2088" creationId="{60D39C1F-E51F-D243-C7D8-116B3C3F242F}"/>
          </ac:spMkLst>
        </pc:spChg>
        <pc:spChg chg="add mod">
          <ac:chgData name="TROLLIET, Virginie" userId="2328b3ae-e721-4582-bbbe-ab80f85c6159" providerId="ADAL" clId="{D3BF4DC3-93B8-4195-B50A-9538095DD616}" dt="2024-08-23T14:11:46.913" v="2481" actId="1076"/>
          <ac:spMkLst>
            <pc:docMk/>
            <pc:sldMk cId="2866972053" sldId="608"/>
            <ac:spMk id="2089" creationId="{1000A9D9-8149-B50C-D8F5-AA301715AE9C}"/>
          </ac:spMkLst>
        </pc:spChg>
        <pc:spChg chg="add del mod">
          <ac:chgData name="TROLLIET, Virginie" userId="2328b3ae-e721-4582-bbbe-ab80f85c6159" providerId="ADAL" clId="{D3BF4DC3-93B8-4195-B50A-9538095DD616}" dt="2024-08-23T12:44:34.078" v="1829" actId="478"/>
          <ac:spMkLst>
            <pc:docMk/>
            <pc:sldMk cId="2866972053" sldId="608"/>
            <ac:spMk id="2117" creationId="{0BC9985E-E339-BCE8-A03C-646B38B1E091}"/>
          </ac:spMkLst>
        </pc:spChg>
        <pc:spChg chg="add mod">
          <ac:chgData name="TROLLIET, Virginie" userId="2328b3ae-e721-4582-bbbe-ab80f85c6159" providerId="ADAL" clId="{D3BF4DC3-93B8-4195-B50A-9538095DD616}" dt="2024-08-23T14:39:07.510" v="2905" actId="1076"/>
          <ac:spMkLst>
            <pc:docMk/>
            <pc:sldMk cId="2866972053" sldId="608"/>
            <ac:spMk id="2127" creationId="{16E1395E-BD42-1124-FC30-0A1F9D758BE4}"/>
          </ac:spMkLst>
        </pc:spChg>
        <pc:spChg chg="add del mod">
          <ac:chgData name="TROLLIET, Virginie" userId="2328b3ae-e721-4582-bbbe-ab80f85c6159" providerId="ADAL" clId="{D3BF4DC3-93B8-4195-B50A-9538095DD616}" dt="2024-08-23T07:59:02.942" v="742" actId="478"/>
          <ac:spMkLst>
            <pc:docMk/>
            <pc:sldMk cId="2866972053" sldId="608"/>
            <ac:spMk id="2128" creationId="{9E933F59-B6D7-1665-9651-62D43005BE4E}"/>
          </ac:spMkLst>
        </pc:spChg>
        <pc:spChg chg="add del mod">
          <ac:chgData name="TROLLIET, Virginie" userId="2328b3ae-e721-4582-bbbe-ab80f85c6159" providerId="ADAL" clId="{D3BF4DC3-93B8-4195-B50A-9538095DD616}" dt="2024-08-23T07:59:02.942" v="742" actId="478"/>
          <ac:spMkLst>
            <pc:docMk/>
            <pc:sldMk cId="2866972053" sldId="608"/>
            <ac:spMk id="2130" creationId="{8FD07B8F-7DF7-4BDF-0B6C-3BFE30D72C27}"/>
          </ac:spMkLst>
        </pc:spChg>
        <pc:spChg chg="add del mod">
          <ac:chgData name="TROLLIET, Virginie" userId="2328b3ae-e721-4582-bbbe-ab80f85c6159" providerId="ADAL" clId="{D3BF4DC3-93B8-4195-B50A-9538095DD616}" dt="2024-08-23T07:59:02.942" v="742" actId="478"/>
          <ac:spMkLst>
            <pc:docMk/>
            <pc:sldMk cId="2866972053" sldId="608"/>
            <ac:spMk id="2132" creationId="{923DD2B5-FA94-A7B4-4007-6DC9136CF3D0}"/>
          </ac:spMkLst>
        </pc:spChg>
        <pc:spChg chg="add del mod">
          <ac:chgData name="TROLLIET, Virginie" userId="2328b3ae-e721-4582-bbbe-ab80f85c6159" providerId="ADAL" clId="{D3BF4DC3-93B8-4195-B50A-9538095DD616}" dt="2024-08-23T07:59:02.942" v="742" actId="478"/>
          <ac:spMkLst>
            <pc:docMk/>
            <pc:sldMk cId="2866972053" sldId="608"/>
            <ac:spMk id="2133" creationId="{E3E6C4AF-EF95-5236-AD6E-9DB55003A1B6}"/>
          </ac:spMkLst>
        </pc:spChg>
        <pc:spChg chg="add del mod">
          <ac:chgData name="TROLLIET, Virginie" userId="2328b3ae-e721-4582-bbbe-ab80f85c6159" providerId="ADAL" clId="{D3BF4DC3-93B8-4195-B50A-9538095DD616}" dt="2024-08-23T07:59:02.942" v="742" actId="478"/>
          <ac:spMkLst>
            <pc:docMk/>
            <pc:sldMk cId="2866972053" sldId="608"/>
            <ac:spMk id="2134" creationId="{E4FC0EF0-31E0-F682-49B2-66E2CA81B693}"/>
          </ac:spMkLst>
        </pc:spChg>
        <pc:spChg chg="add del mod">
          <ac:chgData name="TROLLIET, Virginie" userId="2328b3ae-e721-4582-bbbe-ab80f85c6159" providerId="ADAL" clId="{D3BF4DC3-93B8-4195-B50A-9538095DD616}" dt="2024-08-23T12:44:34.078" v="1829" actId="478"/>
          <ac:spMkLst>
            <pc:docMk/>
            <pc:sldMk cId="2866972053" sldId="608"/>
            <ac:spMk id="2138" creationId="{6C40B427-4CA8-2DDE-9182-97C357FC0598}"/>
          </ac:spMkLst>
        </pc:spChg>
        <pc:spChg chg="add mod">
          <ac:chgData name="TROLLIET, Virginie" userId="2328b3ae-e721-4582-bbbe-ab80f85c6159" providerId="ADAL" clId="{D3BF4DC3-93B8-4195-B50A-9538095DD616}" dt="2024-08-23T15:45:59.144" v="3470" actId="1076"/>
          <ac:spMkLst>
            <pc:docMk/>
            <pc:sldMk cId="2866972053" sldId="608"/>
            <ac:spMk id="2196" creationId="{2DE27786-24A9-F5D0-4E90-F8D109EEB43F}"/>
          </ac:spMkLst>
        </pc:spChg>
        <pc:spChg chg="add mod">
          <ac:chgData name="TROLLIET, Virginie" userId="2328b3ae-e721-4582-bbbe-ab80f85c6159" providerId="ADAL" clId="{D3BF4DC3-93B8-4195-B50A-9538095DD616}" dt="2024-08-23T14:08:30.468" v="2397" actId="1036"/>
          <ac:spMkLst>
            <pc:docMk/>
            <pc:sldMk cId="2866972053" sldId="608"/>
            <ac:spMk id="2197" creationId="{0C947FDC-508F-0A80-D8D3-1703A0080230}"/>
          </ac:spMkLst>
        </pc:spChg>
        <pc:spChg chg="add mod">
          <ac:chgData name="TROLLIET, Virginie" userId="2328b3ae-e721-4582-bbbe-ab80f85c6159" providerId="ADAL" clId="{D3BF4DC3-93B8-4195-B50A-9538095DD616}" dt="2024-08-23T14:09:56.698" v="2447" actId="1038"/>
          <ac:spMkLst>
            <pc:docMk/>
            <pc:sldMk cId="2866972053" sldId="608"/>
            <ac:spMk id="2198" creationId="{DA5E1FCC-0A74-A88F-6054-06CA49ABE9D8}"/>
          </ac:spMkLst>
        </pc:spChg>
        <pc:spChg chg="add mod">
          <ac:chgData name="TROLLIET, Virginie" userId="2328b3ae-e721-4582-bbbe-ab80f85c6159" providerId="ADAL" clId="{D3BF4DC3-93B8-4195-B50A-9538095DD616}" dt="2024-08-23T15:22:20.810" v="3131" actId="1076"/>
          <ac:spMkLst>
            <pc:docMk/>
            <pc:sldMk cId="2866972053" sldId="608"/>
            <ac:spMk id="2215" creationId="{EE0D0222-2AEF-DB58-E084-2B4F01B2BD53}"/>
          </ac:spMkLst>
        </pc:spChg>
        <pc:spChg chg="add mod">
          <ac:chgData name="TROLLIET, Virginie" userId="2328b3ae-e721-4582-bbbe-ab80f85c6159" providerId="ADAL" clId="{D3BF4DC3-93B8-4195-B50A-9538095DD616}" dt="2024-08-23T14:08:30.468" v="2397" actId="1036"/>
          <ac:spMkLst>
            <pc:docMk/>
            <pc:sldMk cId="2866972053" sldId="608"/>
            <ac:spMk id="2217" creationId="{44054858-75BD-61A6-C88E-3730BEAA44A7}"/>
          </ac:spMkLst>
        </pc:spChg>
        <pc:spChg chg="add mod">
          <ac:chgData name="TROLLIET, Virginie" userId="2328b3ae-e721-4582-bbbe-ab80f85c6159" providerId="ADAL" clId="{D3BF4DC3-93B8-4195-B50A-9538095DD616}" dt="2024-08-23T15:38:45.055" v="3297" actId="1076"/>
          <ac:spMkLst>
            <pc:docMk/>
            <pc:sldMk cId="2866972053" sldId="608"/>
            <ac:spMk id="2293" creationId="{8639329C-C975-1751-882D-D30703B9B849}"/>
          </ac:spMkLst>
        </pc:spChg>
        <pc:spChg chg="add mod">
          <ac:chgData name="TROLLIET, Virginie" userId="2328b3ae-e721-4582-bbbe-ab80f85c6159" providerId="ADAL" clId="{D3BF4DC3-93B8-4195-B50A-9538095DD616}" dt="2024-08-23T14:40:58.871" v="2937" actId="1076"/>
          <ac:spMkLst>
            <pc:docMk/>
            <pc:sldMk cId="2866972053" sldId="608"/>
            <ac:spMk id="2294" creationId="{A5123F72-39A0-A3AA-1A3C-EE9079605C14}"/>
          </ac:spMkLst>
        </pc:spChg>
        <pc:spChg chg="add del mod">
          <ac:chgData name="TROLLIET, Virginie" userId="2328b3ae-e721-4582-bbbe-ab80f85c6159" providerId="ADAL" clId="{D3BF4DC3-93B8-4195-B50A-9538095DD616}" dt="2024-08-23T12:50:12.583" v="1960"/>
          <ac:spMkLst>
            <pc:docMk/>
            <pc:sldMk cId="2866972053" sldId="608"/>
            <ac:spMk id="2295" creationId="{DF548820-E81F-F129-8616-122BE192A2B6}"/>
          </ac:spMkLst>
        </pc:spChg>
        <pc:spChg chg="add mod">
          <ac:chgData name="TROLLIET, Virginie" userId="2328b3ae-e721-4582-bbbe-ab80f85c6159" providerId="ADAL" clId="{D3BF4DC3-93B8-4195-B50A-9538095DD616}" dt="2024-08-23T14:50:26.275" v="2997" actId="1076"/>
          <ac:spMkLst>
            <pc:docMk/>
            <pc:sldMk cId="2866972053" sldId="608"/>
            <ac:spMk id="2296" creationId="{446E7D98-B71D-5BC8-328D-66B61904CEC5}"/>
          </ac:spMkLst>
        </pc:spChg>
        <pc:spChg chg="add del mod">
          <ac:chgData name="TROLLIET, Virginie" userId="2328b3ae-e721-4582-bbbe-ab80f85c6159" providerId="ADAL" clId="{D3BF4DC3-93B8-4195-B50A-9538095DD616}" dt="2024-08-23T13:00:16.012" v="2167" actId="478"/>
          <ac:spMkLst>
            <pc:docMk/>
            <pc:sldMk cId="2866972053" sldId="608"/>
            <ac:spMk id="2356" creationId="{1A77374A-F48F-4F74-F5E8-D8235943F9BD}"/>
          </ac:spMkLst>
        </pc:spChg>
        <pc:spChg chg="add mod">
          <ac:chgData name="TROLLIET, Virginie" userId="2328b3ae-e721-4582-bbbe-ab80f85c6159" providerId="ADAL" clId="{D3BF4DC3-93B8-4195-B50A-9538095DD616}" dt="2024-08-23T14:16:21.795" v="2846" actId="1038"/>
          <ac:spMkLst>
            <pc:docMk/>
            <pc:sldMk cId="2866972053" sldId="608"/>
            <ac:spMk id="2357" creationId="{9359FB44-E759-F10B-66E4-4FA926556D32}"/>
          </ac:spMkLst>
        </pc:spChg>
        <pc:spChg chg="add mod">
          <ac:chgData name="TROLLIET, Virginie" userId="2328b3ae-e721-4582-bbbe-ab80f85c6159" providerId="ADAL" clId="{D3BF4DC3-93B8-4195-B50A-9538095DD616}" dt="2024-08-23T14:13:56.574" v="2493" actId="1076"/>
          <ac:spMkLst>
            <pc:docMk/>
            <pc:sldMk cId="2866972053" sldId="608"/>
            <ac:spMk id="2358" creationId="{48DBD084-0817-A848-A6EB-BF4AD0C306EA}"/>
          </ac:spMkLst>
        </pc:spChg>
        <pc:spChg chg="add mod">
          <ac:chgData name="TROLLIET, Virginie" userId="2328b3ae-e721-4582-bbbe-ab80f85c6159" providerId="ADAL" clId="{D3BF4DC3-93B8-4195-B50A-9538095DD616}" dt="2024-08-23T14:16:21.795" v="2846" actId="1038"/>
          <ac:spMkLst>
            <pc:docMk/>
            <pc:sldMk cId="2866972053" sldId="608"/>
            <ac:spMk id="2362" creationId="{EECFB8F4-62D3-C5E7-DAB5-A004A6F2BAF9}"/>
          </ac:spMkLst>
        </pc:spChg>
        <pc:spChg chg="add mod">
          <ac:chgData name="TROLLIET, Virginie" userId="2328b3ae-e721-4582-bbbe-ab80f85c6159" providerId="ADAL" clId="{D3BF4DC3-93B8-4195-B50A-9538095DD616}" dt="2024-08-23T14:15:26.957" v="2771" actId="1076"/>
          <ac:spMkLst>
            <pc:docMk/>
            <pc:sldMk cId="2866972053" sldId="608"/>
            <ac:spMk id="2364" creationId="{5D1A92A3-3CFC-EE23-537E-69A75F344CFF}"/>
          </ac:spMkLst>
        </pc:spChg>
        <pc:spChg chg="add mod">
          <ac:chgData name="TROLLIET, Virginie" userId="2328b3ae-e721-4582-bbbe-ab80f85c6159" providerId="ADAL" clId="{D3BF4DC3-93B8-4195-B50A-9538095DD616}" dt="2024-08-23T14:15:38.479" v="2773" actId="1076"/>
          <ac:spMkLst>
            <pc:docMk/>
            <pc:sldMk cId="2866972053" sldId="608"/>
            <ac:spMk id="2365" creationId="{5F373BCA-27D5-B79E-C774-7472B6DBE83D}"/>
          </ac:spMkLst>
        </pc:spChg>
        <pc:spChg chg="add mod">
          <ac:chgData name="TROLLIET, Virginie" userId="2328b3ae-e721-4582-bbbe-ab80f85c6159" providerId="ADAL" clId="{D3BF4DC3-93B8-4195-B50A-9538095DD616}" dt="2024-08-23T14:14:58.249" v="2768" actId="1035"/>
          <ac:spMkLst>
            <pc:docMk/>
            <pc:sldMk cId="2866972053" sldId="608"/>
            <ac:spMk id="2366" creationId="{C6FF145C-52CA-7AE3-6753-3F2CDE30A4F6}"/>
          </ac:spMkLst>
        </pc:spChg>
        <pc:spChg chg="add mod">
          <ac:chgData name="TROLLIET, Virginie" userId="2328b3ae-e721-4582-bbbe-ab80f85c6159" providerId="ADAL" clId="{D3BF4DC3-93B8-4195-B50A-9538095DD616}" dt="2024-08-23T14:14:58.249" v="2768" actId="1035"/>
          <ac:spMkLst>
            <pc:docMk/>
            <pc:sldMk cId="2866972053" sldId="608"/>
            <ac:spMk id="2368" creationId="{4937FF36-436B-AC81-88D1-430966741621}"/>
          </ac:spMkLst>
        </pc:spChg>
        <pc:spChg chg="add mod">
          <ac:chgData name="TROLLIET, Virginie" userId="2328b3ae-e721-4582-bbbe-ab80f85c6159" providerId="ADAL" clId="{D3BF4DC3-93B8-4195-B50A-9538095DD616}" dt="2024-08-23T14:16:21.795" v="2846" actId="1038"/>
          <ac:spMkLst>
            <pc:docMk/>
            <pc:sldMk cId="2866972053" sldId="608"/>
            <ac:spMk id="2373" creationId="{9B356A6F-C842-A22E-74FA-85CB154A9189}"/>
          </ac:spMkLst>
        </pc:spChg>
        <pc:spChg chg="add del mod">
          <ac:chgData name="TROLLIET, Virginie" userId="2328b3ae-e721-4582-bbbe-ab80f85c6159" providerId="ADAL" clId="{D3BF4DC3-93B8-4195-B50A-9538095DD616}" dt="2024-08-23T13:23:54.156" v="2191" actId="478"/>
          <ac:spMkLst>
            <pc:docMk/>
            <pc:sldMk cId="2866972053" sldId="608"/>
            <ac:spMk id="2375" creationId="{39079D85-A368-33CA-5742-B4D605ECB71B}"/>
          </ac:spMkLst>
        </pc:spChg>
        <pc:spChg chg="add mod">
          <ac:chgData name="TROLLIET, Virginie" userId="2328b3ae-e721-4582-bbbe-ab80f85c6159" providerId="ADAL" clId="{D3BF4DC3-93B8-4195-B50A-9538095DD616}" dt="2024-08-23T14:15:51.244" v="2775" actId="1076"/>
          <ac:spMkLst>
            <pc:docMk/>
            <pc:sldMk cId="2866972053" sldId="608"/>
            <ac:spMk id="2376" creationId="{25FC6B24-D4EB-2B52-DB82-328780DB6022}"/>
          </ac:spMkLst>
        </pc:spChg>
        <pc:spChg chg="add mod">
          <ac:chgData name="TROLLIET, Virginie" userId="2328b3ae-e721-4582-bbbe-ab80f85c6159" providerId="ADAL" clId="{D3BF4DC3-93B8-4195-B50A-9538095DD616}" dt="2024-08-23T14:16:10.668" v="2777" actId="1076"/>
          <ac:spMkLst>
            <pc:docMk/>
            <pc:sldMk cId="2866972053" sldId="608"/>
            <ac:spMk id="2377" creationId="{98F2B99F-1825-D1FA-E006-B83AA655AE7E}"/>
          </ac:spMkLst>
        </pc:spChg>
        <pc:spChg chg="add del mod">
          <ac:chgData name="TROLLIET, Virginie" userId="2328b3ae-e721-4582-bbbe-ab80f85c6159" providerId="ADAL" clId="{D3BF4DC3-93B8-4195-B50A-9538095DD616}" dt="2024-08-23T13:24:32.147" v="2194" actId="478"/>
          <ac:spMkLst>
            <pc:docMk/>
            <pc:sldMk cId="2866972053" sldId="608"/>
            <ac:spMk id="2379" creationId="{74B7DD23-D8ED-BBB9-9511-6AA887CACF1A}"/>
          </ac:spMkLst>
        </pc:spChg>
        <pc:spChg chg="add del mod">
          <ac:chgData name="TROLLIET, Virginie" userId="2328b3ae-e721-4582-bbbe-ab80f85c6159" providerId="ADAL" clId="{D3BF4DC3-93B8-4195-B50A-9538095DD616}" dt="2024-08-23T13:24:32.147" v="2194" actId="478"/>
          <ac:spMkLst>
            <pc:docMk/>
            <pc:sldMk cId="2866972053" sldId="608"/>
            <ac:spMk id="2380" creationId="{8B3FE53F-D0C5-DE33-4064-E98C786AF672}"/>
          </ac:spMkLst>
        </pc:spChg>
        <pc:spChg chg="add del mod">
          <ac:chgData name="TROLLIET, Virginie" userId="2328b3ae-e721-4582-bbbe-ab80f85c6159" providerId="ADAL" clId="{D3BF4DC3-93B8-4195-B50A-9538095DD616}" dt="2024-08-23T13:24:32.147" v="2194" actId="478"/>
          <ac:spMkLst>
            <pc:docMk/>
            <pc:sldMk cId="2866972053" sldId="608"/>
            <ac:spMk id="2381" creationId="{5216D93C-9C66-0D26-1B39-C5B05017C10C}"/>
          </ac:spMkLst>
        </pc:spChg>
        <pc:spChg chg="add del mod">
          <ac:chgData name="TROLLIET, Virginie" userId="2328b3ae-e721-4582-bbbe-ab80f85c6159" providerId="ADAL" clId="{D3BF4DC3-93B8-4195-B50A-9538095DD616}" dt="2024-08-23T13:24:39.483" v="2196" actId="478"/>
          <ac:spMkLst>
            <pc:docMk/>
            <pc:sldMk cId="2866972053" sldId="608"/>
            <ac:spMk id="2385" creationId="{DE695C91-725B-E62D-83F3-D8BCA3F4EB18}"/>
          </ac:spMkLst>
        </pc:spChg>
        <pc:spChg chg="add mod">
          <ac:chgData name="TROLLIET, Virginie" userId="2328b3ae-e721-4582-bbbe-ab80f85c6159" providerId="ADAL" clId="{D3BF4DC3-93B8-4195-B50A-9538095DD616}" dt="2024-08-23T14:14:58.249" v="2768" actId="1035"/>
          <ac:spMkLst>
            <pc:docMk/>
            <pc:sldMk cId="2866972053" sldId="608"/>
            <ac:spMk id="2422" creationId="{D4402336-525F-77C1-8C3C-6DB87837480C}"/>
          </ac:spMkLst>
        </pc:spChg>
        <pc:spChg chg="add mod">
          <ac:chgData name="TROLLIET, Virginie" userId="2328b3ae-e721-4582-bbbe-ab80f85c6159" providerId="ADAL" clId="{D3BF4DC3-93B8-4195-B50A-9538095DD616}" dt="2024-08-23T14:14:58.249" v="2768" actId="1035"/>
          <ac:spMkLst>
            <pc:docMk/>
            <pc:sldMk cId="2866972053" sldId="608"/>
            <ac:spMk id="2423" creationId="{251C2022-53F1-EF22-942A-771C9294667A}"/>
          </ac:spMkLst>
        </pc:spChg>
        <pc:spChg chg="add mod">
          <ac:chgData name="TROLLIET, Virginie" userId="2328b3ae-e721-4582-bbbe-ab80f85c6159" providerId="ADAL" clId="{D3BF4DC3-93B8-4195-B50A-9538095DD616}" dt="2024-08-23T14:14:58.249" v="2768" actId="1035"/>
          <ac:spMkLst>
            <pc:docMk/>
            <pc:sldMk cId="2866972053" sldId="608"/>
            <ac:spMk id="2424" creationId="{732326A6-2705-BBF6-B76E-CDAF738FA19C}"/>
          </ac:spMkLst>
        </pc:spChg>
        <pc:spChg chg="add mod">
          <ac:chgData name="TROLLIET, Virginie" userId="2328b3ae-e721-4582-bbbe-ab80f85c6159" providerId="ADAL" clId="{D3BF4DC3-93B8-4195-B50A-9538095DD616}" dt="2024-08-23T14:09:56.698" v="2447" actId="1038"/>
          <ac:spMkLst>
            <pc:docMk/>
            <pc:sldMk cId="2866972053" sldId="608"/>
            <ac:spMk id="2450" creationId="{762E6EA2-4C24-E377-2EA3-5E93CA86E638}"/>
          </ac:spMkLst>
        </pc:spChg>
        <pc:spChg chg="add mod">
          <ac:chgData name="TROLLIET, Virginie" userId="2328b3ae-e721-4582-bbbe-ab80f85c6159" providerId="ADAL" clId="{D3BF4DC3-93B8-4195-B50A-9538095DD616}" dt="2024-08-23T14:39:22.050" v="2908" actId="1076"/>
          <ac:spMkLst>
            <pc:docMk/>
            <pc:sldMk cId="2866972053" sldId="608"/>
            <ac:spMk id="2459" creationId="{DC1F706E-AEAD-1B98-FC73-2CC8F6FDC867}"/>
          </ac:spMkLst>
        </pc:spChg>
        <pc:spChg chg="add mod">
          <ac:chgData name="TROLLIET, Virginie" userId="2328b3ae-e721-4582-bbbe-ab80f85c6159" providerId="ADAL" clId="{D3BF4DC3-93B8-4195-B50A-9538095DD616}" dt="2024-08-23T14:09:56.698" v="2447" actId="1038"/>
          <ac:spMkLst>
            <pc:docMk/>
            <pc:sldMk cId="2866972053" sldId="608"/>
            <ac:spMk id="2460" creationId="{E35D41CA-AE07-CF31-8901-28DE56B07D7C}"/>
          </ac:spMkLst>
        </pc:spChg>
        <pc:spChg chg="add mod">
          <ac:chgData name="TROLLIET, Virginie" userId="2328b3ae-e721-4582-bbbe-ab80f85c6159" providerId="ADAL" clId="{D3BF4DC3-93B8-4195-B50A-9538095DD616}" dt="2024-08-23T14:09:56.698" v="2447" actId="1038"/>
          <ac:spMkLst>
            <pc:docMk/>
            <pc:sldMk cId="2866972053" sldId="608"/>
            <ac:spMk id="2461" creationId="{2874448A-E5A4-D90F-67D0-8B612EAFC467}"/>
          </ac:spMkLst>
        </pc:spChg>
        <pc:spChg chg="add mod">
          <ac:chgData name="TROLLIET, Virginie" userId="2328b3ae-e721-4582-bbbe-ab80f85c6159" providerId="ADAL" clId="{D3BF4DC3-93B8-4195-B50A-9538095DD616}" dt="2024-08-23T15:36:55.708" v="3259" actId="1076"/>
          <ac:spMkLst>
            <pc:docMk/>
            <pc:sldMk cId="2866972053" sldId="608"/>
            <ac:spMk id="2462" creationId="{C27BC4AE-A3F4-7DB4-15B4-8FEC7AAD20E4}"/>
          </ac:spMkLst>
        </pc:spChg>
        <pc:spChg chg="add mod">
          <ac:chgData name="TROLLIET, Virginie" userId="2328b3ae-e721-4582-bbbe-ab80f85c6159" providerId="ADAL" clId="{D3BF4DC3-93B8-4195-B50A-9538095DD616}" dt="2024-08-23T14:16:58.538" v="2858" actId="1076"/>
          <ac:spMkLst>
            <pc:docMk/>
            <pc:sldMk cId="2866972053" sldId="608"/>
            <ac:spMk id="2552" creationId="{CBF587C0-2673-30DB-B8F7-B73A76D4F496}"/>
          </ac:spMkLst>
        </pc:spChg>
        <pc:spChg chg="add mod">
          <ac:chgData name="TROLLIET, Virginie" userId="2328b3ae-e721-4582-bbbe-ab80f85c6159" providerId="ADAL" clId="{D3BF4DC3-93B8-4195-B50A-9538095DD616}" dt="2024-08-23T14:41:44.214" v="2944" actId="1076"/>
          <ac:spMkLst>
            <pc:docMk/>
            <pc:sldMk cId="2866972053" sldId="608"/>
            <ac:spMk id="2565" creationId="{3A148B02-30ED-04FC-ABA1-B71A2FE990D7}"/>
          </ac:spMkLst>
        </pc:spChg>
        <pc:spChg chg="add mod">
          <ac:chgData name="TROLLIET, Virginie" userId="2328b3ae-e721-4582-bbbe-ab80f85c6159" providerId="ADAL" clId="{D3BF4DC3-93B8-4195-B50A-9538095DD616}" dt="2024-08-23T15:39:08.887" v="3299" actId="1076"/>
          <ac:spMkLst>
            <pc:docMk/>
            <pc:sldMk cId="2866972053" sldId="608"/>
            <ac:spMk id="2578" creationId="{0DEDAAD7-EC95-4F20-6C73-41EA956FF7A6}"/>
          </ac:spMkLst>
        </pc:spChg>
        <pc:spChg chg="add del mod">
          <ac:chgData name="TROLLIET, Virginie" userId="2328b3ae-e721-4582-bbbe-ab80f85c6159" providerId="ADAL" clId="{D3BF4DC3-93B8-4195-B50A-9538095DD616}" dt="2024-08-23T14:46:11.388" v="2966"/>
          <ac:spMkLst>
            <pc:docMk/>
            <pc:sldMk cId="2866972053" sldId="608"/>
            <ac:spMk id="2584" creationId="{4141EEF4-2BB2-FBFC-D5EE-AB6519D13C5A}"/>
          </ac:spMkLst>
        </pc:spChg>
        <pc:spChg chg="add del mod">
          <ac:chgData name="TROLLIET, Virginie" userId="2328b3ae-e721-4582-bbbe-ab80f85c6159" providerId="ADAL" clId="{D3BF4DC3-93B8-4195-B50A-9538095DD616}" dt="2024-08-23T14:47:21.307" v="2969" actId="478"/>
          <ac:spMkLst>
            <pc:docMk/>
            <pc:sldMk cId="2866972053" sldId="608"/>
            <ac:spMk id="2585" creationId="{0034317E-4679-1D52-6AE4-0A7F8FD81874}"/>
          </ac:spMkLst>
        </pc:spChg>
        <pc:spChg chg="add mod">
          <ac:chgData name="TROLLIET, Virginie" userId="2328b3ae-e721-4582-bbbe-ab80f85c6159" providerId="ADAL" clId="{D3BF4DC3-93B8-4195-B50A-9538095DD616}" dt="2024-08-23T14:50:01.680" v="2995" actId="1076"/>
          <ac:spMkLst>
            <pc:docMk/>
            <pc:sldMk cId="2866972053" sldId="608"/>
            <ac:spMk id="2586" creationId="{242D4E6E-8D0D-1816-19AA-2A98AE333261}"/>
          </ac:spMkLst>
        </pc:spChg>
        <pc:spChg chg="add mod">
          <ac:chgData name="TROLLIET, Virginie" userId="2328b3ae-e721-4582-bbbe-ab80f85c6159" providerId="ADAL" clId="{D3BF4DC3-93B8-4195-B50A-9538095DD616}" dt="2024-08-23T14:49:57.893" v="2994" actId="1076"/>
          <ac:spMkLst>
            <pc:docMk/>
            <pc:sldMk cId="2866972053" sldId="608"/>
            <ac:spMk id="2587" creationId="{B7765763-9440-DB55-9A44-CEEB8D7CD3C6}"/>
          </ac:spMkLst>
        </pc:spChg>
        <pc:spChg chg="add mod">
          <ac:chgData name="TROLLIET, Virginie" userId="2328b3ae-e721-4582-bbbe-ab80f85c6159" providerId="ADAL" clId="{D3BF4DC3-93B8-4195-B50A-9538095DD616}" dt="2024-08-23T14:57:41.583" v="3007" actId="1076"/>
          <ac:spMkLst>
            <pc:docMk/>
            <pc:sldMk cId="2866972053" sldId="608"/>
            <ac:spMk id="2603" creationId="{7901DFE5-28F2-B6B6-04EE-6E943DB7F985}"/>
          </ac:spMkLst>
        </pc:spChg>
        <pc:spChg chg="add mod">
          <ac:chgData name="TROLLIET, Virginie" userId="2328b3ae-e721-4582-bbbe-ab80f85c6159" providerId="ADAL" clId="{D3BF4DC3-93B8-4195-B50A-9538095DD616}" dt="2024-08-23T14:58:41.872" v="3013" actId="1076"/>
          <ac:spMkLst>
            <pc:docMk/>
            <pc:sldMk cId="2866972053" sldId="608"/>
            <ac:spMk id="2604" creationId="{6941E305-71DD-B96E-A173-667E3B97E6AB}"/>
          </ac:spMkLst>
        </pc:spChg>
        <pc:spChg chg="add mod">
          <ac:chgData name="TROLLIET, Virginie" userId="2328b3ae-e721-4582-bbbe-ab80f85c6159" providerId="ADAL" clId="{D3BF4DC3-93B8-4195-B50A-9538095DD616}" dt="2024-08-23T14:58:09.325" v="3009" actId="1076"/>
          <ac:spMkLst>
            <pc:docMk/>
            <pc:sldMk cId="2866972053" sldId="608"/>
            <ac:spMk id="2605" creationId="{03E3BE19-ACDF-C89E-BF1A-B7338978DA1C}"/>
          </ac:spMkLst>
        </pc:spChg>
        <pc:spChg chg="add mod">
          <ac:chgData name="TROLLIET, Virginie" userId="2328b3ae-e721-4582-bbbe-ab80f85c6159" providerId="ADAL" clId="{D3BF4DC3-93B8-4195-B50A-9538095DD616}" dt="2024-08-23T15:37:21.134" v="3261" actId="1076"/>
          <ac:spMkLst>
            <pc:docMk/>
            <pc:sldMk cId="2866972053" sldId="608"/>
            <ac:spMk id="2619" creationId="{80DDD213-A606-A162-BFC7-4E5F2707EF3D}"/>
          </ac:spMkLst>
        </pc:spChg>
        <pc:spChg chg="add mod">
          <ac:chgData name="TROLLIET, Virginie" userId="2328b3ae-e721-4582-bbbe-ab80f85c6159" providerId="ADAL" clId="{D3BF4DC3-93B8-4195-B50A-9538095DD616}" dt="2024-08-23T15:46:57.739" v="3474" actId="1076"/>
          <ac:spMkLst>
            <pc:docMk/>
            <pc:sldMk cId="2866972053" sldId="608"/>
            <ac:spMk id="2623" creationId="{71AFC999-6B7D-F11D-3E13-F4E4A780C194}"/>
          </ac:spMkLst>
        </pc:spChg>
        <pc:spChg chg="add mod">
          <ac:chgData name="TROLLIET, Virginie" userId="2328b3ae-e721-4582-bbbe-ab80f85c6159" providerId="ADAL" clId="{D3BF4DC3-93B8-4195-B50A-9538095DD616}" dt="2024-08-23T15:38:33.877" v="3296" actId="1076"/>
          <ac:spMkLst>
            <pc:docMk/>
            <pc:sldMk cId="2866972053" sldId="608"/>
            <ac:spMk id="2629" creationId="{D2E2C812-E6C4-94C9-7969-CB10E0100D51}"/>
          </ac:spMkLst>
        </pc:spChg>
        <pc:spChg chg="add mod">
          <ac:chgData name="TROLLIET, Virginie" userId="2328b3ae-e721-4582-bbbe-ab80f85c6159" providerId="ADAL" clId="{D3BF4DC3-93B8-4195-B50A-9538095DD616}" dt="2024-08-23T15:45:47.328" v="3469" actId="1076"/>
          <ac:spMkLst>
            <pc:docMk/>
            <pc:sldMk cId="2866972053" sldId="608"/>
            <ac:spMk id="2647" creationId="{8B89DDCA-77C9-9213-A0BF-41AF7CDC5181}"/>
          </ac:spMkLst>
        </pc:spChg>
        <pc:cxnChg chg="del mod">
          <ac:chgData name="TROLLIET, Virginie" userId="2328b3ae-e721-4582-bbbe-ab80f85c6159" providerId="ADAL" clId="{D3BF4DC3-93B8-4195-B50A-9538095DD616}" dt="2024-08-23T07:26:34.098" v="366" actId="478"/>
          <ac:cxnSpMkLst>
            <pc:docMk/>
            <pc:sldMk cId="2866972053" sldId="608"/>
            <ac:cxnSpMk id="5"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6" creationId="{00000000-0000-0000-0000-000000000000}"/>
          </ac:cxnSpMkLst>
        </pc:cxnChg>
        <pc:cxnChg chg="del mod">
          <ac:chgData name="TROLLIET, Virginie" userId="2328b3ae-e721-4582-bbbe-ab80f85c6159" providerId="ADAL" clId="{D3BF4DC3-93B8-4195-B50A-9538095DD616}" dt="2024-08-23T07:00:39.013" v="26" actId="478"/>
          <ac:cxnSpMkLst>
            <pc:docMk/>
            <pc:sldMk cId="2866972053" sldId="608"/>
            <ac:cxnSpMk id="10"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7" creationId="{00000000-0000-0000-0000-000000000000}"/>
          </ac:cxnSpMkLst>
        </pc:cxnChg>
        <pc:cxnChg chg="add del mod">
          <ac:chgData name="TROLLIET, Virginie" userId="2328b3ae-e721-4582-bbbe-ab80f85c6159" providerId="ADAL" clId="{D3BF4DC3-93B8-4195-B50A-9538095DD616}" dt="2024-08-23T14:05:55.102" v="2328" actId="478"/>
          <ac:cxnSpMkLst>
            <pc:docMk/>
            <pc:sldMk cId="2866972053" sldId="608"/>
            <ac:cxnSpMk id="22" creationId="{A07DDA35-168A-784E-5B25-1D7BD8412D76}"/>
          </ac:cxnSpMkLst>
        </pc:cxnChg>
        <pc:cxnChg chg="del mod">
          <ac:chgData name="TROLLIET, Virginie" userId="2328b3ae-e721-4582-bbbe-ab80f85c6159" providerId="ADAL" clId="{D3BF4DC3-93B8-4195-B50A-9538095DD616}" dt="2024-08-23T07:26:34.098" v="366" actId="478"/>
          <ac:cxnSpMkLst>
            <pc:docMk/>
            <pc:sldMk cId="2866972053" sldId="608"/>
            <ac:cxnSpMk id="28" creationId="{1A49B36E-CD4C-1AB7-D09E-DC59E081517F}"/>
          </ac:cxnSpMkLst>
        </pc:cxnChg>
        <pc:cxnChg chg="del mod">
          <ac:chgData name="TROLLIET, Virginie" userId="2328b3ae-e721-4582-bbbe-ab80f85c6159" providerId="ADAL" clId="{D3BF4DC3-93B8-4195-B50A-9538095DD616}" dt="2024-08-23T07:26:34.098" v="366" actId="478"/>
          <ac:cxnSpMkLst>
            <pc:docMk/>
            <pc:sldMk cId="2866972053" sldId="608"/>
            <ac:cxnSpMk id="31" creationId="{00000000-0000-0000-0000-000000000000}"/>
          </ac:cxnSpMkLst>
        </pc:cxnChg>
        <pc:cxnChg chg="del mod">
          <ac:chgData name="TROLLIET, Virginie" userId="2328b3ae-e721-4582-bbbe-ab80f85c6159" providerId="ADAL" clId="{D3BF4DC3-93B8-4195-B50A-9538095DD616}" dt="2024-08-23T07:25:38.727" v="360" actId="478"/>
          <ac:cxnSpMkLst>
            <pc:docMk/>
            <pc:sldMk cId="2866972053" sldId="608"/>
            <ac:cxnSpMk id="35" creationId="{8FC1508D-CEE6-28F6-9B60-BC5C85237A1D}"/>
          </ac:cxnSpMkLst>
        </pc:cxnChg>
        <pc:cxnChg chg="del mod">
          <ac:chgData name="TROLLIET, Virginie" userId="2328b3ae-e721-4582-bbbe-ab80f85c6159" providerId="ADAL" clId="{D3BF4DC3-93B8-4195-B50A-9538095DD616}" dt="2024-08-23T07:24:36.521" v="239" actId="478"/>
          <ac:cxnSpMkLst>
            <pc:docMk/>
            <pc:sldMk cId="2866972053" sldId="608"/>
            <ac:cxnSpMk id="41" creationId="{9D10D082-6FBC-C06E-7B28-DCD1426F7578}"/>
          </ac:cxnSpMkLst>
        </pc:cxnChg>
        <pc:cxnChg chg="del mod">
          <ac:chgData name="TROLLIET, Virginie" userId="2328b3ae-e721-4582-bbbe-ab80f85c6159" providerId="ADAL" clId="{D3BF4DC3-93B8-4195-B50A-9538095DD616}" dt="2024-08-23T07:01:48.284" v="37" actId="478"/>
          <ac:cxnSpMkLst>
            <pc:docMk/>
            <pc:sldMk cId="2866972053" sldId="608"/>
            <ac:cxnSpMk id="47" creationId="{191AB04E-67A7-5654-BB10-303E4F798709}"/>
          </ac:cxnSpMkLst>
        </pc:cxnChg>
        <pc:cxnChg chg="del mod">
          <ac:chgData name="TROLLIET, Virginie" userId="2328b3ae-e721-4582-bbbe-ab80f85c6159" providerId="ADAL" clId="{D3BF4DC3-93B8-4195-B50A-9538095DD616}" dt="2024-08-23T07:00:22.203" v="22" actId="478"/>
          <ac:cxnSpMkLst>
            <pc:docMk/>
            <pc:sldMk cId="2866972053" sldId="608"/>
            <ac:cxnSpMk id="51" creationId="{7DC4993D-BDB3-4FE5-9C4E-935008BBD30D}"/>
          </ac:cxnSpMkLst>
        </pc:cxnChg>
        <pc:cxnChg chg="add mod">
          <ac:chgData name="TROLLIET, Virginie" userId="2328b3ae-e721-4582-bbbe-ab80f85c6159" providerId="ADAL" clId="{D3BF4DC3-93B8-4195-B50A-9538095DD616}" dt="2024-08-23T14:06:30.443" v="2367" actId="1036"/>
          <ac:cxnSpMkLst>
            <pc:docMk/>
            <pc:sldMk cId="2866972053" sldId="608"/>
            <ac:cxnSpMk id="67" creationId="{413B51B2-24F6-9B60-E9C2-FFE479D638CB}"/>
          </ac:cxnSpMkLst>
        </pc:cxnChg>
        <pc:cxnChg chg="add mod">
          <ac:chgData name="TROLLIET, Virginie" userId="2328b3ae-e721-4582-bbbe-ab80f85c6159" providerId="ADAL" clId="{D3BF4DC3-93B8-4195-B50A-9538095DD616}" dt="2024-08-23T14:06:30.443" v="2367" actId="1036"/>
          <ac:cxnSpMkLst>
            <pc:docMk/>
            <pc:sldMk cId="2866972053" sldId="608"/>
            <ac:cxnSpMk id="72" creationId="{CCF6A421-6605-226D-DF33-F2A98CAA4E27}"/>
          </ac:cxnSpMkLst>
        </pc:cxnChg>
        <pc:cxnChg chg="add mod">
          <ac:chgData name="TROLLIET, Virginie" userId="2328b3ae-e721-4582-bbbe-ab80f85c6159" providerId="ADAL" clId="{D3BF4DC3-93B8-4195-B50A-9538095DD616}" dt="2024-08-23T14:06:30.443" v="2367" actId="1036"/>
          <ac:cxnSpMkLst>
            <pc:docMk/>
            <pc:sldMk cId="2866972053" sldId="608"/>
            <ac:cxnSpMk id="77" creationId="{78A8C85E-3C9F-4F42-C76D-E7249E62C4E5}"/>
          </ac:cxnSpMkLst>
        </pc:cxnChg>
        <pc:cxnChg chg="add del">
          <ac:chgData name="TROLLIET, Virginie" userId="2328b3ae-e721-4582-bbbe-ab80f85c6159" providerId="ADAL" clId="{D3BF4DC3-93B8-4195-B50A-9538095DD616}" dt="2024-08-23T07:16:51.254" v="179" actId="478"/>
          <ac:cxnSpMkLst>
            <pc:docMk/>
            <pc:sldMk cId="2866972053" sldId="608"/>
            <ac:cxnSpMk id="82" creationId="{21A52614-3E4C-685B-85E5-05D89D497099}"/>
          </ac:cxnSpMkLst>
        </pc:cxnChg>
        <pc:cxnChg chg="del mod">
          <ac:chgData name="TROLLIET, Virginie" userId="2328b3ae-e721-4582-bbbe-ab80f85c6159" providerId="ADAL" clId="{D3BF4DC3-93B8-4195-B50A-9538095DD616}" dt="2024-08-23T07:26:34.098" v="366" actId="478"/>
          <ac:cxnSpMkLst>
            <pc:docMk/>
            <pc:sldMk cId="2866972053" sldId="608"/>
            <ac:cxnSpMk id="83" creationId="{867E64CE-9332-4FBC-8E20-94BADBCB86D8}"/>
          </ac:cxnSpMkLst>
        </pc:cxnChg>
        <pc:cxnChg chg="add mod">
          <ac:chgData name="TROLLIET, Virginie" userId="2328b3ae-e721-4582-bbbe-ab80f85c6159" providerId="ADAL" clId="{D3BF4DC3-93B8-4195-B50A-9538095DD616}" dt="2024-08-23T14:06:30.443" v="2367" actId="1036"/>
          <ac:cxnSpMkLst>
            <pc:docMk/>
            <pc:sldMk cId="2866972053" sldId="608"/>
            <ac:cxnSpMk id="85" creationId="{FC0F93A2-F5BF-33BA-B516-58B0BDD7B3F9}"/>
          </ac:cxnSpMkLst>
        </pc:cxnChg>
        <pc:cxnChg chg="add mod">
          <ac:chgData name="TROLLIET, Virginie" userId="2328b3ae-e721-4582-bbbe-ab80f85c6159" providerId="ADAL" clId="{D3BF4DC3-93B8-4195-B50A-9538095DD616}" dt="2024-08-23T14:06:30.443" v="2367" actId="1036"/>
          <ac:cxnSpMkLst>
            <pc:docMk/>
            <pc:sldMk cId="2866972053" sldId="608"/>
            <ac:cxnSpMk id="89" creationId="{C1168D3F-4B86-9916-8179-74CE1AB86C7F}"/>
          </ac:cxnSpMkLst>
        </pc:cxnChg>
        <pc:cxnChg chg="add mod">
          <ac:chgData name="TROLLIET, Virginie" userId="2328b3ae-e721-4582-bbbe-ab80f85c6159" providerId="ADAL" clId="{D3BF4DC3-93B8-4195-B50A-9538095DD616}" dt="2024-08-23T14:06:30.443" v="2367" actId="1036"/>
          <ac:cxnSpMkLst>
            <pc:docMk/>
            <pc:sldMk cId="2866972053" sldId="608"/>
            <ac:cxnSpMk id="91" creationId="{52428C7C-00A5-4373-A5EC-CDFA125B7669}"/>
          </ac:cxnSpMkLst>
        </pc:cxnChg>
        <pc:cxnChg chg="add mod">
          <ac:chgData name="TROLLIET, Virginie" userId="2328b3ae-e721-4582-bbbe-ab80f85c6159" providerId="ADAL" clId="{D3BF4DC3-93B8-4195-B50A-9538095DD616}" dt="2024-08-23T14:06:30.443" v="2367" actId="1036"/>
          <ac:cxnSpMkLst>
            <pc:docMk/>
            <pc:sldMk cId="2866972053" sldId="608"/>
            <ac:cxnSpMk id="94" creationId="{8B4B32D0-A5DD-1343-C856-C30496BFF8F0}"/>
          </ac:cxnSpMkLst>
        </pc:cxnChg>
        <pc:cxnChg chg="add mod">
          <ac:chgData name="TROLLIET, Virginie" userId="2328b3ae-e721-4582-bbbe-ab80f85c6159" providerId="ADAL" clId="{D3BF4DC3-93B8-4195-B50A-9538095DD616}" dt="2024-08-23T14:06:30.443" v="2367" actId="1036"/>
          <ac:cxnSpMkLst>
            <pc:docMk/>
            <pc:sldMk cId="2866972053" sldId="608"/>
            <ac:cxnSpMk id="96" creationId="{6EA533BF-E3C8-8633-C96D-F25F79B13A96}"/>
          </ac:cxnSpMkLst>
        </pc:cxnChg>
        <pc:cxnChg chg="del mod">
          <ac:chgData name="TROLLIET, Virginie" userId="2328b3ae-e721-4582-bbbe-ab80f85c6159" providerId="ADAL" clId="{D3BF4DC3-93B8-4195-B50A-9538095DD616}" dt="2024-08-23T07:26:34.098" v="366" actId="478"/>
          <ac:cxnSpMkLst>
            <pc:docMk/>
            <pc:sldMk cId="2866972053" sldId="608"/>
            <ac:cxnSpMk id="100"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01"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02"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03"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06"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11"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13"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14" creationId="{00000000-0000-0000-0000-000000000000}"/>
          </ac:cxnSpMkLst>
        </pc:cxnChg>
        <pc:cxnChg chg="add mod">
          <ac:chgData name="TROLLIET, Virginie" userId="2328b3ae-e721-4582-bbbe-ab80f85c6159" providerId="ADAL" clId="{D3BF4DC3-93B8-4195-B50A-9538095DD616}" dt="2024-08-23T14:06:30.443" v="2367" actId="1036"/>
          <ac:cxnSpMkLst>
            <pc:docMk/>
            <pc:sldMk cId="2866972053" sldId="608"/>
            <ac:cxnSpMk id="118" creationId="{09A40E1B-F54A-EC53-40B1-4A2B72D4C965}"/>
          </ac:cxnSpMkLst>
        </pc:cxnChg>
        <pc:cxnChg chg="del mod">
          <ac:chgData name="TROLLIET, Virginie" userId="2328b3ae-e721-4582-bbbe-ab80f85c6159" providerId="ADAL" clId="{D3BF4DC3-93B8-4195-B50A-9538095DD616}" dt="2024-08-23T07:26:34.098" v="366" actId="478"/>
          <ac:cxnSpMkLst>
            <pc:docMk/>
            <pc:sldMk cId="2866972053" sldId="608"/>
            <ac:cxnSpMk id="119"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23"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24"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27"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30" creationId="{00000000-0000-0000-0000-000000000000}"/>
          </ac:cxnSpMkLst>
        </pc:cxnChg>
        <pc:cxnChg chg="del mod">
          <ac:chgData name="TROLLIET, Virginie" userId="2328b3ae-e721-4582-bbbe-ab80f85c6159" providerId="ADAL" clId="{D3BF4DC3-93B8-4195-B50A-9538095DD616}" dt="2024-08-23T07:26:34.098" v="366" actId="478"/>
          <ac:cxnSpMkLst>
            <pc:docMk/>
            <pc:sldMk cId="2866972053" sldId="608"/>
            <ac:cxnSpMk id="133" creationId="{00000000-0000-0000-0000-000000000000}"/>
          </ac:cxnSpMkLst>
        </pc:cxnChg>
        <pc:cxnChg chg="add del mod">
          <ac:chgData name="TROLLIET, Virginie" userId="2328b3ae-e721-4582-bbbe-ab80f85c6159" providerId="ADAL" clId="{D3BF4DC3-93B8-4195-B50A-9538095DD616}" dt="2024-08-23T15:41:20.934" v="3305" actId="478"/>
          <ac:cxnSpMkLst>
            <pc:docMk/>
            <pc:sldMk cId="2866972053" sldId="608"/>
            <ac:cxnSpMk id="140" creationId="{F693DC49-E76E-9285-DBE9-DF1B0F9E36B0}"/>
          </ac:cxnSpMkLst>
        </pc:cxnChg>
        <pc:cxnChg chg="add del mod">
          <ac:chgData name="TROLLIET, Virginie" userId="2328b3ae-e721-4582-bbbe-ab80f85c6159" providerId="ADAL" clId="{D3BF4DC3-93B8-4195-B50A-9538095DD616}" dt="2024-08-23T12:11:58.774" v="875" actId="478"/>
          <ac:cxnSpMkLst>
            <pc:docMk/>
            <pc:sldMk cId="2866972053" sldId="608"/>
            <ac:cxnSpMk id="144" creationId="{5530A407-A67C-18C6-9E7A-20FF438E9EA9}"/>
          </ac:cxnSpMkLst>
        </pc:cxnChg>
        <pc:cxnChg chg="add del">
          <ac:chgData name="TROLLIET, Virginie" userId="2328b3ae-e721-4582-bbbe-ab80f85c6159" providerId="ADAL" clId="{D3BF4DC3-93B8-4195-B50A-9538095DD616}" dt="2024-08-23T07:28:24.657" v="376" actId="478"/>
          <ac:cxnSpMkLst>
            <pc:docMk/>
            <pc:sldMk cId="2866972053" sldId="608"/>
            <ac:cxnSpMk id="147" creationId="{1EFF432B-94E8-860B-3EE5-715EED5C2325}"/>
          </ac:cxnSpMkLst>
        </pc:cxnChg>
        <pc:cxnChg chg="add mod">
          <ac:chgData name="TROLLIET, Virginie" userId="2328b3ae-e721-4582-bbbe-ab80f85c6159" providerId="ADAL" clId="{D3BF4DC3-93B8-4195-B50A-9538095DD616}" dt="2024-08-23T14:12:46.306" v="2485" actId="1076"/>
          <ac:cxnSpMkLst>
            <pc:docMk/>
            <pc:sldMk cId="2866972053" sldId="608"/>
            <ac:cxnSpMk id="149" creationId="{30CC393E-9F22-06FD-DE32-BC01D684F1D5}"/>
          </ac:cxnSpMkLst>
        </pc:cxnChg>
        <pc:cxnChg chg="add mod">
          <ac:chgData name="TROLLIET, Virginie" userId="2328b3ae-e721-4582-bbbe-ab80f85c6159" providerId="ADAL" clId="{D3BF4DC3-93B8-4195-B50A-9538095DD616}" dt="2024-08-23T14:12:34.956" v="2484" actId="1076"/>
          <ac:cxnSpMkLst>
            <pc:docMk/>
            <pc:sldMk cId="2866972053" sldId="608"/>
            <ac:cxnSpMk id="155" creationId="{F67F008C-55B7-0B17-B175-DDF7286D3DF5}"/>
          </ac:cxnSpMkLst>
        </pc:cxnChg>
        <pc:cxnChg chg="add del mod">
          <ac:chgData name="TROLLIET, Virginie" userId="2328b3ae-e721-4582-bbbe-ab80f85c6159" providerId="ADAL" clId="{D3BF4DC3-93B8-4195-B50A-9538095DD616}" dt="2024-08-23T12:44:34.078" v="1829" actId="478"/>
          <ac:cxnSpMkLst>
            <pc:docMk/>
            <pc:sldMk cId="2866972053" sldId="608"/>
            <ac:cxnSpMk id="159" creationId="{64A8CD48-0107-6BB1-BFC9-0B71F143C0BB}"/>
          </ac:cxnSpMkLst>
        </pc:cxnChg>
        <pc:cxnChg chg="add del mod">
          <ac:chgData name="TROLLIET, Virginie" userId="2328b3ae-e721-4582-bbbe-ab80f85c6159" providerId="ADAL" clId="{D3BF4DC3-93B8-4195-B50A-9538095DD616}" dt="2024-08-23T12:44:34.078" v="1829" actId="478"/>
          <ac:cxnSpMkLst>
            <pc:docMk/>
            <pc:sldMk cId="2866972053" sldId="608"/>
            <ac:cxnSpMk id="161" creationId="{3D139946-37B4-9079-A874-990114451EEE}"/>
          </ac:cxnSpMkLst>
        </pc:cxnChg>
        <pc:cxnChg chg="add del mod">
          <ac:chgData name="TROLLIET, Virginie" userId="2328b3ae-e721-4582-bbbe-ab80f85c6159" providerId="ADAL" clId="{D3BF4DC3-93B8-4195-B50A-9538095DD616}" dt="2024-08-23T07:30:19.220" v="389" actId="478"/>
          <ac:cxnSpMkLst>
            <pc:docMk/>
            <pc:sldMk cId="2866972053" sldId="608"/>
            <ac:cxnSpMk id="162" creationId="{058773C9-0582-4A68-E786-848FECF3ED90}"/>
          </ac:cxnSpMkLst>
        </pc:cxnChg>
        <pc:cxnChg chg="add del mod">
          <ac:chgData name="TROLLIET, Virginie" userId="2328b3ae-e721-4582-bbbe-ab80f85c6159" providerId="ADAL" clId="{D3BF4DC3-93B8-4195-B50A-9538095DD616}" dt="2024-08-23T12:44:34.078" v="1829" actId="478"/>
          <ac:cxnSpMkLst>
            <pc:docMk/>
            <pc:sldMk cId="2866972053" sldId="608"/>
            <ac:cxnSpMk id="170" creationId="{F68C05D7-5024-70E5-ACAF-29059EB87AC4}"/>
          </ac:cxnSpMkLst>
        </pc:cxnChg>
        <pc:cxnChg chg="add del mod">
          <ac:chgData name="TROLLIET, Virginie" userId="2328b3ae-e721-4582-bbbe-ab80f85c6159" providerId="ADAL" clId="{D3BF4DC3-93B8-4195-B50A-9538095DD616}" dt="2024-08-23T12:44:34.078" v="1829" actId="478"/>
          <ac:cxnSpMkLst>
            <pc:docMk/>
            <pc:sldMk cId="2866972053" sldId="608"/>
            <ac:cxnSpMk id="172" creationId="{C36B9EB6-EEE4-4232-828E-D330B7C05C76}"/>
          </ac:cxnSpMkLst>
        </pc:cxnChg>
        <pc:cxnChg chg="add del mod">
          <ac:chgData name="TROLLIET, Virginie" userId="2328b3ae-e721-4582-bbbe-ab80f85c6159" providerId="ADAL" clId="{D3BF4DC3-93B8-4195-B50A-9538095DD616}" dt="2024-08-23T12:44:34.078" v="1829" actId="478"/>
          <ac:cxnSpMkLst>
            <pc:docMk/>
            <pc:sldMk cId="2866972053" sldId="608"/>
            <ac:cxnSpMk id="175" creationId="{2FE353DB-5605-C6DD-7A35-DEB3880C26FB}"/>
          </ac:cxnSpMkLst>
        </pc:cxnChg>
        <pc:cxnChg chg="mod">
          <ac:chgData name="TROLLIET, Virginie" userId="2328b3ae-e721-4582-bbbe-ab80f85c6159" providerId="ADAL" clId="{D3BF4DC3-93B8-4195-B50A-9538095DD616}" dt="2024-08-23T14:06:30.443" v="2367" actId="1036"/>
          <ac:cxnSpMkLst>
            <pc:docMk/>
            <pc:sldMk cId="2866972053" sldId="608"/>
            <ac:cxnSpMk id="2049" creationId="{00000000-0000-0000-0000-000000000000}"/>
          </ac:cxnSpMkLst>
        </pc:cxnChg>
        <pc:cxnChg chg="add del mod">
          <ac:chgData name="TROLLIET, Virginie" userId="2328b3ae-e721-4582-bbbe-ab80f85c6159" providerId="ADAL" clId="{D3BF4DC3-93B8-4195-B50A-9538095DD616}" dt="2024-08-23T12:44:34.078" v="1829" actId="478"/>
          <ac:cxnSpMkLst>
            <pc:docMk/>
            <pc:sldMk cId="2866972053" sldId="608"/>
            <ac:cxnSpMk id="2055" creationId="{E8752D90-15CD-F371-F51C-C5B51C33B7F3}"/>
          </ac:cxnSpMkLst>
        </pc:cxnChg>
        <pc:cxnChg chg="mod">
          <ac:chgData name="TROLLIET, Virginie" userId="2328b3ae-e721-4582-bbbe-ab80f85c6159" providerId="ADAL" clId="{D3BF4DC3-93B8-4195-B50A-9538095DD616}" dt="2024-08-23T14:06:07.565" v="2330" actId="1076"/>
          <ac:cxnSpMkLst>
            <pc:docMk/>
            <pc:sldMk cId="2866972053" sldId="608"/>
            <ac:cxnSpMk id="2057" creationId="{00000000-0000-0000-0000-000000000000}"/>
          </ac:cxnSpMkLst>
        </pc:cxnChg>
        <pc:cxnChg chg="add del mod">
          <ac:chgData name="TROLLIET, Virginie" userId="2328b3ae-e721-4582-bbbe-ab80f85c6159" providerId="ADAL" clId="{D3BF4DC3-93B8-4195-B50A-9538095DD616}" dt="2024-08-23T07:54:40.132" v="701" actId="478"/>
          <ac:cxnSpMkLst>
            <pc:docMk/>
            <pc:sldMk cId="2866972053" sldId="608"/>
            <ac:cxnSpMk id="2058" creationId="{A1F5919B-F8AC-9330-DD0B-E890A6BBDD4E}"/>
          </ac:cxnSpMkLst>
        </pc:cxnChg>
        <pc:cxnChg chg="add del mod">
          <ac:chgData name="TROLLIET, Virginie" userId="2328b3ae-e721-4582-bbbe-ab80f85c6159" providerId="ADAL" clId="{D3BF4DC3-93B8-4195-B50A-9538095DD616}" dt="2024-08-23T12:44:34.078" v="1829" actId="478"/>
          <ac:cxnSpMkLst>
            <pc:docMk/>
            <pc:sldMk cId="2866972053" sldId="608"/>
            <ac:cxnSpMk id="2061" creationId="{30BC42D0-BBE3-8586-1EF9-5E04FA6EBDA1}"/>
          </ac:cxnSpMkLst>
        </pc:cxnChg>
        <pc:cxnChg chg="add mod">
          <ac:chgData name="TROLLIET, Virginie" userId="2328b3ae-e721-4582-bbbe-ab80f85c6159" providerId="ADAL" clId="{D3BF4DC3-93B8-4195-B50A-9538095DD616}" dt="2024-08-23T14:13:41.171" v="2492" actId="1076"/>
          <ac:cxnSpMkLst>
            <pc:docMk/>
            <pc:sldMk cId="2866972053" sldId="608"/>
            <ac:cxnSpMk id="2084" creationId="{7844332B-B300-96F9-F4BB-70592A2997DA}"/>
          </ac:cxnSpMkLst>
        </pc:cxnChg>
        <pc:cxnChg chg="add del mod">
          <ac:chgData name="TROLLIET, Virginie" userId="2328b3ae-e721-4582-bbbe-ab80f85c6159" providerId="ADAL" clId="{D3BF4DC3-93B8-4195-B50A-9538095DD616}" dt="2024-08-23T14:40:01.467" v="2914" actId="478"/>
          <ac:cxnSpMkLst>
            <pc:docMk/>
            <pc:sldMk cId="2866972053" sldId="608"/>
            <ac:cxnSpMk id="2087" creationId="{E47AA7C3-951B-FE92-A841-24575629E8EA}"/>
          </ac:cxnSpMkLst>
        </pc:cxnChg>
        <pc:cxnChg chg="add mod">
          <ac:chgData name="TROLLIET, Virginie" userId="2328b3ae-e721-4582-bbbe-ab80f85c6159" providerId="ADAL" clId="{D3BF4DC3-93B8-4195-B50A-9538095DD616}" dt="2024-08-23T14:13:33.386" v="2491" actId="1076"/>
          <ac:cxnSpMkLst>
            <pc:docMk/>
            <pc:sldMk cId="2866972053" sldId="608"/>
            <ac:cxnSpMk id="2090" creationId="{53983D6F-40C8-BBAC-3F7C-BBA276ECDA98}"/>
          </ac:cxnSpMkLst>
        </pc:cxnChg>
        <pc:cxnChg chg="add mod">
          <ac:chgData name="TROLLIET, Virginie" userId="2328b3ae-e721-4582-bbbe-ab80f85c6159" providerId="ADAL" clId="{D3BF4DC3-93B8-4195-B50A-9538095DD616}" dt="2024-08-23T14:13:29.670" v="2490" actId="1076"/>
          <ac:cxnSpMkLst>
            <pc:docMk/>
            <pc:sldMk cId="2866972053" sldId="608"/>
            <ac:cxnSpMk id="2091" creationId="{2D1550A6-4A3F-D45B-ED5E-9F75FD491AC8}"/>
          </ac:cxnSpMkLst>
        </pc:cxnChg>
        <pc:cxnChg chg="add del mod">
          <ac:chgData name="TROLLIET, Virginie" userId="2328b3ae-e721-4582-bbbe-ab80f85c6159" providerId="ADAL" clId="{D3BF4DC3-93B8-4195-B50A-9538095DD616}" dt="2024-08-23T07:52:30.966" v="687" actId="478"/>
          <ac:cxnSpMkLst>
            <pc:docMk/>
            <pc:sldMk cId="2866972053" sldId="608"/>
            <ac:cxnSpMk id="2092" creationId="{391E9462-B1D1-6881-4E84-D7325F0E26F7}"/>
          </ac:cxnSpMkLst>
        </pc:cxnChg>
        <pc:cxnChg chg="add mod">
          <ac:chgData name="TROLLIET, Virginie" userId="2328b3ae-e721-4582-bbbe-ab80f85c6159" providerId="ADAL" clId="{D3BF4DC3-93B8-4195-B50A-9538095DD616}" dt="2024-08-23T14:13:33.386" v="2491" actId="1076"/>
          <ac:cxnSpMkLst>
            <pc:docMk/>
            <pc:sldMk cId="2866972053" sldId="608"/>
            <ac:cxnSpMk id="2093" creationId="{20E95708-3BE7-DBC8-78EC-D0DE973F24CF}"/>
          </ac:cxnSpMkLst>
        </pc:cxnChg>
        <pc:cxnChg chg="add del mod">
          <ac:chgData name="TROLLIET, Virginie" userId="2328b3ae-e721-4582-bbbe-ab80f85c6159" providerId="ADAL" clId="{D3BF4DC3-93B8-4195-B50A-9538095DD616}" dt="2024-08-23T11:29:53.116" v="831" actId="478"/>
          <ac:cxnSpMkLst>
            <pc:docMk/>
            <pc:sldMk cId="2866972053" sldId="608"/>
            <ac:cxnSpMk id="2111" creationId="{206CEB49-8125-276D-6A57-BCA774C1F324}"/>
          </ac:cxnSpMkLst>
        </pc:cxnChg>
        <pc:cxnChg chg="add del mod">
          <ac:chgData name="TROLLIET, Virginie" userId="2328b3ae-e721-4582-bbbe-ab80f85c6159" providerId="ADAL" clId="{D3BF4DC3-93B8-4195-B50A-9538095DD616}" dt="2024-08-23T12:44:34.078" v="1829" actId="478"/>
          <ac:cxnSpMkLst>
            <pc:docMk/>
            <pc:sldMk cId="2866972053" sldId="608"/>
            <ac:cxnSpMk id="2122" creationId="{6E2FCFD5-3907-6E6C-BDE2-5770F200D3AF}"/>
          </ac:cxnSpMkLst>
        </pc:cxnChg>
        <pc:cxnChg chg="add del mod">
          <ac:chgData name="TROLLIET, Virginie" userId="2328b3ae-e721-4582-bbbe-ab80f85c6159" providerId="ADAL" clId="{D3BF4DC3-93B8-4195-B50A-9538095DD616}" dt="2024-08-23T12:44:34.078" v="1829" actId="478"/>
          <ac:cxnSpMkLst>
            <pc:docMk/>
            <pc:sldMk cId="2866972053" sldId="608"/>
            <ac:cxnSpMk id="2124" creationId="{66511975-BF0A-9AB7-6337-32EFA1BF1F61}"/>
          </ac:cxnSpMkLst>
        </pc:cxnChg>
        <pc:cxnChg chg="add del mod">
          <ac:chgData name="TROLLIET, Virginie" userId="2328b3ae-e721-4582-bbbe-ab80f85c6159" providerId="ADAL" clId="{D3BF4DC3-93B8-4195-B50A-9538095DD616}" dt="2024-08-23T07:59:02.942" v="742" actId="478"/>
          <ac:cxnSpMkLst>
            <pc:docMk/>
            <pc:sldMk cId="2866972053" sldId="608"/>
            <ac:cxnSpMk id="2129" creationId="{82819401-B778-83A1-1071-AE4C6213D9D5}"/>
          </ac:cxnSpMkLst>
        </pc:cxnChg>
        <pc:cxnChg chg="add del mod">
          <ac:chgData name="TROLLIET, Virginie" userId="2328b3ae-e721-4582-bbbe-ab80f85c6159" providerId="ADAL" clId="{D3BF4DC3-93B8-4195-B50A-9538095DD616}" dt="2024-08-23T07:59:02.942" v="742" actId="478"/>
          <ac:cxnSpMkLst>
            <pc:docMk/>
            <pc:sldMk cId="2866972053" sldId="608"/>
            <ac:cxnSpMk id="2131" creationId="{1523A9D9-013E-0A26-13AB-2438C79A1AFA}"/>
          </ac:cxnSpMkLst>
        </pc:cxnChg>
        <pc:cxnChg chg="add del mod">
          <ac:chgData name="TROLLIET, Virginie" userId="2328b3ae-e721-4582-bbbe-ab80f85c6159" providerId="ADAL" clId="{D3BF4DC3-93B8-4195-B50A-9538095DD616}" dt="2024-08-23T07:59:02.942" v="742" actId="478"/>
          <ac:cxnSpMkLst>
            <pc:docMk/>
            <pc:sldMk cId="2866972053" sldId="608"/>
            <ac:cxnSpMk id="2135" creationId="{132EFB9B-C142-E6DB-DFB0-29DA1EF48FA5}"/>
          </ac:cxnSpMkLst>
        </pc:cxnChg>
        <pc:cxnChg chg="add del mod">
          <ac:chgData name="TROLLIET, Virginie" userId="2328b3ae-e721-4582-bbbe-ab80f85c6159" providerId="ADAL" clId="{D3BF4DC3-93B8-4195-B50A-9538095DD616}" dt="2024-08-23T07:59:02.942" v="742" actId="478"/>
          <ac:cxnSpMkLst>
            <pc:docMk/>
            <pc:sldMk cId="2866972053" sldId="608"/>
            <ac:cxnSpMk id="2136" creationId="{3C6D6569-C456-8979-D90B-43B7CE55E47B}"/>
          </ac:cxnSpMkLst>
        </pc:cxnChg>
        <pc:cxnChg chg="add del mod">
          <ac:chgData name="TROLLIET, Virginie" userId="2328b3ae-e721-4582-bbbe-ab80f85c6159" providerId="ADAL" clId="{D3BF4DC3-93B8-4195-B50A-9538095DD616}" dt="2024-08-23T07:59:02.942" v="742" actId="478"/>
          <ac:cxnSpMkLst>
            <pc:docMk/>
            <pc:sldMk cId="2866972053" sldId="608"/>
            <ac:cxnSpMk id="2137" creationId="{A6AB1269-1D6F-A29F-C637-931F9329268F}"/>
          </ac:cxnSpMkLst>
        </pc:cxnChg>
        <pc:cxnChg chg="add del mod">
          <ac:chgData name="TROLLIET, Virginie" userId="2328b3ae-e721-4582-bbbe-ab80f85c6159" providerId="ADAL" clId="{D3BF4DC3-93B8-4195-B50A-9538095DD616}" dt="2024-08-23T12:44:55.925" v="1832" actId="478"/>
          <ac:cxnSpMkLst>
            <pc:docMk/>
            <pc:sldMk cId="2866972053" sldId="608"/>
            <ac:cxnSpMk id="2143" creationId="{77A8F1B2-E86E-C781-5ECA-A75D7099792D}"/>
          </ac:cxnSpMkLst>
        </pc:cxnChg>
        <pc:cxnChg chg="add mod">
          <ac:chgData name="TROLLIET, Virginie" userId="2328b3ae-e721-4582-bbbe-ab80f85c6159" providerId="ADAL" clId="{D3BF4DC3-93B8-4195-B50A-9538095DD616}" dt="2024-08-23T14:09:56.698" v="2447" actId="1038"/>
          <ac:cxnSpMkLst>
            <pc:docMk/>
            <pc:sldMk cId="2866972053" sldId="608"/>
            <ac:cxnSpMk id="2200" creationId="{D085727E-DBC6-E2A9-99BD-30634CF586CE}"/>
          </ac:cxnSpMkLst>
        </pc:cxnChg>
        <pc:cxnChg chg="add mod">
          <ac:chgData name="TROLLIET, Virginie" userId="2328b3ae-e721-4582-bbbe-ab80f85c6159" providerId="ADAL" clId="{D3BF4DC3-93B8-4195-B50A-9538095DD616}" dt="2024-08-23T15:46:08.869" v="3471" actId="1076"/>
          <ac:cxnSpMkLst>
            <pc:docMk/>
            <pc:sldMk cId="2866972053" sldId="608"/>
            <ac:cxnSpMk id="2203" creationId="{ED1525A7-63DF-4C9E-DBF1-6508E486A240}"/>
          </ac:cxnSpMkLst>
        </pc:cxnChg>
        <pc:cxnChg chg="add mod">
          <ac:chgData name="TROLLIET, Virginie" userId="2328b3ae-e721-4582-bbbe-ab80f85c6159" providerId="ADAL" clId="{D3BF4DC3-93B8-4195-B50A-9538095DD616}" dt="2024-08-23T15:45:59.144" v="3470" actId="1076"/>
          <ac:cxnSpMkLst>
            <pc:docMk/>
            <pc:sldMk cId="2866972053" sldId="608"/>
            <ac:cxnSpMk id="2206" creationId="{0FB19FFA-C4C7-3370-6369-3F7BDECCEE58}"/>
          </ac:cxnSpMkLst>
        </pc:cxnChg>
        <pc:cxnChg chg="add del mod">
          <ac:chgData name="TROLLIET, Virginie" userId="2328b3ae-e721-4582-bbbe-ab80f85c6159" providerId="ADAL" clId="{D3BF4DC3-93B8-4195-B50A-9538095DD616}" dt="2024-08-23T12:32:05" v="1603" actId="478"/>
          <ac:cxnSpMkLst>
            <pc:docMk/>
            <pc:sldMk cId="2866972053" sldId="608"/>
            <ac:cxnSpMk id="2213" creationId="{54924B41-2218-5314-7EB2-0E18F4888DE4}"/>
          </ac:cxnSpMkLst>
        </pc:cxnChg>
        <pc:cxnChg chg="add mod">
          <ac:chgData name="TROLLIET, Virginie" userId="2328b3ae-e721-4582-bbbe-ab80f85c6159" providerId="ADAL" clId="{D3BF4DC3-93B8-4195-B50A-9538095DD616}" dt="2024-08-23T14:08:30.468" v="2397" actId="1036"/>
          <ac:cxnSpMkLst>
            <pc:docMk/>
            <pc:sldMk cId="2866972053" sldId="608"/>
            <ac:cxnSpMk id="2227" creationId="{C80F3C0B-D77E-7090-5060-41AF39E10980}"/>
          </ac:cxnSpMkLst>
        </pc:cxnChg>
        <pc:cxnChg chg="add del mod">
          <ac:chgData name="TROLLIET, Virginie" userId="2328b3ae-e721-4582-bbbe-ab80f85c6159" providerId="ADAL" clId="{D3BF4DC3-93B8-4195-B50A-9538095DD616}" dt="2024-08-23T13:59:48.688" v="2230" actId="478"/>
          <ac:cxnSpMkLst>
            <pc:docMk/>
            <pc:sldMk cId="2866972053" sldId="608"/>
            <ac:cxnSpMk id="2234" creationId="{B710263F-741E-7031-CDF6-1CDE628EFBAB}"/>
          </ac:cxnSpMkLst>
        </pc:cxnChg>
        <pc:cxnChg chg="add mod">
          <ac:chgData name="TROLLIET, Virginie" userId="2328b3ae-e721-4582-bbbe-ab80f85c6159" providerId="ADAL" clId="{D3BF4DC3-93B8-4195-B50A-9538095DD616}" dt="2024-08-23T14:11:41.802" v="2480" actId="1076"/>
          <ac:cxnSpMkLst>
            <pc:docMk/>
            <pc:sldMk cId="2866972053" sldId="608"/>
            <ac:cxnSpMk id="2273" creationId="{4C846D5D-7F1C-CB6C-D385-B2D646B1EDDA}"/>
          </ac:cxnSpMkLst>
        </pc:cxnChg>
        <pc:cxnChg chg="add mod">
          <ac:chgData name="TROLLIET, Virginie" userId="2328b3ae-e721-4582-bbbe-ab80f85c6159" providerId="ADAL" clId="{D3BF4DC3-93B8-4195-B50A-9538095DD616}" dt="2024-08-23T14:16:21.795" v="2846" actId="1038"/>
          <ac:cxnSpMkLst>
            <pc:docMk/>
            <pc:sldMk cId="2866972053" sldId="608"/>
            <ac:cxnSpMk id="2359" creationId="{71EB6337-6249-48A3-7CEB-9F20C2036C62}"/>
          </ac:cxnSpMkLst>
        </pc:cxnChg>
        <pc:cxnChg chg="add mod">
          <ac:chgData name="TROLLIET, Virginie" userId="2328b3ae-e721-4582-bbbe-ab80f85c6159" providerId="ADAL" clId="{D3BF4DC3-93B8-4195-B50A-9538095DD616}" dt="2024-08-23T14:13:56.574" v="2493" actId="1076"/>
          <ac:cxnSpMkLst>
            <pc:docMk/>
            <pc:sldMk cId="2866972053" sldId="608"/>
            <ac:cxnSpMk id="2360" creationId="{865C0A8F-6154-050C-AFF4-FEBEEEE394BB}"/>
          </ac:cxnSpMkLst>
        </pc:cxnChg>
        <pc:cxnChg chg="add mod">
          <ac:chgData name="TROLLIET, Virginie" userId="2328b3ae-e721-4582-bbbe-ab80f85c6159" providerId="ADAL" clId="{D3BF4DC3-93B8-4195-B50A-9538095DD616}" dt="2024-08-23T14:16:21.795" v="2846" actId="1038"/>
          <ac:cxnSpMkLst>
            <pc:docMk/>
            <pc:sldMk cId="2866972053" sldId="608"/>
            <ac:cxnSpMk id="2361" creationId="{EE68F147-1DA3-BA22-A604-97FD2EE9221A}"/>
          </ac:cxnSpMkLst>
        </pc:cxnChg>
        <pc:cxnChg chg="add mod">
          <ac:chgData name="TROLLIET, Virginie" userId="2328b3ae-e721-4582-bbbe-ab80f85c6159" providerId="ADAL" clId="{D3BF4DC3-93B8-4195-B50A-9538095DD616}" dt="2024-08-23T14:15:26.957" v="2771" actId="1076"/>
          <ac:cxnSpMkLst>
            <pc:docMk/>
            <pc:sldMk cId="2866972053" sldId="608"/>
            <ac:cxnSpMk id="2363" creationId="{8116AD9B-8AF8-8603-EFC2-0B1B518C86AF}"/>
          </ac:cxnSpMkLst>
        </pc:cxnChg>
        <pc:cxnChg chg="add del mod">
          <ac:chgData name="TROLLIET, Virginie" userId="2328b3ae-e721-4582-bbbe-ab80f85c6159" providerId="ADAL" clId="{D3BF4DC3-93B8-4195-B50A-9538095DD616}" dt="2024-08-23T13:57:01.291" v="2205" actId="478"/>
          <ac:cxnSpMkLst>
            <pc:docMk/>
            <pc:sldMk cId="2866972053" sldId="608"/>
            <ac:cxnSpMk id="2367" creationId="{E6665043-E17B-EABE-4BA0-2AE739413DB0}"/>
          </ac:cxnSpMkLst>
        </pc:cxnChg>
        <pc:cxnChg chg="add mod">
          <ac:chgData name="TROLLIET, Virginie" userId="2328b3ae-e721-4582-bbbe-ab80f85c6159" providerId="ADAL" clId="{D3BF4DC3-93B8-4195-B50A-9538095DD616}" dt="2024-08-23T14:15:45.462" v="2774" actId="14100"/>
          <ac:cxnSpMkLst>
            <pc:docMk/>
            <pc:sldMk cId="2866972053" sldId="608"/>
            <ac:cxnSpMk id="2369" creationId="{8E32A9CE-75DD-38E4-93EE-AEC1D710A125}"/>
          </ac:cxnSpMkLst>
        </pc:cxnChg>
        <pc:cxnChg chg="add del mod">
          <ac:chgData name="TROLLIET, Virginie" userId="2328b3ae-e721-4582-bbbe-ab80f85c6159" providerId="ADAL" clId="{D3BF4DC3-93B8-4195-B50A-9538095DD616}" dt="2024-08-23T14:15:22.881" v="2770" actId="478"/>
          <ac:cxnSpMkLst>
            <pc:docMk/>
            <pc:sldMk cId="2866972053" sldId="608"/>
            <ac:cxnSpMk id="2370" creationId="{02AE78A2-FF6C-9FA1-87CB-56BD108432F0}"/>
          </ac:cxnSpMkLst>
        </pc:cxnChg>
        <pc:cxnChg chg="add del mod">
          <ac:chgData name="TROLLIET, Virginie" userId="2328b3ae-e721-4582-bbbe-ab80f85c6159" providerId="ADAL" clId="{D3BF4DC3-93B8-4195-B50A-9538095DD616}" dt="2024-08-23T13:00:41.973" v="2172" actId="478"/>
          <ac:cxnSpMkLst>
            <pc:docMk/>
            <pc:sldMk cId="2866972053" sldId="608"/>
            <ac:cxnSpMk id="2371" creationId="{53E6F0B3-0B35-3D20-488C-03DADAA1B79F}"/>
          </ac:cxnSpMkLst>
        </pc:cxnChg>
        <pc:cxnChg chg="add mod">
          <ac:chgData name="TROLLIET, Virginie" userId="2328b3ae-e721-4582-bbbe-ab80f85c6159" providerId="ADAL" clId="{D3BF4DC3-93B8-4195-B50A-9538095DD616}" dt="2024-08-23T14:16:21.795" v="2846" actId="1038"/>
          <ac:cxnSpMkLst>
            <pc:docMk/>
            <pc:sldMk cId="2866972053" sldId="608"/>
            <ac:cxnSpMk id="2372" creationId="{23FE755B-31A1-FCE6-76D2-7799BF29ED75}"/>
          </ac:cxnSpMkLst>
        </pc:cxnChg>
        <pc:cxnChg chg="add del mod">
          <ac:chgData name="TROLLIET, Virginie" userId="2328b3ae-e721-4582-bbbe-ab80f85c6159" providerId="ADAL" clId="{D3BF4DC3-93B8-4195-B50A-9538095DD616}" dt="2024-08-23T12:59:39.371" v="2164" actId="478"/>
          <ac:cxnSpMkLst>
            <pc:docMk/>
            <pc:sldMk cId="2866972053" sldId="608"/>
            <ac:cxnSpMk id="2374" creationId="{338E526D-E708-A8E1-8924-62811D266E05}"/>
          </ac:cxnSpMkLst>
        </pc:cxnChg>
        <pc:cxnChg chg="add del mod">
          <ac:chgData name="TROLLIET, Virginie" userId="2328b3ae-e721-4582-bbbe-ab80f85c6159" providerId="ADAL" clId="{D3BF4DC3-93B8-4195-B50A-9538095DD616}" dt="2024-08-23T13:25:19.410" v="2199" actId="478"/>
          <ac:cxnSpMkLst>
            <pc:docMk/>
            <pc:sldMk cId="2866972053" sldId="608"/>
            <ac:cxnSpMk id="2378" creationId="{49EB59B0-30F8-81F0-A194-AFFAFCC5DBE2}"/>
          </ac:cxnSpMkLst>
        </pc:cxnChg>
        <pc:cxnChg chg="add del mod">
          <ac:chgData name="TROLLIET, Virginie" userId="2328b3ae-e721-4582-bbbe-ab80f85c6159" providerId="ADAL" clId="{D3BF4DC3-93B8-4195-B50A-9538095DD616}" dt="2024-08-23T13:24:32.147" v="2194" actId="478"/>
          <ac:cxnSpMkLst>
            <pc:docMk/>
            <pc:sldMk cId="2866972053" sldId="608"/>
            <ac:cxnSpMk id="2382" creationId="{F22D710F-7B5D-0A8B-3FFD-443AA91CCD8F}"/>
          </ac:cxnSpMkLst>
        </pc:cxnChg>
        <pc:cxnChg chg="add del mod">
          <ac:chgData name="TROLLIET, Virginie" userId="2328b3ae-e721-4582-bbbe-ab80f85c6159" providerId="ADAL" clId="{D3BF4DC3-93B8-4195-B50A-9538095DD616}" dt="2024-08-23T13:24:32.147" v="2194" actId="478"/>
          <ac:cxnSpMkLst>
            <pc:docMk/>
            <pc:sldMk cId="2866972053" sldId="608"/>
            <ac:cxnSpMk id="2383" creationId="{D2A4870F-BB59-0A65-5595-CD767442FA70}"/>
          </ac:cxnSpMkLst>
        </pc:cxnChg>
        <pc:cxnChg chg="add del mod">
          <ac:chgData name="TROLLIET, Virginie" userId="2328b3ae-e721-4582-bbbe-ab80f85c6159" providerId="ADAL" clId="{D3BF4DC3-93B8-4195-B50A-9538095DD616}" dt="2024-08-23T13:24:32.147" v="2194" actId="478"/>
          <ac:cxnSpMkLst>
            <pc:docMk/>
            <pc:sldMk cId="2866972053" sldId="608"/>
            <ac:cxnSpMk id="2384" creationId="{F2D3B2F7-F91B-DC6A-BCF6-A7B1F3F0DCD0}"/>
          </ac:cxnSpMkLst>
        </pc:cxnChg>
        <pc:cxnChg chg="add mod">
          <ac:chgData name="TROLLIET, Virginie" userId="2328b3ae-e721-4582-bbbe-ab80f85c6159" providerId="ADAL" clId="{D3BF4DC3-93B8-4195-B50A-9538095DD616}" dt="2024-08-23T14:13:33.386" v="2491" actId="1076"/>
          <ac:cxnSpMkLst>
            <pc:docMk/>
            <pc:sldMk cId="2866972053" sldId="608"/>
            <ac:cxnSpMk id="2389" creationId="{E24B7AB3-1A1F-DDC0-49DB-16766818AE23}"/>
          </ac:cxnSpMkLst>
        </pc:cxnChg>
        <pc:cxnChg chg="add mod">
          <ac:chgData name="TROLLIET, Virginie" userId="2328b3ae-e721-4582-bbbe-ab80f85c6159" providerId="ADAL" clId="{D3BF4DC3-93B8-4195-B50A-9538095DD616}" dt="2024-08-23T14:14:58.249" v="2768" actId="1035"/>
          <ac:cxnSpMkLst>
            <pc:docMk/>
            <pc:sldMk cId="2866972053" sldId="608"/>
            <ac:cxnSpMk id="2430" creationId="{AC0249AB-D1B4-0073-53D3-7CA2DA5D4B7D}"/>
          </ac:cxnSpMkLst>
        </pc:cxnChg>
        <pc:cxnChg chg="add mod">
          <ac:chgData name="TROLLIET, Virginie" userId="2328b3ae-e721-4582-bbbe-ab80f85c6159" providerId="ADAL" clId="{D3BF4DC3-93B8-4195-B50A-9538095DD616}" dt="2024-08-23T14:15:56.126" v="2776" actId="14100"/>
          <ac:cxnSpMkLst>
            <pc:docMk/>
            <pc:sldMk cId="2866972053" sldId="608"/>
            <ac:cxnSpMk id="2440" creationId="{58D8A35B-9B0D-A4B1-8703-EB0991FDEC88}"/>
          </ac:cxnSpMkLst>
        </pc:cxnChg>
        <pc:cxnChg chg="add del mod">
          <ac:chgData name="TROLLIET, Virginie" userId="2328b3ae-e721-4582-bbbe-ab80f85c6159" providerId="ADAL" clId="{D3BF4DC3-93B8-4195-B50A-9538095DD616}" dt="2024-08-23T14:07:03.434" v="2370" actId="478"/>
          <ac:cxnSpMkLst>
            <pc:docMk/>
            <pc:sldMk cId="2866972053" sldId="608"/>
            <ac:cxnSpMk id="2443" creationId="{9179E934-76AC-8C23-FE39-86FB01F25D4B}"/>
          </ac:cxnSpMkLst>
        </pc:cxnChg>
        <pc:cxnChg chg="add mod">
          <ac:chgData name="TROLLIET, Virginie" userId="2328b3ae-e721-4582-bbbe-ab80f85c6159" providerId="ADAL" clId="{D3BF4DC3-93B8-4195-B50A-9538095DD616}" dt="2024-08-23T14:09:56.698" v="2447" actId="1038"/>
          <ac:cxnSpMkLst>
            <pc:docMk/>
            <pc:sldMk cId="2866972053" sldId="608"/>
            <ac:cxnSpMk id="2452" creationId="{2D904CCC-6063-FAD3-6A71-D5B43731873B}"/>
          </ac:cxnSpMkLst>
        </pc:cxnChg>
        <pc:cxnChg chg="add del">
          <ac:chgData name="TROLLIET, Virginie" userId="2328b3ae-e721-4582-bbbe-ab80f85c6159" providerId="ADAL" clId="{D3BF4DC3-93B8-4195-B50A-9538095DD616}" dt="2024-08-23T14:01:34.046" v="2256" actId="478"/>
          <ac:cxnSpMkLst>
            <pc:docMk/>
            <pc:sldMk cId="2866972053" sldId="608"/>
            <ac:cxnSpMk id="2456" creationId="{F3D99902-AC35-6640-D9F0-4C19EE3959A0}"/>
          </ac:cxnSpMkLst>
        </pc:cxnChg>
        <pc:cxnChg chg="add mod">
          <ac:chgData name="TROLLIET, Virginie" userId="2328b3ae-e721-4582-bbbe-ab80f85c6159" providerId="ADAL" clId="{D3BF4DC3-93B8-4195-B50A-9538095DD616}" dt="2024-08-23T14:12:46.306" v="2485" actId="1076"/>
          <ac:cxnSpMkLst>
            <pc:docMk/>
            <pc:sldMk cId="2866972053" sldId="608"/>
            <ac:cxnSpMk id="2458" creationId="{6F003D18-7578-94CC-1F02-591720D84EED}"/>
          </ac:cxnSpMkLst>
        </pc:cxnChg>
        <pc:cxnChg chg="add mod">
          <ac:chgData name="TROLLIET, Virginie" userId="2328b3ae-e721-4582-bbbe-ab80f85c6159" providerId="ADAL" clId="{D3BF4DC3-93B8-4195-B50A-9538095DD616}" dt="2024-08-23T15:36:55.708" v="3259" actId="1076"/>
          <ac:cxnSpMkLst>
            <pc:docMk/>
            <pc:sldMk cId="2866972053" sldId="608"/>
            <ac:cxnSpMk id="2464" creationId="{E83F29E0-A0C8-7C39-4938-1B206B2D4299}"/>
          </ac:cxnSpMkLst>
        </pc:cxnChg>
        <pc:cxnChg chg="add mod">
          <ac:chgData name="TROLLIET, Virginie" userId="2328b3ae-e721-4582-bbbe-ab80f85c6159" providerId="ADAL" clId="{D3BF4DC3-93B8-4195-B50A-9538095DD616}" dt="2024-08-23T15:36:55.708" v="3259" actId="1076"/>
          <ac:cxnSpMkLst>
            <pc:docMk/>
            <pc:sldMk cId="2866972053" sldId="608"/>
            <ac:cxnSpMk id="2466" creationId="{55430B9D-64DF-82D9-31C1-DD5482BDB39D}"/>
          </ac:cxnSpMkLst>
        </pc:cxnChg>
        <pc:cxnChg chg="add mod">
          <ac:chgData name="TROLLIET, Virginie" userId="2328b3ae-e721-4582-bbbe-ab80f85c6159" providerId="ADAL" clId="{D3BF4DC3-93B8-4195-B50A-9538095DD616}" dt="2024-08-23T14:09:56.698" v="2447" actId="1038"/>
          <ac:cxnSpMkLst>
            <pc:docMk/>
            <pc:sldMk cId="2866972053" sldId="608"/>
            <ac:cxnSpMk id="2471" creationId="{1CEAEDBB-1E1B-EC9F-A08C-F09248EAB521}"/>
          </ac:cxnSpMkLst>
        </pc:cxnChg>
        <pc:cxnChg chg="add mod">
          <ac:chgData name="TROLLIET, Virginie" userId="2328b3ae-e721-4582-bbbe-ab80f85c6159" providerId="ADAL" clId="{D3BF4DC3-93B8-4195-B50A-9538095DD616}" dt="2024-08-23T14:14:58.249" v="2768" actId="1035"/>
          <ac:cxnSpMkLst>
            <pc:docMk/>
            <pc:sldMk cId="2866972053" sldId="608"/>
            <ac:cxnSpMk id="2479" creationId="{B842027A-5B81-73AF-B8CB-651D4AE7169D}"/>
          </ac:cxnSpMkLst>
        </pc:cxnChg>
        <pc:cxnChg chg="add mod">
          <ac:chgData name="TROLLIET, Virginie" userId="2328b3ae-e721-4582-bbbe-ab80f85c6159" providerId="ADAL" clId="{D3BF4DC3-93B8-4195-B50A-9538095DD616}" dt="2024-08-23T14:14:58.249" v="2768" actId="1035"/>
          <ac:cxnSpMkLst>
            <pc:docMk/>
            <pc:sldMk cId="2866972053" sldId="608"/>
            <ac:cxnSpMk id="2485" creationId="{56E42E92-81CF-07A2-00B3-3901D715DF9F}"/>
          </ac:cxnSpMkLst>
        </pc:cxnChg>
        <pc:cxnChg chg="add mod">
          <ac:chgData name="TROLLIET, Virginie" userId="2328b3ae-e721-4582-bbbe-ab80f85c6159" providerId="ADAL" clId="{D3BF4DC3-93B8-4195-B50A-9538095DD616}" dt="2024-08-23T14:15:38.479" v="2773" actId="1076"/>
          <ac:cxnSpMkLst>
            <pc:docMk/>
            <pc:sldMk cId="2866972053" sldId="608"/>
            <ac:cxnSpMk id="2548" creationId="{EC8113C7-78CE-5E2C-C0DE-FE3964672E56}"/>
          </ac:cxnSpMkLst>
        </pc:cxnChg>
        <pc:cxnChg chg="add del mod">
          <ac:chgData name="TROLLIET, Virginie" userId="2328b3ae-e721-4582-bbbe-ab80f85c6159" providerId="ADAL" clId="{D3BF4DC3-93B8-4195-B50A-9538095DD616}" dt="2024-08-23T14:39:37.966" v="2911" actId="478"/>
          <ac:cxnSpMkLst>
            <pc:docMk/>
            <pc:sldMk cId="2866972053" sldId="608"/>
            <ac:cxnSpMk id="2554" creationId="{D59FC3D4-0E51-9620-3644-2D4E04997741}"/>
          </ac:cxnSpMkLst>
        </pc:cxnChg>
        <pc:cxnChg chg="add mod">
          <ac:chgData name="TROLLIET, Virginie" userId="2328b3ae-e721-4582-bbbe-ab80f85c6159" providerId="ADAL" clId="{D3BF4DC3-93B8-4195-B50A-9538095DD616}" dt="2024-08-23T14:39:07.510" v="2905" actId="1076"/>
          <ac:cxnSpMkLst>
            <pc:docMk/>
            <pc:sldMk cId="2866972053" sldId="608"/>
            <ac:cxnSpMk id="2560" creationId="{98504FB5-2FD8-3CAB-BF06-CDDA3C315997}"/>
          </ac:cxnSpMkLst>
        </pc:cxnChg>
        <pc:cxnChg chg="add">
          <ac:chgData name="TROLLIET, Virginie" userId="2328b3ae-e721-4582-bbbe-ab80f85c6159" providerId="ADAL" clId="{D3BF4DC3-93B8-4195-B50A-9538095DD616}" dt="2024-08-23T14:40:18.964" v="2915" actId="11529"/>
          <ac:cxnSpMkLst>
            <pc:docMk/>
            <pc:sldMk cId="2866972053" sldId="608"/>
            <ac:cxnSpMk id="2567" creationId="{B98E97B4-D130-1776-7597-88D3C323E8F3}"/>
          </ac:cxnSpMkLst>
        </pc:cxnChg>
        <pc:cxnChg chg="add mod">
          <ac:chgData name="TROLLIET, Virginie" userId="2328b3ae-e721-4582-bbbe-ab80f85c6159" providerId="ADAL" clId="{D3BF4DC3-93B8-4195-B50A-9538095DD616}" dt="2024-08-23T14:41:44.214" v="2944" actId="1076"/>
          <ac:cxnSpMkLst>
            <pc:docMk/>
            <pc:sldMk cId="2866972053" sldId="608"/>
            <ac:cxnSpMk id="2569" creationId="{3480C86B-4188-CD92-6244-B009A48E3A93}"/>
          </ac:cxnSpMkLst>
        </pc:cxnChg>
        <pc:cxnChg chg="add mod">
          <ac:chgData name="TROLLIET, Virginie" userId="2328b3ae-e721-4582-bbbe-ab80f85c6159" providerId="ADAL" clId="{D3BF4DC3-93B8-4195-B50A-9538095DD616}" dt="2024-08-23T14:42:19.003" v="2949" actId="14100"/>
          <ac:cxnSpMkLst>
            <pc:docMk/>
            <pc:sldMk cId="2866972053" sldId="608"/>
            <ac:cxnSpMk id="2575" creationId="{F1CF091F-523E-4915-B40B-ABE5C80F24AD}"/>
          </ac:cxnSpMkLst>
        </pc:cxnChg>
        <pc:cxnChg chg="add mod">
          <ac:chgData name="TROLLIET, Virginie" userId="2328b3ae-e721-4582-bbbe-ab80f85c6159" providerId="ADAL" clId="{D3BF4DC3-93B8-4195-B50A-9538095DD616}" dt="2024-08-23T15:39:08.887" v="3299" actId="1076"/>
          <ac:cxnSpMkLst>
            <pc:docMk/>
            <pc:sldMk cId="2866972053" sldId="608"/>
            <ac:cxnSpMk id="2580" creationId="{15905C9F-7757-3C93-2177-643A572F2C1A}"/>
          </ac:cxnSpMkLst>
        </pc:cxnChg>
        <pc:cxnChg chg="add mod">
          <ac:chgData name="TROLLIET, Virginie" userId="2328b3ae-e721-4582-bbbe-ab80f85c6159" providerId="ADAL" clId="{D3BF4DC3-93B8-4195-B50A-9538095DD616}" dt="2024-08-23T15:39:08.887" v="3299" actId="1076"/>
          <ac:cxnSpMkLst>
            <pc:docMk/>
            <pc:sldMk cId="2866972053" sldId="608"/>
            <ac:cxnSpMk id="2589" creationId="{759614B4-6035-0C9A-54A2-F9C95EF5E5BF}"/>
          </ac:cxnSpMkLst>
        </pc:cxnChg>
        <pc:cxnChg chg="add del">
          <ac:chgData name="TROLLIET, Virginie" userId="2328b3ae-e721-4582-bbbe-ab80f85c6159" providerId="ADAL" clId="{D3BF4DC3-93B8-4195-B50A-9538095DD616}" dt="2024-08-23T14:49:03.170" v="2987" actId="478"/>
          <ac:cxnSpMkLst>
            <pc:docMk/>
            <pc:sldMk cId="2866972053" sldId="608"/>
            <ac:cxnSpMk id="2592" creationId="{90E0F92D-D52E-4B0E-C37A-42BEE75AA527}"/>
          </ac:cxnSpMkLst>
        </pc:cxnChg>
        <pc:cxnChg chg="add mod">
          <ac:chgData name="TROLLIET, Virginie" userId="2328b3ae-e721-4582-bbbe-ab80f85c6159" providerId="ADAL" clId="{D3BF4DC3-93B8-4195-B50A-9538095DD616}" dt="2024-08-23T14:50:01.680" v="2995" actId="1076"/>
          <ac:cxnSpMkLst>
            <pc:docMk/>
            <pc:sldMk cId="2866972053" sldId="608"/>
            <ac:cxnSpMk id="2594" creationId="{31AC447F-D91C-30EE-FDAD-270537110425}"/>
          </ac:cxnSpMkLst>
        </pc:cxnChg>
        <pc:cxnChg chg="add">
          <ac:chgData name="TROLLIET, Virginie" userId="2328b3ae-e721-4582-bbbe-ab80f85c6159" providerId="ADAL" clId="{D3BF4DC3-93B8-4195-B50A-9538095DD616}" dt="2024-08-23T14:50:15.150" v="2996" actId="11529"/>
          <ac:cxnSpMkLst>
            <pc:docMk/>
            <pc:sldMk cId="2866972053" sldId="608"/>
            <ac:cxnSpMk id="2602" creationId="{F8377561-52DC-2F42-14AC-B92E1534E56E}"/>
          </ac:cxnSpMkLst>
        </pc:cxnChg>
        <pc:cxnChg chg="add del">
          <ac:chgData name="TROLLIET, Virginie" userId="2328b3ae-e721-4582-bbbe-ab80f85c6159" providerId="ADAL" clId="{D3BF4DC3-93B8-4195-B50A-9538095DD616}" dt="2024-08-23T14:56:51.906" v="3004" actId="478"/>
          <ac:cxnSpMkLst>
            <pc:docMk/>
            <pc:sldMk cId="2866972053" sldId="608"/>
            <ac:cxnSpMk id="2607" creationId="{2A08DD3D-4335-8BAE-8C8F-58A85C8D29AA}"/>
          </ac:cxnSpMkLst>
        </pc:cxnChg>
        <pc:cxnChg chg="add mod">
          <ac:chgData name="TROLLIET, Virginie" userId="2328b3ae-e721-4582-bbbe-ab80f85c6159" providerId="ADAL" clId="{D3BF4DC3-93B8-4195-B50A-9538095DD616}" dt="2024-08-23T15:39:08.887" v="3299" actId="1076"/>
          <ac:cxnSpMkLst>
            <pc:docMk/>
            <pc:sldMk cId="2866972053" sldId="608"/>
            <ac:cxnSpMk id="2609" creationId="{34FE0098-1786-3EFE-7F79-93AC6215D6B5}"/>
          </ac:cxnSpMkLst>
        </pc:cxnChg>
        <pc:cxnChg chg="add del mod">
          <ac:chgData name="TROLLIET, Virginie" userId="2328b3ae-e721-4582-bbbe-ab80f85c6159" providerId="ADAL" clId="{D3BF4DC3-93B8-4195-B50A-9538095DD616}" dt="2024-08-23T14:58:12.485" v="3010" actId="478"/>
          <ac:cxnSpMkLst>
            <pc:docMk/>
            <pc:sldMk cId="2866972053" sldId="608"/>
            <ac:cxnSpMk id="2612" creationId="{6A5E04D5-F510-C827-E444-D54AEDE3ACBA}"/>
          </ac:cxnSpMkLst>
        </pc:cxnChg>
        <pc:cxnChg chg="add">
          <ac:chgData name="TROLLIET, Virginie" userId="2328b3ae-e721-4582-bbbe-ab80f85c6159" providerId="ADAL" clId="{D3BF4DC3-93B8-4195-B50A-9538095DD616}" dt="2024-08-23T14:58:21.397" v="3011" actId="11529"/>
          <ac:cxnSpMkLst>
            <pc:docMk/>
            <pc:sldMk cId="2866972053" sldId="608"/>
            <ac:cxnSpMk id="2615" creationId="{65C9222F-9E0D-F0BA-767C-C8395AD16CFA}"/>
          </ac:cxnSpMkLst>
        </pc:cxnChg>
        <pc:cxnChg chg="add mod">
          <ac:chgData name="TROLLIET, Virginie" userId="2328b3ae-e721-4582-bbbe-ab80f85c6159" providerId="ADAL" clId="{D3BF4DC3-93B8-4195-B50A-9538095DD616}" dt="2024-08-23T14:58:41.872" v="3013" actId="1076"/>
          <ac:cxnSpMkLst>
            <pc:docMk/>
            <pc:sldMk cId="2866972053" sldId="608"/>
            <ac:cxnSpMk id="2617" creationId="{00BFCDEB-DAAB-B106-D694-D253882C4422}"/>
          </ac:cxnSpMkLst>
        </pc:cxnChg>
        <pc:cxnChg chg="add del mod">
          <ac:chgData name="TROLLIET, Virginie" userId="2328b3ae-e721-4582-bbbe-ab80f85c6159" providerId="ADAL" clId="{D3BF4DC3-93B8-4195-B50A-9538095DD616}" dt="2024-08-23T15:37:28.865" v="3263" actId="478"/>
          <ac:cxnSpMkLst>
            <pc:docMk/>
            <pc:sldMk cId="2866972053" sldId="608"/>
            <ac:cxnSpMk id="2621" creationId="{6A2BD374-BB23-34B3-8CB6-3DE34762A18C}"/>
          </ac:cxnSpMkLst>
        </pc:cxnChg>
        <pc:cxnChg chg="add mod">
          <ac:chgData name="TROLLIET, Virginie" userId="2328b3ae-e721-4582-bbbe-ab80f85c6159" providerId="ADAL" clId="{D3BF4DC3-93B8-4195-B50A-9538095DD616}" dt="2024-08-23T15:38:33.877" v="3296" actId="1076"/>
          <ac:cxnSpMkLst>
            <pc:docMk/>
            <pc:sldMk cId="2866972053" sldId="608"/>
            <ac:cxnSpMk id="2631" creationId="{8EED083C-F395-2359-4A3B-95B78840F1CB}"/>
          </ac:cxnSpMkLst>
        </pc:cxnChg>
        <pc:cxnChg chg="add">
          <ac:chgData name="TROLLIET, Virginie" userId="2328b3ae-e721-4582-bbbe-ab80f85c6159" providerId="ADAL" clId="{D3BF4DC3-93B8-4195-B50A-9538095DD616}" dt="2024-08-23T15:38:56.945" v="3298" actId="11529"/>
          <ac:cxnSpMkLst>
            <pc:docMk/>
            <pc:sldMk cId="2866972053" sldId="608"/>
            <ac:cxnSpMk id="2636" creationId="{08710389-7156-BFDB-464B-EE89DC4C522B}"/>
          </ac:cxnSpMkLst>
        </pc:cxnChg>
        <pc:cxnChg chg="add mod">
          <ac:chgData name="TROLLIET, Virginie" userId="2328b3ae-e721-4582-bbbe-ab80f85c6159" providerId="ADAL" clId="{D3BF4DC3-93B8-4195-B50A-9538095DD616}" dt="2024-08-23T15:45:47.328" v="3469" actId="1076"/>
          <ac:cxnSpMkLst>
            <pc:docMk/>
            <pc:sldMk cId="2866972053" sldId="608"/>
            <ac:cxnSpMk id="2651" creationId="{3988CBAB-4553-E4EE-D14B-E5E8416F1557}"/>
          </ac:cxnSpMkLst>
        </pc:cxnChg>
        <pc:cxnChg chg="add mod">
          <ac:chgData name="TROLLIET, Virginie" userId="2328b3ae-e721-4582-bbbe-ab80f85c6159" providerId="ADAL" clId="{D3BF4DC3-93B8-4195-B50A-9538095DD616}" dt="2024-08-23T15:46:08.869" v="3471" actId="1076"/>
          <ac:cxnSpMkLst>
            <pc:docMk/>
            <pc:sldMk cId="2866972053" sldId="608"/>
            <ac:cxnSpMk id="2653" creationId="{26C538FC-17CC-669E-B0A3-56B165BD9A68}"/>
          </ac:cxnSpMkLst>
        </pc:cxnChg>
      </pc:sldChg>
      <pc:sldChg chg="delSp modSp add del mod">
        <pc:chgData name="TROLLIET, Virginie" userId="2328b3ae-e721-4582-bbbe-ab80f85c6159" providerId="ADAL" clId="{D3BF4DC3-93B8-4195-B50A-9538095DD616}" dt="2024-08-23T14:59:53.430" v="3018" actId="47"/>
        <pc:sldMkLst>
          <pc:docMk/>
          <pc:sldMk cId="2437763506" sldId="609"/>
        </pc:sldMkLst>
        <pc:spChg chg="del">
          <ac:chgData name="TROLLIET, Virginie" userId="2328b3ae-e721-4582-bbbe-ab80f85c6159" providerId="ADAL" clId="{D3BF4DC3-93B8-4195-B50A-9538095DD616}" dt="2024-08-23T07:52:19.989" v="685" actId="21"/>
          <ac:spMkLst>
            <pc:docMk/>
            <pc:sldMk cId="2437763506" sldId="609"/>
            <ac:spMk id="122" creationId="{00000000-0000-0000-0000-000000000000}"/>
          </ac:spMkLst>
        </pc:spChg>
        <pc:spChg chg="del">
          <ac:chgData name="TROLLIET, Virginie" userId="2328b3ae-e721-4582-bbbe-ab80f85c6159" providerId="ADAL" clId="{D3BF4DC3-93B8-4195-B50A-9538095DD616}" dt="2024-08-23T07:52:19.989" v="685" actId="21"/>
          <ac:spMkLst>
            <pc:docMk/>
            <pc:sldMk cId="2437763506" sldId="609"/>
            <ac:spMk id="126" creationId="{00000000-0000-0000-0000-000000000000}"/>
          </ac:spMkLst>
        </pc:spChg>
        <pc:spChg chg="del">
          <ac:chgData name="TROLLIET, Virginie" userId="2328b3ae-e721-4582-bbbe-ab80f85c6159" providerId="ADAL" clId="{D3BF4DC3-93B8-4195-B50A-9538095DD616}" dt="2024-08-23T07:52:19.989" v="685" actId="21"/>
          <ac:spMkLst>
            <pc:docMk/>
            <pc:sldMk cId="2437763506" sldId="609"/>
            <ac:spMk id="129" creationId="{00000000-0000-0000-0000-000000000000}"/>
          </ac:spMkLst>
        </pc:spChg>
        <pc:spChg chg="del">
          <ac:chgData name="TROLLIET, Virginie" userId="2328b3ae-e721-4582-bbbe-ab80f85c6159" providerId="ADAL" clId="{D3BF4DC3-93B8-4195-B50A-9538095DD616}" dt="2024-08-23T07:52:19.989" v="685" actId="21"/>
          <ac:spMkLst>
            <pc:docMk/>
            <pc:sldMk cId="2437763506" sldId="609"/>
            <ac:spMk id="132" creationId="{00000000-0000-0000-0000-000000000000}"/>
          </ac:spMkLst>
        </pc:spChg>
        <pc:spChg chg="del">
          <ac:chgData name="TROLLIET, Virginie" userId="2328b3ae-e721-4582-bbbe-ab80f85c6159" providerId="ADAL" clId="{D3BF4DC3-93B8-4195-B50A-9538095DD616}" dt="2024-08-23T07:52:19.989" v="685" actId="21"/>
          <ac:spMkLst>
            <pc:docMk/>
            <pc:sldMk cId="2437763506" sldId="609"/>
            <ac:spMk id="134" creationId="{00000000-0000-0000-0000-000000000000}"/>
          </ac:spMkLst>
        </pc:spChg>
        <pc:spChg chg="del">
          <ac:chgData name="TROLLIET, Virginie" userId="2328b3ae-e721-4582-bbbe-ab80f85c6159" providerId="ADAL" clId="{D3BF4DC3-93B8-4195-B50A-9538095DD616}" dt="2024-08-23T07:52:19.989" v="685" actId="21"/>
          <ac:spMkLst>
            <pc:docMk/>
            <pc:sldMk cId="2437763506" sldId="609"/>
            <ac:spMk id="135" creationId="{00000000-0000-0000-0000-000000000000}"/>
          </ac:spMkLst>
        </pc:spChg>
        <pc:cxnChg chg="mod">
          <ac:chgData name="TROLLIET, Virginie" userId="2328b3ae-e721-4582-bbbe-ab80f85c6159" providerId="ADAL" clId="{D3BF4DC3-93B8-4195-B50A-9538095DD616}" dt="2024-08-23T07:52:19.989" v="685" actId="21"/>
          <ac:cxnSpMkLst>
            <pc:docMk/>
            <pc:sldMk cId="2437763506" sldId="609"/>
            <ac:cxnSpMk id="5" creationId="{00000000-0000-0000-0000-000000000000}"/>
          </ac:cxnSpMkLst>
        </pc:cxnChg>
        <pc:cxnChg chg="del mod">
          <ac:chgData name="TROLLIET, Virginie" userId="2328b3ae-e721-4582-bbbe-ab80f85c6159" providerId="ADAL" clId="{D3BF4DC3-93B8-4195-B50A-9538095DD616}" dt="2024-08-23T07:52:19.989" v="685" actId="21"/>
          <ac:cxnSpMkLst>
            <pc:docMk/>
            <pc:sldMk cId="2437763506" sldId="609"/>
            <ac:cxnSpMk id="6" creationId="{00000000-0000-0000-0000-000000000000}"/>
          </ac:cxnSpMkLst>
        </pc:cxnChg>
        <pc:cxnChg chg="del mod">
          <ac:chgData name="TROLLIET, Virginie" userId="2328b3ae-e721-4582-bbbe-ab80f85c6159" providerId="ADAL" clId="{D3BF4DC3-93B8-4195-B50A-9538095DD616}" dt="2024-08-23T07:52:19.989" v="685" actId="21"/>
          <ac:cxnSpMkLst>
            <pc:docMk/>
            <pc:sldMk cId="2437763506" sldId="609"/>
            <ac:cxnSpMk id="17" creationId="{00000000-0000-0000-0000-000000000000}"/>
          </ac:cxnSpMkLst>
        </pc:cxnChg>
        <pc:cxnChg chg="del mod">
          <ac:chgData name="TROLLIET, Virginie" userId="2328b3ae-e721-4582-bbbe-ab80f85c6159" providerId="ADAL" clId="{D3BF4DC3-93B8-4195-B50A-9538095DD616}" dt="2024-08-23T07:52:19.989" v="685" actId="21"/>
          <ac:cxnSpMkLst>
            <pc:docMk/>
            <pc:sldMk cId="2437763506" sldId="609"/>
            <ac:cxnSpMk id="28" creationId="{1A49B36E-CD4C-1AB7-D09E-DC59E081517F}"/>
          </ac:cxnSpMkLst>
        </pc:cxnChg>
        <pc:cxnChg chg="del mod">
          <ac:chgData name="TROLLIET, Virginie" userId="2328b3ae-e721-4582-bbbe-ab80f85c6159" providerId="ADAL" clId="{D3BF4DC3-93B8-4195-B50A-9538095DD616}" dt="2024-08-23T07:52:19.989" v="685" actId="21"/>
          <ac:cxnSpMkLst>
            <pc:docMk/>
            <pc:sldMk cId="2437763506" sldId="609"/>
            <ac:cxnSpMk id="83" creationId="{867E64CE-9332-4FBC-8E20-94BADBCB86D8}"/>
          </ac:cxnSpMkLst>
        </pc:cxnChg>
        <pc:cxnChg chg="del mod">
          <ac:chgData name="TROLLIET, Virginie" userId="2328b3ae-e721-4582-bbbe-ab80f85c6159" providerId="ADAL" clId="{D3BF4DC3-93B8-4195-B50A-9538095DD616}" dt="2024-08-23T07:52:19.989" v="685" actId="21"/>
          <ac:cxnSpMkLst>
            <pc:docMk/>
            <pc:sldMk cId="2437763506" sldId="609"/>
            <ac:cxnSpMk id="127" creationId="{00000000-0000-0000-0000-000000000000}"/>
          </ac:cxnSpMkLst>
        </pc:cxnChg>
        <pc:cxnChg chg="mod">
          <ac:chgData name="TROLLIET, Virginie" userId="2328b3ae-e721-4582-bbbe-ab80f85c6159" providerId="ADAL" clId="{D3BF4DC3-93B8-4195-B50A-9538095DD616}" dt="2024-08-23T07:52:19.989" v="685" actId="21"/>
          <ac:cxnSpMkLst>
            <pc:docMk/>
            <pc:sldMk cId="2437763506" sldId="609"/>
            <ac:cxnSpMk id="130" creationId="{00000000-0000-0000-0000-000000000000}"/>
          </ac:cxnSpMkLst>
        </pc:cxnChg>
        <pc:cxnChg chg="del mod">
          <ac:chgData name="TROLLIET, Virginie" userId="2328b3ae-e721-4582-bbbe-ab80f85c6159" providerId="ADAL" clId="{D3BF4DC3-93B8-4195-B50A-9538095DD616}" dt="2024-08-23T07:52:19.989" v="685" actId="21"/>
          <ac:cxnSpMkLst>
            <pc:docMk/>
            <pc:sldMk cId="2437763506" sldId="609"/>
            <ac:cxnSpMk id="133" creationId="{00000000-0000-0000-0000-00000000000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116970" cy="552914"/>
          </a:xfrm>
          <a:prstGeom prst="rect">
            <a:avLst/>
          </a:prstGeom>
          <a:noFill/>
          <a:ln>
            <a:noFill/>
          </a:ln>
          <a:effectLst/>
        </p:spPr>
        <p:txBody>
          <a:bodyPr vert="horz" wrap="square" lIns="94814" tIns="47407" rIns="94814" bIns="47407" numCol="1" anchor="t" anchorCtr="0" compatLnSpc="1">
            <a:prstTxWarp prst="textNoShape">
              <a:avLst/>
            </a:prstTxWarp>
          </a:bodyPr>
          <a:lstStyle>
            <a:lvl1pPr defTabSz="950770" eaLnBrk="0" hangingPunct="0">
              <a:defRPr sz="1200">
                <a:latin typeface="Times New Roman" pitchFamily="18" charset="0"/>
                <a:ea typeface="+mn-ea"/>
                <a:cs typeface="+mn-cs"/>
              </a:defRPr>
            </a:lvl1pPr>
          </a:lstStyle>
          <a:p>
            <a:pPr>
              <a:defRPr/>
            </a:pPr>
            <a:endParaRPr lang="fr-FR"/>
          </a:p>
        </p:txBody>
      </p:sp>
      <p:sp>
        <p:nvSpPr>
          <p:cNvPr id="27651" name="Rectangle 3"/>
          <p:cNvSpPr>
            <a:spLocks noGrp="1" noChangeArrowheads="1"/>
          </p:cNvSpPr>
          <p:nvPr>
            <p:ph type="dt" sz="quarter" idx="1"/>
          </p:nvPr>
        </p:nvSpPr>
        <p:spPr bwMode="auto">
          <a:xfrm>
            <a:off x="3992318" y="0"/>
            <a:ext cx="3116969" cy="552914"/>
          </a:xfrm>
          <a:prstGeom prst="rect">
            <a:avLst/>
          </a:prstGeom>
          <a:noFill/>
          <a:ln>
            <a:noFill/>
          </a:ln>
          <a:effectLst/>
        </p:spPr>
        <p:txBody>
          <a:bodyPr vert="horz" wrap="square" lIns="94814" tIns="47407" rIns="94814" bIns="47407" numCol="1" anchor="t" anchorCtr="0" compatLnSpc="1">
            <a:prstTxWarp prst="textNoShape">
              <a:avLst/>
            </a:prstTxWarp>
          </a:bodyPr>
          <a:lstStyle>
            <a:lvl1pPr algn="r" defTabSz="950770" eaLnBrk="0" hangingPunct="0">
              <a:defRPr sz="1200">
                <a:latin typeface="Times New Roman" pitchFamily="18" charset="0"/>
                <a:ea typeface="+mn-ea"/>
                <a:cs typeface="+mn-cs"/>
              </a:defRPr>
            </a:lvl1pPr>
          </a:lstStyle>
          <a:p>
            <a:pPr>
              <a:defRPr/>
            </a:pPr>
            <a:endParaRPr lang="fr-FR"/>
          </a:p>
        </p:txBody>
      </p:sp>
      <p:sp>
        <p:nvSpPr>
          <p:cNvPr id="27652" name="Rectangle 4"/>
          <p:cNvSpPr>
            <a:spLocks noGrp="1" noChangeArrowheads="1"/>
          </p:cNvSpPr>
          <p:nvPr>
            <p:ph type="ftr" sz="quarter" idx="2"/>
          </p:nvPr>
        </p:nvSpPr>
        <p:spPr bwMode="auto">
          <a:xfrm>
            <a:off x="0" y="9683344"/>
            <a:ext cx="3116970" cy="554552"/>
          </a:xfrm>
          <a:prstGeom prst="rect">
            <a:avLst/>
          </a:prstGeom>
          <a:noFill/>
          <a:ln>
            <a:noFill/>
          </a:ln>
          <a:effectLst/>
        </p:spPr>
        <p:txBody>
          <a:bodyPr vert="horz" wrap="square" lIns="94814" tIns="47407" rIns="94814" bIns="47407" numCol="1" anchor="b" anchorCtr="0" compatLnSpc="1">
            <a:prstTxWarp prst="textNoShape">
              <a:avLst/>
            </a:prstTxWarp>
          </a:bodyPr>
          <a:lstStyle>
            <a:lvl1pPr defTabSz="950770" eaLnBrk="0" hangingPunct="0">
              <a:defRPr sz="1200">
                <a:latin typeface="Times New Roman" pitchFamily="18" charset="0"/>
                <a:ea typeface="+mn-ea"/>
                <a:cs typeface="+mn-cs"/>
              </a:defRPr>
            </a:lvl1pPr>
          </a:lstStyle>
          <a:p>
            <a:pPr>
              <a:defRPr/>
            </a:pPr>
            <a:endParaRPr lang="fr-FR"/>
          </a:p>
        </p:txBody>
      </p:sp>
      <p:sp>
        <p:nvSpPr>
          <p:cNvPr id="27653" name="Rectangle 5"/>
          <p:cNvSpPr>
            <a:spLocks noGrp="1" noChangeArrowheads="1"/>
          </p:cNvSpPr>
          <p:nvPr>
            <p:ph type="sldNum" sz="quarter" idx="3"/>
          </p:nvPr>
        </p:nvSpPr>
        <p:spPr bwMode="auto">
          <a:xfrm>
            <a:off x="3992318" y="9683344"/>
            <a:ext cx="3116969" cy="554552"/>
          </a:xfrm>
          <a:prstGeom prst="rect">
            <a:avLst/>
          </a:prstGeom>
          <a:noFill/>
          <a:ln>
            <a:noFill/>
          </a:ln>
          <a:effectLst/>
        </p:spPr>
        <p:txBody>
          <a:bodyPr vert="horz" wrap="square" lIns="94814" tIns="47407" rIns="94814" bIns="47407" numCol="1" anchor="b" anchorCtr="0" compatLnSpc="1">
            <a:prstTxWarp prst="textNoShape">
              <a:avLst/>
            </a:prstTxWarp>
          </a:bodyPr>
          <a:lstStyle>
            <a:lvl1pPr algn="r" defTabSz="950770" eaLnBrk="0" hangingPunct="0">
              <a:defRPr sz="1200">
                <a:latin typeface="Times New Roman" pitchFamily="18" charset="0"/>
                <a:ea typeface="ＭＳ Ｐゴシック" charset="-128"/>
                <a:cs typeface="+mn-cs"/>
              </a:defRPr>
            </a:lvl1pPr>
          </a:lstStyle>
          <a:p>
            <a:pPr>
              <a:defRPr/>
            </a:pPr>
            <a:fld id="{5FDD5C58-1C0B-4A07-9569-1679DB697779}" type="slidenum">
              <a:rPr lang="fr-FR"/>
              <a:pPr>
                <a:defRPr/>
              </a:pPr>
              <a:t>‹N°›</a:t>
            </a:fld>
            <a:endParaRPr lang="fr-FR"/>
          </a:p>
        </p:txBody>
      </p:sp>
    </p:spTree>
    <p:extLst>
      <p:ext uri="{BB962C8B-B14F-4D97-AF65-F5344CB8AC3E}">
        <p14:creationId xmlns:p14="http://schemas.microsoft.com/office/powerpoint/2010/main" val="1561498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2" y="2"/>
            <a:ext cx="3077030" cy="511894"/>
          </a:xfrm>
          <a:prstGeom prst="rect">
            <a:avLst/>
          </a:prstGeom>
          <a:noFill/>
          <a:ln>
            <a:noFill/>
          </a:ln>
          <a:effectLst/>
        </p:spPr>
        <p:txBody>
          <a:bodyPr vert="horz" wrap="square" lIns="96614" tIns="48307" rIns="96614" bIns="48307" numCol="1" anchor="t" anchorCtr="0" compatLnSpc="1">
            <a:prstTxWarp prst="textNoShape">
              <a:avLst/>
            </a:prstTxWarp>
          </a:bodyPr>
          <a:lstStyle>
            <a:lvl1pPr defTabSz="968865" eaLnBrk="0" hangingPunct="0">
              <a:defRPr sz="1200">
                <a:latin typeface="Times New Roman" pitchFamily="18" charset="0"/>
                <a:ea typeface="+mn-ea"/>
                <a:cs typeface="+mn-cs"/>
              </a:defRPr>
            </a:lvl1pPr>
          </a:lstStyle>
          <a:p>
            <a:pPr>
              <a:defRPr/>
            </a:pPr>
            <a:endParaRPr lang="fr-FR"/>
          </a:p>
        </p:txBody>
      </p:sp>
      <p:sp>
        <p:nvSpPr>
          <p:cNvPr id="3075" name="Rectangle 3"/>
          <p:cNvSpPr>
            <a:spLocks noGrp="1" noChangeArrowheads="1"/>
          </p:cNvSpPr>
          <p:nvPr>
            <p:ph type="dt" idx="1"/>
          </p:nvPr>
        </p:nvSpPr>
        <p:spPr bwMode="auto">
          <a:xfrm>
            <a:off x="4022273" y="2"/>
            <a:ext cx="3077029" cy="511894"/>
          </a:xfrm>
          <a:prstGeom prst="rect">
            <a:avLst/>
          </a:prstGeom>
          <a:noFill/>
          <a:ln>
            <a:noFill/>
          </a:ln>
          <a:effectLst/>
        </p:spPr>
        <p:txBody>
          <a:bodyPr vert="horz" wrap="square" lIns="96614" tIns="48307" rIns="96614" bIns="48307" numCol="1" anchor="t" anchorCtr="0" compatLnSpc="1">
            <a:prstTxWarp prst="textNoShape">
              <a:avLst/>
            </a:prstTxWarp>
          </a:bodyPr>
          <a:lstStyle>
            <a:lvl1pPr algn="r" defTabSz="968865" eaLnBrk="0" hangingPunct="0">
              <a:defRPr sz="1200">
                <a:latin typeface="Times New Roman" pitchFamily="18" charset="0"/>
                <a:ea typeface="+mn-ea"/>
                <a:cs typeface="+mn-cs"/>
              </a:defRPr>
            </a:lvl1pPr>
          </a:lstStyle>
          <a:p>
            <a:pPr>
              <a:defRPr/>
            </a:pPr>
            <a:endParaRPr lang="fr-FR"/>
          </a:p>
        </p:txBody>
      </p:sp>
      <p:sp>
        <p:nvSpPr>
          <p:cNvPr id="32772" name="Rectangle 4"/>
          <p:cNvSpPr>
            <a:spLocks noGrp="1" noRot="1" noChangeAspect="1" noChangeArrowheads="1" noTextEdit="1"/>
          </p:cNvSpPr>
          <p:nvPr>
            <p:ph type="sldImg" idx="2"/>
          </p:nvPr>
        </p:nvSpPr>
        <p:spPr bwMode="auto">
          <a:xfrm>
            <a:off x="989013"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46910" y="4861361"/>
            <a:ext cx="5205487" cy="4607052"/>
          </a:xfrm>
          <a:prstGeom prst="rect">
            <a:avLst/>
          </a:prstGeom>
          <a:noFill/>
          <a:ln>
            <a:noFill/>
          </a:ln>
          <a:effectLst/>
        </p:spPr>
        <p:txBody>
          <a:bodyPr vert="horz" wrap="square" lIns="96614" tIns="48307" rIns="96614" bIns="48307"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3078" name="Rectangle 6"/>
          <p:cNvSpPr>
            <a:spLocks noGrp="1" noChangeArrowheads="1"/>
          </p:cNvSpPr>
          <p:nvPr>
            <p:ph type="ftr" sz="quarter" idx="4"/>
          </p:nvPr>
        </p:nvSpPr>
        <p:spPr bwMode="auto">
          <a:xfrm>
            <a:off x="2" y="9722720"/>
            <a:ext cx="3077030" cy="511894"/>
          </a:xfrm>
          <a:prstGeom prst="rect">
            <a:avLst/>
          </a:prstGeom>
          <a:noFill/>
          <a:ln>
            <a:noFill/>
          </a:ln>
          <a:effectLst/>
        </p:spPr>
        <p:txBody>
          <a:bodyPr vert="horz" wrap="square" lIns="96614" tIns="48307" rIns="96614" bIns="48307" numCol="1" anchor="b" anchorCtr="0" compatLnSpc="1">
            <a:prstTxWarp prst="textNoShape">
              <a:avLst/>
            </a:prstTxWarp>
          </a:bodyPr>
          <a:lstStyle>
            <a:lvl1pPr defTabSz="968865" eaLnBrk="0" hangingPunct="0">
              <a:defRPr sz="1200">
                <a:latin typeface="Times New Roman" pitchFamily="18" charset="0"/>
                <a:ea typeface="+mn-ea"/>
                <a:cs typeface="+mn-cs"/>
              </a:defRPr>
            </a:lvl1pPr>
          </a:lstStyle>
          <a:p>
            <a:pPr>
              <a:defRPr/>
            </a:pPr>
            <a:endParaRPr lang="fr-FR"/>
          </a:p>
        </p:txBody>
      </p:sp>
      <p:sp>
        <p:nvSpPr>
          <p:cNvPr id="3079" name="Rectangle 7"/>
          <p:cNvSpPr>
            <a:spLocks noGrp="1" noChangeArrowheads="1"/>
          </p:cNvSpPr>
          <p:nvPr>
            <p:ph type="sldNum" sz="quarter" idx="5"/>
          </p:nvPr>
        </p:nvSpPr>
        <p:spPr bwMode="auto">
          <a:xfrm>
            <a:off x="4022273" y="9722720"/>
            <a:ext cx="3077029" cy="511894"/>
          </a:xfrm>
          <a:prstGeom prst="rect">
            <a:avLst/>
          </a:prstGeom>
          <a:noFill/>
          <a:ln>
            <a:noFill/>
          </a:ln>
          <a:effectLst/>
        </p:spPr>
        <p:txBody>
          <a:bodyPr vert="horz" wrap="square" lIns="96614" tIns="48307" rIns="96614" bIns="48307" numCol="1" anchor="b" anchorCtr="0" compatLnSpc="1">
            <a:prstTxWarp prst="textNoShape">
              <a:avLst/>
            </a:prstTxWarp>
          </a:bodyPr>
          <a:lstStyle>
            <a:lvl1pPr algn="r" defTabSz="968865" eaLnBrk="0" hangingPunct="0">
              <a:defRPr sz="1200">
                <a:latin typeface="Times New Roman" pitchFamily="18" charset="0"/>
                <a:ea typeface="ＭＳ Ｐゴシック" charset="-128"/>
                <a:cs typeface="+mn-cs"/>
              </a:defRPr>
            </a:lvl1pPr>
          </a:lstStyle>
          <a:p>
            <a:pPr>
              <a:defRPr/>
            </a:pPr>
            <a:fld id="{FA5DB5F5-C4FA-4A16-BBE7-E77EEEEDADB9}" type="slidenum">
              <a:rPr lang="fr-FR"/>
              <a:pPr>
                <a:defRPr/>
              </a:pPr>
              <a:t>‹N°›</a:t>
            </a:fld>
            <a:endParaRPr lang="fr-FR"/>
          </a:p>
        </p:txBody>
      </p:sp>
    </p:spTree>
    <p:extLst>
      <p:ext uri="{BB962C8B-B14F-4D97-AF65-F5344CB8AC3E}">
        <p14:creationId xmlns:p14="http://schemas.microsoft.com/office/powerpoint/2010/main" val="42714528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ＭＳ Ｐ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p:txBody>
          <a:bodyPr/>
          <a:lstStyle/>
          <a:p>
            <a:pPr>
              <a:defRPr/>
            </a:pPr>
            <a:r>
              <a:rPr lang="fr-FR" sz="800" u="sng">
                <a:ea typeface="ＭＳ Ｐゴシック" charset="-128"/>
                <a:cs typeface="+mn-cs"/>
              </a:rPr>
              <a:t>Commentaires SFR SC :</a:t>
            </a:r>
          </a:p>
          <a:p>
            <a:pPr>
              <a:defRPr/>
            </a:pPr>
            <a:endParaRPr lang="fr-FR" sz="800" u="sng">
              <a:ea typeface="ＭＳ Ｐゴシック" charset="-128"/>
              <a:cs typeface="+mn-cs"/>
            </a:endParaRPr>
          </a:p>
          <a:p>
            <a:pPr>
              <a:defRPr/>
            </a:pPr>
            <a:r>
              <a:rPr lang="fr-FR" sz="800" b="1">
                <a:effectLst>
                  <a:outerShdw blurRad="38100" dist="38100" dir="2700000" algn="tl">
                    <a:srgbClr val="000000">
                      <a:alpha val="43137"/>
                    </a:srgbClr>
                  </a:outerShdw>
                </a:effectLst>
                <a:ea typeface="ＭＳ Ｐゴシック" charset="-128"/>
                <a:cs typeface="+mn-cs"/>
              </a:rPr>
              <a:t>IDENTIFICATION DES PRO</a:t>
            </a:r>
          </a:p>
          <a:p>
            <a:pPr>
              <a:defRPr/>
            </a:pPr>
            <a:r>
              <a:rPr lang="fr-FR" sz="1100">
                <a:solidFill>
                  <a:srgbClr val="C00000"/>
                </a:solidFill>
                <a:ea typeface="ＭＳ Ｐゴシック" charset="-128"/>
              </a:rPr>
              <a:t>PRO ADSL JOYA, critères </a:t>
            </a:r>
            <a:r>
              <a:rPr lang="fr-FR" sz="700"/>
              <a:t>[(QPRO=04 ou QPRO=05 ou Flag PRO=1) et (OFFRE</a:t>
            </a:r>
            <a:r>
              <a:rPr lang="fr-FR" sz="700" baseline="30000"/>
              <a:t>2</a:t>
            </a:r>
            <a:r>
              <a:rPr lang="fr-FR" sz="700"/>
              <a:t>=ADSL-XX ou OFFRE</a:t>
            </a:r>
            <a:r>
              <a:rPr lang="fr-FR" sz="700" baseline="30000"/>
              <a:t>2</a:t>
            </a:r>
            <a:r>
              <a:rPr lang="fr-FR" sz="700"/>
              <a:t>=AUTRE)] ou [OFFRE</a:t>
            </a:r>
            <a:r>
              <a:rPr lang="fr-FR" sz="700" baseline="30000"/>
              <a:t>1</a:t>
            </a:r>
            <a:r>
              <a:rPr lang="fr-FR" sz="700"/>
              <a:t>=SC_PF] </a:t>
            </a:r>
            <a:endParaRPr lang="fr-FR" sz="1100">
              <a:solidFill>
                <a:srgbClr val="C00000"/>
              </a:solidFill>
              <a:ea typeface="ＭＳ Ｐゴシック" charset="-128"/>
            </a:endParaRPr>
          </a:p>
          <a:p>
            <a:pPr>
              <a:defRPr/>
            </a:pPr>
            <a:r>
              <a:rPr lang="fr-FR" sz="700"/>
              <a:t>OFFRE</a:t>
            </a:r>
            <a:r>
              <a:rPr lang="fr-FR" sz="900" baseline="30000"/>
              <a:t>1 </a:t>
            </a:r>
            <a:r>
              <a:rPr lang="fr-FR" sz="900"/>
              <a:t>: paramètre OFFRE de la </a:t>
            </a:r>
            <a:r>
              <a:rPr lang="fr-FR" sz="900" err="1"/>
              <a:t>procEdure</a:t>
            </a:r>
            <a:r>
              <a:rPr lang="fr-FR" sz="900"/>
              <a:t> </a:t>
            </a:r>
            <a:r>
              <a:rPr lang="fr-FR" sz="900" err="1"/>
              <a:t>stockEe</a:t>
            </a:r>
            <a:r>
              <a:rPr lang="fr-FR" sz="900"/>
              <a:t> </a:t>
            </a:r>
            <a:r>
              <a:rPr lang="fr-FR" sz="900" err="1"/>
              <a:t>Safir</a:t>
            </a:r>
            <a:endParaRPr lang="fr-FR" sz="900"/>
          </a:p>
          <a:p>
            <a:pPr>
              <a:defRPr/>
            </a:pPr>
            <a:r>
              <a:rPr lang="fr-FR" sz="700"/>
              <a:t>OFFRE</a:t>
            </a:r>
            <a:r>
              <a:rPr lang="fr-FR" sz="900" baseline="30000"/>
              <a:t>2</a:t>
            </a:r>
            <a:r>
              <a:rPr lang="fr-FR" sz="900"/>
              <a:t>: paramètre OFFRE de Base_clients9</a:t>
            </a:r>
          </a:p>
          <a:p>
            <a:pPr>
              <a:defRPr/>
            </a:pPr>
            <a:endParaRPr lang="fr-FR" sz="800" u="sng">
              <a:ea typeface="ＭＳ Ｐゴシック" charset="-128"/>
              <a:cs typeface="+mn-cs"/>
            </a:endParaRPr>
          </a:p>
          <a:p>
            <a:pPr>
              <a:defRPr/>
            </a:pPr>
            <a:r>
              <a:rPr lang="fr-FR" sz="800" u="sng">
                <a:ea typeface="ＭＳ Ｐゴシック" charset="-128"/>
                <a:cs typeface="+mn-cs"/>
              </a:rPr>
              <a:t>20170210 </a:t>
            </a:r>
          </a:p>
          <a:p>
            <a:pPr>
              <a:defRPr/>
            </a:pPr>
            <a:r>
              <a:rPr lang="fr-FR" sz="800">
                <a:ea typeface="ＭＳ Ｐゴシック" charset="-128"/>
                <a:cs typeface="+mn-cs"/>
              </a:rPr>
              <a:t>Ajout d’une règle de gestion pour les RED si SVIAR </a:t>
            </a:r>
            <a:r>
              <a:rPr lang="fr-FR" sz="800" err="1">
                <a:ea typeface="ＭＳ Ｐゴシック" charset="-128"/>
                <a:cs typeface="+mn-cs"/>
              </a:rPr>
              <a:t>diffErent</a:t>
            </a:r>
            <a:r>
              <a:rPr lang="fr-FR" sz="800">
                <a:ea typeface="ＭＳ Ｐゴシック" charset="-128"/>
                <a:cs typeface="+mn-cs"/>
              </a:rPr>
              <a:t> de 1</a:t>
            </a:r>
          </a:p>
          <a:p>
            <a:pPr>
              <a:defRPr/>
            </a:pPr>
            <a:endParaRPr lang="fr-FR" sz="800" u="sng">
              <a:ea typeface="ＭＳ Ｐゴシック" charset="-128"/>
              <a:cs typeface="+mn-cs"/>
            </a:endParaRPr>
          </a:p>
        </p:txBody>
      </p:sp>
      <p:sp>
        <p:nvSpPr>
          <p:cNvPr id="33796"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pPr marL="0" marR="0" lvl="0" indent="0" algn="r" defTabSz="968481" rtl="0" eaLnBrk="0" fontAlgn="base" latinLnBrk="0" hangingPunct="0">
              <a:lnSpc>
                <a:spcPct val="100000"/>
              </a:lnSpc>
              <a:spcBef>
                <a:spcPct val="0"/>
              </a:spcBef>
              <a:spcAft>
                <a:spcPct val="0"/>
              </a:spcAft>
              <a:buClrTx/>
              <a:buSzTx/>
              <a:buFontTx/>
              <a:buNone/>
              <a:tabLst/>
              <a:defRPr/>
            </a:pPr>
            <a:fld id="{1B5806A5-E9A5-47E8-8D05-F9DA50EA9B99}" type="slidenum">
              <a:rPr kumimoji="0" lang="fr-FR"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1" charset="-128"/>
                <a:cs typeface="+mn-cs"/>
              </a:rPr>
              <a:pPr marL="0" marR="0" lvl="0" indent="0" algn="r" defTabSz="968481" rtl="0" eaLnBrk="0" fontAlgn="base" latinLnBrk="0" hangingPunct="0">
                <a:lnSpc>
                  <a:spcPct val="100000"/>
                </a:lnSpc>
                <a:spcBef>
                  <a:spcPct val="0"/>
                </a:spcBef>
                <a:spcAft>
                  <a:spcPct val="0"/>
                </a:spcAft>
                <a:buClrTx/>
                <a:buSzTx/>
                <a:buFontTx/>
                <a:buNone/>
                <a:tabLst/>
                <a:defRPr/>
              </a:pPr>
              <a:t>0</a:t>
            </a:fld>
            <a:endParaRPr kumimoji="0" lang="fr-FR" sz="1200" b="0" i="0" u="none" strike="noStrike" kern="1200" cap="none" spc="0" normalizeH="0" baseline="0" noProof="0">
              <a:ln>
                <a:noFill/>
              </a:ln>
              <a:solidFill>
                <a:srgbClr val="000000"/>
              </a:solidFill>
              <a:effectLst/>
              <a:uLnTx/>
              <a:uFillTx/>
              <a:latin typeface="Times New Roman" pitchFamily="18" charset="0"/>
              <a:ea typeface="ＭＳ Ｐゴシック" pitchFamily="1" charset="-128"/>
              <a:cs typeface="+mn-cs"/>
            </a:endParaRPr>
          </a:p>
        </p:txBody>
      </p:sp>
    </p:spTree>
    <p:extLst>
      <p:ext uri="{BB962C8B-B14F-4D97-AF65-F5344CB8AC3E}">
        <p14:creationId xmlns:p14="http://schemas.microsoft.com/office/powerpoint/2010/main" val="2240801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p:txBody>
          <a:bodyPr/>
          <a:lstStyle/>
          <a:p>
            <a:pPr>
              <a:defRPr/>
            </a:pPr>
            <a:r>
              <a:rPr lang="fr-FR" sz="800" u="sng">
                <a:ea typeface="ＭＳ Ｐゴシック" charset="-128"/>
                <a:cs typeface="+mn-cs"/>
              </a:rPr>
              <a:t>Commentaires SFR SC :</a:t>
            </a:r>
          </a:p>
          <a:p>
            <a:pPr>
              <a:defRPr/>
            </a:pPr>
            <a:endParaRPr lang="fr-FR" sz="800" u="sng">
              <a:ea typeface="ＭＳ Ｐゴシック" charset="-128"/>
              <a:cs typeface="+mn-cs"/>
            </a:endParaRPr>
          </a:p>
          <a:p>
            <a:pPr>
              <a:defRPr/>
            </a:pPr>
            <a:r>
              <a:rPr lang="fr-FR" sz="800" b="1">
                <a:effectLst>
                  <a:outerShdw blurRad="38100" dist="38100" dir="2700000" algn="tl">
                    <a:srgbClr val="000000">
                      <a:alpha val="43137"/>
                    </a:srgbClr>
                  </a:outerShdw>
                </a:effectLst>
                <a:ea typeface="ＭＳ Ｐゴシック" charset="-128"/>
                <a:cs typeface="+mn-cs"/>
              </a:rPr>
              <a:t>IDENTIFICATION DES PRO</a:t>
            </a:r>
          </a:p>
          <a:p>
            <a:pPr>
              <a:defRPr/>
            </a:pPr>
            <a:r>
              <a:rPr lang="fr-FR" sz="1100">
                <a:solidFill>
                  <a:srgbClr val="C00000"/>
                </a:solidFill>
                <a:ea typeface="ＭＳ Ｐゴシック" charset="-128"/>
              </a:rPr>
              <a:t>PRO ADSL JOYA, critères </a:t>
            </a:r>
            <a:r>
              <a:rPr lang="fr-FR" sz="700"/>
              <a:t>[(QPRO=04 ou QPRO=05 ou Flag PRO=1) et (OFFRE</a:t>
            </a:r>
            <a:r>
              <a:rPr lang="fr-FR" sz="700" baseline="30000"/>
              <a:t>2</a:t>
            </a:r>
            <a:r>
              <a:rPr lang="fr-FR" sz="700"/>
              <a:t>=ADSL-XX ou OFFRE</a:t>
            </a:r>
            <a:r>
              <a:rPr lang="fr-FR" sz="700" baseline="30000"/>
              <a:t>2</a:t>
            </a:r>
            <a:r>
              <a:rPr lang="fr-FR" sz="700"/>
              <a:t>=AUTRE)] ou [OFFRE</a:t>
            </a:r>
            <a:r>
              <a:rPr lang="fr-FR" sz="700" baseline="30000"/>
              <a:t>1</a:t>
            </a:r>
            <a:r>
              <a:rPr lang="fr-FR" sz="700"/>
              <a:t>=SC_PF] </a:t>
            </a:r>
            <a:endParaRPr lang="fr-FR" sz="1100">
              <a:solidFill>
                <a:srgbClr val="C00000"/>
              </a:solidFill>
              <a:ea typeface="ＭＳ Ｐゴシック" charset="-128"/>
            </a:endParaRPr>
          </a:p>
          <a:p>
            <a:pPr>
              <a:defRPr/>
            </a:pPr>
            <a:r>
              <a:rPr lang="fr-FR" sz="700"/>
              <a:t>OFFRE</a:t>
            </a:r>
            <a:r>
              <a:rPr lang="fr-FR" sz="900" baseline="30000"/>
              <a:t>1 </a:t>
            </a:r>
            <a:r>
              <a:rPr lang="fr-FR" sz="900"/>
              <a:t>: paramètre OFFRE de la </a:t>
            </a:r>
            <a:r>
              <a:rPr lang="fr-FR" sz="900" err="1"/>
              <a:t>procEdure</a:t>
            </a:r>
            <a:r>
              <a:rPr lang="fr-FR" sz="900"/>
              <a:t> </a:t>
            </a:r>
            <a:r>
              <a:rPr lang="fr-FR" sz="900" err="1"/>
              <a:t>stockEe</a:t>
            </a:r>
            <a:r>
              <a:rPr lang="fr-FR" sz="900"/>
              <a:t> </a:t>
            </a:r>
            <a:r>
              <a:rPr lang="fr-FR" sz="900" err="1"/>
              <a:t>Safir</a:t>
            </a:r>
            <a:endParaRPr lang="fr-FR" sz="900"/>
          </a:p>
          <a:p>
            <a:pPr>
              <a:defRPr/>
            </a:pPr>
            <a:r>
              <a:rPr lang="fr-FR" sz="700"/>
              <a:t>OFFRE</a:t>
            </a:r>
            <a:r>
              <a:rPr lang="fr-FR" sz="900" baseline="30000"/>
              <a:t>2</a:t>
            </a:r>
            <a:r>
              <a:rPr lang="fr-FR" sz="900"/>
              <a:t>: paramètre OFFRE de Base_clients9</a:t>
            </a:r>
          </a:p>
          <a:p>
            <a:pPr>
              <a:defRPr/>
            </a:pPr>
            <a:endParaRPr lang="fr-FR" sz="800" u="sng">
              <a:ea typeface="ＭＳ Ｐゴシック" charset="-128"/>
              <a:cs typeface="+mn-cs"/>
            </a:endParaRPr>
          </a:p>
          <a:p>
            <a:pPr>
              <a:defRPr/>
            </a:pPr>
            <a:r>
              <a:rPr lang="fr-FR" sz="800" u="sng">
                <a:ea typeface="ＭＳ Ｐゴシック" charset="-128"/>
                <a:cs typeface="+mn-cs"/>
              </a:rPr>
              <a:t>20170210 </a:t>
            </a:r>
          </a:p>
          <a:p>
            <a:pPr>
              <a:defRPr/>
            </a:pPr>
            <a:r>
              <a:rPr lang="fr-FR" sz="800">
                <a:ea typeface="ＭＳ Ｐゴシック" charset="-128"/>
                <a:cs typeface="+mn-cs"/>
              </a:rPr>
              <a:t>Ajout d’une règle de gestion pour les RED si SVIAR </a:t>
            </a:r>
            <a:r>
              <a:rPr lang="fr-FR" sz="800" err="1">
                <a:ea typeface="ＭＳ Ｐゴシック" charset="-128"/>
                <a:cs typeface="+mn-cs"/>
              </a:rPr>
              <a:t>diffErent</a:t>
            </a:r>
            <a:r>
              <a:rPr lang="fr-FR" sz="800">
                <a:ea typeface="ＭＳ Ｐゴシック" charset="-128"/>
                <a:cs typeface="+mn-cs"/>
              </a:rPr>
              <a:t> de 1</a:t>
            </a:r>
          </a:p>
          <a:p>
            <a:pPr>
              <a:defRPr/>
            </a:pPr>
            <a:endParaRPr lang="fr-FR" sz="800" u="sng">
              <a:ea typeface="ＭＳ Ｐゴシック" charset="-128"/>
              <a:cs typeface="+mn-cs"/>
            </a:endParaRPr>
          </a:p>
        </p:txBody>
      </p:sp>
      <p:sp>
        <p:nvSpPr>
          <p:cNvPr id="33796"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B5806A5-E9A5-47E8-8D05-F9DA50EA9B99}" type="slidenum">
              <a:rPr lang="fr-FR" smtClean="0">
                <a:latin typeface="Times New Roman" pitchFamily="18" charset="0"/>
              </a:rPr>
              <a:pPr/>
              <a:t>2</a:t>
            </a:fld>
            <a:endParaRPr lang="fr-FR">
              <a:latin typeface="Times New Roman" pitchFamily="18" charset="0"/>
            </a:endParaRPr>
          </a:p>
        </p:txBody>
      </p:sp>
    </p:spTree>
    <p:extLst>
      <p:ext uri="{BB962C8B-B14F-4D97-AF65-F5344CB8AC3E}">
        <p14:creationId xmlns:p14="http://schemas.microsoft.com/office/powerpoint/2010/main" val="1026309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p:txBody>
          <a:bodyPr/>
          <a:lstStyle/>
          <a:p>
            <a:pPr>
              <a:defRPr/>
            </a:pPr>
            <a:r>
              <a:rPr lang="fr-FR" sz="800" u="sng">
                <a:ea typeface="ＭＳ Ｐゴシック" charset="-128"/>
                <a:cs typeface="+mn-cs"/>
              </a:rPr>
              <a:t>Commentaires SFR SC :</a:t>
            </a:r>
          </a:p>
          <a:p>
            <a:pPr>
              <a:defRPr/>
            </a:pPr>
            <a:endParaRPr lang="fr-FR" sz="800" u="sng">
              <a:ea typeface="ＭＳ Ｐゴシック" charset="-128"/>
              <a:cs typeface="+mn-cs"/>
            </a:endParaRPr>
          </a:p>
          <a:p>
            <a:pPr>
              <a:defRPr/>
            </a:pPr>
            <a:r>
              <a:rPr lang="fr-FR" sz="800" b="1">
                <a:effectLst>
                  <a:outerShdw blurRad="38100" dist="38100" dir="2700000" algn="tl">
                    <a:srgbClr val="000000">
                      <a:alpha val="43137"/>
                    </a:srgbClr>
                  </a:outerShdw>
                </a:effectLst>
                <a:ea typeface="ＭＳ Ｐゴシック" charset="-128"/>
                <a:cs typeface="+mn-cs"/>
              </a:rPr>
              <a:t>IDENTIFICATION DES PRO</a:t>
            </a:r>
          </a:p>
          <a:p>
            <a:pPr>
              <a:defRPr/>
            </a:pPr>
            <a:r>
              <a:rPr lang="fr-FR" sz="1100">
                <a:solidFill>
                  <a:srgbClr val="C00000"/>
                </a:solidFill>
                <a:ea typeface="ＭＳ Ｐゴシック" charset="-128"/>
              </a:rPr>
              <a:t>PRO ADSL JOYA, critères </a:t>
            </a:r>
            <a:r>
              <a:rPr lang="fr-FR" sz="700"/>
              <a:t>[(QPRO=04 ou QPRO=05 ou Flag PRO=1) et (OFFRE</a:t>
            </a:r>
            <a:r>
              <a:rPr lang="fr-FR" sz="700" baseline="30000"/>
              <a:t>2</a:t>
            </a:r>
            <a:r>
              <a:rPr lang="fr-FR" sz="700"/>
              <a:t>=ADSL-XX ou OFFRE</a:t>
            </a:r>
            <a:r>
              <a:rPr lang="fr-FR" sz="700" baseline="30000"/>
              <a:t>2</a:t>
            </a:r>
            <a:r>
              <a:rPr lang="fr-FR" sz="700"/>
              <a:t>=AUTRE)] ou [OFFRE</a:t>
            </a:r>
            <a:r>
              <a:rPr lang="fr-FR" sz="700" baseline="30000"/>
              <a:t>1</a:t>
            </a:r>
            <a:r>
              <a:rPr lang="fr-FR" sz="700"/>
              <a:t>=SC_PF] </a:t>
            </a:r>
            <a:endParaRPr lang="fr-FR" sz="1100">
              <a:solidFill>
                <a:srgbClr val="C00000"/>
              </a:solidFill>
              <a:ea typeface="ＭＳ Ｐゴシック" charset="-128"/>
            </a:endParaRPr>
          </a:p>
          <a:p>
            <a:pPr>
              <a:defRPr/>
            </a:pPr>
            <a:r>
              <a:rPr lang="fr-FR" sz="700"/>
              <a:t>OFFRE</a:t>
            </a:r>
            <a:r>
              <a:rPr lang="fr-FR" sz="900" baseline="30000"/>
              <a:t>1 </a:t>
            </a:r>
            <a:r>
              <a:rPr lang="fr-FR" sz="900"/>
              <a:t>: paramètre OFFRE de la </a:t>
            </a:r>
            <a:r>
              <a:rPr lang="fr-FR" sz="900" err="1"/>
              <a:t>procEdure</a:t>
            </a:r>
            <a:r>
              <a:rPr lang="fr-FR" sz="900"/>
              <a:t> </a:t>
            </a:r>
            <a:r>
              <a:rPr lang="fr-FR" sz="900" err="1"/>
              <a:t>stockEe</a:t>
            </a:r>
            <a:r>
              <a:rPr lang="fr-FR" sz="900"/>
              <a:t> </a:t>
            </a:r>
            <a:r>
              <a:rPr lang="fr-FR" sz="900" err="1"/>
              <a:t>Safir</a:t>
            </a:r>
            <a:endParaRPr lang="fr-FR" sz="900"/>
          </a:p>
          <a:p>
            <a:pPr>
              <a:defRPr/>
            </a:pPr>
            <a:r>
              <a:rPr lang="fr-FR" sz="700"/>
              <a:t>OFFRE</a:t>
            </a:r>
            <a:r>
              <a:rPr lang="fr-FR" sz="900" baseline="30000"/>
              <a:t>2</a:t>
            </a:r>
            <a:r>
              <a:rPr lang="fr-FR" sz="900"/>
              <a:t>: paramètre OFFRE de Base_clients9</a:t>
            </a:r>
          </a:p>
          <a:p>
            <a:pPr>
              <a:defRPr/>
            </a:pPr>
            <a:endParaRPr lang="fr-FR" sz="800" u="sng">
              <a:ea typeface="ＭＳ Ｐゴシック" charset="-128"/>
              <a:cs typeface="+mn-cs"/>
            </a:endParaRPr>
          </a:p>
          <a:p>
            <a:pPr>
              <a:defRPr/>
            </a:pPr>
            <a:r>
              <a:rPr lang="fr-FR" sz="800" u="sng">
                <a:ea typeface="ＭＳ Ｐゴシック" charset="-128"/>
                <a:cs typeface="+mn-cs"/>
              </a:rPr>
              <a:t>20170210 </a:t>
            </a:r>
          </a:p>
          <a:p>
            <a:pPr>
              <a:defRPr/>
            </a:pPr>
            <a:r>
              <a:rPr lang="fr-FR" sz="800">
                <a:ea typeface="ＭＳ Ｐゴシック" charset="-128"/>
                <a:cs typeface="+mn-cs"/>
              </a:rPr>
              <a:t>Ajout d’une règle de gestion pour les RED si SVIAR </a:t>
            </a:r>
            <a:r>
              <a:rPr lang="fr-FR" sz="800" err="1">
                <a:ea typeface="ＭＳ Ｐゴシック" charset="-128"/>
                <a:cs typeface="+mn-cs"/>
              </a:rPr>
              <a:t>diffErent</a:t>
            </a:r>
            <a:r>
              <a:rPr lang="fr-FR" sz="800">
                <a:ea typeface="ＭＳ Ｐゴシック" charset="-128"/>
                <a:cs typeface="+mn-cs"/>
              </a:rPr>
              <a:t> de 1</a:t>
            </a:r>
          </a:p>
          <a:p>
            <a:pPr>
              <a:defRPr/>
            </a:pPr>
            <a:endParaRPr lang="fr-FR" sz="800" u="sng">
              <a:ea typeface="ＭＳ Ｐゴシック" charset="-128"/>
              <a:cs typeface="+mn-cs"/>
            </a:endParaRPr>
          </a:p>
        </p:txBody>
      </p:sp>
      <p:sp>
        <p:nvSpPr>
          <p:cNvPr id="33796"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B5806A5-E9A5-47E8-8D05-F9DA50EA9B99}" type="slidenum">
              <a:rPr lang="fr-FR" smtClean="0">
                <a:latin typeface="Times New Roman" pitchFamily="18" charset="0"/>
              </a:rPr>
              <a:pPr/>
              <a:t>3</a:t>
            </a:fld>
            <a:endParaRPr lang="fr-FR">
              <a:latin typeface="Times New Roman" pitchFamily="18" charset="0"/>
            </a:endParaRPr>
          </a:p>
        </p:txBody>
      </p:sp>
    </p:spTree>
    <p:extLst>
      <p:ext uri="{BB962C8B-B14F-4D97-AF65-F5344CB8AC3E}">
        <p14:creationId xmlns:p14="http://schemas.microsoft.com/office/powerpoint/2010/main" val="4192676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9AB5A2CC-09A3-4C40-8045-CAA06416CE36}" type="slidenum">
              <a:rPr lang="fr-FR" smtClean="0">
                <a:solidFill>
                  <a:srgbClr val="000000"/>
                </a:solidFill>
                <a:latin typeface="Times New Roman" pitchFamily="18" charset="0"/>
              </a:rPr>
              <a:pPr/>
              <a:t>5</a:t>
            </a:fld>
            <a:endParaRPr lang="fr-FR">
              <a:solidFill>
                <a:srgbClr val="000000"/>
              </a:solidFill>
              <a:latin typeface="Times New Roman" pitchFamily="18" charset="0"/>
            </a:endParaRPr>
          </a:p>
        </p:txBody>
      </p:sp>
      <p:sp>
        <p:nvSpPr>
          <p:cNvPr id="34819"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sng">
              <a:ea typeface="ＭＳ Ｐゴシック" charset="-128"/>
              <a:cs typeface="+mn-cs"/>
            </a:endParaRPr>
          </a:p>
          <a:p>
            <a:pPr>
              <a:defRPr/>
            </a:pPr>
            <a:r>
              <a:rPr lang="fr-FR" b="1">
                <a:ea typeface="ＭＳ Ｐゴシック" charset="-128"/>
              </a:rPr>
              <a:t>Filtre « Menu4 interruptible ? » </a:t>
            </a:r>
            <a:r>
              <a:rPr lang="fr-FR">
                <a:ea typeface="ＭＳ Ｐゴシック" charset="-128"/>
              </a:rPr>
              <a:t>: activable/</a:t>
            </a:r>
            <a:r>
              <a:rPr lang="fr-FR" err="1">
                <a:ea typeface="ＭＳ Ｐゴシック" charset="-128"/>
              </a:rPr>
              <a:t>dEsactivable</a:t>
            </a:r>
            <a:r>
              <a:rPr lang="fr-FR">
                <a:ea typeface="ＭＳ Ｐゴシック" charset="-128"/>
              </a:rPr>
              <a:t> via IHM. Permet de rendre interruptible ou pas ce menu</a:t>
            </a:r>
          </a:p>
          <a:p>
            <a:pPr>
              <a:defRPr/>
            </a:pPr>
            <a:endParaRPr lang="fr-FR" u="sng">
              <a:ea typeface="ＭＳ Ｐゴシック" charset="-128"/>
            </a:endParaRPr>
          </a:p>
          <a:p>
            <a:pPr>
              <a:defRPr/>
            </a:pPr>
            <a:endParaRPr lang="fr-FR" b="1" u="none">
              <a:effectLst>
                <a:outerShdw blurRad="38100" dist="38100" dir="2700000" algn="tl">
                  <a:srgbClr val="000000">
                    <a:alpha val="43137"/>
                  </a:srgbClr>
                </a:outerShdw>
              </a:effectLst>
              <a:ea typeface="ＭＳ Ｐゴシック" charset="-128"/>
              <a:cs typeface="+mn-cs"/>
            </a:endParaRPr>
          </a:p>
        </p:txBody>
      </p:sp>
    </p:spTree>
    <p:extLst>
      <p:ext uri="{BB962C8B-B14F-4D97-AF65-F5344CB8AC3E}">
        <p14:creationId xmlns:p14="http://schemas.microsoft.com/office/powerpoint/2010/main" val="3376391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6</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715073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7E3994EE-0176-4569-8537-05ADB8DC5EEA}" type="slidenum">
              <a:rPr lang="fr-FR" smtClean="0">
                <a:latin typeface="Times New Roman" pitchFamily="18" charset="0"/>
              </a:rPr>
              <a:pPr/>
              <a:t>7</a:t>
            </a:fld>
            <a:endParaRPr lang="fr-FR">
              <a:latin typeface="Times New Roman"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a:buFontTx/>
              <a:buChar char="-"/>
            </a:pPr>
            <a:endParaRPr lang="fr-FR" sz="800"/>
          </a:p>
          <a:p>
            <a:pPr>
              <a:buFontTx/>
              <a:buChar char="-"/>
            </a:pPr>
            <a:endParaRPr lang="fr-FR" sz="800"/>
          </a:p>
          <a:p>
            <a:pPr>
              <a:buFontTx/>
              <a:buChar char="-"/>
            </a:pPr>
            <a:r>
              <a:rPr lang="fr-FR" sz="800"/>
              <a:t>filtre Eligible MC MOB : </a:t>
            </a:r>
          </a:p>
          <a:p>
            <a:pPr defTabSz="944027" eaLnBrk="1" hangingPunct="1">
              <a:spcBef>
                <a:spcPct val="0"/>
              </a:spcBef>
            </a:pPr>
            <a:endParaRPr lang="fr-FR" sz="800" b="1">
              <a:solidFill>
                <a:schemeClr val="bg1"/>
              </a:solidFill>
            </a:endParaRPr>
          </a:p>
          <a:p>
            <a:pPr marL="649018" lvl="1" indent="-177005">
              <a:buFont typeface="Arial" panose="020B0604020202020204" pitchFamily="34" charset="0"/>
              <a:buChar char="•"/>
            </a:pPr>
            <a:r>
              <a:rPr lang="fr-FR" sz="800" b="1">
                <a:solidFill>
                  <a:schemeClr val="bg1"/>
                </a:solidFill>
              </a:rPr>
              <a:t>Eligibilité si DOSS = 1 ou 2</a:t>
            </a:r>
          </a:p>
          <a:p>
            <a:pPr marL="649018" lvl="1" indent="-177005">
              <a:buFont typeface="Arial" panose="020B0604020202020204" pitchFamily="34" charset="0"/>
              <a:buChar char="•"/>
            </a:pPr>
            <a:r>
              <a:rPr lang="fr-FR" sz="800" b="1">
                <a:solidFill>
                  <a:schemeClr val="bg1"/>
                </a:solidFill>
              </a:rPr>
              <a:t>Eligibilité si DOSS = 3 et  DATE_APPEL– DATE &lt; X  (X paramétrable sur IRIS)</a:t>
            </a:r>
          </a:p>
          <a:p>
            <a:pPr>
              <a:buFontTx/>
              <a:buChar char="-"/>
            </a:pPr>
            <a:endParaRPr lang="fr-FR" sz="800"/>
          </a:p>
        </p:txBody>
      </p:sp>
    </p:spTree>
    <p:extLst>
      <p:ext uri="{BB962C8B-B14F-4D97-AF65-F5344CB8AC3E}">
        <p14:creationId xmlns:p14="http://schemas.microsoft.com/office/powerpoint/2010/main" val="4117483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F9E657CC-C78D-40CD-B800-ADD035C06D27}" type="slidenum">
              <a:rPr lang="fr-FR" smtClean="0">
                <a:latin typeface="Times New Roman" pitchFamily="18" charset="0"/>
              </a:rPr>
              <a:pPr/>
              <a:t>9</a:t>
            </a:fld>
            <a:endParaRPr lang="fr-FR">
              <a:latin typeface="Times New Roman" pitchFamily="18" charset="0"/>
            </a:endParaRPr>
          </a:p>
        </p:txBody>
      </p:sp>
      <p:sp>
        <p:nvSpPr>
          <p:cNvPr id="43011"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p:txBody>
          <a:bodyPr/>
          <a:lstStyle/>
          <a:p>
            <a:pPr>
              <a:lnSpc>
                <a:spcPct val="80000"/>
              </a:lnSpc>
              <a:defRPr/>
            </a:pPr>
            <a:r>
              <a:rPr lang="fr-FR" u="sng">
                <a:ea typeface="ＭＳ Ｐゴシック" charset="-128"/>
                <a:cs typeface="+mn-cs"/>
              </a:rPr>
              <a:t>Commentaires SFR SC :</a:t>
            </a:r>
          </a:p>
          <a:p>
            <a:pPr>
              <a:lnSpc>
                <a:spcPct val="80000"/>
              </a:lnSpc>
              <a:defRPr/>
            </a:pPr>
            <a:r>
              <a:rPr lang="fr-FR" b="1">
                <a:effectLst>
                  <a:outerShdw blurRad="38100" dist="38100" dir="2700000" algn="tl">
                    <a:srgbClr val="000000">
                      <a:alpha val="43137"/>
                    </a:srgbClr>
                  </a:outerShdw>
                </a:effectLst>
                <a:ea typeface="ＭＳ Ｐゴシック" charset="-128"/>
                <a:cs typeface="+mn-cs"/>
              </a:rPr>
              <a:t>CLNS Bout en Bout </a:t>
            </a:r>
            <a:r>
              <a:rPr lang="fr-FR" sz="1400" b="1">
                <a:effectLst>
                  <a:outerShdw blurRad="38100" dist="38100" dir="2700000" algn="tl">
                    <a:srgbClr val="000000">
                      <a:alpha val="43137"/>
                    </a:srgbClr>
                  </a:outerShdw>
                </a:effectLst>
                <a:ea typeface="ＭＳ Ｐゴシック" charset="-128"/>
                <a:cs typeface="+mn-cs"/>
              </a:rPr>
              <a:t>Filtre « traitement CLNS en cours »</a:t>
            </a:r>
          </a:p>
          <a:p>
            <a:pPr lvl="2">
              <a:lnSpc>
                <a:spcPct val="80000"/>
              </a:lnSpc>
              <a:defRPr/>
            </a:pPr>
            <a:r>
              <a:rPr lang="fr-FR" sz="1000">
                <a:ea typeface="ＭＳ Ｐゴシック" charset="-128"/>
                <a:cs typeface="+mn-cs"/>
              </a:rPr>
              <a:t>Si le client se trouve dans le fichier </a:t>
            </a:r>
            <a:r>
              <a:rPr lang="fr-FR" sz="1000" b="1">
                <a:ea typeface="ＭＳ Ｐゴシック" charset="-128"/>
                <a:cs typeface="+mn-cs"/>
              </a:rPr>
              <a:t>ETL SVI_CLNS_EN_COURS.csv</a:t>
            </a:r>
            <a:r>
              <a:rPr lang="fr-FR" sz="1000">
                <a:ea typeface="ＭＳ Ｐゴシック" charset="-128"/>
                <a:cs typeface="+mn-cs"/>
              </a:rPr>
              <a:t> avec une </a:t>
            </a:r>
            <a:r>
              <a:rPr lang="fr-FR" sz="1000" b="1">
                <a:ea typeface="ＭＳ Ｐゴシック" charset="-128"/>
                <a:cs typeface="+mn-cs"/>
              </a:rPr>
              <a:t>ACTIVITE_SIEBEL</a:t>
            </a:r>
            <a:r>
              <a:rPr lang="fr-FR" sz="1000">
                <a:ea typeface="ＭＳ Ｐゴシック" charset="-128"/>
                <a:cs typeface="+mn-cs"/>
              </a:rPr>
              <a:t> « Traitement CLNS » et le </a:t>
            </a:r>
            <a:r>
              <a:rPr lang="fr-FR" sz="1000" b="1">
                <a:ea typeface="ＭＳ Ｐゴシック" charset="-128"/>
                <a:cs typeface="+mn-cs"/>
              </a:rPr>
              <a:t>STATUT_ACTIVITE</a:t>
            </a:r>
            <a:r>
              <a:rPr lang="fr-FR" sz="1000">
                <a:ea typeface="ＭＳ Ｐゴシック" charset="-128"/>
                <a:cs typeface="+mn-cs"/>
              </a:rPr>
              <a:t> « Ouverte » ou « </a:t>
            </a:r>
            <a:r>
              <a:rPr lang="fr-FR" sz="1000" err="1">
                <a:ea typeface="ＭＳ Ｐゴシック" charset="-128"/>
                <a:cs typeface="+mn-cs"/>
              </a:rPr>
              <a:t>FermEe</a:t>
            </a:r>
            <a:r>
              <a:rPr lang="fr-FR" sz="1000">
                <a:ea typeface="ＭＳ Ｐゴシック" charset="-128"/>
                <a:cs typeface="+mn-cs"/>
              </a:rPr>
              <a:t> », il est </a:t>
            </a:r>
            <a:r>
              <a:rPr lang="fr-FR" sz="1000" err="1">
                <a:ea typeface="ＭＳ Ｐゴシック" charset="-128"/>
                <a:cs typeface="+mn-cs"/>
              </a:rPr>
              <a:t>routE</a:t>
            </a:r>
            <a:r>
              <a:rPr lang="fr-FR" sz="1000">
                <a:ea typeface="ＭＳ Ｐゴシック" charset="-128"/>
                <a:cs typeface="+mn-cs"/>
              </a:rPr>
              <a:t> sur la branche routage agent (</a:t>
            </a:r>
            <a:r>
              <a:rPr lang="fr-FR" sz="1000" err="1">
                <a:ea typeface="ＭＳ Ｐゴシック" charset="-128"/>
                <a:cs typeface="+mn-cs"/>
              </a:rPr>
              <a:t>CLNS_Eligible</a:t>
            </a:r>
            <a:r>
              <a:rPr lang="fr-FR" sz="1000">
                <a:ea typeface="ＭＳ Ｐゴシック" charset="-128"/>
                <a:cs typeface="+mn-cs"/>
              </a:rPr>
              <a:t>). L</a:t>
            </a:r>
            <a:r>
              <a:rPr lang="fr-FR" altLang="fr-FR" sz="1000">
                <a:ea typeface="ＭＳ Ｐゴシック" charset="-128"/>
                <a:cs typeface="+mn-cs"/>
              </a:rPr>
              <a:t>’</a:t>
            </a:r>
            <a:r>
              <a:rPr lang="fr-FR" sz="1000">
                <a:ea typeface="ＭＳ Ｐゴシック" charset="-128"/>
                <a:cs typeface="+mn-cs"/>
              </a:rPr>
              <a:t>appel doit aboutir sur l</a:t>
            </a:r>
            <a:r>
              <a:rPr lang="fr-FR" altLang="fr-FR" sz="1000">
                <a:ea typeface="ＭＳ Ｐゴシック" charset="-128"/>
                <a:cs typeface="+mn-cs"/>
              </a:rPr>
              <a:t>’</a:t>
            </a:r>
            <a:r>
              <a:rPr lang="fr-FR" sz="1000">
                <a:ea typeface="ＭＳ Ｐゴシック" charset="-128"/>
                <a:cs typeface="+mn-cs"/>
              </a:rPr>
              <a:t>agent </a:t>
            </a:r>
            <a:r>
              <a:rPr lang="fr-FR" sz="1000" b="1">
                <a:ea typeface="ＭＳ Ｐゴシック" charset="-128"/>
                <a:cs typeface="+mn-cs"/>
              </a:rPr>
              <a:t>MODIFIEUR</a:t>
            </a:r>
            <a:r>
              <a:rPr lang="fr-FR" sz="1000">
                <a:ea typeface="ＭＳ Ｐゴシック" charset="-128"/>
                <a:cs typeface="+mn-cs"/>
              </a:rPr>
              <a:t> de </a:t>
            </a:r>
            <a:r>
              <a:rPr lang="fr-FR" sz="1000" err="1">
                <a:ea typeface="ＭＳ Ｐゴシック" charset="-128"/>
                <a:cs typeface="+mn-cs"/>
              </a:rPr>
              <a:t>l</a:t>
            </a:r>
            <a:r>
              <a:rPr lang="fr-FR" altLang="fr-FR" sz="1000" err="1">
                <a:ea typeface="ＭＳ Ｐゴシック" charset="-128"/>
                <a:cs typeface="+mn-cs"/>
              </a:rPr>
              <a:t>’</a:t>
            </a:r>
            <a:r>
              <a:rPr lang="fr-FR" sz="1000" err="1">
                <a:ea typeface="ＭＳ Ｐゴシック" charset="-128"/>
                <a:cs typeface="+mn-cs"/>
              </a:rPr>
              <a:t>activitE</a:t>
            </a:r>
            <a:r>
              <a:rPr lang="fr-FR" sz="1000">
                <a:ea typeface="ＭＳ Ｐゴシック" charset="-128"/>
                <a:cs typeface="+mn-cs"/>
              </a:rPr>
              <a:t> du fichier ETL.</a:t>
            </a:r>
            <a:br>
              <a:rPr lang="fr-FR" sz="1000">
                <a:ea typeface="ＭＳ Ｐゴシック" charset="-128"/>
                <a:cs typeface="+mn-cs"/>
              </a:rPr>
            </a:br>
            <a:r>
              <a:rPr lang="fr-FR" sz="1000">
                <a:ea typeface="ＭＳ Ｐゴシック" charset="-128"/>
                <a:cs typeface="+mn-cs"/>
              </a:rPr>
              <a:t>S</a:t>
            </a:r>
            <a:r>
              <a:rPr lang="fr-FR" altLang="fr-FR" sz="1000">
                <a:ea typeface="ＭＳ Ｐゴシック" charset="-128"/>
                <a:cs typeface="+mn-cs"/>
              </a:rPr>
              <a:t>’</a:t>
            </a:r>
            <a:r>
              <a:rPr lang="fr-FR" sz="1000">
                <a:ea typeface="ＭＳ Ｐゴシック" charset="-128"/>
                <a:cs typeface="+mn-cs"/>
              </a:rPr>
              <a:t>il est </a:t>
            </a:r>
            <a:r>
              <a:rPr lang="fr-FR" sz="1000" err="1">
                <a:ea typeface="ＭＳ Ｐゴシック" charset="-128"/>
                <a:cs typeface="+mn-cs"/>
              </a:rPr>
              <a:t>cochE</a:t>
            </a:r>
            <a:r>
              <a:rPr lang="fr-FR" sz="1000">
                <a:ea typeface="ＭＳ Ｐゴシック" charset="-128"/>
                <a:cs typeface="+mn-cs"/>
              </a:rPr>
              <a:t>, le paramètre IRIS (onglet Config./Routage CLNS) « </a:t>
            </a:r>
            <a:r>
              <a:rPr lang="fr-FR" sz="1000" b="1">
                <a:ea typeface="ＭＳ Ｐゴシック" charset="-128"/>
                <a:cs typeface="+mn-cs"/>
              </a:rPr>
              <a:t>Groupe CLNS</a:t>
            </a:r>
            <a:r>
              <a:rPr lang="fr-FR" sz="1000">
                <a:ea typeface="ＭＳ Ｐゴシック" charset="-128"/>
                <a:cs typeface="+mn-cs"/>
              </a:rPr>
              <a:t> » permet de </a:t>
            </a:r>
            <a:r>
              <a:rPr lang="fr-FR" sz="1000" err="1">
                <a:ea typeface="ＭＳ Ｐゴシック" charset="-128"/>
                <a:cs typeface="+mn-cs"/>
              </a:rPr>
              <a:t>sElectionner</a:t>
            </a:r>
            <a:r>
              <a:rPr lang="fr-FR" sz="1000">
                <a:ea typeface="ＭＳ Ｐゴシック" charset="-128"/>
                <a:cs typeface="+mn-cs"/>
              </a:rPr>
              <a:t> uniquement les </a:t>
            </a:r>
            <a:r>
              <a:rPr lang="fr-FR" sz="1000" err="1">
                <a:ea typeface="ＭＳ Ｐゴシック" charset="-128"/>
                <a:cs typeface="+mn-cs"/>
              </a:rPr>
              <a:t>activitEs</a:t>
            </a:r>
            <a:r>
              <a:rPr lang="fr-FR" sz="1000">
                <a:ea typeface="ＭＳ Ｐゴシック" charset="-128"/>
                <a:cs typeface="+mn-cs"/>
              </a:rPr>
              <a:t> « </a:t>
            </a:r>
            <a:r>
              <a:rPr lang="fr-FR" sz="1000" b="1">
                <a:ea typeface="ＭＳ Ｐゴシック" charset="-128"/>
                <a:cs typeface="+mn-cs"/>
              </a:rPr>
              <a:t>Traitement CLNS »</a:t>
            </a:r>
            <a:r>
              <a:rPr lang="fr-FR" sz="1000">
                <a:ea typeface="ＭＳ Ｐゴシック" charset="-128"/>
                <a:cs typeface="+mn-cs"/>
              </a:rPr>
              <a:t> faisant partie du </a:t>
            </a:r>
            <a:r>
              <a:rPr lang="fr-FR" sz="1000" b="1">
                <a:ea typeface="ＭＳ Ｐゴシック" charset="-128"/>
                <a:cs typeface="+mn-cs"/>
              </a:rPr>
              <a:t>GROUPE_ACTIVITE</a:t>
            </a:r>
            <a:r>
              <a:rPr lang="fr-FR" sz="1000">
                <a:ea typeface="ＭＳ Ｐゴシック" charset="-128"/>
                <a:cs typeface="+mn-cs"/>
              </a:rPr>
              <a:t> « CLNS ». </a:t>
            </a:r>
          </a:p>
          <a:p>
            <a:pPr lvl="1">
              <a:lnSpc>
                <a:spcPct val="80000"/>
              </a:lnSpc>
              <a:defRPr/>
            </a:pPr>
            <a:r>
              <a:rPr lang="fr-FR" sz="1400">
                <a:ea typeface="ＭＳ Ｐゴシック" charset="-128"/>
                <a:cs typeface="+mn-cs"/>
              </a:rPr>
              <a:t>Filtre « % »</a:t>
            </a:r>
          </a:p>
          <a:p>
            <a:pPr lvl="2">
              <a:lnSpc>
                <a:spcPct val="80000"/>
              </a:lnSpc>
              <a:defRPr/>
            </a:pPr>
            <a:r>
              <a:rPr lang="fr-FR" sz="1000">
                <a:ea typeface="ＭＳ Ｐゴシック" charset="-128"/>
                <a:cs typeface="+mn-cs"/>
              </a:rPr>
              <a:t>Ce filtre permet de contrôler la proportion d</a:t>
            </a:r>
            <a:r>
              <a:rPr lang="fr-FR" altLang="fr-FR" sz="1000">
                <a:ea typeface="ＭＳ Ｐゴシック" charset="-128"/>
                <a:cs typeface="+mn-cs"/>
              </a:rPr>
              <a:t>’</a:t>
            </a:r>
            <a:r>
              <a:rPr lang="fr-FR" sz="1000">
                <a:ea typeface="ＭＳ Ｐゴシック" charset="-128"/>
                <a:cs typeface="+mn-cs"/>
              </a:rPr>
              <a:t>appels clients qui partira en routage direct agent. Le contrôle du « % de routage agent » se fait grâce à un paramètre modifiable dans l</a:t>
            </a:r>
            <a:r>
              <a:rPr lang="fr-FR" altLang="fr-FR" sz="1000">
                <a:ea typeface="ＭＳ Ｐゴシック" charset="-128"/>
                <a:cs typeface="+mn-cs"/>
              </a:rPr>
              <a:t>’</a:t>
            </a:r>
            <a:r>
              <a:rPr lang="fr-FR" sz="1000">
                <a:ea typeface="ＭＳ Ｐゴシック" charset="-128"/>
                <a:cs typeface="+mn-cs"/>
              </a:rPr>
              <a:t>IHM IRIS.</a:t>
            </a:r>
          </a:p>
          <a:p>
            <a:pPr lvl="1">
              <a:lnSpc>
                <a:spcPct val="80000"/>
              </a:lnSpc>
              <a:defRPr/>
            </a:pPr>
            <a:r>
              <a:rPr lang="fr-FR" sz="1400">
                <a:ea typeface="ＭＳ Ｐゴシック" charset="-128"/>
                <a:cs typeface="+mn-cs"/>
              </a:rPr>
              <a:t>Filtre « Routage Agent </a:t>
            </a:r>
            <a:r>
              <a:rPr lang="fr-FR" sz="1400" err="1">
                <a:ea typeface="ＭＳ Ｐゴシック" charset="-128"/>
                <a:cs typeface="+mn-cs"/>
              </a:rPr>
              <a:t>ActivE</a:t>
            </a:r>
            <a:r>
              <a:rPr lang="fr-FR" sz="1400">
                <a:ea typeface="ＭＳ Ｐゴシック" charset="-128"/>
                <a:cs typeface="+mn-cs"/>
              </a:rPr>
              <a:t> ? »</a:t>
            </a:r>
          </a:p>
          <a:p>
            <a:pPr lvl="2">
              <a:lnSpc>
                <a:spcPct val="80000"/>
              </a:lnSpc>
              <a:defRPr/>
            </a:pPr>
            <a:r>
              <a:rPr lang="fr-FR" sz="1000">
                <a:ea typeface="ＭＳ Ｐゴシック" charset="-128"/>
                <a:cs typeface="+mn-cs"/>
              </a:rPr>
              <a:t>Si le paramètre IHM IRIS « </a:t>
            </a:r>
            <a:r>
              <a:rPr lang="fr-FR" sz="1000" err="1">
                <a:ea typeface="ＭＳ Ｐゴシック" charset="-128"/>
                <a:cs typeface="+mn-cs"/>
              </a:rPr>
              <a:t>ActivationRoutage</a:t>
            </a:r>
            <a:r>
              <a:rPr lang="fr-FR" sz="1000">
                <a:ea typeface="ＭＳ Ｐゴシック" charset="-128"/>
                <a:cs typeface="+mn-cs"/>
              </a:rPr>
              <a:t> agent » est </a:t>
            </a:r>
            <a:r>
              <a:rPr lang="fr-FR" sz="1000" err="1">
                <a:ea typeface="ＭＳ Ｐゴシック" charset="-128"/>
                <a:cs typeface="+mn-cs"/>
              </a:rPr>
              <a:t>cochE</a:t>
            </a:r>
            <a:r>
              <a:rPr lang="fr-FR" sz="1000">
                <a:ea typeface="ＭＳ Ｐゴシック" charset="-128"/>
                <a:cs typeface="+mn-cs"/>
              </a:rPr>
              <a:t>. Alors le client est </a:t>
            </a:r>
            <a:r>
              <a:rPr lang="fr-FR" sz="1000" err="1">
                <a:ea typeface="ＭＳ Ｐゴシック" charset="-128"/>
                <a:cs typeface="+mn-cs"/>
              </a:rPr>
              <a:t>routE</a:t>
            </a:r>
            <a:r>
              <a:rPr lang="fr-FR" sz="1000">
                <a:ea typeface="ＭＳ Ｐゴシック" charset="-128"/>
                <a:cs typeface="+mn-cs"/>
              </a:rPr>
              <a:t> vers la branche </a:t>
            </a:r>
            <a:r>
              <a:rPr lang="fr-FR" sz="1000" err="1">
                <a:ea typeface="ＭＳ Ｐゴシック" charset="-128"/>
                <a:cs typeface="+mn-cs"/>
              </a:rPr>
              <a:t>CLNS_Rout_Agt_Active</a:t>
            </a:r>
            <a:r>
              <a:rPr lang="fr-FR" sz="1000">
                <a:ea typeface="ＭＳ Ｐゴシック" charset="-128"/>
                <a:cs typeface="+mn-cs"/>
              </a:rPr>
              <a:t>.</a:t>
            </a:r>
          </a:p>
          <a:p>
            <a:pPr lvl="1">
              <a:lnSpc>
                <a:spcPct val="80000"/>
              </a:lnSpc>
              <a:defRPr/>
            </a:pPr>
            <a:r>
              <a:rPr lang="fr-FR" sz="1400">
                <a:ea typeface="ＭＳ Ｐゴシック" charset="-128"/>
                <a:cs typeface="+mn-cs"/>
              </a:rPr>
              <a:t>Filtre « Agent disponible ? »</a:t>
            </a:r>
          </a:p>
          <a:p>
            <a:pPr lvl="2">
              <a:lnSpc>
                <a:spcPct val="80000"/>
              </a:lnSpc>
              <a:defRPr/>
            </a:pPr>
            <a:r>
              <a:rPr lang="fr-FR" sz="1000">
                <a:ea typeface="ＭＳ Ｐゴシック" charset="-128"/>
                <a:cs typeface="+mn-cs"/>
              </a:rPr>
              <a:t>Le filtre </a:t>
            </a:r>
            <a:r>
              <a:rPr lang="fr-FR" sz="1000" err="1">
                <a:ea typeface="ＭＳ Ｐゴシック" charset="-128"/>
                <a:cs typeface="+mn-cs"/>
              </a:rPr>
              <a:t>vErifie</a:t>
            </a:r>
            <a:r>
              <a:rPr lang="fr-FR" sz="1000">
                <a:ea typeface="ＭＳ Ｐゴシック" charset="-128"/>
                <a:cs typeface="+mn-cs"/>
              </a:rPr>
              <a:t> si l</a:t>
            </a:r>
            <a:r>
              <a:rPr lang="fr-FR" altLang="fr-FR" sz="1000">
                <a:ea typeface="ＭＳ Ｐゴシック" charset="-128"/>
                <a:cs typeface="+mn-cs"/>
              </a:rPr>
              <a:t>’</a:t>
            </a:r>
            <a:r>
              <a:rPr lang="fr-FR" sz="1000">
                <a:ea typeface="ＭＳ Ｐゴシック" charset="-128"/>
                <a:cs typeface="+mn-cs"/>
              </a:rPr>
              <a:t>agent </a:t>
            </a:r>
            <a:r>
              <a:rPr lang="fr-FR" sz="1000" b="1">
                <a:ea typeface="ＭＳ Ｐゴシック" charset="-128"/>
                <a:cs typeface="+mn-cs"/>
              </a:rPr>
              <a:t>MODIFIEUR</a:t>
            </a:r>
            <a:r>
              <a:rPr lang="fr-FR" sz="1000">
                <a:ea typeface="ＭＳ Ｐゴシック" charset="-128"/>
                <a:cs typeface="+mn-cs"/>
              </a:rPr>
              <a:t> du « Traitement CLNS » </a:t>
            </a:r>
            <a:r>
              <a:rPr lang="fr-FR" sz="1000" b="1">
                <a:ea typeface="ＭＳ Ｐゴシック" charset="-128"/>
                <a:cs typeface="+mn-cs"/>
              </a:rPr>
              <a:t>,</a:t>
            </a:r>
            <a:r>
              <a:rPr lang="fr-FR" sz="1000">
                <a:ea typeface="ＭＳ Ｐゴシック" charset="-128"/>
                <a:cs typeface="+mn-cs"/>
              </a:rPr>
              <a:t> correspondant au client en ligne, est disponible. S</a:t>
            </a:r>
            <a:r>
              <a:rPr lang="fr-FR" altLang="fr-FR" sz="1000">
                <a:ea typeface="ＭＳ Ｐゴシック" charset="-128"/>
                <a:cs typeface="+mn-cs"/>
              </a:rPr>
              <a:t>’</a:t>
            </a:r>
            <a:r>
              <a:rPr lang="fr-FR" sz="1000">
                <a:ea typeface="ＭＳ Ｐゴシック" charset="-128"/>
                <a:cs typeface="+mn-cs"/>
              </a:rPr>
              <a:t>il n</a:t>
            </a:r>
            <a:r>
              <a:rPr lang="fr-FR" altLang="fr-FR" sz="1000">
                <a:ea typeface="ＭＳ Ｐゴシック" charset="-128"/>
                <a:cs typeface="+mn-cs"/>
              </a:rPr>
              <a:t>’</a:t>
            </a:r>
            <a:r>
              <a:rPr lang="fr-FR" sz="1000">
                <a:ea typeface="ＭＳ Ｐゴシック" charset="-128"/>
                <a:cs typeface="+mn-cs"/>
              </a:rPr>
              <a:t>est pas disponible, l</a:t>
            </a:r>
            <a:r>
              <a:rPr lang="fr-FR" altLang="fr-FR" sz="1000">
                <a:ea typeface="ＭＳ Ｐゴシック" charset="-128"/>
                <a:cs typeface="+mn-cs"/>
              </a:rPr>
              <a:t>’</a:t>
            </a:r>
            <a:r>
              <a:rPr lang="fr-FR" sz="1000">
                <a:ea typeface="ＭＳ Ｐゴシック" charset="-128"/>
                <a:cs typeface="+mn-cs"/>
              </a:rPr>
              <a:t>appel bascule sur l</a:t>
            </a:r>
            <a:r>
              <a:rPr lang="fr-FR" altLang="fr-FR" sz="1000">
                <a:ea typeface="ＭＳ Ｐゴシック" charset="-128"/>
                <a:cs typeface="+mn-cs"/>
              </a:rPr>
              <a:t>’</a:t>
            </a:r>
            <a:r>
              <a:rPr lang="fr-FR" sz="1000">
                <a:ea typeface="ＭＳ Ｐゴシック" charset="-128"/>
                <a:cs typeface="+mn-cs"/>
              </a:rPr>
              <a:t>Equipe.</a:t>
            </a:r>
          </a:p>
          <a:p>
            <a:pPr lvl="1">
              <a:lnSpc>
                <a:spcPct val="80000"/>
              </a:lnSpc>
              <a:defRPr/>
            </a:pPr>
            <a:r>
              <a:rPr lang="fr-FR" sz="1400">
                <a:ea typeface="ＭＳ Ｐゴシック" charset="-128"/>
                <a:cs typeface="+mn-cs"/>
              </a:rPr>
              <a:t>Filtre « Client Fixe </a:t>
            </a:r>
            <a:r>
              <a:rPr lang="fr-FR" sz="1400" err="1">
                <a:ea typeface="ＭＳ Ｐゴシック" charset="-128"/>
                <a:cs typeface="+mn-cs"/>
              </a:rPr>
              <a:t>IntEgrale</a:t>
            </a:r>
            <a:r>
              <a:rPr lang="fr-FR" sz="1400">
                <a:ea typeface="ＭＳ Ｐゴシック" charset="-128"/>
                <a:cs typeface="+mn-cs"/>
              </a:rPr>
              <a:t> ? »</a:t>
            </a:r>
          </a:p>
          <a:p>
            <a:pPr lvl="2">
              <a:lnSpc>
                <a:spcPct val="80000"/>
              </a:lnSpc>
              <a:defRPr/>
            </a:pPr>
            <a:r>
              <a:rPr lang="fr-FR" sz="1000">
                <a:ea typeface="ＭＳ Ｐゴシック" charset="-128"/>
                <a:cs typeface="+mn-cs"/>
              </a:rPr>
              <a:t>Pour le routage Equipe, le filtre </a:t>
            </a:r>
            <a:r>
              <a:rPr lang="fr-FR" sz="1000" err="1">
                <a:ea typeface="ＭＳ Ｐゴシック" charset="-128"/>
                <a:cs typeface="+mn-cs"/>
              </a:rPr>
              <a:t>vErifie</a:t>
            </a:r>
            <a:r>
              <a:rPr lang="fr-FR" sz="1000">
                <a:ea typeface="ＭＳ Ｐゴシック" charset="-128"/>
                <a:cs typeface="+mn-cs"/>
              </a:rPr>
              <a:t> si le client est « NEUF_INTEGRALE » ou « ADSL-** » dans le champ </a:t>
            </a:r>
            <a:r>
              <a:rPr lang="fr-FR" sz="1000" b="1">
                <a:ea typeface="ＭＳ Ｐゴシック" charset="-128"/>
                <a:cs typeface="+mn-cs"/>
              </a:rPr>
              <a:t>OFFRE</a:t>
            </a:r>
            <a:r>
              <a:rPr lang="fr-FR" sz="1000">
                <a:ea typeface="ＭＳ Ｐゴシック" charset="-128"/>
                <a:cs typeface="+mn-cs"/>
              </a:rPr>
              <a:t> du fichier </a:t>
            </a:r>
            <a:r>
              <a:rPr lang="fr-FR" sz="1000" b="1">
                <a:ea typeface="ＭＳ Ｐゴシック" charset="-128"/>
                <a:cs typeface="+mn-cs"/>
              </a:rPr>
              <a:t>Base_clients9.csv</a:t>
            </a:r>
            <a:r>
              <a:rPr lang="fr-FR" sz="1000">
                <a:ea typeface="ＭＳ Ｐゴシック" charset="-128"/>
                <a:cs typeface="+mn-cs"/>
              </a:rPr>
              <a:t>. Le client est </a:t>
            </a:r>
            <a:r>
              <a:rPr lang="fr-FR" sz="1000" err="1">
                <a:ea typeface="ＭＳ Ｐゴシック" charset="-128"/>
                <a:cs typeface="+mn-cs"/>
              </a:rPr>
              <a:t>routE</a:t>
            </a:r>
            <a:r>
              <a:rPr lang="fr-FR" sz="1000">
                <a:ea typeface="ＭＳ Ｐゴシック" charset="-128"/>
                <a:cs typeface="+mn-cs"/>
              </a:rPr>
              <a:t> sur un nœud Equipe </a:t>
            </a:r>
            <a:r>
              <a:rPr lang="fr-FR" sz="1000" err="1">
                <a:ea typeface="ＭＳ Ｐゴシック" charset="-128"/>
                <a:cs typeface="+mn-cs"/>
              </a:rPr>
              <a:t>spEcifique</a:t>
            </a:r>
            <a:r>
              <a:rPr lang="fr-FR" sz="1000">
                <a:ea typeface="ＭＳ Ｐゴシック" charset="-128"/>
                <a:cs typeface="+mn-cs"/>
              </a:rPr>
              <a:t> suivant son profil.</a:t>
            </a:r>
          </a:p>
        </p:txBody>
      </p:sp>
    </p:spTree>
    <p:extLst>
      <p:ext uri="{BB962C8B-B14F-4D97-AF65-F5344CB8AC3E}">
        <p14:creationId xmlns:p14="http://schemas.microsoft.com/office/powerpoint/2010/main" val="1374940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F9E657CC-C78D-40CD-B800-ADD035C06D27}" type="slidenum">
              <a:rPr lang="fr-FR" smtClean="0">
                <a:latin typeface="Times New Roman" pitchFamily="18" charset="0"/>
              </a:rPr>
              <a:pPr/>
              <a:t>10</a:t>
            </a:fld>
            <a:endParaRPr lang="fr-FR">
              <a:latin typeface="Times New Roman" pitchFamily="18" charset="0"/>
            </a:endParaRPr>
          </a:p>
        </p:txBody>
      </p:sp>
      <p:sp>
        <p:nvSpPr>
          <p:cNvPr id="43011"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p:txBody>
          <a:bodyPr/>
          <a:lstStyle/>
          <a:p>
            <a:pPr>
              <a:lnSpc>
                <a:spcPct val="80000"/>
              </a:lnSpc>
              <a:defRPr/>
            </a:pPr>
            <a:r>
              <a:rPr lang="fr-FR" u="sng">
                <a:ea typeface="ＭＳ Ｐゴシック" charset="-128"/>
                <a:cs typeface="+mn-cs"/>
              </a:rPr>
              <a:t>Commentaires SFR SC :</a:t>
            </a:r>
          </a:p>
          <a:p>
            <a:pPr>
              <a:lnSpc>
                <a:spcPct val="80000"/>
              </a:lnSpc>
              <a:defRPr/>
            </a:pPr>
            <a:r>
              <a:rPr lang="fr-FR" b="1">
                <a:effectLst>
                  <a:outerShdw blurRad="38100" dist="38100" dir="2700000" algn="tl">
                    <a:srgbClr val="000000">
                      <a:alpha val="43137"/>
                    </a:srgbClr>
                  </a:outerShdw>
                </a:effectLst>
                <a:ea typeface="ＭＳ Ｐゴシック" charset="-128"/>
                <a:cs typeface="+mn-cs"/>
              </a:rPr>
              <a:t>CLNS Bout en Bout </a:t>
            </a:r>
            <a:r>
              <a:rPr lang="fr-FR" sz="1400" b="1">
                <a:effectLst>
                  <a:outerShdw blurRad="38100" dist="38100" dir="2700000" algn="tl">
                    <a:srgbClr val="000000">
                      <a:alpha val="43137"/>
                    </a:srgbClr>
                  </a:outerShdw>
                </a:effectLst>
                <a:ea typeface="ＭＳ Ｐゴシック" charset="-128"/>
                <a:cs typeface="+mn-cs"/>
              </a:rPr>
              <a:t>Filtre « traitement CLNS en cours »</a:t>
            </a:r>
          </a:p>
          <a:p>
            <a:pPr lvl="2">
              <a:lnSpc>
                <a:spcPct val="80000"/>
              </a:lnSpc>
              <a:defRPr/>
            </a:pPr>
            <a:r>
              <a:rPr lang="fr-FR" sz="1000">
                <a:ea typeface="ＭＳ Ｐゴシック" charset="-128"/>
                <a:cs typeface="+mn-cs"/>
              </a:rPr>
              <a:t>Si le client se trouve dans le fichier </a:t>
            </a:r>
            <a:r>
              <a:rPr lang="fr-FR" sz="1000" b="1">
                <a:ea typeface="ＭＳ Ｐゴシック" charset="-128"/>
                <a:cs typeface="+mn-cs"/>
              </a:rPr>
              <a:t>ETL SVI_CLNS_EN_COURS.csv</a:t>
            </a:r>
            <a:r>
              <a:rPr lang="fr-FR" sz="1000">
                <a:ea typeface="ＭＳ Ｐゴシック" charset="-128"/>
                <a:cs typeface="+mn-cs"/>
              </a:rPr>
              <a:t> avec une </a:t>
            </a:r>
            <a:r>
              <a:rPr lang="fr-FR" sz="1000" b="1">
                <a:ea typeface="ＭＳ Ｐゴシック" charset="-128"/>
                <a:cs typeface="+mn-cs"/>
              </a:rPr>
              <a:t>ACTIVITE_SIEBEL</a:t>
            </a:r>
            <a:r>
              <a:rPr lang="fr-FR" sz="1000">
                <a:ea typeface="ＭＳ Ｐゴシック" charset="-128"/>
                <a:cs typeface="+mn-cs"/>
              </a:rPr>
              <a:t> « Traitement CLNS » et le </a:t>
            </a:r>
            <a:r>
              <a:rPr lang="fr-FR" sz="1000" b="1">
                <a:ea typeface="ＭＳ Ｐゴシック" charset="-128"/>
                <a:cs typeface="+mn-cs"/>
              </a:rPr>
              <a:t>STATUT_ACTIVITE</a:t>
            </a:r>
            <a:r>
              <a:rPr lang="fr-FR" sz="1000">
                <a:ea typeface="ＭＳ Ｐゴシック" charset="-128"/>
                <a:cs typeface="+mn-cs"/>
              </a:rPr>
              <a:t> « Ouverte » ou « </a:t>
            </a:r>
            <a:r>
              <a:rPr lang="fr-FR" sz="1000" err="1">
                <a:ea typeface="ＭＳ Ｐゴシック" charset="-128"/>
                <a:cs typeface="+mn-cs"/>
              </a:rPr>
              <a:t>FermEe</a:t>
            </a:r>
            <a:r>
              <a:rPr lang="fr-FR" sz="1000">
                <a:ea typeface="ＭＳ Ｐゴシック" charset="-128"/>
                <a:cs typeface="+mn-cs"/>
              </a:rPr>
              <a:t> », il est </a:t>
            </a:r>
            <a:r>
              <a:rPr lang="fr-FR" sz="1000" err="1">
                <a:ea typeface="ＭＳ Ｐゴシック" charset="-128"/>
                <a:cs typeface="+mn-cs"/>
              </a:rPr>
              <a:t>routE</a:t>
            </a:r>
            <a:r>
              <a:rPr lang="fr-FR" sz="1000">
                <a:ea typeface="ＭＳ Ｐゴシック" charset="-128"/>
                <a:cs typeface="+mn-cs"/>
              </a:rPr>
              <a:t> sur la branche routage agent (</a:t>
            </a:r>
            <a:r>
              <a:rPr lang="fr-FR" sz="1000" err="1">
                <a:ea typeface="ＭＳ Ｐゴシック" charset="-128"/>
                <a:cs typeface="+mn-cs"/>
              </a:rPr>
              <a:t>CLNS_Eligible</a:t>
            </a:r>
            <a:r>
              <a:rPr lang="fr-FR" sz="1000">
                <a:ea typeface="ＭＳ Ｐゴシック" charset="-128"/>
                <a:cs typeface="+mn-cs"/>
              </a:rPr>
              <a:t>). L</a:t>
            </a:r>
            <a:r>
              <a:rPr lang="fr-FR" altLang="fr-FR" sz="1000">
                <a:ea typeface="ＭＳ Ｐゴシック" charset="-128"/>
                <a:cs typeface="+mn-cs"/>
              </a:rPr>
              <a:t>’</a:t>
            </a:r>
            <a:r>
              <a:rPr lang="fr-FR" sz="1000">
                <a:ea typeface="ＭＳ Ｐゴシック" charset="-128"/>
                <a:cs typeface="+mn-cs"/>
              </a:rPr>
              <a:t>appel doit aboutir sur l</a:t>
            </a:r>
            <a:r>
              <a:rPr lang="fr-FR" altLang="fr-FR" sz="1000">
                <a:ea typeface="ＭＳ Ｐゴシック" charset="-128"/>
                <a:cs typeface="+mn-cs"/>
              </a:rPr>
              <a:t>’</a:t>
            </a:r>
            <a:r>
              <a:rPr lang="fr-FR" sz="1000">
                <a:ea typeface="ＭＳ Ｐゴシック" charset="-128"/>
                <a:cs typeface="+mn-cs"/>
              </a:rPr>
              <a:t>agent </a:t>
            </a:r>
            <a:r>
              <a:rPr lang="fr-FR" sz="1000" b="1">
                <a:ea typeface="ＭＳ Ｐゴシック" charset="-128"/>
                <a:cs typeface="+mn-cs"/>
              </a:rPr>
              <a:t>MODIFIEUR</a:t>
            </a:r>
            <a:r>
              <a:rPr lang="fr-FR" sz="1000">
                <a:ea typeface="ＭＳ Ｐゴシック" charset="-128"/>
                <a:cs typeface="+mn-cs"/>
              </a:rPr>
              <a:t> de </a:t>
            </a:r>
            <a:r>
              <a:rPr lang="fr-FR" sz="1000" err="1">
                <a:ea typeface="ＭＳ Ｐゴシック" charset="-128"/>
                <a:cs typeface="+mn-cs"/>
              </a:rPr>
              <a:t>l</a:t>
            </a:r>
            <a:r>
              <a:rPr lang="fr-FR" altLang="fr-FR" sz="1000" err="1">
                <a:ea typeface="ＭＳ Ｐゴシック" charset="-128"/>
                <a:cs typeface="+mn-cs"/>
              </a:rPr>
              <a:t>’</a:t>
            </a:r>
            <a:r>
              <a:rPr lang="fr-FR" sz="1000" err="1">
                <a:ea typeface="ＭＳ Ｐゴシック" charset="-128"/>
                <a:cs typeface="+mn-cs"/>
              </a:rPr>
              <a:t>activitE</a:t>
            </a:r>
            <a:r>
              <a:rPr lang="fr-FR" sz="1000">
                <a:ea typeface="ＭＳ Ｐゴシック" charset="-128"/>
                <a:cs typeface="+mn-cs"/>
              </a:rPr>
              <a:t> du fichier ETL.</a:t>
            </a:r>
            <a:br>
              <a:rPr lang="fr-FR" sz="1000">
                <a:ea typeface="ＭＳ Ｐゴシック" charset="-128"/>
                <a:cs typeface="+mn-cs"/>
              </a:rPr>
            </a:br>
            <a:r>
              <a:rPr lang="fr-FR" sz="1000">
                <a:ea typeface="ＭＳ Ｐゴシック" charset="-128"/>
                <a:cs typeface="+mn-cs"/>
              </a:rPr>
              <a:t>S</a:t>
            </a:r>
            <a:r>
              <a:rPr lang="fr-FR" altLang="fr-FR" sz="1000">
                <a:ea typeface="ＭＳ Ｐゴシック" charset="-128"/>
                <a:cs typeface="+mn-cs"/>
              </a:rPr>
              <a:t>’</a:t>
            </a:r>
            <a:r>
              <a:rPr lang="fr-FR" sz="1000">
                <a:ea typeface="ＭＳ Ｐゴシック" charset="-128"/>
                <a:cs typeface="+mn-cs"/>
              </a:rPr>
              <a:t>il est </a:t>
            </a:r>
            <a:r>
              <a:rPr lang="fr-FR" sz="1000" err="1">
                <a:ea typeface="ＭＳ Ｐゴシック" charset="-128"/>
                <a:cs typeface="+mn-cs"/>
              </a:rPr>
              <a:t>cochE</a:t>
            </a:r>
            <a:r>
              <a:rPr lang="fr-FR" sz="1000">
                <a:ea typeface="ＭＳ Ｐゴシック" charset="-128"/>
                <a:cs typeface="+mn-cs"/>
              </a:rPr>
              <a:t>, le paramètre IRIS (onglet Config./Routage CLNS) « </a:t>
            </a:r>
            <a:r>
              <a:rPr lang="fr-FR" sz="1000" b="1">
                <a:ea typeface="ＭＳ Ｐゴシック" charset="-128"/>
                <a:cs typeface="+mn-cs"/>
              </a:rPr>
              <a:t>Groupe CLNS</a:t>
            </a:r>
            <a:r>
              <a:rPr lang="fr-FR" sz="1000">
                <a:ea typeface="ＭＳ Ｐゴシック" charset="-128"/>
                <a:cs typeface="+mn-cs"/>
              </a:rPr>
              <a:t> » permet de </a:t>
            </a:r>
            <a:r>
              <a:rPr lang="fr-FR" sz="1000" err="1">
                <a:ea typeface="ＭＳ Ｐゴシック" charset="-128"/>
                <a:cs typeface="+mn-cs"/>
              </a:rPr>
              <a:t>sElectionner</a:t>
            </a:r>
            <a:r>
              <a:rPr lang="fr-FR" sz="1000">
                <a:ea typeface="ＭＳ Ｐゴシック" charset="-128"/>
                <a:cs typeface="+mn-cs"/>
              </a:rPr>
              <a:t> uniquement les </a:t>
            </a:r>
            <a:r>
              <a:rPr lang="fr-FR" sz="1000" err="1">
                <a:ea typeface="ＭＳ Ｐゴシック" charset="-128"/>
                <a:cs typeface="+mn-cs"/>
              </a:rPr>
              <a:t>activitEs</a:t>
            </a:r>
            <a:r>
              <a:rPr lang="fr-FR" sz="1000">
                <a:ea typeface="ＭＳ Ｐゴシック" charset="-128"/>
                <a:cs typeface="+mn-cs"/>
              </a:rPr>
              <a:t> « </a:t>
            </a:r>
            <a:r>
              <a:rPr lang="fr-FR" sz="1000" b="1">
                <a:ea typeface="ＭＳ Ｐゴシック" charset="-128"/>
                <a:cs typeface="+mn-cs"/>
              </a:rPr>
              <a:t>Traitement CLNS »</a:t>
            </a:r>
            <a:r>
              <a:rPr lang="fr-FR" sz="1000">
                <a:ea typeface="ＭＳ Ｐゴシック" charset="-128"/>
                <a:cs typeface="+mn-cs"/>
              </a:rPr>
              <a:t> faisant partie du </a:t>
            </a:r>
            <a:r>
              <a:rPr lang="fr-FR" sz="1000" b="1">
                <a:ea typeface="ＭＳ Ｐゴシック" charset="-128"/>
                <a:cs typeface="+mn-cs"/>
              </a:rPr>
              <a:t>GROUPE_ACTIVITE</a:t>
            </a:r>
            <a:r>
              <a:rPr lang="fr-FR" sz="1000">
                <a:ea typeface="ＭＳ Ｐゴシック" charset="-128"/>
                <a:cs typeface="+mn-cs"/>
              </a:rPr>
              <a:t> « CLNS ». </a:t>
            </a:r>
          </a:p>
          <a:p>
            <a:pPr lvl="1">
              <a:lnSpc>
                <a:spcPct val="80000"/>
              </a:lnSpc>
              <a:defRPr/>
            </a:pPr>
            <a:r>
              <a:rPr lang="fr-FR" sz="1400">
                <a:ea typeface="ＭＳ Ｐゴシック" charset="-128"/>
                <a:cs typeface="+mn-cs"/>
              </a:rPr>
              <a:t>Filtre « % »</a:t>
            </a:r>
          </a:p>
          <a:p>
            <a:pPr lvl="2">
              <a:lnSpc>
                <a:spcPct val="80000"/>
              </a:lnSpc>
              <a:defRPr/>
            </a:pPr>
            <a:r>
              <a:rPr lang="fr-FR" sz="1000">
                <a:ea typeface="ＭＳ Ｐゴシック" charset="-128"/>
                <a:cs typeface="+mn-cs"/>
              </a:rPr>
              <a:t>Ce filtre permet de contrôler la proportion d</a:t>
            </a:r>
            <a:r>
              <a:rPr lang="fr-FR" altLang="fr-FR" sz="1000">
                <a:ea typeface="ＭＳ Ｐゴシック" charset="-128"/>
                <a:cs typeface="+mn-cs"/>
              </a:rPr>
              <a:t>’</a:t>
            </a:r>
            <a:r>
              <a:rPr lang="fr-FR" sz="1000">
                <a:ea typeface="ＭＳ Ｐゴシック" charset="-128"/>
                <a:cs typeface="+mn-cs"/>
              </a:rPr>
              <a:t>appels clients qui partira en routage direct agent. Le contrôle du « % de routage agent » se fait grâce à un paramètre modifiable dans l</a:t>
            </a:r>
            <a:r>
              <a:rPr lang="fr-FR" altLang="fr-FR" sz="1000">
                <a:ea typeface="ＭＳ Ｐゴシック" charset="-128"/>
                <a:cs typeface="+mn-cs"/>
              </a:rPr>
              <a:t>’</a:t>
            </a:r>
            <a:r>
              <a:rPr lang="fr-FR" sz="1000">
                <a:ea typeface="ＭＳ Ｐゴシック" charset="-128"/>
                <a:cs typeface="+mn-cs"/>
              </a:rPr>
              <a:t>IHM IRIS.</a:t>
            </a:r>
          </a:p>
          <a:p>
            <a:pPr lvl="1">
              <a:lnSpc>
                <a:spcPct val="80000"/>
              </a:lnSpc>
              <a:defRPr/>
            </a:pPr>
            <a:r>
              <a:rPr lang="fr-FR" sz="1400">
                <a:ea typeface="ＭＳ Ｐゴシック" charset="-128"/>
                <a:cs typeface="+mn-cs"/>
              </a:rPr>
              <a:t>Filtre « Routage Agent </a:t>
            </a:r>
            <a:r>
              <a:rPr lang="fr-FR" sz="1400" err="1">
                <a:ea typeface="ＭＳ Ｐゴシック" charset="-128"/>
                <a:cs typeface="+mn-cs"/>
              </a:rPr>
              <a:t>ActivE</a:t>
            </a:r>
            <a:r>
              <a:rPr lang="fr-FR" sz="1400">
                <a:ea typeface="ＭＳ Ｐゴシック" charset="-128"/>
                <a:cs typeface="+mn-cs"/>
              </a:rPr>
              <a:t> ? »</a:t>
            </a:r>
          </a:p>
          <a:p>
            <a:pPr lvl="2">
              <a:lnSpc>
                <a:spcPct val="80000"/>
              </a:lnSpc>
              <a:defRPr/>
            </a:pPr>
            <a:r>
              <a:rPr lang="fr-FR" sz="1000">
                <a:ea typeface="ＭＳ Ｐゴシック" charset="-128"/>
                <a:cs typeface="+mn-cs"/>
              </a:rPr>
              <a:t>Si le paramètre IHM IRIS « </a:t>
            </a:r>
            <a:r>
              <a:rPr lang="fr-FR" sz="1000" err="1">
                <a:ea typeface="ＭＳ Ｐゴシック" charset="-128"/>
                <a:cs typeface="+mn-cs"/>
              </a:rPr>
              <a:t>ActivationRoutage</a:t>
            </a:r>
            <a:r>
              <a:rPr lang="fr-FR" sz="1000">
                <a:ea typeface="ＭＳ Ｐゴシック" charset="-128"/>
                <a:cs typeface="+mn-cs"/>
              </a:rPr>
              <a:t> agent » est </a:t>
            </a:r>
            <a:r>
              <a:rPr lang="fr-FR" sz="1000" err="1">
                <a:ea typeface="ＭＳ Ｐゴシック" charset="-128"/>
                <a:cs typeface="+mn-cs"/>
              </a:rPr>
              <a:t>cochE</a:t>
            </a:r>
            <a:r>
              <a:rPr lang="fr-FR" sz="1000">
                <a:ea typeface="ＭＳ Ｐゴシック" charset="-128"/>
                <a:cs typeface="+mn-cs"/>
              </a:rPr>
              <a:t>. Alors le client est </a:t>
            </a:r>
            <a:r>
              <a:rPr lang="fr-FR" sz="1000" err="1">
                <a:ea typeface="ＭＳ Ｐゴシック" charset="-128"/>
                <a:cs typeface="+mn-cs"/>
              </a:rPr>
              <a:t>routE</a:t>
            </a:r>
            <a:r>
              <a:rPr lang="fr-FR" sz="1000">
                <a:ea typeface="ＭＳ Ｐゴシック" charset="-128"/>
                <a:cs typeface="+mn-cs"/>
              </a:rPr>
              <a:t> vers la branche </a:t>
            </a:r>
            <a:r>
              <a:rPr lang="fr-FR" sz="1000" err="1">
                <a:ea typeface="ＭＳ Ｐゴシック" charset="-128"/>
                <a:cs typeface="+mn-cs"/>
              </a:rPr>
              <a:t>CLNS_Rout_Agt_Active</a:t>
            </a:r>
            <a:r>
              <a:rPr lang="fr-FR" sz="1000">
                <a:ea typeface="ＭＳ Ｐゴシック" charset="-128"/>
                <a:cs typeface="+mn-cs"/>
              </a:rPr>
              <a:t>.</a:t>
            </a:r>
          </a:p>
          <a:p>
            <a:pPr lvl="1">
              <a:lnSpc>
                <a:spcPct val="80000"/>
              </a:lnSpc>
              <a:defRPr/>
            </a:pPr>
            <a:r>
              <a:rPr lang="fr-FR" sz="1400">
                <a:ea typeface="ＭＳ Ｐゴシック" charset="-128"/>
                <a:cs typeface="+mn-cs"/>
              </a:rPr>
              <a:t>Filtre « Agent disponible ? »</a:t>
            </a:r>
          </a:p>
          <a:p>
            <a:pPr lvl="2">
              <a:lnSpc>
                <a:spcPct val="80000"/>
              </a:lnSpc>
              <a:defRPr/>
            </a:pPr>
            <a:r>
              <a:rPr lang="fr-FR" sz="1000">
                <a:ea typeface="ＭＳ Ｐゴシック" charset="-128"/>
                <a:cs typeface="+mn-cs"/>
              </a:rPr>
              <a:t>Le filtre </a:t>
            </a:r>
            <a:r>
              <a:rPr lang="fr-FR" sz="1000" err="1">
                <a:ea typeface="ＭＳ Ｐゴシック" charset="-128"/>
                <a:cs typeface="+mn-cs"/>
              </a:rPr>
              <a:t>vErifie</a:t>
            </a:r>
            <a:r>
              <a:rPr lang="fr-FR" sz="1000">
                <a:ea typeface="ＭＳ Ｐゴシック" charset="-128"/>
                <a:cs typeface="+mn-cs"/>
              </a:rPr>
              <a:t> si l</a:t>
            </a:r>
            <a:r>
              <a:rPr lang="fr-FR" altLang="fr-FR" sz="1000">
                <a:ea typeface="ＭＳ Ｐゴシック" charset="-128"/>
                <a:cs typeface="+mn-cs"/>
              </a:rPr>
              <a:t>’</a:t>
            </a:r>
            <a:r>
              <a:rPr lang="fr-FR" sz="1000">
                <a:ea typeface="ＭＳ Ｐゴシック" charset="-128"/>
                <a:cs typeface="+mn-cs"/>
              </a:rPr>
              <a:t>agent </a:t>
            </a:r>
            <a:r>
              <a:rPr lang="fr-FR" sz="1000" b="1">
                <a:ea typeface="ＭＳ Ｐゴシック" charset="-128"/>
                <a:cs typeface="+mn-cs"/>
              </a:rPr>
              <a:t>MODIFIEUR</a:t>
            </a:r>
            <a:r>
              <a:rPr lang="fr-FR" sz="1000">
                <a:ea typeface="ＭＳ Ｐゴシック" charset="-128"/>
                <a:cs typeface="+mn-cs"/>
              </a:rPr>
              <a:t> du « Traitement CLNS » </a:t>
            </a:r>
            <a:r>
              <a:rPr lang="fr-FR" sz="1000" b="1">
                <a:ea typeface="ＭＳ Ｐゴシック" charset="-128"/>
                <a:cs typeface="+mn-cs"/>
              </a:rPr>
              <a:t>,</a:t>
            </a:r>
            <a:r>
              <a:rPr lang="fr-FR" sz="1000">
                <a:ea typeface="ＭＳ Ｐゴシック" charset="-128"/>
                <a:cs typeface="+mn-cs"/>
              </a:rPr>
              <a:t> correspondant au client en ligne, est disponible. S</a:t>
            </a:r>
            <a:r>
              <a:rPr lang="fr-FR" altLang="fr-FR" sz="1000">
                <a:ea typeface="ＭＳ Ｐゴシック" charset="-128"/>
                <a:cs typeface="+mn-cs"/>
              </a:rPr>
              <a:t>’</a:t>
            </a:r>
            <a:r>
              <a:rPr lang="fr-FR" sz="1000">
                <a:ea typeface="ＭＳ Ｐゴシック" charset="-128"/>
                <a:cs typeface="+mn-cs"/>
              </a:rPr>
              <a:t>il n</a:t>
            </a:r>
            <a:r>
              <a:rPr lang="fr-FR" altLang="fr-FR" sz="1000">
                <a:ea typeface="ＭＳ Ｐゴシック" charset="-128"/>
                <a:cs typeface="+mn-cs"/>
              </a:rPr>
              <a:t>’</a:t>
            </a:r>
            <a:r>
              <a:rPr lang="fr-FR" sz="1000">
                <a:ea typeface="ＭＳ Ｐゴシック" charset="-128"/>
                <a:cs typeface="+mn-cs"/>
              </a:rPr>
              <a:t>est pas disponible, l</a:t>
            </a:r>
            <a:r>
              <a:rPr lang="fr-FR" altLang="fr-FR" sz="1000">
                <a:ea typeface="ＭＳ Ｐゴシック" charset="-128"/>
                <a:cs typeface="+mn-cs"/>
              </a:rPr>
              <a:t>’</a:t>
            </a:r>
            <a:r>
              <a:rPr lang="fr-FR" sz="1000">
                <a:ea typeface="ＭＳ Ｐゴシック" charset="-128"/>
                <a:cs typeface="+mn-cs"/>
              </a:rPr>
              <a:t>appel bascule sur l</a:t>
            </a:r>
            <a:r>
              <a:rPr lang="fr-FR" altLang="fr-FR" sz="1000">
                <a:ea typeface="ＭＳ Ｐゴシック" charset="-128"/>
                <a:cs typeface="+mn-cs"/>
              </a:rPr>
              <a:t>’</a:t>
            </a:r>
            <a:r>
              <a:rPr lang="fr-FR" sz="1000">
                <a:ea typeface="ＭＳ Ｐゴシック" charset="-128"/>
                <a:cs typeface="+mn-cs"/>
              </a:rPr>
              <a:t>Equipe.</a:t>
            </a:r>
          </a:p>
          <a:p>
            <a:pPr lvl="1">
              <a:lnSpc>
                <a:spcPct val="80000"/>
              </a:lnSpc>
              <a:defRPr/>
            </a:pPr>
            <a:r>
              <a:rPr lang="fr-FR" sz="1400">
                <a:ea typeface="ＭＳ Ｐゴシック" charset="-128"/>
                <a:cs typeface="+mn-cs"/>
              </a:rPr>
              <a:t>Filtre « Client Fixe </a:t>
            </a:r>
            <a:r>
              <a:rPr lang="fr-FR" sz="1400" err="1">
                <a:ea typeface="ＭＳ Ｐゴシック" charset="-128"/>
                <a:cs typeface="+mn-cs"/>
              </a:rPr>
              <a:t>IntEgrale</a:t>
            </a:r>
            <a:r>
              <a:rPr lang="fr-FR" sz="1400">
                <a:ea typeface="ＭＳ Ｐゴシック" charset="-128"/>
                <a:cs typeface="+mn-cs"/>
              </a:rPr>
              <a:t> ? »</a:t>
            </a:r>
          </a:p>
          <a:p>
            <a:pPr lvl="2">
              <a:lnSpc>
                <a:spcPct val="80000"/>
              </a:lnSpc>
              <a:defRPr/>
            </a:pPr>
            <a:r>
              <a:rPr lang="fr-FR" sz="1000">
                <a:ea typeface="ＭＳ Ｐゴシック" charset="-128"/>
                <a:cs typeface="+mn-cs"/>
              </a:rPr>
              <a:t>Pour le routage Equipe, le filtre </a:t>
            </a:r>
            <a:r>
              <a:rPr lang="fr-FR" sz="1000" err="1">
                <a:ea typeface="ＭＳ Ｐゴシック" charset="-128"/>
                <a:cs typeface="+mn-cs"/>
              </a:rPr>
              <a:t>vErifie</a:t>
            </a:r>
            <a:r>
              <a:rPr lang="fr-FR" sz="1000">
                <a:ea typeface="ＭＳ Ｐゴシック" charset="-128"/>
                <a:cs typeface="+mn-cs"/>
              </a:rPr>
              <a:t> si le client est « NEUF_INTEGRALE » ou « ADSL-** » dans le champ </a:t>
            </a:r>
            <a:r>
              <a:rPr lang="fr-FR" sz="1000" b="1">
                <a:ea typeface="ＭＳ Ｐゴシック" charset="-128"/>
                <a:cs typeface="+mn-cs"/>
              </a:rPr>
              <a:t>OFFRE</a:t>
            </a:r>
            <a:r>
              <a:rPr lang="fr-FR" sz="1000">
                <a:ea typeface="ＭＳ Ｐゴシック" charset="-128"/>
                <a:cs typeface="+mn-cs"/>
              </a:rPr>
              <a:t> du fichier </a:t>
            </a:r>
            <a:r>
              <a:rPr lang="fr-FR" sz="1000" b="1">
                <a:ea typeface="ＭＳ Ｐゴシック" charset="-128"/>
                <a:cs typeface="+mn-cs"/>
              </a:rPr>
              <a:t>Base_clients9.csv</a:t>
            </a:r>
            <a:r>
              <a:rPr lang="fr-FR" sz="1000">
                <a:ea typeface="ＭＳ Ｐゴシック" charset="-128"/>
                <a:cs typeface="+mn-cs"/>
              </a:rPr>
              <a:t>. Le client est </a:t>
            </a:r>
            <a:r>
              <a:rPr lang="fr-FR" sz="1000" err="1">
                <a:ea typeface="ＭＳ Ｐゴシック" charset="-128"/>
                <a:cs typeface="+mn-cs"/>
              </a:rPr>
              <a:t>routE</a:t>
            </a:r>
            <a:r>
              <a:rPr lang="fr-FR" sz="1000">
                <a:ea typeface="ＭＳ Ｐゴシック" charset="-128"/>
                <a:cs typeface="+mn-cs"/>
              </a:rPr>
              <a:t> sur un nœud Equipe </a:t>
            </a:r>
            <a:r>
              <a:rPr lang="fr-FR" sz="1000" err="1">
                <a:ea typeface="ＭＳ Ｐゴシック" charset="-128"/>
                <a:cs typeface="+mn-cs"/>
              </a:rPr>
              <a:t>spEcifique</a:t>
            </a:r>
            <a:r>
              <a:rPr lang="fr-FR" sz="1000">
                <a:ea typeface="ＭＳ Ｐゴシック" charset="-128"/>
                <a:cs typeface="+mn-cs"/>
              </a:rPr>
              <a:t> suivant son profil.</a:t>
            </a:r>
          </a:p>
        </p:txBody>
      </p:sp>
    </p:spTree>
    <p:extLst>
      <p:ext uri="{BB962C8B-B14F-4D97-AF65-F5344CB8AC3E}">
        <p14:creationId xmlns:p14="http://schemas.microsoft.com/office/powerpoint/2010/main" val="1234332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451D0596-F41E-4148-957C-E1C63E351BF9}" type="slidenum">
              <a:rPr lang="fr-FR" smtClean="0">
                <a:latin typeface="Times New Roman" pitchFamily="18" charset="0"/>
              </a:rPr>
              <a:pPr/>
              <a:t>11</a:t>
            </a:fld>
            <a:endParaRPr lang="fr-FR">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1700" u="sng">
                <a:ea typeface="ＭＳ Ｐゴシック" pitchFamily="1" charset="-128"/>
              </a:rPr>
              <a:t>Commentaires SFR SC :</a:t>
            </a:r>
          </a:p>
          <a:p>
            <a:r>
              <a:rPr lang="fr-FR" sz="1700" b="1">
                <a:effectLst>
                  <a:outerShdw blurRad="38100" dist="38100" dir="2700000" algn="tl">
                    <a:srgbClr val="000000">
                      <a:alpha val="43137"/>
                    </a:srgbClr>
                  </a:outerShdw>
                </a:effectLst>
                <a:ea typeface="ＭＳ Ｐゴシック" pitchFamily="1" charset="-128"/>
              </a:rPr>
              <a:t>NOS </a:t>
            </a:r>
          </a:p>
          <a:p>
            <a:pPr lvl="1"/>
            <a:r>
              <a:rPr lang="fr-FR" sz="1700">
                <a:ea typeface="ＭＳ Ｐゴシック" pitchFamily="1" charset="-128"/>
              </a:rPr>
              <a:t>Filtre « 1</a:t>
            </a:r>
            <a:r>
              <a:rPr lang="fr-FR" sz="1700" baseline="30000">
                <a:ea typeface="ＭＳ Ｐゴシック" pitchFamily="1" charset="-128"/>
              </a:rPr>
              <a:t>er</a:t>
            </a:r>
            <a:r>
              <a:rPr lang="fr-FR" sz="1700">
                <a:ea typeface="ＭＳ Ｐゴシック" pitchFamily="1" charset="-128"/>
              </a:rPr>
              <a:t> appel NOS </a:t>
            </a:r>
            <a:r>
              <a:rPr lang="fr-FR" sz="1700" err="1">
                <a:ea typeface="ＭＳ Ｐゴシック" pitchFamily="1" charset="-128"/>
              </a:rPr>
              <a:t>rEcente</a:t>
            </a:r>
            <a:r>
              <a:rPr lang="fr-FR" sz="1700">
                <a:ea typeface="ＭＳ Ｐゴシック" pitchFamily="1" charset="-128"/>
              </a:rPr>
              <a:t> »</a:t>
            </a:r>
          </a:p>
          <a:p>
            <a:pPr lvl="2"/>
            <a:r>
              <a:rPr lang="fr-FR">
                <a:ea typeface="ＭＳ Ｐゴシック" pitchFamily="1" charset="-128"/>
              </a:rPr>
              <a:t>Si le client se trouve dans le fichier </a:t>
            </a:r>
            <a:r>
              <a:rPr lang="fr-FR" b="1">
                <a:ea typeface="ＭＳ Ｐゴシック" pitchFamily="1" charset="-128"/>
              </a:rPr>
              <a:t>ETL SVI_CLNS_NOS_RECENTE.csv</a:t>
            </a:r>
            <a:r>
              <a:rPr lang="fr-FR">
                <a:ea typeface="ＭＳ Ｐゴシック" pitchFamily="1" charset="-128"/>
              </a:rPr>
              <a:t> avec une </a:t>
            </a:r>
            <a:r>
              <a:rPr lang="fr-FR" b="1">
                <a:ea typeface="ＭＳ Ｐゴシック" pitchFamily="1" charset="-128"/>
              </a:rPr>
              <a:t>DATE_CREATION_NOS </a:t>
            </a:r>
            <a:r>
              <a:rPr lang="fr-FR">
                <a:ea typeface="ＭＳ Ｐゴシック" pitchFamily="1" charset="-128"/>
              </a:rPr>
              <a:t>se trouvant en entre 0 et 12 semaines (le nombre de semaines est </a:t>
            </a:r>
            <a:r>
              <a:rPr lang="fr-FR" err="1">
                <a:ea typeface="ＭＳ Ｐゴシック" pitchFamily="1" charset="-128"/>
              </a:rPr>
              <a:t>paramEtrable</a:t>
            </a:r>
            <a:r>
              <a:rPr lang="fr-FR">
                <a:ea typeface="ＭＳ Ｐゴシック" pitchFamily="1" charset="-128"/>
              </a:rPr>
              <a:t> sur l</a:t>
            </a:r>
            <a:r>
              <a:rPr lang="fr-FR" altLang="fr-FR">
                <a:ea typeface="ＭＳ Ｐゴシック" pitchFamily="1" charset="-128"/>
              </a:rPr>
              <a:t>’</a:t>
            </a:r>
            <a:r>
              <a:rPr lang="fr-FR">
                <a:ea typeface="ＭＳ Ｐゴシック" pitchFamily="1" charset="-128"/>
              </a:rPr>
              <a:t>IHM IRIS) il est </a:t>
            </a:r>
            <a:r>
              <a:rPr lang="fr-FR" err="1">
                <a:ea typeface="ＭＳ Ｐゴシック" pitchFamily="1" charset="-128"/>
              </a:rPr>
              <a:t>routE</a:t>
            </a:r>
            <a:r>
              <a:rPr lang="fr-FR">
                <a:ea typeface="ＭＳ Ｐゴシック" pitchFamily="1" charset="-128"/>
              </a:rPr>
              <a:t> sur la branche NOS </a:t>
            </a:r>
            <a:r>
              <a:rPr lang="fr-FR" err="1">
                <a:ea typeface="ＭＳ Ｐゴシック" pitchFamily="1" charset="-128"/>
              </a:rPr>
              <a:t>Elligible</a:t>
            </a:r>
            <a:r>
              <a:rPr lang="fr-FR">
                <a:ea typeface="ＭＳ Ｐゴシック" pitchFamily="1" charset="-128"/>
              </a:rPr>
              <a:t>.</a:t>
            </a:r>
          </a:p>
          <a:p>
            <a:pPr lvl="1"/>
            <a:r>
              <a:rPr lang="fr-FR" sz="1700">
                <a:ea typeface="ＭＳ Ｐゴシック" pitchFamily="1" charset="-128"/>
              </a:rPr>
              <a:t>Filtre « % »</a:t>
            </a:r>
          </a:p>
          <a:p>
            <a:pPr lvl="2"/>
            <a:r>
              <a:rPr lang="fr-FR">
                <a:ea typeface="ＭＳ Ｐゴシック" pitchFamily="1" charset="-128"/>
              </a:rPr>
              <a:t>Ce filtre permet de contrôler la proportion d</a:t>
            </a:r>
            <a:r>
              <a:rPr lang="fr-FR" altLang="fr-FR">
                <a:ea typeface="ＭＳ Ｐゴシック" pitchFamily="1" charset="-128"/>
              </a:rPr>
              <a:t>’</a:t>
            </a:r>
            <a:r>
              <a:rPr lang="fr-FR">
                <a:ea typeface="ＭＳ Ｐゴシック" pitchFamily="1" charset="-128"/>
              </a:rPr>
              <a:t>appels clients qui partira en routage agent. Le contrôle du « % de routage agent » se fait grâce à un paramètre modifiable dans l</a:t>
            </a:r>
            <a:r>
              <a:rPr lang="fr-FR" altLang="fr-FR">
                <a:ea typeface="ＭＳ Ｐゴシック" pitchFamily="1" charset="-128"/>
              </a:rPr>
              <a:t>’</a:t>
            </a:r>
            <a:r>
              <a:rPr lang="fr-FR">
                <a:ea typeface="ＭＳ Ｐゴシック" pitchFamily="1" charset="-128"/>
              </a:rPr>
              <a:t>IHM IRIS.</a:t>
            </a:r>
          </a:p>
        </p:txBody>
      </p:sp>
    </p:spTree>
    <p:extLst>
      <p:ext uri="{BB962C8B-B14F-4D97-AF65-F5344CB8AC3E}">
        <p14:creationId xmlns:p14="http://schemas.microsoft.com/office/powerpoint/2010/main" val="3431126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a:ln/>
        </p:spPr>
      </p:sp>
      <p:sp>
        <p:nvSpPr>
          <p:cNvPr id="481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48132"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5A5935F-38F6-49FE-A07B-CB9FE3E64012}" type="slidenum">
              <a:rPr lang="fr-FR" smtClean="0">
                <a:latin typeface="Times New Roman" pitchFamily="18" charset="0"/>
              </a:rPr>
              <a:pPr/>
              <a:t>12</a:t>
            </a:fld>
            <a:endParaRPr lang="fr-FR">
              <a:latin typeface="Times New Roman" pitchFamily="18" charset="0"/>
            </a:endParaRPr>
          </a:p>
        </p:txBody>
      </p:sp>
    </p:spTree>
    <p:extLst>
      <p:ext uri="{BB962C8B-B14F-4D97-AF65-F5344CB8AC3E}">
        <p14:creationId xmlns:p14="http://schemas.microsoft.com/office/powerpoint/2010/main" val="24684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a:ln/>
        </p:spPr>
      </p:sp>
      <p:sp>
        <p:nvSpPr>
          <p:cNvPr id="481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48132"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5A5935F-38F6-49FE-A07B-CB9FE3E64012}" type="slidenum">
              <a:rPr lang="fr-FR" smtClean="0">
                <a:latin typeface="Times New Roman" pitchFamily="18" charset="0"/>
              </a:rPr>
              <a:pPr/>
              <a:t>13</a:t>
            </a:fld>
            <a:endParaRPr lang="fr-FR">
              <a:latin typeface="Times New Roman" pitchFamily="18" charset="0"/>
            </a:endParaRPr>
          </a:p>
        </p:txBody>
      </p:sp>
    </p:spTree>
    <p:extLst>
      <p:ext uri="{BB962C8B-B14F-4D97-AF65-F5344CB8AC3E}">
        <p14:creationId xmlns:p14="http://schemas.microsoft.com/office/powerpoint/2010/main" val="2438636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a:ln/>
        </p:spPr>
      </p:sp>
      <p:sp>
        <p:nvSpPr>
          <p:cNvPr id="481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48132"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5A5935F-38F6-49FE-A07B-CB9FE3E64012}" type="slidenum">
              <a:rPr lang="fr-FR" smtClean="0">
                <a:latin typeface="Times New Roman" pitchFamily="18" charset="0"/>
              </a:rPr>
              <a:pPr/>
              <a:t>14</a:t>
            </a:fld>
            <a:endParaRPr lang="fr-FR">
              <a:latin typeface="Times New Roman" pitchFamily="18" charset="0"/>
            </a:endParaRPr>
          </a:p>
        </p:txBody>
      </p:sp>
    </p:spTree>
    <p:extLst>
      <p:ext uri="{BB962C8B-B14F-4D97-AF65-F5344CB8AC3E}">
        <p14:creationId xmlns:p14="http://schemas.microsoft.com/office/powerpoint/2010/main" val="1892987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a:ln/>
        </p:spPr>
      </p:sp>
      <p:sp>
        <p:nvSpPr>
          <p:cNvPr id="48131"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48132"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5A5935F-38F6-49FE-A07B-CB9FE3E64012}" type="slidenum">
              <a:rPr lang="fr-FR" smtClean="0">
                <a:latin typeface="Times New Roman" pitchFamily="18" charset="0"/>
              </a:rPr>
              <a:pPr/>
              <a:t>15</a:t>
            </a:fld>
            <a:endParaRPr lang="fr-FR">
              <a:latin typeface="Times New Roman" pitchFamily="18" charset="0"/>
            </a:endParaRPr>
          </a:p>
        </p:txBody>
      </p:sp>
    </p:spTree>
    <p:extLst>
      <p:ext uri="{BB962C8B-B14F-4D97-AF65-F5344CB8AC3E}">
        <p14:creationId xmlns:p14="http://schemas.microsoft.com/office/powerpoint/2010/main" val="308695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solidFill>
                  <a:srgbClr val="000000"/>
                </a:solidFill>
                <a:latin typeface="Times New Roman" pitchFamily="18" charset="0"/>
              </a:rPr>
              <a:pPr/>
              <a:t>16</a:t>
            </a:fld>
            <a:endParaRPr lang="fr-FR">
              <a:solidFill>
                <a:srgbClr val="000000"/>
              </a:solidFill>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none">
              <a:ea typeface="ＭＳ Ｐゴシック" charset="-128"/>
              <a:cs typeface="+mn-cs"/>
            </a:endParaRPr>
          </a:p>
          <a:p>
            <a:pPr>
              <a:defRPr/>
            </a:pPr>
            <a:r>
              <a:rPr lang="fr-FR" b="1" u="none">
                <a:ea typeface="ＭＳ Ｐゴシック" charset="-128"/>
                <a:cs typeface="+mn-cs"/>
              </a:rPr>
              <a:t>Filtre « Menu4 interruptible ? » </a:t>
            </a:r>
            <a:r>
              <a:rPr lang="fr-FR" u="none">
                <a:ea typeface="ＭＳ Ｐゴシック" charset="-128"/>
                <a:cs typeface="+mn-cs"/>
              </a:rPr>
              <a:t>: activable/</a:t>
            </a:r>
            <a:r>
              <a:rPr lang="fr-FR" u="none" err="1">
                <a:ea typeface="ＭＳ Ｐゴシック" charset="-128"/>
                <a:cs typeface="+mn-cs"/>
              </a:rPr>
              <a:t>dEsactivable</a:t>
            </a:r>
            <a:r>
              <a:rPr lang="fr-FR" u="none">
                <a:ea typeface="ＭＳ Ｐゴシック" charset="-128"/>
                <a:cs typeface="+mn-cs"/>
              </a:rPr>
              <a:t> via IHM. Permet de</a:t>
            </a:r>
            <a:r>
              <a:rPr lang="fr-FR" u="none" baseline="0">
                <a:ea typeface="ＭＳ Ｐゴシック" charset="-128"/>
                <a:cs typeface="+mn-cs"/>
              </a:rPr>
              <a:t> rendre interruptible ou pas ce menu</a:t>
            </a:r>
            <a:endParaRPr lang="fr-FR" u="none">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4029188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pPr marL="0" marR="0" lvl="0" indent="0" algn="r" defTabSz="968248" rtl="0" eaLnBrk="0" fontAlgn="base" latinLnBrk="0" hangingPunct="0">
              <a:lnSpc>
                <a:spcPct val="100000"/>
              </a:lnSpc>
              <a:spcBef>
                <a:spcPct val="0"/>
              </a:spcBef>
              <a:spcAft>
                <a:spcPct val="0"/>
              </a:spcAft>
              <a:buClrTx/>
              <a:buSzTx/>
              <a:buFontTx/>
              <a:buNone/>
              <a:tabLst/>
              <a:defRPr/>
            </a:pPr>
            <a:fld id="{1627CB2E-206D-4FBA-ABBE-3725A707EC39}" type="slidenum">
              <a:rPr kumimoji="0" lang="fr-FR"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1" charset="-128"/>
                <a:cs typeface="+mn-cs"/>
              </a:rPr>
              <a:pPr marL="0" marR="0" lvl="0" indent="0" algn="r" defTabSz="968248" rtl="0" eaLnBrk="0" fontAlgn="base" latinLnBrk="0" hangingPunct="0">
                <a:lnSpc>
                  <a:spcPct val="100000"/>
                </a:lnSpc>
                <a:spcBef>
                  <a:spcPct val="0"/>
                </a:spcBef>
                <a:spcAft>
                  <a:spcPct val="0"/>
                </a:spcAft>
                <a:buClrTx/>
                <a:buSzTx/>
                <a:buFontTx/>
                <a:buNone/>
                <a:tabLst/>
                <a:defRPr/>
              </a:pPr>
              <a:t>17</a:t>
            </a:fld>
            <a:endParaRPr kumimoji="0" lang="fr-FR" sz="1200" b="0" i="0" u="none" strike="noStrike" kern="1200" cap="none" spc="0" normalizeH="0" baseline="0" noProof="0">
              <a:ln>
                <a:noFill/>
              </a:ln>
              <a:solidFill>
                <a:srgbClr val="000000"/>
              </a:solidFill>
              <a:effectLst/>
              <a:uLnTx/>
              <a:uFillTx/>
              <a:latin typeface="Times New Roman" pitchFamily="18" charset="0"/>
              <a:ea typeface="ＭＳ Ｐゴシック" pitchFamily="1" charset="-128"/>
              <a:cs typeface="+mn-cs"/>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none">
              <a:ea typeface="ＭＳ Ｐゴシック" charset="-128"/>
              <a:cs typeface="+mn-cs"/>
            </a:endParaRPr>
          </a:p>
          <a:p>
            <a:pPr>
              <a:defRPr/>
            </a:pPr>
            <a:r>
              <a:rPr lang="fr-FR" b="1" u="none">
                <a:ea typeface="ＭＳ Ｐゴシック" charset="-128"/>
                <a:cs typeface="+mn-cs"/>
              </a:rPr>
              <a:t>Filtre « Menu4 interruptible ? » </a:t>
            </a:r>
            <a:r>
              <a:rPr lang="fr-FR" u="none">
                <a:ea typeface="ＭＳ Ｐゴシック" charset="-128"/>
                <a:cs typeface="+mn-cs"/>
              </a:rPr>
              <a:t>: activable/</a:t>
            </a:r>
            <a:r>
              <a:rPr lang="fr-FR" u="none" err="1">
                <a:ea typeface="ＭＳ Ｐゴシック" charset="-128"/>
                <a:cs typeface="+mn-cs"/>
              </a:rPr>
              <a:t>dEsactivable</a:t>
            </a:r>
            <a:r>
              <a:rPr lang="fr-FR" u="none">
                <a:ea typeface="ＭＳ Ｐゴシック" charset="-128"/>
                <a:cs typeface="+mn-cs"/>
              </a:rPr>
              <a:t> via IHM. Permet de</a:t>
            </a:r>
            <a:r>
              <a:rPr lang="fr-FR" u="none" baseline="0">
                <a:ea typeface="ＭＳ Ｐゴシック" charset="-128"/>
                <a:cs typeface="+mn-cs"/>
              </a:rPr>
              <a:t> rendre interruptible ou pas ce menu</a:t>
            </a:r>
            <a:endParaRPr lang="fr-FR" u="none">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822197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solidFill>
                  <a:srgbClr val="000000"/>
                </a:solidFill>
                <a:latin typeface="Times New Roman" pitchFamily="18" charset="0"/>
              </a:rPr>
              <a:pPr/>
              <a:t>18</a:t>
            </a:fld>
            <a:endParaRPr lang="fr-FR">
              <a:solidFill>
                <a:srgbClr val="000000"/>
              </a:solidFill>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none">
              <a:ea typeface="ＭＳ Ｐゴシック" charset="-128"/>
              <a:cs typeface="+mn-cs"/>
            </a:endParaRPr>
          </a:p>
          <a:p>
            <a:pPr>
              <a:defRPr/>
            </a:pPr>
            <a:r>
              <a:rPr lang="fr-FR" b="1" u="none">
                <a:ea typeface="ＭＳ Ｐゴシック" charset="-128"/>
                <a:cs typeface="+mn-cs"/>
              </a:rPr>
              <a:t>Filtre « Menu4 interruptible ? » </a:t>
            </a:r>
            <a:r>
              <a:rPr lang="fr-FR" u="none">
                <a:ea typeface="ＭＳ Ｐゴシック" charset="-128"/>
                <a:cs typeface="+mn-cs"/>
              </a:rPr>
              <a:t>: activable/</a:t>
            </a:r>
            <a:r>
              <a:rPr lang="fr-FR" u="none" err="1">
                <a:ea typeface="ＭＳ Ｐゴシック" charset="-128"/>
                <a:cs typeface="+mn-cs"/>
              </a:rPr>
              <a:t>dEsactivable</a:t>
            </a:r>
            <a:r>
              <a:rPr lang="fr-FR" u="none">
                <a:ea typeface="ＭＳ Ｐゴシック" charset="-128"/>
                <a:cs typeface="+mn-cs"/>
              </a:rPr>
              <a:t> via IHM. Permet de</a:t>
            </a:r>
            <a:r>
              <a:rPr lang="fr-FR" u="none" baseline="0">
                <a:ea typeface="ＭＳ Ｐゴシック" charset="-128"/>
                <a:cs typeface="+mn-cs"/>
              </a:rPr>
              <a:t> rendre interruptible ou pas ce menu</a:t>
            </a:r>
            <a:endParaRPr lang="fr-FR" u="none">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1033464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19</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845497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20</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944313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21</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956552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22</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none">
              <a:ea typeface="ＭＳ Ｐゴシック" charset="-128"/>
              <a:cs typeface="+mn-cs"/>
            </a:endParaRPr>
          </a:p>
          <a:p>
            <a:pPr>
              <a:defRPr/>
            </a:pPr>
            <a:r>
              <a:rPr lang="fr-FR" b="1" u="none">
                <a:ea typeface="ＭＳ Ｐゴシック" charset="-128"/>
                <a:cs typeface="+mn-cs"/>
              </a:rPr>
              <a:t>Filtre « Menu4 interruptible ? » </a:t>
            </a:r>
            <a:r>
              <a:rPr lang="fr-FR" u="none">
                <a:ea typeface="ＭＳ Ｐゴシック" charset="-128"/>
                <a:cs typeface="+mn-cs"/>
              </a:rPr>
              <a:t>: activable/</a:t>
            </a:r>
            <a:r>
              <a:rPr lang="fr-FR" u="none" err="1">
                <a:ea typeface="ＭＳ Ｐゴシック" charset="-128"/>
                <a:cs typeface="+mn-cs"/>
              </a:rPr>
              <a:t>dEsactivable</a:t>
            </a:r>
            <a:r>
              <a:rPr lang="fr-FR" u="none">
                <a:ea typeface="ＭＳ Ｐゴシック" charset="-128"/>
                <a:cs typeface="+mn-cs"/>
              </a:rPr>
              <a:t> via IHM. Permet de</a:t>
            </a:r>
            <a:r>
              <a:rPr lang="fr-FR" u="none" baseline="0">
                <a:ea typeface="ＭＳ Ｐゴシック" charset="-128"/>
                <a:cs typeface="+mn-cs"/>
              </a:rPr>
              <a:t> rendre interruptible ou pas ce menu</a:t>
            </a:r>
            <a:endParaRPr lang="fr-FR" u="none">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137093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23</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136773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24</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538139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25</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772977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26</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endParaRPr lang="fr-FR" u="none">
              <a:ea typeface="ＭＳ Ｐゴシック" charset="-128"/>
              <a:cs typeface="+mn-cs"/>
            </a:endParaRPr>
          </a:p>
          <a:p>
            <a:pPr>
              <a:defRPr/>
            </a:pPr>
            <a:r>
              <a:rPr lang="fr-FR" b="1" u="none">
                <a:ea typeface="ＭＳ Ｐゴシック" charset="-128"/>
                <a:cs typeface="+mn-cs"/>
              </a:rPr>
              <a:t>Filtre « Menu4 interruptible ? » </a:t>
            </a:r>
            <a:r>
              <a:rPr lang="fr-FR" u="none">
                <a:ea typeface="ＭＳ Ｐゴシック" charset="-128"/>
                <a:cs typeface="+mn-cs"/>
              </a:rPr>
              <a:t>: activable/</a:t>
            </a:r>
            <a:r>
              <a:rPr lang="fr-FR" u="none" err="1">
                <a:ea typeface="ＭＳ Ｐゴシック" charset="-128"/>
                <a:cs typeface="+mn-cs"/>
              </a:rPr>
              <a:t>dEsactivable</a:t>
            </a:r>
            <a:r>
              <a:rPr lang="fr-FR" u="none">
                <a:ea typeface="ＭＳ Ｐゴシック" charset="-128"/>
                <a:cs typeface="+mn-cs"/>
              </a:rPr>
              <a:t> via IHM. Permet de</a:t>
            </a:r>
            <a:r>
              <a:rPr lang="fr-FR" u="none" baseline="0">
                <a:ea typeface="ＭＳ Ｐゴシック" charset="-128"/>
                <a:cs typeface="+mn-cs"/>
              </a:rPr>
              <a:t> rendre interruptible ou pas ce menu</a:t>
            </a:r>
            <a:endParaRPr lang="fr-FR" u="none">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endParaRPr lang="fr-FR" u="sng">
              <a:ea typeface="ＭＳ Ｐゴシック" charset="-128"/>
              <a:cs typeface="+mn-cs"/>
            </a:endParaRP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31247256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27</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cs typeface="+mn-cs"/>
              </a:rPr>
              <a:t>Support Technique en cours SFR PRO</a:t>
            </a:r>
            <a:r>
              <a:rPr lang="fr-FR" b="1">
                <a:ea typeface="ＭＳ Ｐゴシック" charset="-128"/>
                <a:cs typeface="+mn-cs"/>
              </a:rPr>
              <a:t>»</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identification est faite sur le NDI du client</a:t>
            </a:r>
          </a:p>
          <a:p>
            <a:pPr lvl="2">
              <a:defRPr/>
            </a:pPr>
            <a:r>
              <a:rPr lang="fr-FR" sz="1000">
                <a:ea typeface="ＭＳ Ｐゴシック" charset="-128"/>
                <a:cs typeface="+mn-cs"/>
              </a:rPr>
              <a:t>Le fichier ETL SVI_HLI_ST_Ouvert_ou_En_cours.csv contient la liste des clients ayant un support technique au STC.</a:t>
            </a:r>
          </a:p>
          <a:p>
            <a:pPr lvl="2">
              <a:defRPr/>
            </a:pPr>
            <a:r>
              <a:rPr lang="fr-FR" sz="1000">
                <a:ea typeface="ＭＳ Ｐゴシック" charset="-128"/>
                <a:cs typeface="+mn-cs"/>
              </a:rPr>
              <a:t>L</a:t>
            </a:r>
            <a:r>
              <a:rPr lang="fr-FR" altLang="fr-FR" sz="1000">
                <a:ea typeface="ＭＳ Ｐゴシック" charset="-128"/>
                <a:cs typeface="+mn-cs"/>
              </a:rPr>
              <a:t>’</a:t>
            </a:r>
            <a:r>
              <a:rPr lang="fr-FR" sz="1000">
                <a:ea typeface="ＭＳ Ｐゴシック" charset="-128"/>
                <a:cs typeface="+mn-cs"/>
              </a:rPr>
              <a:t>appel est Eligible au BeB SFR PRO si le filtre est </a:t>
            </a:r>
            <a:r>
              <a:rPr lang="fr-FR" sz="1000" err="1">
                <a:ea typeface="ＭＳ Ｐゴシック" charset="-128"/>
                <a:cs typeface="+mn-cs"/>
              </a:rPr>
              <a:t>activE</a:t>
            </a:r>
            <a:r>
              <a:rPr lang="fr-FR" sz="1000">
                <a:ea typeface="ＭＳ Ｐゴシック" charset="-128"/>
                <a:cs typeface="+mn-cs"/>
              </a:rPr>
              <a:t>,</a:t>
            </a:r>
          </a:p>
          <a:p>
            <a:pPr lvl="2">
              <a:defRPr/>
            </a:pPr>
            <a:endParaRPr lang="fr-FR" sz="1000" b="1">
              <a:ea typeface="ＭＳ Ｐゴシック" charset="-128"/>
              <a:cs typeface="+mn-cs"/>
            </a:endParaRPr>
          </a:p>
          <a:p>
            <a:pPr lvl="2">
              <a:defRPr/>
            </a:pPr>
            <a:endParaRPr lang="fr-FR" sz="1000" b="1">
              <a:ea typeface="ＭＳ Ｐゴシック" charset="-128"/>
              <a:cs typeface="+mn-cs"/>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cs typeface="+mn-cs"/>
              </a:rPr>
              <a:t>En fonction des horaires </a:t>
            </a:r>
            <a:r>
              <a:rPr lang="fr-FR" sz="1000" err="1">
                <a:ea typeface="ＭＳ Ｐゴシック" charset="-128"/>
                <a:cs typeface="+mn-cs"/>
              </a:rPr>
              <a:t>dEfinis</a:t>
            </a:r>
            <a:r>
              <a:rPr lang="fr-FR" sz="1000">
                <a:ea typeface="ＭＳ Ｐゴシック" charset="-128"/>
                <a:cs typeface="+mn-cs"/>
              </a:rPr>
              <a:t> dans l</a:t>
            </a:r>
            <a:r>
              <a:rPr lang="fr-FR" altLang="fr-FR" sz="1000">
                <a:ea typeface="ＭＳ Ｐゴシック" charset="-128"/>
                <a:cs typeface="+mn-cs"/>
              </a:rPr>
              <a:t>’</a:t>
            </a:r>
            <a:r>
              <a:rPr lang="fr-FR" sz="1000">
                <a:ea typeface="ＭＳ Ｐゴシック" charset="-128"/>
                <a:cs typeface="+mn-cs"/>
              </a:rPr>
              <a:t>onglet IRIS pour chaque position</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r>
              <a:rPr lang="fr-FR" sz="1000">
                <a:ea typeface="ＭＳ Ｐゴシック" charset="-128"/>
                <a:cs typeface="+mn-cs"/>
              </a:rPr>
              <a:t>L’identification des clients </a:t>
            </a:r>
            <a:r>
              <a:rPr lang="fr-FR" sz="1000" err="1">
                <a:ea typeface="ＭＳ Ｐゴシック" charset="-128"/>
                <a:cs typeface="+mn-cs"/>
              </a:rPr>
              <a:t>tropicana</a:t>
            </a:r>
            <a:r>
              <a:rPr lang="fr-FR" sz="1000">
                <a:ea typeface="ＭＳ Ｐゴシック" charset="-128"/>
                <a:cs typeface="+mn-cs"/>
              </a:rPr>
              <a:t> se fera uniquement sur SAFIR (OFFRE=SCPF)</a:t>
            </a: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lvl="2">
              <a:defRPr/>
            </a:pPr>
            <a:endParaRPr lang="fr-FR" sz="1000">
              <a:ea typeface="ＭＳ Ｐゴシック" charset="-128"/>
              <a:cs typeface="+mn-cs"/>
            </a:endParaRPr>
          </a:p>
          <a:p>
            <a:pPr>
              <a:buFontTx/>
              <a:buChar char="-"/>
              <a:defRPr/>
            </a:pPr>
            <a:endParaRPr lang="fr-FR" sz="1000">
              <a:ea typeface="ＭＳ Ｐゴシック" charset="-128"/>
              <a:cs typeface="+mn-cs"/>
              <a:sym typeface="Wingdings" pitchFamily="2" charset="2"/>
            </a:endParaRPr>
          </a:p>
          <a:p>
            <a:pPr>
              <a:defRPr/>
            </a:pPr>
            <a:endParaRPr lang="fr-FR" sz="1000">
              <a:ea typeface="ＭＳ Ｐゴシック" charset="-128"/>
              <a:cs typeface="+mn-cs"/>
            </a:endParaRPr>
          </a:p>
          <a:p>
            <a:pPr>
              <a:defRPr/>
            </a:pPr>
            <a:endParaRPr lang="fr-FR" sz="1000">
              <a:ea typeface="ＭＳ Ｐゴシック" charset="-128"/>
              <a:cs typeface="+mn-cs"/>
            </a:endParaRPr>
          </a:p>
        </p:txBody>
      </p:sp>
    </p:spTree>
    <p:extLst>
      <p:ext uri="{BB962C8B-B14F-4D97-AF65-F5344CB8AC3E}">
        <p14:creationId xmlns:p14="http://schemas.microsoft.com/office/powerpoint/2010/main" val="26246381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CABLE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prstClr val="black"/>
                </a:solidFill>
                <a:latin typeface="Times New Roman" pitchFamily="18" charset="0"/>
              </a:rPr>
              <a:pPr/>
              <a:t>28</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0932168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29</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770894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30</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211245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31</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663025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CABLE RECENT : Offre&lt;&gt;CABLE_RED &amp; ( "date appel – DAT_ CRLD &lt; seuil IRIS ‘client </a:t>
            </a:r>
            <a:r>
              <a:rPr lang="fr-FR" b="1" err="1"/>
              <a:t>recent</a:t>
            </a:r>
            <a:r>
              <a:rPr lang="fr-FR" b="1"/>
              <a:t> </a:t>
            </a:r>
            <a:r>
              <a:rPr lang="fr-FR" b="1" err="1"/>
              <a:t>Wholesale</a:t>
            </a:r>
            <a:r>
              <a:rPr lang="fr-FR" b="1"/>
              <a:t>’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32</a:t>
            </a:fld>
            <a:endParaRPr lang="fr-FR">
              <a:latin typeface="Times New Roman" pitchFamily="18" charset="0"/>
            </a:endParaRPr>
          </a:p>
        </p:txBody>
      </p:sp>
    </p:spTree>
    <p:extLst>
      <p:ext uri="{BB962C8B-B14F-4D97-AF65-F5344CB8AC3E}">
        <p14:creationId xmlns:p14="http://schemas.microsoft.com/office/powerpoint/2010/main" val="4725418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CABLE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33</a:t>
            </a:fld>
            <a:endParaRPr lang="fr-FR">
              <a:latin typeface="Times New Roman" pitchFamily="18" charset="0"/>
            </a:endParaRPr>
          </a:p>
        </p:txBody>
      </p:sp>
    </p:spTree>
    <p:extLst>
      <p:ext uri="{BB962C8B-B14F-4D97-AF65-F5344CB8AC3E}">
        <p14:creationId xmlns:p14="http://schemas.microsoft.com/office/powerpoint/2010/main" val="2136239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34</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24320113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35</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16023848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36</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30216141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r>
              <a:rPr lang="fr-FR" b="1" u="none">
                <a:ea typeface="ＭＳ Ｐゴシック" pitchFamily="1" charset="-128"/>
              </a:rPr>
              <a:t>Filtre OFFRE</a:t>
            </a:r>
          </a:p>
          <a:p>
            <a:r>
              <a:rPr lang="fr-FR" u="none">
                <a:ea typeface="ＭＳ Ｐゴシック" pitchFamily="1" charset="-128"/>
              </a:rPr>
              <a:t>Si l’appel provient du</a:t>
            </a:r>
            <a:r>
              <a:rPr lang="fr-FR" u="none" baseline="0">
                <a:ea typeface="ＭＳ Ｐゴシック" pitchFamily="1" charset="-128"/>
              </a:rPr>
              <a:t> menu non reconnu ACU, on se base sur le choix manuel du client.</a:t>
            </a:r>
          </a:p>
          <a:p>
            <a:r>
              <a:rPr lang="fr-FR"/>
              <a:t>Pour les clients VOIX :</a:t>
            </a:r>
          </a:p>
          <a:p>
            <a:r>
              <a:rPr lang="fr-FR" b="1"/>
              <a:t>OFFRE=</a:t>
            </a:r>
            <a:endParaRPr lang="fr-FR"/>
          </a:p>
          <a:p>
            <a:r>
              <a:rPr lang="fr-FR" b="1"/>
              <a:t>NEUF_INTEGRAL                 </a:t>
            </a:r>
            <a:endParaRPr lang="fr-FR"/>
          </a:p>
          <a:p>
            <a:r>
              <a:rPr lang="fr-FR" b="1"/>
              <a:t>PRESELECTION                  </a:t>
            </a:r>
            <a:endParaRPr lang="fr-FR"/>
          </a:p>
          <a:p>
            <a:r>
              <a:rPr lang="fr-FR" b="1"/>
              <a:t>AUTRE</a:t>
            </a:r>
            <a:endParaRPr lang="fr-FR"/>
          </a:p>
          <a:p>
            <a:r>
              <a:rPr lang="fr-FR"/>
              <a:t>Pour les clients THD :</a:t>
            </a:r>
          </a:p>
          <a:p>
            <a:r>
              <a:rPr lang="fr-FR" b="1"/>
              <a:t>OFFRE=</a:t>
            </a:r>
            <a:endParaRPr lang="fr-FR"/>
          </a:p>
          <a:p>
            <a:r>
              <a:rPr lang="fr-FR" b="1"/>
              <a:t>THD</a:t>
            </a:r>
            <a:endParaRPr lang="fr-FR"/>
          </a:p>
          <a:p>
            <a:r>
              <a:rPr lang="fr-FR" b="1">
                <a:ea typeface="ＭＳ Ｐゴシック" pitchFamily="1" charset="-128"/>
              </a:rPr>
              <a:t>Filtre BeB DEM</a:t>
            </a:r>
          </a:p>
          <a:p>
            <a:r>
              <a:rPr lang="fr-FR" err="1">
                <a:ea typeface="ＭＳ Ｐゴシック" pitchFamily="1" charset="-128"/>
              </a:rPr>
              <a:t>Reco</a:t>
            </a:r>
            <a:r>
              <a:rPr lang="fr-FR">
                <a:ea typeface="ＭＳ Ｐゴシック" pitchFamily="1" charset="-128"/>
              </a:rPr>
              <a:t> des clients en bout en bout </a:t>
            </a:r>
            <a:r>
              <a:rPr lang="fr-FR" err="1">
                <a:ea typeface="ＭＳ Ｐゴシック" pitchFamily="1" charset="-128"/>
              </a:rPr>
              <a:t>dEmEnagement</a:t>
            </a:r>
            <a:r>
              <a:rPr lang="fr-FR">
                <a:ea typeface="ＭＳ Ｐゴシック" pitchFamily="1" charset="-128"/>
              </a:rPr>
              <a:t>. Bout en Bout </a:t>
            </a:r>
            <a:r>
              <a:rPr lang="fr-FR" err="1">
                <a:ea typeface="ＭＳ Ｐゴシック" pitchFamily="1" charset="-128"/>
              </a:rPr>
              <a:t>DEmEnagement</a:t>
            </a:r>
            <a:r>
              <a:rPr lang="fr-FR">
                <a:ea typeface="ＭＳ Ｐゴシック" pitchFamily="1" charset="-128"/>
              </a:rPr>
              <a:t> Filtre « traitement BeB DMGT » L’identification est faite sur le NDI du client Le fichier ETL SVI_DMGT_EN_COURS.csv  contient la liste des clients ayant une </a:t>
            </a:r>
            <a:r>
              <a:rPr lang="fr-FR" err="1">
                <a:ea typeface="ＭＳ Ｐゴシック" pitchFamily="1" charset="-128"/>
              </a:rPr>
              <a:t>activitE</a:t>
            </a:r>
            <a:r>
              <a:rPr lang="fr-FR">
                <a:ea typeface="ＭＳ Ｐゴシック" pitchFamily="1" charset="-128"/>
              </a:rPr>
              <a:t> SIEBEL dans la </a:t>
            </a:r>
            <a:r>
              <a:rPr lang="fr-FR" err="1">
                <a:ea typeface="ＭＳ Ｐゴシック" pitchFamily="1" charset="-128"/>
              </a:rPr>
              <a:t>catEgorie</a:t>
            </a:r>
            <a:r>
              <a:rPr lang="fr-FR">
                <a:ea typeface="ＭＳ Ｐゴシック" pitchFamily="1" charset="-128"/>
              </a:rPr>
              <a:t> </a:t>
            </a:r>
            <a:r>
              <a:rPr lang="fr-FR" err="1">
                <a:ea typeface="ＭＳ Ｐゴシック" pitchFamily="1" charset="-128"/>
              </a:rPr>
              <a:t>Dmgt</a:t>
            </a:r>
            <a:r>
              <a:rPr lang="fr-FR">
                <a:ea typeface="ＭＳ Ｐゴシック" pitchFamily="1" charset="-128"/>
              </a:rPr>
              <a:t> BeB Recrutement ouverte. Activable / </a:t>
            </a:r>
            <a:r>
              <a:rPr lang="fr-FR" err="1">
                <a:ea typeface="ＭＳ Ｐゴシック" pitchFamily="1" charset="-128"/>
              </a:rPr>
              <a:t>dEsactivable</a:t>
            </a:r>
            <a:r>
              <a:rPr lang="fr-FR">
                <a:ea typeface="ＭＳ Ｐゴシック" pitchFamily="1" charset="-128"/>
              </a:rPr>
              <a:t> par bouton « Activation BeB DMGT » </a:t>
            </a:r>
          </a:p>
          <a:p>
            <a:r>
              <a:rPr lang="fr-FR">
                <a:ea typeface="ＭＳ Ｐゴシック" pitchFamily="1" charset="-128"/>
              </a:rPr>
              <a:t>Routage</a:t>
            </a:r>
          </a:p>
          <a:p>
            <a:r>
              <a:rPr lang="fr-FR">
                <a:ea typeface="ＭＳ Ｐゴシック" pitchFamily="1" charset="-128"/>
              </a:rPr>
              <a:t>ACCUEILADSL_ </a:t>
            </a:r>
            <a:r>
              <a:rPr lang="fr-FR" err="1">
                <a:ea typeface="ＭＳ Ｐゴシック" pitchFamily="1" charset="-128"/>
              </a:rPr>
              <a:t>BeBDMGT_Acticall</a:t>
            </a:r>
            <a:r>
              <a:rPr lang="fr-FR">
                <a:ea typeface="ＭＳ Ｐゴシック" pitchFamily="1" charset="-128"/>
              </a:rPr>
              <a:t> si (position = Conseiller BEB DEM STE ACTICALL ou  Superviseur BEB DEM STE ACTICALL ou Conseiller DEM STE ACTICALL ou Superviseur DEM STE ACTICALL) </a:t>
            </a:r>
          </a:p>
          <a:p>
            <a:r>
              <a:rPr lang="fr-FR">
                <a:ea typeface="ＭＳ Ｐゴシック" pitchFamily="1" charset="-128"/>
              </a:rPr>
              <a:t>ACCUEILADSL_ BeBDMGT_B2S si (position = Conseiller BEB DEM CASA B2S ou Superviseur BEB DEM CASA B2S ou Superviseur DEM CASA B2S ou Conseiller DEM CASA B2S) </a:t>
            </a:r>
            <a:endParaRPr lang="fr-FR" u="sng">
              <a:ea typeface="ＭＳ Ｐゴシック" pitchFamily="1" charset="-128"/>
            </a:endParaRPr>
          </a:p>
          <a:p>
            <a:r>
              <a:rPr lang="fr-FR">
                <a:ea typeface="ＭＳ Ｐゴシック" pitchFamily="1" charset="-128"/>
              </a:rPr>
              <a:t> </a:t>
            </a:r>
            <a:endParaRPr lang="fr-FR" u="sng">
              <a:ea typeface="ＭＳ Ｐゴシック" pitchFamily="1" charset="-128"/>
            </a:endParaRPr>
          </a:p>
          <a:p>
            <a:endParaRPr lang="fr-FR" u="sng">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prstClr val="black"/>
                </a:solidFill>
                <a:latin typeface="Times New Roman" pitchFamily="18" charset="0"/>
              </a:rPr>
              <a:pPr/>
              <a:t>37</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8183042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238A377-077B-4B1E-942F-64300E3BEBB8}" type="slidenum">
              <a:rPr lang="fr-FR" smtClean="0">
                <a:latin typeface="Times New Roman" pitchFamily="18" charset="0"/>
              </a:rPr>
              <a:pPr/>
              <a:t>38</a:t>
            </a:fld>
            <a:endParaRPr lang="fr-FR">
              <a:latin typeface="Times New Roman"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r>
              <a:rPr lang="fr-FR" sz="800" u="sng"/>
              <a:t>Modifications :</a:t>
            </a:r>
          </a:p>
          <a:p>
            <a:endParaRPr lang="fr-FR" sz="800" u="sng"/>
          </a:p>
          <a:p>
            <a:r>
              <a:rPr lang="fr-FR" sz="800" u="sng"/>
              <a:t>Commentaires SFR SC :</a:t>
            </a:r>
          </a:p>
          <a:p>
            <a:pPr>
              <a:buFontTx/>
              <a:buChar char="-"/>
            </a:pPr>
            <a:r>
              <a:rPr lang="fr-FR" sz="800"/>
              <a:t>Le filtre « type client ?» identifie le type de client pour le router vers le bon plateau.</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a:t>
            </a:r>
            <a:r>
              <a:rPr lang="fr-FR" sz="800" u="sng" err="1"/>
              <a:t>Selfcare</a:t>
            </a:r>
            <a:r>
              <a:rPr lang="fr-FR" sz="800" u="sng"/>
              <a:t> – « DCS » :</a:t>
            </a:r>
            <a:r>
              <a:rPr lang="fr-FR" sz="800"/>
              <a:t> Poursuite du parcours sur URL </a:t>
            </a:r>
            <a:r>
              <a:rPr lang="fr-FR" sz="800" err="1"/>
              <a:t>SelfCare</a:t>
            </a:r>
            <a:r>
              <a:rPr lang="fr-FR" sz="800"/>
              <a:t> avec paramètres </a:t>
            </a:r>
            <a:r>
              <a:rPr lang="fr-FR" sz="800" b="1" err="1"/>
              <a:t>dcs</a:t>
            </a:r>
            <a:endParaRPr lang="fr-FR" sz="800" b="1"/>
          </a:p>
          <a:p>
            <a:pPr>
              <a:buFontTx/>
              <a:buChar char="-"/>
            </a:pPr>
            <a:r>
              <a:rPr lang="fr-FR" sz="800" u="sng"/>
              <a:t>Transfert </a:t>
            </a:r>
            <a:r>
              <a:rPr lang="fr-FR" sz="800" u="sng" err="1"/>
              <a:t>Selfcare</a:t>
            </a:r>
            <a:r>
              <a:rPr lang="fr-FR" sz="800" u="sng"/>
              <a:t> – « ACS » :</a:t>
            </a:r>
            <a:r>
              <a:rPr lang="fr-FR" sz="800"/>
              <a:t> Poursuite du parcours sur URL </a:t>
            </a:r>
            <a:r>
              <a:rPr lang="fr-FR" sz="800" err="1"/>
              <a:t>SelfCare</a:t>
            </a:r>
            <a:r>
              <a:rPr lang="fr-FR" sz="800"/>
              <a:t> avec paramètres </a:t>
            </a:r>
            <a:r>
              <a:rPr lang="fr-FR" sz="800" b="1" err="1"/>
              <a:t>acs</a:t>
            </a:r>
            <a:endParaRPr lang="fr-FR" sz="800" b="1"/>
          </a:p>
          <a:p>
            <a:pPr>
              <a:buFontTx/>
              <a:buChar char="-"/>
            </a:pPr>
            <a:r>
              <a:rPr lang="fr-FR" sz="800" u="sng"/>
              <a:t>Transfert </a:t>
            </a:r>
            <a:r>
              <a:rPr lang="fr-FR" sz="800" u="sng" err="1"/>
              <a:t>Selfcare</a:t>
            </a:r>
            <a:r>
              <a:rPr lang="fr-FR" sz="800" u="sng"/>
              <a:t> – « SDL » :</a:t>
            </a:r>
            <a:r>
              <a:rPr lang="fr-FR" sz="800"/>
              <a:t> Poursuite du parcours sur URL </a:t>
            </a:r>
            <a:r>
              <a:rPr lang="fr-FR" sz="800" err="1"/>
              <a:t>SelfCare</a:t>
            </a:r>
            <a:r>
              <a:rPr lang="fr-FR" sz="800"/>
              <a:t> avec paramètres </a:t>
            </a:r>
            <a:r>
              <a:rPr lang="fr-FR" sz="800" b="1" err="1"/>
              <a:t>sdl</a:t>
            </a:r>
            <a:endParaRPr lang="fr-FR" sz="800" b="1"/>
          </a:p>
          <a:p>
            <a:pPr>
              <a:buFontTx/>
              <a:buChar char="-"/>
            </a:pPr>
            <a:r>
              <a:rPr lang="fr-FR" sz="800" u="sng"/>
              <a:t>Transfert </a:t>
            </a:r>
            <a:r>
              <a:rPr lang="fr-FR" sz="800" u="sng" err="1"/>
              <a:t>Selfcare</a:t>
            </a:r>
            <a:r>
              <a:rPr lang="fr-FR" sz="800" u="sng"/>
              <a:t> – « NMNI » :</a:t>
            </a:r>
            <a:r>
              <a:rPr lang="fr-FR" sz="800"/>
              <a:t> Poursuite du parcours sur URL </a:t>
            </a:r>
            <a:r>
              <a:rPr lang="fr-FR" sz="800" err="1"/>
              <a:t>SelfCare</a:t>
            </a:r>
            <a:r>
              <a:rPr lang="fr-FR" sz="800"/>
              <a:t> avec paramètres </a:t>
            </a:r>
            <a:r>
              <a:rPr lang="fr-FR" sz="800" b="1"/>
              <a:t>900</a:t>
            </a:r>
          </a:p>
          <a:p>
            <a:pPr>
              <a:buFontTx/>
              <a:buChar char="-"/>
            </a:pPr>
            <a:r>
              <a:rPr lang="fr-FR" sz="800"/>
              <a:t> </a:t>
            </a:r>
            <a:r>
              <a:rPr lang="fr-FR" sz="800" u="sng"/>
              <a:t>Flash – « FLASH DCS » :</a:t>
            </a:r>
            <a:r>
              <a:rPr lang="fr-FR" sz="800"/>
              <a:t> « </a:t>
            </a:r>
            <a:r>
              <a:rPr lang="fr-FR" sz="800" b="1"/>
              <a:t>position</a:t>
            </a:r>
            <a:r>
              <a:rPr lang="fr-FR" sz="800"/>
              <a:t> = 01 » « Stat = 11000_FLASH_DCS » voir </a:t>
            </a:r>
            <a:r>
              <a:rPr lang="fr-FR" sz="800" err="1"/>
              <a:t>slide</a:t>
            </a:r>
            <a:r>
              <a:rPr lang="fr-FR" sz="800"/>
              <a:t> « FLASH »</a:t>
            </a:r>
          </a:p>
          <a:p>
            <a:pPr>
              <a:buFontTx/>
              <a:buChar char="-"/>
            </a:pPr>
            <a:r>
              <a:rPr lang="fr-FR" sz="800"/>
              <a:t> </a:t>
            </a:r>
            <a:r>
              <a:rPr lang="fr-FR" sz="800" u="sng"/>
              <a:t>Flash – « FLASH ACS » :</a:t>
            </a:r>
            <a:r>
              <a:rPr lang="fr-FR" sz="800"/>
              <a:t> « </a:t>
            </a:r>
            <a:r>
              <a:rPr lang="fr-FR" sz="800" b="1"/>
              <a:t>position</a:t>
            </a:r>
            <a:r>
              <a:rPr lang="fr-FR" sz="800"/>
              <a:t> = 02 » « Stat = 12000_FLASH_ACS » voir </a:t>
            </a:r>
            <a:r>
              <a:rPr lang="fr-FR" sz="800" err="1"/>
              <a:t>slide</a:t>
            </a:r>
            <a:r>
              <a:rPr lang="fr-FR" sz="800"/>
              <a:t> « FLASH »</a:t>
            </a:r>
          </a:p>
          <a:p>
            <a:pPr>
              <a:buFontTx/>
              <a:buChar char="-"/>
            </a:pPr>
            <a:r>
              <a:rPr lang="fr-FR" sz="800"/>
              <a:t> </a:t>
            </a:r>
            <a:r>
              <a:rPr lang="fr-FR" sz="800" u="sng"/>
              <a:t>Flash – « FLASH SDL » :</a:t>
            </a:r>
            <a:r>
              <a:rPr lang="fr-FR" sz="800"/>
              <a:t> « </a:t>
            </a:r>
            <a:r>
              <a:rPr lang="fr-FR" sz="800" b="1"/>
              <a:t>position</a:t>
            </a:r>
            <a:r>
              <a:rPr lang="fr-FR" sz="800"/>
              <a:t> = 03 » « Stat = 13000_FLASH_SDL » voir </a:t>
            </a:r>
            <a:r>
              <a:rPr lang="fr-FR" sz="800" err="1"/>
              <a:t>slide</a:t>
            </a:r>
            <a:r>
              <a:rPr lang="fr-FR" sz="800"/>
              <a:t> « FLASH »</a:t>
            </a:r>
          </a:p>
          <a:p>
            <a:pPr>
              <a:buFontTx/>
              <a:buChar char="-"/>
            </a:pPr>
            <a:r>
              <a:rPr lang="fr-FR" sz="800"/>
              <a:t> </a:t>
            </a:r>
            <a:r>
              <a:rPr lang="fr-FR" sz="800" u="sng"/>
              <a:t>Flash – « FLASH NMNI URGENCES » :</a:t>
            </a:r>
            <a:r>
              <a:rPr lang="fr-FR" sz="800"/>
              <a:t> « </a:t>
            </a:r>
            <a:r>
              <a:rPr lang="fr-FR" sz="800" b="1"/>
              <a:t>position</a:t>
            </a:r>
            <a:r>
              <a:rPr lang="fr-FR" sz="800"/>
              <a:t> = 04 » « Stat = 18000_FLASH_NMNI_URGENCES » voir </a:t>
            </a:r>
            <a:r>
              <a:rPr lang="fr-FR" sz="800" err="1"/>
              <a:t>slide</a:t>
            </a:r>
            <a:r>
              <a:rPr lang="fr-FR" sz="800"/>
              <a:t> « FLASH »</a:t>
            </a:r>
          </a:p>
          <a:p>
            <a:pPr>
              <a:buFontTx/>
              <a:buChar char="-"/>
            </a:pPr>
            <a:endParaRPr lang="fr-FR" sz="800"/>
          </a:p>
        </p:txBody>
      </p:sp>
    </p:spTree>
    <p:extLst>
      <p:ext uri="{BB962C8B-B14F-4D97-AF65-F5344CB8AC3E}">
        <p14:creationId xmlns:p14="http://schemas.microsoft.com/office/powerpoint/2010/main" val="33235885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238A377-077B-4B1E-942F-64300E3BEBB8}" type="slidenum">
              <a:rPr lang="fr-FR" smtClean="0">
                <a:latin typeface="Times New Roman" pitchFamily="18" charset="0"/>
              </a:rPr>
              <a:pPr/>
              <a:t>39</a:t>
            </a:fld>
            <a:endParaRPr lang="fr-FR">
              <a:latin typeface="Times New Roman"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r>
              <a:rPr lang="fr-FR" sz="800" u="sng"/>
              <a:t>Modifications :</a:t>
            </a:r>
          </a:p>
          <a:p>
            <a:endParaRPr lang="fr-FR" sz="800" u="sng"/>
          </a:p>
          <a:p>
            <a:r>
              <a:rPr lang="fr-FR" sz="800" u="sng"/>
              <a:t>Commentaires SFR SC :</a:t>
            </a:r>
          </a:p>
          <a:p>
            <a:pPr>
              <a:buFontTx/>
              <a:buChar char="-"/>
            </a:pPr>
            <a:r>
              <a:rPr lang="fr-FR" sz="800"/>
              <a:t>Le filtre « type client ?» identifie le type de client pour le router vers le bon plateau.</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a:t>
            </a:r>
            <a:r>
              <a:rPr lang="fr-FR" sz="800" u="sng" err="1"/>
              <a:t>Selfcare</a:t>
            </a:r>
            <a:r>
              <a:rPr lang="fr-FR" sz="800" u="sng"/>
              <a:t> – « DCS » :</a:t>
            </a:r>
            <a:r>
              <a:rPr lang="fr-FR" sz="800"/>
              <a:t> Poursuite du parcours sur URL </a:t>
            </a:r>
            <a:r>
              <a:rPr lang="fr-FR" sz="800" err="1"/>
              <a:t>SelfCare</a:t>
            </a:r>
            <a:r>
              <a:rPr lang="fr-FR" sz="800"/>
              <a:t> avec paramètres </a:t>
            </a:r>
            <a:r>
              <a:rPr lang="fr-FR" sz="800" b="1" err="1"/>
              <a:t>dcs</a:t>
            </a:r>
            <a:endParaRPr lang="fr-FR" sz="800" b="1"/>
          </a:p>
          <a:p>
            <a:pPr>
              <a:buFontTx/>
              <a:buChar char="-"/>
            </a:pPr>
            <a:r>
              <a:rPr lang="fr-FR" sz="800" u="sng"/>
              <a:t>Transfert </a:t>
            </a:r>
            <a:r>
              <a:rPr lang="fr-FR" sz="800" u="sng" err="1"/>
              <a:t>Selfcare</a:t>
            </a:r>
            <a:r>
              <a:rPr lang="fr-FR" sz="800" u="sng"/>
              <a:t> – « ACS » :</a:t>
            </a:r>
            <a:r>
              <a:rPr lang="fr-FR" sz="800"/>
              <a:t> Poursuite du parcours sur URL </a:t>
            </a:r>
            <a:r>
              <a:rPr lang="fr-FR" sz="800" err="1"/>
              <a:t>SelfCare</a:t>
            </a:r>
            <a:r>
              <a:rPr lang="fr-FR" sz="800"/>
              <a:t> avec paramètres </a:t>
            </a:r>
            <a:r>
              <a:rPr lang="fr-FR" sz="800" b="1" err="1"/>
              <a:t>acs</a:t>
            </a:r>
            <a:endParaRPr lang="fr-FR" sz="800" b="1"/>
          </a:p>
          <a:p>
            <a:pPr>
              <a:buFontTx/>
              <a:buChar char="-"/>
            </a:pPr>
            <a:r>
              <a:rPr lang="fr-FR" sz="800" u="sng"/>
              <a:t>Transfert </a:t>
            </a:r>
            <a:r>
              <a:rPr lang="fr-FR" sz="800" u="sng" err="1"/>
              <a:t>Selfcare</a:t>
            </a:r>
            <a:r>
              <a:rPr lang="fr-FR" sz="800" u="sng"/>
              <a:t> – « SDL » :</a:t>
            </a:r>
            <a:r>
              <a:rPr lang="fr-FR" sz="800"/>
              <a:t> Poursuite du parcours sur URL </a:t>
            </a:r>
            <a:r>
              <a:rPr lang="fr-FR" sz="800" err="1"/>
              <a:t>SelfCare</a:t>
            </a:r>
            <a:r>
              <a:rPr lang="fr-FR" sz="800"/>
              <a:t> avec paramètres </a:t>
            </a:r>
            <a:r>
              <a:rPr lang="fr-FR" sz="800" b="1" err="1"/>
              <a:t>sdl</a:t>
            </a:r>
            <a:endParaRPr lang="fr-FR" sz="800" b="1"/>
          </a:p>
          <a:p>
            <a:pPr>
              <a:buFontTx/>
              <a:buChar char="-"/>
            </a:pPr>
            <a:r>
              <a:rPr lang="fr-FR" sz="800" u="sng"/>
              <a:t>Transfert </a:t>
            </a:r>
            <a:r>
              <a:rPr lang="fr-FR" sz="800" u="sng" err="1"/>
              <a:t>Selfcare</a:t>
            </a:r>
            <a:r>
              <a:rPr lang="fr-FR" sz="800" u="sng"/>
              <a:t> – « NMNI » :</a:t>
            </a:r>
            <a:r>
              <a:rPr lang="fr-FR" sz="800"/>
              <a:t> Poursuite du parcours sur URL </a:t>
            </a:r>
            <a:r>
              <a:rPr lang="fr-FR" sz="800" err="1"/>
              <a:t>SelfCare</a:t>
            </a:r>
            <a:r>
              <a:rPr lang="fr-FR" sz="800"/>
              <a:t> avec paramètres </a:t>
            </a:r>
            <a:r>
              <a:rPr lang="fr-FR" sz="800" b="1"/>
              <a:t>900</a:t>
            </a:r>
          </a:p>
          <a:p>
            <a:pPr>
              <a:buFontTx/>
              <a:buChar char="-"/>
            </a:pPr>
            <a:r>
              <a:rPr lang="fr-FR" sz="800"/>
              <a:t> </a:t>
            </a:r>
            <a:r>
              <a:rPr lang="fr-FR" sz="800" u="sng"/>
              <a:t>Flash – « FLASH DCS » :</a:t>
            </a:r>
            <a:r>
              <a:rPr lang="fr-FR" sz="800"/>
              <a:t> « </a:t>
            </a:r>
            <a:r>
              <a:rPr lang="fr-FR" sz="800" b="1"/>
              <a:t>position</a:t>
            </a:r>
            <a:r>
              <a:rPr lang="fr-FR" sz="800"/>
              <a:t> = 01 » « Stat = 11000_FLASH_DCS » voir </a:t>
            </a:r>
            <a:r>
              <a:rPr lang="fr-FR" sz="800" err="1"/>
              <a:t>slide</a:t>
            </a:r>
            <a:r>
              <a:rPr lang="fr-FR" sz="800"/>
              <a:t> « FLASH »</a:t>
            </a:r>
          </a:p>
          <a:p>
            <a:pPr>
              <a:buFontTx/>
              <a:buChar char="-"/>
            </a:pPr>
            <a:r>
              <a:rPr lang="fr-FR" sz="800"/>
              <a:t> </a:t>
            </a:r>
            <a:r>
              <a:rPr lang="fr-FR" sz="800" u="sng"/>
              <a:t>Flash – « FLASH ACS » :</a:t>
            </a:r>
            <a:r>
              <a:rPr lang="fr-FR" sz="800"/>
              <a:t> « </a:t>
            </a:r>
            <a:r>
              <a:rPr lang="fr-FR" sz="800" b="1"/>
              <a:t>position</a:t>
            </a:r>
            <a:r>
              <a:rPr lang="fr-FR" sz="800"/>
              <a:t> = 02 » « Stat = 12000_FLASH_ACS » voir </a:t>
            </a:r>
            <a:r>
              <a:rPr lang="fr-FR" sz="800" err="1"/>
              <a:t>slide</a:t>
            </a:r>
            <a:r>
              <a:rPr lang="fr-FR" sz="800"/>
              <a:t> « FLASH »</a:t>
            </a:r>
          </a:p>
          <a:p>
            <a:pPr>
              <a:buFontTx/>
              <a:buChar char="-"/>
            </a:pPr>
            <a:r>
              <a:rPr lang="fr-FR" sz="800"/>
              <a:t> </a:t>
            </a:r>
            <a:r>
              <a:rPr lang="fr-FR" sz="800" u="sng"/>
              <a:t>Flash – « FLASH SDL » :</a:t>
            </a:r>
            <a:r>
              <a:rPr lang="fr-FR" sz="800"/>
              <a:t> « </a:t>
            </a:r>
            <a:r>
              <a:rPr lang="fr-FR" sz="800" b="1"/>
              <a:t>position</a:t>
            </a:r>
            <a:r>
              <a:rPr lang="fr-FR" sz="800"/>
              <a:t> = 03 » « Stat = 13000_FLASH_SDL » voir </a:t>
            </a:r>
            <a:r>
              <a:rPr lang="fr-FR" sz="800" err="1"/>
              <a:t>slide</a:t>
            </a:r>
            <a:r>
              <a:rPr lang="fr-FR" sz="800"/>
              <a:t> « FLASH »</a:t>
            </a:r>
          </a:p>
          <a:p>
            <a:pPr>
              <a:buFontTx/>
              <a:buChar char="-"/>
            </a:pPr>
            <a:r>
              <a:rPr lang="fr-FR" sz="800"/>
              <a:t> </a:t>
            </a:r>
            <a:r>
              <a:rPr lang="fr-FR" sz="800" u="sng"/>
              <a:t>Flash – « FLASH NMNI URGENCES » :</a:t>
            </a:r>
            <a:r>
              <a:rPr lang="fr-FR" sz="800"/>
              <a:t> « </a:t>
            </a:r>
            <a:r>
              <a:rPr lang="fr-FR" sz="800" b="1"/>
              <a:t>position</a:t>
            </a:r>
            <a:r>
              <a:rPr lang="fr-FR" sz="800"/>
              <a:t> = 04 » « Stat = 18000_FLASH_NMNI_URGENCES » voir </a:t>
            </a:r>
            <a:r>
              <a:rPr lang="fr-FR" sz="800" err="1"/>
              <a:t>slide</a:t>
            </a:r>
            <a:r>
              <a:rPr lang="fr-FR" sz="800"/>
              <a:t> « FLASH »</a:t>
            </a:r>
          </a:p>
          <a:p>
            <a:pPr>
              <a:buFontTx/>
              <a:buChar char="-"/>
            </a:pPr>
            <a:endParaRPr lang="fr-FR" sz="800"/>
          </a:p>
        </p:txBody>
      </p:sp>
    </p:spTree>
    <p:extLst>
      <p:ext uri="{BB962C8B-B14F-4D97-AF65-F5344CB8AC3E}">
        <p14:creationId xmlns:p14="http://schemas.microsoft.com/office/powerpoint/2010/main" val="3857161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1000" u="sng">
                <a:ea typeface="ＭＳ Ｐゴシック" pitchFamily="1" charset="-128"/>
              </a:rPr>
              <a:t>Commentaires SFR SC :</a:t>
            </a:r>
          </a:p>
          <a:p>
            <a:endParaRPr lang="fr-FR" sz="1000">
              <a:ea typeface="ＭＳ Ｐゴシック" pitchFamily="1" charset="-128"/>
            </a:endParaRPr>
          </a:p>
          <a:p>
            <a:pPr defTabSz="944027">
              <a:defRPr/>
            </a:pPr>
            <a:r>
              <a:rPr lang="fr-FR" sz="1000" b="1">
                <a:ea typeface="ＭＳ Ｐゴシック" charset="-128"/>
              </a:rPr>
              <a:t>Filtre « REINIT SFC </a:t>
            </a:r>
            <a:r>
              <a:rPr lang="fr-FR" sz="1000" b="1" err="1">
                <a:ea typeface="ＭＳ Ｐゴシック" charset="-128"/>
              </a:rPr>
              <a:t>activE</a:t>
            </a:r>
            <a:r>
              <a:rPr lang="fr-FR" sz="1000" b="1">
                <a:ea typeface="ＭＳ Ｐゴシック" charset="-128"/>
              </a:rPr>
              <a:t> ? » </a:t>
            </a:r>
            <a:r>
              <a:rPr lang="fr-FR" sz="1000">
                <a:ea typeface="ＭＳ Ｐゴシック" charset="-128"/>
              </a:rPr>
              <a:t>: activable/</a:t>
            </a:r>
            <a:r>
              <a:rPr lang="fr-FR" sz="1000" err="1">
                <a:ea typeface="ＭＳ Ｐゴシック" charset="-128"/>
              </a:rPr>
              <a:t>dEsactivable</a:t>
            </a:r>
            <a:r>
              <a:rPr lang="fr-FR" sz="1000">
                <a:ea typeface="ＭＳ Ｐゴシック" charset="-128"/>
              </a:rPr>
              <a:t> via IHM. Permet de switcher en cas de pb avec les Web Services</a:t>
            </a:r>
          </a:p>
          <a:p>
            <a:pPr algn="l">
              <a:defRPr/>
            </a:pPr>
            <a:endParaRPr lang="fr-FR" sz="1000"/>
          </a:p>
          <a:p>
            <a:pPr algn="l">
              <a:defRPr/>
            </a:pPr>
            <a:endParaRPr lang="fr-FR" sz="1000"/>
          </a:p>
          <a:p>
            <a:pPr algn="l">
              <a:defRPr/>
            </a:pPr>
            <a:r>
              <a:rPr lang="fr-FR" sz="1000" b="1"/>
              <a:t>Web Service User Profile d’UPS </a:t>
            </a:r>
            <a:r>
              <a:rPr lang="fr-FR" sz="1000"/>
              <a:t>: voir </a:t>
            </a:r>
            <a:r>
              <a:rPr lang="fr-FR" sz="1000" err="1"/>
              <a:t>spEcification</a:t>
            </a:r>
            <a:r>
              <a:rPr lang="fr-FR" sz="1000"/>
              <a:t> d’interface USRPROF-SVI-InterrogationUPSLightparNDI-270913-1735-239.pdf</a:t>
            </a:r>
          </a:p>
          <a:p>
            <a:pPr algn="l">
              <a:defRPr/>
            </a:pPr>
            <a:endParaRPr lang="fr-FR" sz="1000"/>
          </a:p>
          <a:p>
            <a:pPr algn="l">
              <a:defRPr/>
            </a:pPr>
            <a:r>
              <a:rPr lang="fr-FR" sz="1000"/>
              <a:t>Exceptions </a:t>
            </a:r>
            <a:r>
              <a:rPr lang="fr-FR" sz="1000" b="1" err="1"/>
              <a:t>fonctionelles</a:t>
            </a:r>
            <a:r>
              <a:rPr lang="fr-FR" sz="1000"/>
              <a:t> :</a:t>
            </a:r>
          </a:p>
          <a:p>
            <a:pPr algn="l">
              <a:defRPr/>
            </a:pPr>
            <a:r>
              <a:rPr lang="fr-FR" sz="1000"/>
              <a:t>- </a:t>
            </a:r>
            <a:r>
              <a:rPr lang="fr-FR" sz="1000" err="1"/>
              <a:t>UpsUserNotFoundException</a:t>
            </a:r>
            <a:r>
              <a:rPr lang="fr-FR" sz="1000"/>
              <a:t>: </a:t>
            </a:r>
            <a:r>
              <a:rPr lang="fr-FR"/>
              <a:t>Compte non </a:t>
            </a:r>
            <a:r>
              <a:rPr lang="fr-FR" err="1"/>
              <a:t>trouvE</a:t>
            </a:r>
            <a:endParaRPr lang="fr-FR" sz="1000"/>
          </a:p>
          <a:p>
            <a:pPr algn="l">
              <a:defRPr/>
            </a:pPr>
            <a:r>
              <a:rPr lang="fr-FR"/>
              <a:t>- </a:t>
            </a:r>
            <a:r>
              <a:rPr lang="fr-FR" err="1"/>
              <a:t>UpsMultipleChoicesException</a:t>
            </a:r>
            <a:r>
              <a:rPr lang="fr-FR"/>
              <a:t> : Plusieurs comptes ont </a:t>
            </a:r>
            <a:r>
              <a:rPr lang="fr-FR" err="1"/>
              <a:t>EtE</a:t>
            </a:r>
            <a:r>
              <a:rPr lang="fr-FR"/>
              <a:t> </a:t>
            </a:r>
            <a:r>
              <a:rPr lang="fr-FR" err="1"/>
              <a:t>trouvEs</a:t>
            </a:r>
            <a:endParaRPr lang="fr-FR" sz="1000"/>
          </a:p>
          <a:p>
            <a:pPr algn="l">
              <a:defRPr/>
            </a:pPr>
            <a:endParaRPr lang="fr-FR" sz="1000"/>
          </a:p>
          <a:p>
            <a:pPr defTabSz="944027">
              <a:defRPr/>
            </a:pPr>
            <a:r>
              <a:rPr lang="fr-FR" sz="1000"/>
              <a:t>Exceptions </a:t>
            </a:r>
            <a:r>
              <a:rPr lang="fr-FR" sz="1000" b="1"/>
              <a:t>techniques</a:t>
            </a:r>
            <a:r>
              <a:rPr lang="fr-FR" sz="1000"/>
              <a:t> : Toutes les autres.</a:t>
            </a:r>
          </a:p>
          <a:p>
            <a:pPr algn="l">
              <a:defRPr/>
            </a:pPr>
            <a:endParaRPr lang="fr-FR" sz="1000"/>
          </a:p>
          <a:p>
            <a:pPr algn="l">
              <a:defRPr/>
            </a:pPr>
            <a:endParaRPr lang="fr-FR" sz="1000"/>
          </a:p>
          <a:p>
            <a:pPr algn="l">
              <a:defRPr/>
            </a:pPr>
            <a:endParaRPr lang="fr-FR" sz="1000"/>
          </a:p>
          <a:p>
            <a:pPr algn="l">
              <a:defRPr/>
            </a:pPr>
            <a:endParaRPr lang="fr-FR" sz="1000"/>
          </a:p>
          <a:p>
            <a:endParaRPr lang="fr-FR" sz="1000" b="1"/>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40</a:t>
            </a:fld>
            <a:endParaRPr lang="fr-FR">
              <a:latin typeface="Times New Roman" pitchFamily="18" charset="0"/>
            </a:endParaRPr>
          </a:p>
        </p:txBody>
      </p:sp>
    </p:spTree>
    <p:extLst>
      <p:ext uri="{BB962C8B-B14F-4D97-AF65-F5344CB8AC3E}">
        <p14:creationId xmlns:p14="http://schemas.microsoft.com/office/powerpoint/2010/main" val="28806516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pPr defTabSz="944027">
              <a:defRPr/>
            </a:pPr>
            <a:endParaRPr lang="fr-FR" sz="800" b="1"/>
          </a:p>
          <a:p>
            <a:endParaRPr lang="fr-FR" b="1" u="none">
              <a:ea typeface="ＭＳ Ｐゴシック" pitchFamily="1" charset="-128"/>
            </a:endParaRPr>
          </a:p>
          <a:p>
            <a:endParaRPr lang="fr-FR" b="1" u="none">
              <a:ea typeface="ＭＳ Ｐゴシック" pitchFamily="1" charset="-128"/>
            </a:endParaRPr>
          </a:p>
          <a:p>
            <a:endParaRPr lang="fr-FR" b="1" u="none">
              <a:ea typeface="ＭＳ Ｐゴシック" pitchFamily="1" charset="-128"/>
            </a:endParaRPr>
          </a:p>
          <a:p>
            <a:endParaRPr lang="fr-FR" b="1" u="none">
              <a:ea typeface="ＭＳ Ｐゴシック" pitchFamily="1" charset="-128"/>
            </a:endParaRPr>
          </a:p>
          <a:p>
            <a:endParaRPr lang="fr-FR" b="1" u="none">
              <a:ea typeface="ＭＳ Ｐゴシック" pitchFamily="1" charset="-128"/>
            </a:endParaRPr>
          </a:p>
          <a:p>
            <a:endParaRPr lang="fr-FR" b="1" u="none">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41</a:t>
            </a:fld>
            <a:endParaRPr lang="fr-FR">
              <a:latin typeface="Times New Roman" pitchFamily="18" charset="0"/>
            </a:endParaRPr>
          </a:p>
        </p:txBody>
      </p:sp>
    </p:spTree>
    <p:extLst>
      <p:ext uri="{BB962C8B-B14F-4D97-AF65-F5344CB8AC3E}">
        <p14:creationId xmlns:p14="http://schemas.microsoft.com/office/powerpoint/2010/main" val="21749996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1000" u="sng">
                <a:ea typeface="ＭＳ Ｐゴシック" pitchFamily="1" charset="-128"/>
              </a:rPr>
              <a:t>Commentaires SFR SC :</a:t>
            </a:r>
          </a:p>
          <a:p>
            <a:pPr defTabSz="944027">
              <a:defRPr/>
            </a:pPr>
            <a:endParaRPr lang="fr-FR" sz="1000" b="1" u="sng">
              <a:ea typeface="ＭＳ Ｐゴシック" pitchFamily="1" charset="-128"/>
            </a:endParaRPr>
          </a:p>
          <a:p>
            <a:pPr defTabSz="944027">
              <a:defRPr/>
            </a:pPr>
            <a:r>
              <a:rPr lang="fr-FR" sz="1000" b="1">
                <a:ea typeface="ＭＳ Ｐゴシック" pitchFamily="1" charset="-128"/>
              </a:rPr>
              <a:t>Web Service  ASC :   </a:t>
            </a:r>
            <a:r>
              <a:rPr lang="fr-FR" sz="1000" b="1" err="1"/>
              <a:t>GestionSecuriteReinitialiserMdp</a:t>
            </a:r>
            <a:r>
              <a:rPr lang="fr-FR" sz="1000" b="1"/>
              <a:t>()  </a:t>
            </a:r>
            <a:r>
              <a:rPr lang="fr-FR" sz="1000"/>
              <a:t>: voir doc WSDL 11.4 , § ASC-</a:t>
            </a:r>
            <a:r>
              <a:rPr lang="fr-FR" sz="1000" err="1"/>
              <a:t>GestionSecurite</a:t>
            </a:r>
            <a:endParaRPr lang="fr-FR" sz="1000"/>
          </a:p>
          <a:p>
            <a:pPr defTabSz="944027">
              <a:defRPr/>
            </a:pPr>
            <a:endParaRPr lang="fr-FR" sz="1000"/>
          </a:p>
          <a:p>
            <a:pPr defTabSz="944027">
              <a:defRPr/>
            </a:pPr>
            <a:r>
              <a:rPr lang="fr-FR" sz="1000"/>
              <a:t>Si plusieurs login, transmettre le 1</a:t>
            </a:r>
            <a:r>
              <a:rPr lang="fr-FR" sz="1000" baseline="30000"/>
              <a:t>er</a:t>
            </a:r>
            <a:r>
              <a:rPr lang="fr-FR" sz="1000"/>
              <a:t> </a:t>
            </a:r>
            <a:r>
              <a:rPr lang="fr-FR" sz="1000" err="1"/>
              <a:t>envoyE</a:t>
            </a:r>
            <a:r>
              <a:rPr lang="fr-FR" sz="1000"/>
              <a:t> par le Web Service d’UPS</a:t>
            </a: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42</a:t>
            </a:fld>
            <a:endParaRPr lang="fr-FR">
              <a:latin typeface="Times New Roman" pitchFamily="18" charset="0"/>
            </a:endParaRPr>
          </a:p>
        </p:txBody>
      </p:sp>
    </p:spTree>
    <p:extLst>
      <p:ext uri="{BB962C8B-B14F-4D97-AF65-F5344CB8AC3E}">
        <p14:creationId xmlns:p14="http://schemas.microsoft.com/office/powerpoint/2010/main" val="4944218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sz="1000" u="sng">
                <a:ea typeface="ＭＳ Ｐゴシック" pitchFamily="1" charset="-128"/>
              </a:rPr>
              <a:t>Commentaires SFR SC :</a:t>
            </a:r>
          </a:p>
          <a:p>
            <a:endParaRPr lang="fr-FR" sz="1000" u="sng">
              <a:ea typeface="ＭＳ Ｐゴシック" pitchFamily="1" charset="-128"/>
            </a:endParaRPr>
          </a:p>
          <a:p>
            <a:r>
              <a:rPr lang="fr-FR" sz="1000" b="1">
                <a:ea typeface="ＭＳ Ｐゴシック" pitchFamily="1" charset="-128"/>
              </a:rPr>
              <a:t>Web Service  ASC :   </a:t>
            </a:r>
            <a:r>
              <a:rPr lang="fr-FR" sz="1000" b="1" err="1"/>
              <a:t>GestionTokenCreerToken</a:t>
            </a:r>
            <a:r>
              <a:rPr lang="fr-FR" sz="1000" b="1"/>
              <a:t>()   </a:t>
            </a:r>
            <a:r>
              <a:rPr lang="fr-FR" sz="1000"/>
              <a:t>: voir doc WSDL 11.4 , § ASC-</a:t>
            </a:r>
            <a:r>
              <a:rPr lang="fr-FR" sz="1000" err="1"/>
              <a:t>GestionToken</a:t>
            </a:r>
            <a:endParaRPr lang="fr-FR" sz="1000"/>
          </a:p>
          <a:p>
            <a:pPr defTabSz="944027">
              <a:defRPr/>
            </a:pPr>
            <a:endParaRPr lang="fr-FR" sz="1000"/>
          </a:p>
          <a:p>
            <a:pPr defTabSz="944027">
              <a:defRPr/>
            </a:pPr>
            <a:r>
              <a:rPr lang="fr-FR" sz="1000"/>
              <a:t>Si plusieurs login, transmettre le 1</a:t>
            </a:r>
            <a:r>
              <a:rPr lang="fr-FR" sz="1000" baseline="30000"/>
              <a:t>er</a:t>
            </a:r>
            <a:r>
              <a:rPr lang="fr-FR" sz="1000"/>
              <a:t> </a:t>
            </a:r>
            <a:r>
              <a:rPr lang="fr-FR" sz="1000" err="1"/>
              <a:t>envoyE</a:t>
            </a:r>
            <a:r>
              <a:rPr lang="fr-FR" sz="1000"/>
              <a:t> par le Web Service d’UPS</a:t>
            </a:r>
          </a:p>
          <a:p>
            <a:endParaRPr lang="fr-FR" sz="1000" b="1">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43</a:t>
            </a:fld>
            <a:endParaRPr lang="fr-FR">
              <a:latin typeface="Times New Roman" pitchFamily="18" charset="0"/>
            </a:endParaRPr>
          </a:p>
        </p:txBody>
      </p:sp>
    </p:spTree>
    <p:extLst>
      <p:ext uri="{BB962C8B-B14F-4D97-AF65-F5344CB8AC3E}">
        <p14:creationId xmlns:p14="http://schemas.microsoft.com/office/powerpoint/2010/main" val="25742498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pPr>
              <a:defRPr/>
            </a:pPr>
            <a:r>
              <a:rPr lang="fr-FR" b="1">
                <a:effectLst>
                  <a:outerShdw blurRad="38100" dist="38100" dir="2700000" algn="tl">
                    <a:srgbClr val="000000">
                      <a:alpha val="43137"/>
                    </a:srgbClr>
                  </a:outerShdw>
                </a:effectLst>
                <a:ea typeface="ＭＳ Ｐゴシック" charset="-128"/>
              </a:rPr>
              <a:t>IDENTIFICATION DES PRO</a:t>
            </a:r>
          </a:p>
          <a:p>
            <a:pPr>
              <a:defRPr/>
            </a:pPr>
            <a:r>
              <a:rPr lang="fr-FR" sz="2100">
                <a:solidFill>
                  <a:srgbClr val="C00000"/>
                </a:solidFill>
                <a:ea typeface="ＭＳ Ｐゴシック" charset="-128"/>
              </a:rPr>
              <a:t>PRO ADSL JOYA, critères </a:t>
            </a:r>
            <a:r>
              <a:rPr lang="fr-FR" sz="800"/>
              <a:t>[(QPRO=04 ou QPRO=05 ou Flag PRO=1) et (OFFRE</a:t>
            </a:r>
            <a:r>
              <a:rPr lang="fr-FR" sz="800" baseline="30000"/>
              <a:t>2</a:t>
            </a:r>
            <a:r>
              <a:rPr lang="fr-FR" sz="800"/>
              <a:t>=ADSL-XX ou OFFRE</a:t>
            </a:r>
            <a:r>
              <a:rPr lang="fr-FR" sz="800" baseline="30000"/>
              <a:t>2</a:t>
            </a:r>
            <a:r>
              <a:rPr lang="fr-FR" sz="800"/>
              <a:t>=AUTRE)] ou [OFFRE</a:t>
            </a:r>
            <a:r>
              <a:rPr lang="fr-FR" sz="800" baseline="30000"/>
              <a:t>1</a:t>
            </a:r>
            <a:r>
              <a:rPr lang="fr-FR" sz="800"/>
              <a:t>=SC_PF] </a:t>
            </a:r>
            <a:endParaRPr lang="fr-FR" sz="2100">
              <a:solidFill>
                <a:srgbClr val="C00000"/>
              </a:solidFill>
              <a:ea typeface="ＭＳ Ｐゴシック" charset="-128"/>
            </a:endParaRPr>
          </a:p>
          <a:p>
            <a:pPr>
              <a:defRPr/>
            </a:pPr>
            <a:r>
              <a:rPr lang="fr-FR" sz="800"/>
              <a:t>OFFRE</a:t>
            </a:r>
            <a:r>
              <a:rPr lang="fr-FR" sz="1400" baseline="30000"/>
              <a:t>1 </a:t>
            </a:r>
            <a:r>
              <a:rPr lang="fr-FR" sz="1400"/>
              <a:t>: paramètre OFFRE de la </a:t>
            </a:r>
            <a:r>
              <a:rPr lang="fr-FR" sz="1400" err="1"/>
              <a:t>procEdure</a:t>
            </a:r>
            <a:r>
              <a:rPr lang="fr-FR" sz="1400"/>
              <a:t> </a:t>
            </a:r>
            <a:r>
              <a:rPr lang="fr-FR" sz="1400" err="1"/>
              <a:t>stockEe</a:t>
            </a:r>
            <a:r>
              <a:rPr lang="fr-FR" sz="1400"/>
              <a:t> Safir</a:t>
            </a:r>
          </a:p>
          <a:p>
            <a:pPr>
              <a:defRPr/>
            </a:pPr>
            <a:r>
              <a:rPr lang="fr-FR" sz="800"/>
              <a:t>OFFRE</a:t>
            </a:r>
            <a:r>
              <a:rPr lang="fr-FR" sz="1400" baseline="30000"/>
              <a:t>2</a:t>
            </a:r>
            <a:r>
              <a:rPr lang="fr-FR" sz="1400"/>
              <a:t>: paramètre OFFRE de Base_clients9</a:t>
            </a:r>
          </a:p>
          <a:p>
            <a:endParaRPr lang="fr-FR" u="sng">
              <a:ea typeface="ＭＳ Ｐゴシック" pitchFamily="1" charset="-128"/>
            </a:endParaRPr>
          </a:p>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u="sng">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44</a:t>
            </a:fld>
            <a:endParaRPr lang="fr-FR">
              <a:latin typeface="Times New Roman" pitchFamily="18" charset="0"/>
            </a:endParaRPr>
          </a:p>
        </p:txBody>
      </p:sp>
    </p:spTree>
    <p:extLst>
      <p:ext uri="{BB962C8B-B14F-4D97-AF65-F5344CB8AC3E}">
        <p14:creationId xmlns:p14="http://schemas.microsoft.com/office/powerpoint/2010/main" val="25165240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pPr>
              <a:buFontTx/>
              <a:buChar char="-"/>
            </a:pPr>
            <a:endParaRPr lang="fr-FR">
              <a:ea typeface="ＭＳ Ｐゴシック" pitchFamily="1" charset="-128"/>
              <a:sym typeface="Wingdings" pitchFamily="2" charset="2"/>
            </a:endParaRPr>
          </a:p>
          <a:p>
            <a:r>
              <a:rPr lang="fr-FR" b="1">
                <a:ea typeface="ＭＳ Ｐゴシック" pitchFamily="1" charset="-128"/>
              </a:rPr>
              <a:t>Filtre Client Récent :</a:t>
            </a:r>
          </a:p>
          <a:p>
            <a:pPr defTabSz="914180">
              <a:defRPr/>
            </a:pPr>
            <a:r>
              <a:rPr lang="fr-FR">
                <a:ea typeface="ＭＳ Ｐゴシック" pitchFamily="1" charset="-128"/>
              </a:rPr>
              <a:t>Le filtre « Client récent ? » vérifie la date d</a:t>
            </a:r>
            <a:r>
              <a:rPr lang="fr-FR" altLang="fr-FR">
                <a:ea typeface="ＭＳ Ｐゴシック" pitchFamily="1" charset="-128"/>
              </a:rPr>
              <a:t>’</a:t>
            </a:r>
            <a:r>
              <a:rPr lang="fr-FR">
                <a:ea typeface="ＭＳ Ｐゴシック" pitchFamily="1" charset="-128"/>
              </a:rPr>
              <a:t>activation du client.</a:t>
            </a:r>
          </a:p>
          <a:p>
            <a:pPr defTabSz="914180">
              <a:defRPr/>
            </a:pPr>
            <a:r>
              <a:rPr lang="fr-FR">
                <a:ea typeface="ＭＳ Ｐゴシック" pitchFamily="1" charset="-128"/>
              </a:rPr>
              <a:t>Sont</a:t>
            </a:r>
            <a:r>
              <a:rPr lang="fr-FR" baseline="0">
                <a:ea typeface="ＭＳ Ｐゴシック" pitchFamily="1" charset="-128"/>
              </a:rPr>
              <a:t> pris en compte que les clients ADSL (pas les clients VGAST) </a:t>
            </a: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SFR Solution </a:t>
            </a:r>
            <a:r>
              <a:rPr lang="fr-FR">
                <a:ea typeface="ＭＳ Ｐゴシック" pitchFamily="1" charset="-128"/>
              </a:rPr>
              <a:t>:</a:t>
            </a:r>
          </a:p>
          <a:p>
            <a:pPr defTabSz="914180">
              <a:defRPr/>
            </a:pPr>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a:t>
            </a:r>
            <a:r>
              <a:rPr lang="fr-FR" b="1" err="1">
                <a:ea typeface="ＭＳ Ｐゴシック" pitchFamily="1" charset="-128"/>
              </a:rPr>
              <a:t>Valo</a:t>
            </a:r>
            <a:r>
              <a:rPr lang="fr-FR" b="1">
                <a:ea typeface="ＭＳ Ｐゴシック" pitchFamily="1" charset="-128"/>
              </a:rPr>
              <a:t> Activée</a:t>
            </a:r>
            <a:r>
              <a:rPr lang="fr-FR" b="1" baseline="0">
                <a:ea typeface="ＭＳ Ｐゴシック" pitchFamily="1" charset="-128"/>
              </a:rPr>
              <a:t> :</a:t>
            </a:r>
            <a:endParaRPr lang="fr-FR" b="1">
              <a:ea typeface="ＭＳ Ｐゴシック" pitchFamily="1" charset="-128"/>
            </a:endParaRPr>
          </a:p>
          <a:p>
            <a:r>
              <a:rPr lang="fr-FR">
                <a:ea typeface="ＭＳ Ｐゴシック" pitchFamily="1" charset="-128"/>
              </a:rPr>
              <a:t>Si le</a:t>
            </a:r>
            <a:r>
              <a:rPr lang="fr-FR" baseline="0">
                <a:ea typeface="ＭＳ Ｐゴシック" pitchFamily="1" charset="-128"/>
              </a:rPr>
              <a:t> filtre</a:t>
            </a:r>
            <a:r>
              <a:rPr lang="fr-FR">
                <a:ea typeface="ＭＳ Ｐゴシック" pitchFamily="1" charset="-128"/>
              </a:rPr>
              <a:t> </a:t>
            </a:r>
            <a:r>
              <a:rPr lang="fr-FR" err="1">
                <a:ea typeface="ＭＳ Ｐゴシック" pitchFamily="1" charset="-128"/>
              </a:rPr>
              <a:t>Valo</a:t>
            </a:r>
            <a:r>
              <a:rPr lang="fr-FR">
                <a:ea typeface="ＭＳ Ｐゴシック" pitchFamily="1" charset="-128"/>
              </a:rPr>
              <a:t> est activée sur IRIS</a:t>
            </a:r>
            <a:r>
              <a:rPr lang="fr-FR" baseline="0">
                <a:ea typeface="ＭＳ Ｐゴシック" pitchFamily="1" charset="-128"/>
              </a:rPr>
              <a:t> le SVI interroge les fichiers VALO</a:t>
            </a:r>
          </a:p>
          <a:p>
            <a:endParaRPr lang="fr-FR" baseline="0">
              <a:ea typeface="ＭＳ Ｐゴシック" pitchFamily="1" charset="-128"/>
            </a:endParaRPr>
          </a:p>
          <a:p>
            <a:endParaRPr lang="fr-FR" baseline="0">
              <a:ea typeface="ＭＳ Ｐゴシック" pitchFamily="1" charset="-128"/>
            </a:endParaRPr>
          </a:p>
          <a:p>
            <a:r>
              <a:rPr lang="fr-FR" b="1" baseline="0">
                <a:ea typeface="ＭＳ Ｐゴシック" pitchFamily="1" charset="-128"/>
              </a:rPr>
              <a:t>Type Client :</a:t>
            </a:r>
          </a:p>
          <a:p>
            <a:r>
              <a:rPr lang="fr-FR" baseline="0">
                <a:ea typeface="ＭＳ Ｐゴシック" pitchFamily="1" charset="-128"/>
              </a:rPr>
              <a:t>VOIX : Offre=PRESELECTION</a:t>
            </a:r>
          </a:p>
          <a:p>
            <a:endParaRPr lang="fr-FR" baseline="0">
              <a:ea typeface="ＭＳ Ｐゴシック" pitchFamily="1" charset="-128"/>
            </a:endParaRPr>
          </a:p>
          <a:p>
            <a:pPr defTabSz="914290">
              <a:defRPr/>
            </a:pPr>
            <a:r>
              <a:rPr lang="fr-FR"/>
              <a:t>13/01/2015</a:t>
            </a:r>
          </a:p>
          <a:p>
            <a:pPr defTabSz="914290">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974" eaLnBrk="0" hangingPunct="0">
              <a:defRPr>
                <a:solidFill>
                  <a:schemeClr val="tx1"/>
                </a:solidFill>
                <a:latin typeface="Arial" charset="0"/>
                <a:ea typeface="ＭＳ Ｐゴシック" pitchFamily="1" charset="-128"/>
              </a:defRPr>
            </a:lvl1pPr>
            <a:lvl2pPr marL="747821" indent="-287623" defTabSz="937974" eaLnBrk="0" hangingPunct="0">
              <a:defRPr>
                <a:solidFill>
                  <a:schemeClr val="tx1"/>
                </a:solidFill>
                <a:latin typeface="Arial" charset="0"/>
                <a:ea typeface="ＭＳ Ｐゴシック" pitchFamily="1" charset="-128"/>
              </a:defRPr>
            </a:lvl2pPr>
            <a:lvl3pPr marL="1150495" indent="-230098" defTabSz="937974" eaLnBrk="0" hangingPunct="0">
              <a:defRPr>
                <a:solidFill>
                  <a:schemeClr val="tx1"/>
                </a:solidFill>
                <a:latin typeface="Arial" charset="0"/>
                <a:ea typeface="ＭＳ Ｐゴシック" pitchFamily="1" charset="-128"/>
              </a:defRPr>
            </a:lvl3pPr>
            <a:lvl4pPr marL="1610693" indent="-230098" defTabSz="937974" eaLnBrk="0" hangingPunct="0">
              <a:defRPr>
                <a:solidFill>
                  <a:schemeClr val="tx1"/>
                </a:solidFill>
                <a:latin typeface="Arial" charset="0"/>
                <a:ea typeface="ＭＳ Ｐゴシック" pitchFamily="1" charset="-128"/>
              </a:defRPr>
            </a:lvl4pPr>
            <a:lvl5pPr marL="2070890" indent="-230098" defTabSz="937974" eaLnBrk="0" hangingPunct="0">
              <a:defRPr>
                <a:solidFill>
                  <a:schemeClr val="tx1"/>
                </a:solidFill>
                <a:latin typeface="Arial" charset="0"/>
                <a:ea typeface="ＭＳ Ｐゴシック" pitchFamily="1" charset="-128"/>
              </a:defRPr>
            </a:lvl5pPr>
            <a:lvl6pPr marL="2531089" indent="-230098" defTabSz="937974" eaLnBrk="0" fontAlgn="base" hangingPunct="0">
              <a:spcBef>
                <a:spcPct val="0"/>
              </a:spcBef>
              <a:spcAft>
                <a:spcPct val="0"/>
              </a:spcAft>
              <a:defRPr>
                <a:solidFill>
                  <a:schemeClr val="tx1"/>
                </a:solidFill>
                <a:latin typeface="Arial" charset="0"/>
                <a:ea typeface="ＭＳ Ｐゴシック" pitchFamily="1" charset="-128"/>
              </a:defRPr>
            </a:lvl6pPr>
            <a:lvl7pPr marL="2991286" indent="-230098" defTabSz="937974" eaLnBrk="0" fontAlgn="base" hangingPunct="0">
              <a:spcBef>
                <a:spcPct val="0"/>
              </a:spcBef>
              <a:spcAft>
                <a:spcPct val="0"/>
              </a:spcAft>
              <a:defRPr>
                <a:solidFill>
                  <a:schemeClr val="tx1"/>
                </a:solidFill>
                <a:latin typeface="Arial" charset="0"/>
                <a:ea typeface="ＭＳ Ｐゴシック" pitchFamily="1" charset="-128"/>
              </a:defRPr>
            </a:lvl7pPr>
            <a:lvl8pPr marL="3451485" indent="-230098" defTabSz="937974" eaLnBrk="0" fontAlgn="base" hangingPunct="0">
              <a:spcBef>
                <a:spcPct val="0"/>
              </a:spcBef>
              <a:spcAft>
                <a:spcPct val="0"/>
              </a:spcAft>
              <a:defRPr>
                <a:solidFill>
                  <a:schemeClr val="tx1"/>
                </a:solidFill>
                <a:latin typeface="Arial" charset="0"/>
                <a:ea typeface="ＭＳ Ｐゴシック" pitchFamily="1" charset="-128"/>
              </a:defRPr>
            </a:lvl8pPr>
            <a:lvl9pPr marL="3911682" indent="-230098" defTabSz="937974"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45</a:t>
            </a:fld>
            <a:endParaRPr lang="fr-FR">
              <a:latin typeface="Times New Roman" pitchFamily="18" charset="0"/>
            </a:endParaRPr>
          </a:p>
        </p:txBody>
      </p:sp>
    </p:spTree>
    <p:extLst>
      <p:ext uri="{BB962C8B-B14F-4D97-AF65-F5344CB8AC3E}">
        <p14:creationId xmlns:p14="http://schemas.microsoft.com/office/powerpoint/2010/main" val="31783634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46</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31936253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47</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1344379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pPr>
              <a:buFontTx/>
              <a:buChar char="-"/>
            </a:pPr>
            <a:endParaRPr lang="fr-FR">
              <a:ea typeface="ＭＳ Ｐゴシック" pitchFamily="1" charset="-128"/>
              <a:sym typeface="Wingdings" pitchFamily="2" charset="2"/>
            </a:endParaRPr>
          </a:p>
          <a:p>
            <a:r>
              <a:rPr lang="fr-FR" b="1">
                <a:ea typeface="ＭＳ Ｐゴシック" pitchFamily="1" charset="-128"/>
              </a:rPr>
              <a:t>Filtre Client </a:t>
            </a:r>
            <a:r>
              <a:rPr lang="fr-FR" b="1" err="1">
                <a:ea typeface="ＭＳ Ｐゴシック" pitchFamily="1" charset="-128"/>
              </a:rPr>
              <a:t>REcent</a:t>
            </a:r>
            <a:r>
              <a:rPr lang="fr-FR" b="1">
                <a:ea typeface="ＭＳ Ｐゴシック" pitchFamily="1" charset="-128"/>
              </a:rPr>
              <a:t> :</a:t>
            </a:r>
          </a:p>
          <a:p>
            <a:pPr defTabSz="943913">
              <a:defRPr/>
            </a:pPr>
            <a:r>
              <a:rPr lang="fr-FR">
                <a:ea typeface="ＭＳ Ｐゴシック" pitchFamily="1" charset="-128"/>
              </a:rPr>
              <a:t>Le filtre « Client </a:t>
            </a:r>
            <a:r>
              <a:rPr lang="fr-FR" err="1">
                <a:ea typeface="ＭＳ Ｐゴシック" pitchFamily="1" charset="-128"/>
              </a:rPr>
              <a:t>rEcent</a:t>
            </a:r>
            <a:r>
              <a:rPr lang="fr-FR">
                <a:ea typeface="ＭＳ Ｐゴシック" pitchFamily="1" charset="-128"/>
              </a:rPr>
              <a:t> ? » </a:t>
            </a:r>
            <a:r>
              <a:rPr lang="fr-FR" err="1">
                <a:ea typeface="ＭＳ Ｐゴシック" pitchFamily="1" charset="-128"/>
              </a:rPr>
              <a:t>vErifie</a:t>
            </a:r>
            <a:r>
              <a:rPr lang="fr-FR">
                <a:ea typeface="ＭＳ Ｐゴシック" pitchFamily="1" charset="-128"/>
              </a:rPr>
              <a:t> la date d</a:t>
            </a:r>
            <a:r>
              <a:rPr lang="fr-FR" altLang="fr-FR">
                <a:ea typeface="ＭＳ Ｐゴシック" pitchFamily="1" charset="-128"/>
              </a:rPr>
              <a:t>’</a:t>
            </a:r>
            <a:r>
              <a:rPr lang="fr-FR">
                <a:ea typeface="ＭＳ Ｐゴシック" pitchFamily="1" charset="-128"/>
              </a:rPr>
              <a:t>activation du client.</a:t>
            </a:r>
          </a:p>
          <a:p>
            <a:pPr defTabSz="943913">
              <a:defRPr/>
            </a:pPr>
            <a:r>
              <a:rPr lang="fr-FR">
                <a:ea typeface="ＭＳ Ｐゴシック" pitchFamily="1" charset="-128"/>
              </a:rPr>
              <a:t>Sont</a:t>
            </a:r>
            <a:r>
              <a:rPr lang="fr-FR" baseline="0">
                <a:ea typeface="ＭＳ Ｐゴシック" pitchFamily="1" charset="-128"/>
              </a:rPr>
              <a:t> pris en compte que les clients ADSL (pas les clients VGAST) </a:t>
            </a: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SFR Solution </a:t>
            </a:r>
            <a:r>
              <a:rPr lang="fr-FR">
                <a:ea typeface="ＭＳ Ｐゴシック" pitchFamily="1" charset="-128"/>
              </a:rPr>
              <a:t>:</a:t>
            </a:r>
          </a:p>
          <a:p>
            <a:pPr defTabSz="943913">
              <a:defRPr/>
            </a:pPr>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a:t>
            </a:r>
            <a:r>
              <a:rPr lang="fr-FR" b="1" err="1">
                <a:ea typeface="ＭＳ Ｐゴシック" pitchFamily="1" charset="-128"/>
              </a:rPr>
              <a:t>Valo</a:t>
            </a:r>
            <a:r>
              <a:rPr lang="fr-FR" b="1">
                <a:ea typeface="ＭＳ Ｐゴシック" pitchFamily="1" charset="-128"/>
              </a:rPr>
              <a:t> </a:t>
            </a:r>
            <a:r>
              <a:rPr lang="fr-FR" b="1" err="1">
                <a:ea typeface="ＭＳ Ｐゴシック" pitchFamily="1" charset="-128"/>
              </a:rPr>
              <a:t>ActivEe</a:t>
            </a:r>
            <a:r>
              <a:rPr lang="fr-FR" b="1" baseline="0">
                <a:ea typeface="ＭＳ Ｐゴシック" pitchFamily="1" charset="-128"/>
              </a:rPr>
              <a:t> :</a:t>
            </a:r>
            <a:endParaRPr lang="fr-FR" b="1">
              <a:ea typeface="ＭＳ Ｐゴシック" pitchFamily="1" charset="-128"/>
            </a:endParaRPr>
          </a:p>
          <a:p>
            <a:r>
              <a:rPr lang="fr-FR">
                <a:ea typeface="ＭＳ Ｐゴシック" pitchFamily="1" charset="-128"/>
              </a:rPr>
              <a:t>Si le</a:t>
            </a:r>
            <a:r>
              <a:rPr lang="fr-FR" baseline="0">
                <a:ea typeface="ＭＳ Ｐゴシック" pitchFamily="1" charset="-128"/>
              </a:rPr>
              <a:t> filtre</a:t>
            </a:r>
            <a:r>
              <a:rPr lang="fr-FR">
                <a:ea typeface="ＭＳ Ｐゴシック" pitchFamily="1" charset="-128"/>
              </a:rPr>
              <a:t> </a:t>
            </a:r>
            <a:r>
              <a:rPr lang="fr-FR" err="1">
                <a:ea typeface="ＭＳ Ｐゴシック" pitchFamily="1" charset="-128"/>
              </a:rPr>
              <a:t>Valo</a:t>
            </a:r>
            <a:r>
              <a:rPr lang="fr-FR">
                <a:ea typeface="ＭＳ Ｐゴシック" pitchFamily="1" charset="-128"/>
              </a:rPr>
              <a:t> est </a:t>
            </a:r>
            <a:r>
              <a:rPr lang="fr-FR" err="1">
                <a:ea typeface="ＭＳ Ｐゴシック" pitchFamily="1" charset="-128"/>
              </a:rPr>
              <a:t>activEe</a:t>
            </a:r>
            <a:r>
              <a:rPr lang="fr-FR">
                <a:ea typeface="ＭＳ Ｐゴシック" pitchFamily="1" charset="-128"/>
              </a:rPr>
              <a:t> sur IRIS</a:t>
            </a:r>
            <a:r>
              <a:rPr lang="fr-FR" baseline="0">
                <a:ea typeface="ＭＳ Ｐゴシック" pitchFamily="1" charset="-128"/>
              </a:rPr>
              <a:t> le SVI interroge les fichiers VALO</a:t>
            </a:r>
          </a:p>
          <a:p>
            <a:endParaRPr lang="fr-FR" baseline="0">
              <a:ea typeface="ＭＳ Ｐゴシック" pitchFamily="1" charset="-128"/>
            </a:endParaRPr>
          </a:p>
          <a:p>
            <a:endParaRPr lang="fr-FR" baseline="0">
              <a:ea typeface="ＭＳ Ｐゴシック" pitchFamily="1" charset="-128"/>
            </a:endParaRPr>
          </a:p>
          <a:p>
            <a:r>
              <a:rPr lang="fr-FR" b="1" baseline="0">
                <a:ea typeface="ＭＳ Ｐゴシック" pitchFamily="1" charset="-128"/>
              </a:rPr>
              <a:t>Type Client :</a:t>
            </a:r>
          </a:p>
          <a:p>
            <a:r>
              <a:rPr lang="fr-FR" baseline="0">
                <a:ea typeface="ＭＳ Ｐゴシック" pitchFamily="1" charset="-128"/>
              </a:rPr>
              <a:t>VOIX : Offre=PRESELECTION</a:t>
            </a:r>
          </a:p>
          <a:p>
            <a:endParaRPr lang="fr-FR" baseline="0">
              <a:ea typeface="ＭＳ Ｐゴシック" pitchFamily="1" charset="-128"/>
            </a:endParaRPr>
          </a:p>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48</a:t>
            </a:fld>
            <a:endParaRPr lang="fr-FR">
              <a:latin typeface="Times New Roman" pitchFamily="18" charset="0"/>
            </a:endParaRPr>
          </a:p>
        </p:txBody>
      </p:sp>
    </p:spTree>
    <p:extLst>
      <p:ext uri="{BB962C8B-B14F-4D97-AF65-F5344CB8AC3E}">
        <p14:creationId xmlns:p14="http://schemas.microsoft.com/office/powerpoint/2010/main" val="21580682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pPr>
              <a:buFontTx/>
              <a:buChar char="-"/>
            </a:pPr>
            <a:endParaRPr lang="fr-FR">
              <a:ea typeface="ＭＳ Ｐゴシック" pitchFamily="1" charset="-128"/>
              <a:sym typeface="Wingdings" pitchFamily="2" charset="2"/>
            </a:endParaRPr>
          </a:p>
          <a:p>
            <a:r>
              <a:rPr lang="fr-FR" b="1">
                <a:ea typeface="ＭＳ Ｐゴシック" pitchFamily="1" charset="-128"/>
              </a:rPr>
              <a:t>Filtre Client </a:t>
            </a:r>
            <a:r>
              <a:rPr lang="fr-FR" b="1" err="1">
                <a:ea typeface="ＭＳ Ｐゴシック" pitchFamily="1" charset="-128"/>
              </a:rPr>
              <a:t>REcent</a:t>
            </a:r>
            <a:r>
              <a:rPr lang="fr-FR" b="1">
                <a:ea typeface="ＭＳ Ｐゴシック" pitchFamily="1" charset="-128"/>
              </a:rPr>
              <a:t> :</a:t>
            </a:r>
          </a:p>
          <a:p>
            <a:pPr defTabSz="943913">
              <a:defRPr/>
            </a:pPr>
            <a:r>
              <a:rPr lang="fr-FR">
                <a:ea typeface="ＭＳ Ｐゴシック" pitchFamily="1" charset="-128"/>
              </a:rPr>
              <a:t>Le filtre « Client </a:t>
            </a:r>
            <a:r>
              <a:rPr lang="fr-FR" err="1">
                <a:ea typeface="ＭＳ Ｐゴシック" pitchFamily="1" charset="-128"/>
              </a:rPr>
              <a:t>rEcent</a:t>
            </a:r>
            <a:r>
              <a:rPr lang="fr-FR">
                <a:ea typeface="ＭＳ Ｐゴシック" pitchFamily="1" charset="-128"/>
              </a:rPr>
              <a:t> ? » </a:t>
            </a:r>
            <a:r>
              <a:rPr lang="fr-FR" err="1">
                <a:ea typeface="ＭＳ Ｐゴシック" pitchFamily="1" charset="-128"/>
              </a:rPr>
              <a:t>vErifie</a:t>
            </a:r>
            <a:r>
              <a:rPr lang="fr-FR">
                <a:ea typeface="ＭＳ Ｐゴシック" pitchFamily="1" charset="-128"/>
              </a:rPr>
              <a:t> la date d</a:t>
            </a:r>
            <a:r>
              <a:rPr lang="fr-FR" altLang="fr-FR">
                <a:ea typeface="ＭＳ Ｐゴシック" pitchFamily="1" charset="-128"/>
              </a:rPr>
              <a:t>’</a:t>
            </a:r>
            <a:r>
              <a:rPr lang="fr-FR">
                <a:ea typeface="ＭＳ Ｐゴシック" pitchFamily="1" charset="-128"/>
              </a:rPr>
              <a:t>activation du client.</a:t>
            </a:r>
          </a:p>
          <a:p>
            <a:pPr defTabSz="943913">
              <a:defRPr/>
            </a:pPr>
            <a:r>
              <a:rPr lang="fr-FR">
                <a:ea typeface="ＭＳ Ｐゴシック" pitchFamily="1" charset="-128"/>
              </a:rPr>
              <a:t>Sont</a:t>
            </a:r>
            <a:r>
              <a:rPr lang="fr-FR" baseline="0">
                <a:ea typeface="ＭＳ Ｐゴシック" pitchFamily="1" charset="-128"/>
              </a:rPr>
              <a:t> pris en compte que les clients ADSL (pas les clients VGAST) </a:t>
            </a: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SFR Solution </a:t>
            </a:r>
            <a:r>
              <a:rPr lang="fr-FR">
                <a:ea typeface="ＭＳ Ｐゴシック" pitchFamily="1" charset="-128"/>
              </a:rPr>
              <a:t>:</a:t>
            </a:r>
          </a:p>
          <a:p>
            <a:pPr defTabSz="943913">
              <a:defRPr/>
            </a:pPr>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a:t>
            </a:r>
            <a:r>
              <a:rPr lang="fr-FR" b="1" err="1">
                <a:ea typeface="ＭＳ Ｐゴシック" pitchFamily="1" charset="-128"/>
              </a:rPr>
              <a:t>Valo</a:t>
            </a:r>
            <a:r>
              <a:rPr lang="fr-FR" b="1">
                <a:ea typeface="ＭＳ Ｐゴシック" pitchFamily="1" charset="-128"/>
              </a:rPr>
              <a:t> </a:t>
            </a:r>
            <a:r>
              <a:rPr lang="fr-FR" b="1" err="1">
                <a:ea typeface="ＭＳ Ｐゴシック" pitchFamily="1" charset="-128"/>
              </a:rPr>
              <a:t>ActivEe</a:t>
            </a:r>
            <a:r>
              <a:rPr lang="fr-FR" b="1" baseline="0">
                <a:ea typeface="ＭＳ Ｐゴシック" pitchFamily="1" charset="-128"/>
              </a:rPr>
              <a:t> :</a:t>
            </a:r>
            <a:endParaRPr lang="fr-FR" b="1">
              <a:ea typeface="ＭＳ Ｐゴシック" pitchFamily="1" charset="-128"/>
            </a:endParaRPr>
          </a:p>
          <a:p>
            <a:r>
              <a:rPr lang="fr-FR">
                <a:ea typeface="ＭＳ Ｐゴシック" pitchFamily="1" charset="-128"/>
              </a:rPr>
              <a:t>Si le</a:t>
            </a:r>
            <a:r>
              <a:rPr lang="fr-FR" baseline="0">
                <a:ea typeface="ＭＳ Ｐゴシック" pitchFamily="1" charset="-128"/>
              </a:rPr>
              <a:t> filtre</a:t>
            </a:r>
            <a:r>
              <a:rPr lang="fr-FR">
                <a:ea typeface="ＭＳ Ｐゴシック" pitchFamily="1" charset="-128"/>
              </a:rPr>
              <a:t> </a:t>
            </a:r>
            <a:r>
              <a:rPr lang="fr-FR" err="1">
                <a:ea typeface="ＭＳ Ｐゴシック" pitchFamily="1" charset="-128"/>
              </a:rPr>
              <a:t>Valo</a:t>
            </a:r>
            <a:r>
              <a:rPr lang="fr-FR">
                <a:ea typeface="ＭＳ Ｐゴシック" pitchFamily="1" charset="-128"/>
              </a:rPr>
              <a:t> est </a:t>
            </a:r>
            <a:r>
              <a:rPr lang="fr-FR" err="1">
                <a:ea typeface="ＭＳ Ｐゴシック" pitchFamily="1" charset="-128"/>
              </a:rPr>
              <a:t>activEe</a:t>
            </a:r>
            <a:r>
              <a:rPr lang="fr-FR">
                <a:ea typeface="ＭＳ Ｐゴシック" pitchFamily="1" charset="-128"/>
              </a:rPr>
              <a:t> sur IRIS</a:t>
            </a:r>
            <a:r>
              <a:rPr lang="fr-FR" baseline="0">
                <a:ea typeface="ＭＳ Ｐゴシック" pitchFamily="1" charset="-128"/>
              </a:rPr>
              <a:t> le SVI interroge les fichiers VALO</a:t>
            </a:r>
          </a:p>
          <a:p>
            <a:endParaRPr lang="fr-FR" baseline="0">
              <a:ea typeface="ＭＳ Ｐゴシック" pitchFamily="1" charset="-128"/>
            </a:endParaRPr>
          </a:p>
          <a:p>
            <a:endParaRPr lang="fr-FR" baseline="0">
              <a:ea typeface="ＭＳ Ｐゴシック" pitchFamily="1" charset="-128"/>
            </a:endParaRPr>
          </a:p>
          <a:p>
            <a:r>
              <a:rPr lang="fr-FR" b="1" baseline="0">
                <a:ea typeface="ＭＳ Ｐゴシック" pitchFamily="1" charset="-128"/>
              </a:rPr>
              <a:t>Type Client :</a:t>
            </a:r>
          </a:p>
          <a:p>
            <a:r>
              <a:rPr lang="fr-FR" baseline="0">
                <a:ea typeface="ＭＳ Ｐゴシック" pitchFamily="1" charset="-128"/>
              </a:rPr>
              <a:t>VOIX : Offre=PRESELECTION</a:t>
            </a:r>
          </a:p>
          <a:p>
            <a:endParaRPr lang="fr-FR" baseline="0">
              <a:ea typeface="ＭＳ Ｐゴシック" pitchFamily="1" charset="-128"/>
            </a:endParaRPr>
          </a:p>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49</a:t>
            </a:fld>
            <a:endParaRPr lang="fr-FR">
              <a:latin typeface="Times New Roman" pitchFamily="18" charset="0"/>
            </a:endParaRPr>
          </a:p>
        </p:txBody>
      </p:sp>
    </p:spTree>
    <p:extLst>
      <p:ext uri="{BB962C8B-B14F-4D97-AF65-F5344CB8AC3E}">
        <p14:creationId xmlns:p14="http://schemas.microsoft.com/office/powerpoint/2010/main" val="1102436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pPr>
              <a:buFontTx/>
              <a:buChar char="-"/>
            </a:pPr>
            <a:endParaRPr lang="fr-FR">
              <a:ea typeface="ＭＳ Ｐゴシック" pitchFamily="1" charset="-128"/>
              <a:sym typeface="Wingdings" pitchFamily="2" charset="2"/>
            </a:endParaRPr>
          </a:p>
          <a:p>
            <a:r>
              <a:rPr lang="fr-FR" b="1">
                <a:ea typeface="ＭＳ Ｐゴシック" pitchFamily="1" charset="-128"/>
              </a:rPr>
              <a:t>Filtre Client </a:t>
            </a:r>
            <a:r>
              <a:rPr lang="fr-FR" b="1" err="1">
                <a:ea typeface="ＭＳ Ｐゴシック" pitchFamily="1" charset="-128"/>
              </a:rPr>
              <a:t>REcent</a:t>
            </a:r>
            <a:r>
              <a:rPr lang="fr-FR" b="1">
                <a:ea typeface="ＭＳ Ｐゴシック" pitchFamily="1" charset="-128"/>
              </a:rPr>
              <a:t> :</a:t>
            </a:r>
          </a:p>
          <a:p>
            <a:pPr defTabSz="943913">
              <a:defRPr/>
            </a:pPr>
            <a:r>
              <a:rPr lang="fr-FR">
                <a:ea typeface="ＭＳ Ｐゴシック" pitchFamily="1" charset="-128"/>
              </a:rPr>
              <a:t>Le filtre « Client </a:t>
            </a:r>
            <a:r>
              <a:rPr lang="fr-FR" err="1">
                <a:ea typeface="ＭＳ Ｐゴシック" pitchFamily="1" charset="-128"/>
              </a:rPr>
              <a:t>rEcent</a:t>
            </a:r>
            <a:r>
              <a:rPr lang="fr-FR">
                <a:ea typeface="ＭＳ Ｐゴシック" pitchFamily="1" charset="-128"/>
              </a:rPr>
              <a:t> ? » </a:t>
            </a:r>
            <a:r>
              <a:rPr lang="fr-FR" err="1">
                <a:ea typeface="ＭＳ Ｐゴシック" pitchFamily="1" charset="-128"/>
              </a:rPr>
              <a:t>vErifie</a:t>
            </a:r>
            <a:r>
              <a:rPr lang="fr-FR">
                <a:ea typeface="ＭＳ Ｐゴシック" pitchFamily="1" charset="-128"/>
              </a:rPr>
              <a:t> la date d</a:t>
            </a:r>
            <a:r>
              <a:rPr lang="fr-FR" altLang="fr-FR">
                <a:ea typeface="ＭＳ Ｐゴシック" pitchFamily="1" charset="-128"/>
              </a:rPr>
              <a:t>’</a:t>
            </a:r>
            <a:r>
              <a:rPr lang="fr-FR">
                <a:ea typeface="ＭＳ Ｐゴシック" pitchFamily="1" charset="-128"/>
              </a:rPr>
              <a:t>activation du client.</a:t>
            </a:r>
          </a:p>
          <a:p>
            <a:pPr defTabSz="943913">
              <a:defRPr/>
            </a:pPr>
            <a:r>
              <a:rPr lang="fr-FR">
                <a:ea typeface="ＭＳ Ｐゴシック" pitchFamily="1" charset="-128"/>
              </a:rPr>
              <a:t>Sont</a:t>
            </a:r>
            <a:r>
              <a:rPr lang="fr-FR" baseline="0">
                <a:ea typeface="ＭＳ Ｐゴシック" pitchFamily="1" charset="-128"/>
              </a:rPr>
              <a:t> pris en compte que les clients ADSL (pas les clients VGAST) </a:t>
            </a: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SFR Solution </a:t>
            </a:r>
            <a:r>
              <a:rPr lang="fr-FR">
                <a:ea typeface="ＭＳ Ｐゴシック" pitchFamily="1" charset="-128"/>
              </a:rPr>
              <a:t>:</a:t>
            </a:r>
          </a:p>
          <a:p>
            <a:pPr defTabSz="943913">
              <a:defRPr/>
            </a:pPr>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r>
              <a:rPr lang="fr-FR" b="1">
                <a:ea typeface="ＭＳ Ｐゴシック" pitchFamily="1" charset="-128"/>
              </a:rPr>
              <a:t>Filtre </a:t>
            </a:r>
            <a:r>
              <a:rPr lang="fr-FR" b="1" err="1">
                <a:ea typeface="ＭＳ Ｐゴシック" pitchFamily="1" charset="-128"/>
              </a:rPr>
              <a:t>Valo</a:t>
            </a:r>
            <a:r>
              <a:rPr lang="fr-FR" b="1">
                <a:ea typeface="ＭＳ Ｐゴシック" pitchFamily="1" charset="-128"/>
              </a:rPr>
              <a:t> </a:t>
            </a:r>
            <a:r>
              <a:rPr lang="fr-FR" b="1" err="1">
                <a:ea typeface="ＭＳ Ｐゴシック" pitchFamily="1" charset="-128"/>
              </a:rPr>
              <a:t>ActivEe</a:t>
            </a:r>
            <a:r>
              <a:rPr lang="fr-FR" b="1" baseline="0">
                <a:ea typeface="ＭＳ Ｐゴシック" pitchFamily="1" charset="-128"/>
              </a:rPr>
              <a:t> :</a:t>
            </a:r>
            <a:endParaRPr lang="fr-FR" b="1">
              <a:ea typeface="ＭＳ Ｐゴシック" pitchFamily="1" charset="-128"/>
            </a:endParaRPr>
          </a:p>
          <a:p>
            <a:r>
              <a:rPr lang="fr-FR">
                <a:ea typeface="ＭＳ Ｐゴシック" pitchFamily="1" charset="-128"/>
              </a:rPr>
              <a:t>Si le</a:t>
            </a:r>
            <a:r>
              <a:rPr lang="fr-FR" baseline="0">
                <a:ea typeface="ＭＳ Ｐゴシック" pitchFamily="1" charset="-128"/>
              </a:rPr>
              <a:t> filtre</a:t>
            </a:r>
            <a:r>
              <a:rPr lang="fr-FR">
                <a:ea typeface="ＭＳ Ｐゴシック" pitchFamily="1" charset="-128"/>
              </a:rPr>
              <a:t> </a:t>
            </a:r>
            <a:r>
              <a:rPr lang="fr-FR" err="1">
                <a:ea typeface="ＭＳ Ｐゴシック" pitchFamily="1" charset="-128"/>
              </a:rPr>
              <a:t>Valo</a:t>
            </a:r>
            <a:r>
              <a:rPr lang="fr-FR">
                <a:ea typeface="ＭＳ Ｐゴシック" pitchFamily="1" charset="-128"/>
              </a:rPr>
              <a:t> est </a:t>
            </a:r>
            <a:r>
              <a:rPr lang="fr-FR" err="1">
                <a:ea typeface="ＭＳ Ｐゴシック" pitchFamily="1" charset="-128"/>
              </a:rPr>
              <a:t>activEe</a:t>
            </a:r>
            <a:r>
              <a:rPr lang="fr-FR">
                <a:ea typeface="ＭＳ Ｐゴシック" pitchFamily="1" charset="-128"/>
              </a:rPr>
              <a:t> sur IRIS</a:t>
            </a:r>
            <a:r>
              <a:rPr lang="fr-FR" baseline="0">
                <a:ea typeface="ＭＳ Ｐゴシック" pitchFamily="1" charset="-128"/>
              </a:rPr>
              <a:t> le SVI interroge les fichiers VALO</a:t>
            </a:r>
          </a:p>
          <a:p>
            <a:endParaRPr lang="fr-FR" baseline="0">
              <a:ea typeface="ＭＳ Ｐゴシック" pitchFamily="1" charset="-128"/>
            </a:endParaRPr>
          </a:p>
          <a:p>
            <a:endParaRPr lang="fr-FR" baseline="0">
              <a:ea typeface="ＭＳ Ｐゴシック" pitchFamily="1" charset="-128"/>
            </a:endParaRPr>
          </a:p>
          <a:p>
            <a:r>
              <a:rPr lang="fr-FR" b="1" baseline="0">
                <a:ea typeface="ＭＳ Ｐゴシック" pitchFamily="1" charset="-128"/>
              </a:rPr>
              <a:t>Type Client :</a:t>
            </a:r>
          </a:p>
          <a:p>
            <a:r>
              <a:rPr lang="fr-FR" baseline="0">
                <a:ea typeface="ＭＳ Ｐゴシック" pitchFamily="1" charset="-128"/>
              </a:rPr>
              <a:t>VOIX : Offre=PRESELECTION</a:t>
            </a:r>
          </a:p>
          <a:p>
            <a:endParaRPr lang="fr-FR" baseline="0">
              <a:ea typeface="ＭＳ Ｐゴシック" pitchFamily="1" charset="-128"/>
            </a:endParaRPr>
          </a:p>
          <a:p>
            <a:pPr defTabSz="944027">
              <a:defRPr/>
            </a:pPr>
            <a:r>
              <a:rPr lang="fr-FR"/>
              <a:t>13/01/2015</a:t>
            </a:r>
          </a:p>
          <a:p>
            <a:pPr defTabSz="944027">
              <a:defRPr/>
            </a:pPr>
            <a:r>
              <a:rPr lang="fr-FR" b="1"/>
              <a:t>FTTH RECENT: Offre = </a:t>
            </a:r>
            <a:r>
              <a:rPr lang="fr-FR" b="1" err="1"/>
              <a:t>THD_xxx</a:t>
            </a:r>
            <a:r>
              <a:rPr lang="fr-FR" b="1"/>
              <a:t> &amp; ( "date appel – DAT_ CRLD &lt; seuil IRIS "client </a:t>
            </a:r>
            <a:r>
              <a:rPr lang="fr-FR" b="1" err="1"/>
              <a:t>recent</a:t>
            </a:r>
            <a:r>
              <a:rPr lang="fr-FR" b="1"/>
              <a:t> FTTH" OU DAT_CRLD vide)</a:t>
            </a:r>
            <a:endParaRPr lang="fr-F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latin typeface="Times New Roman" pitchFamily="18" charset="0"/>
              </a:rPr>
              <a:pPr/>
              <a:t>50</a:t>
            </a:fld>
            <a:endParaRPr lang="fr-FR">
              <a:latin typeface="Times New Roman" pitchFamily="18" charset="0"/>
            </a:endParaRPr>
          </a:p>
        </p:txBody>
      </p:sp>
    </p:spTree>
    <p:extLst>
      <p:ext uri="{BB962C8B-B14F-4D97-AF65-F5344CB8AC3E}">
        <p14:creationId xmlns:p14="http://schemas.microsoft.com/office/powerpoint/2010/main" val="24432370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51</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9148374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52</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595274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53</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8398102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54</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40187896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55</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21655428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56</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29762484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57</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15190941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58</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40824744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59</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3967162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BFCAECCB-7BAE-4667-B642-61B17C2BBCC0}" type="slidenum">
              <a:rPr lang="fr-FR" smtClean="0">
                <a:latin typeface="Times New Roman" pitchFamily="18" charset="0"/>
              </a:rPr>
              <a:pPr/>
              <a:t>60</a:t>
            </a:fld>
            <a:endParaRPr lang="fr-FR">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p:txBody>
          <a:bodyPr/>
          <a:lstStyle/>
          <a:p>
            <a:pPr>
              <a:defRPr/>
            </a:pPr>
            <a:endParaRPr lang="fr-FR" sz="1000">
              <a:ea typeface="ＭＳ Ｐゴシック" charset="-128"/>
              <a:cs typeface="+mn-cs"/>
            </a:endParaRPr>
          </a:p>
        </p:txBody>
      </p:sp>
    </p:spTree>
    <p:extLst>
      <p:ext uri="{BB962C8B-B14F-4D97-AF65-F5344CB8AC3E}">
        <p14:creationId xmlns:p14="http://schemas.microsoft.com/office/powerpoint/2010/main" val="34711704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p:txBody>
          <a:bodyPr/>
          <a:lstStyle/>
          <a:p>
            <a:pPr>
              <a:defRPr/>
            </a:pPr>
            <a:r>
              <a:rPr lang="fr-FR" u="sng">
                <a:ea typeface="ＭＳ Ｐゴシック" charset="-128"/>
                <a:cs typeface="+mn-cs"/>
              </a:rPr>
              <a:t>Modifications :</a:t>
            </a:r>
          </a:p>
          <a:p>
            <a:pPr>
              <a:defRPr/>
            </a:pPr>
            <a:endParaRPr lang="fr-FR">
              <a:ea typeface="ＭＳ Ｐゴシック" charset="-128"/>
              <a:cs typeface="+mn-cs"/>
            </a:endParaRPr>
          </a:p>
          <a:p>
            <a:pPr>
              <a:defRPr/>
            </a:pPr>
            <a:r>
              <a:rPr lang="fr-FR" u="sng">
                <a:ea typeface="ＭＳ Ｐゴシック" charset="-128"/>
                <a:cs typeface="+mn-cs"/>
              </a:rPr>
              <a:t>Commentaires SFR SC :</a:t>
            </a:r>
          </a:p>
          <a:p>
            <a:pPr>
              <a:defRPr/>
            </a:pPr>
            <a:endParaRPr lang="fr-FR" u="sng">
              <a:ea typeface="ＭＳ Ｐゴシック" charset="-128"/>
              <a:cs typeface="+mn-cs"/>
            </a:endParaRPr>
          </a:p>
          <a:p>
            <a:pPr>
              <a:defRPr/>
            </a:pPr>
            <a:r>
              <a:rPr lang="fr-FR"/>
              <a:t>Format de la balise d’incident : BALISE_#</a:t>
            </a:r>
            <a:r>
              <a:rPr lang="fr-FR" err="1"/>
              <a:t>num-message</a:t>
            </a:r>
            <a:r>
              <a:rPr lang="fr-FR"/>
              <a:t>. </a:t>
            </a:r>
            <a:r>
              <a:rPr lang="fr-FR" err="1"/>
              <a:t>Num_message</a:t>
            </a:r>
            <a:r>
              <a:rPr lang="fr-FR"/>
              <a:t>  correspond à l’id </a:t>
            </a:r>
            <a:r>
              <a:rPr lang="fr-FR" err="1"/>
              <a:t>retournE</a:t>
            </a:r>
            <a:r>
              <a:rPr lang="fr-FR"/>
              <a:t> par le SVI</a:t>
            </a:r>
            <a:endParaRPr lang="fr-FR">
              <a:ea typeface="ＭＳ Ｐゴシック" charset="-128"/>
              <a:cs typeface="+mn-cs"/>
            </a:endParaRPr>
          </a:p>
          <a:p>
            <a:pPr>
              <a:defRPr/>
            </a:pPr>
            <a:endParaRPr lang="fr-FR">
              <a:ea typeface="ＭＳ Ｐゴシック" charset="-128"/>
              <a:cs typeface="+mn-cs"/>
            </a:endParaRPr>
          </a:p>
          <a:p>
            <a:pPr>
              <a:defRPr/>
            </a:pPr>
            <a:r>
              <a:rPr lang="fr-FR" u="sng">
                <a:ea typeface="ＭＳ Ｐゴシック" charset="-128"/>
                <a:cs typeface="+mn-cs"/>
              </a:rPr>
              <a:t>Commentaires SFR BUSH – SFD :</a:t>
            </a:r>
            <a:endParaRPr lang="fr-FR">
              <a:ea typeface="ＭＳ Ｐゴシック" charset="-128"/>
              <a:cs typeface="+mn-cs"/>
            </a:endParaRPr>
          </a:p>
          <a:p>
            <a:pPr>
              <a:defRPr/>
            </a:pPr>
            <a:r>
              <a:rPr lang="fr-FR" u="sng">
                <a:ea typeface="ＭＳ Ｐゴシック" charset="-128"/>
                <a:cs typeface="+mn-cs"/>
              </a:rPr>
              <a:t>- Filtre – « Test Multi Appelant » :</a:t>
            </a:r>
            <a:r>
              <a:rPr lang="fr-FR">
                <a:ea typeface="ＭＳ Ｐゴシック" charset="-128"/>
                <a:cs typeface="+mn-cs"/>
              </a:rPr>
              <a:t> interroge la </a:t>
            </a:r>
            <a:r>
              <a:rPr lang="fr-FR" err="1">
                <a:ea typeface="ＭＳ Ｐゴシック" charset="-128"/>
                <a:cs typeface="+mn-cs"/>
              </a:rPr>
              <a:t>WebApp</a:t>
            </a:r>
            <a:r>
              <a:rPr lang="fr-FR">
                <a:ea typeface="ＭＳ Ｐゴシック" charset="-128"/>
                <a:cs typeface="+mn-cs"/>
              </a:rPr>
              <a:t> « IHM » avec le paramètre IN « Application = ACCUEILADSL » et « NDI = ANI »,  </a:t>
            </a:r>
            <a:r>
              <a:rPr lang="fr-FR">
                <a:ea typeface="ＭＳ Ｐゴシック" charset="-128"/>
                <a:cs typeface="+mn-cs"/>
                <a:sym typeface="Wingdings" pitchFamily="2" charset="2"/>
              </a:rPr>
              <a:t> Test </a:t>
            </a:r>
            <a:r>
              <a:rPr lang="fr-FR" err="1">
                <a:ea typeface="ＭＳ Ｐゴシック" charset="-128"/>
                <a:cs typeface="+mn-cs"/>
                <a:sym typeface="Wingdings" pitchFamily="2" charset="2"/>
              </a:rPr>
              <a:t>validE</a:t>
            </a:r>
            <a:r>
              <a:rPr lang="fr-FR">
                <a:ea typeface="ＭＳ Ｐゴシック" charset="-128"/>
                <a:cs typeface="+mn-cs"/>
                <a:sym typeface="Wingdings" pitchFamily="2" charset="2"/>
              </a:rPr>
              <a:t> si paramètre OUT « </a:t>
            </a:r>
            <a:r>
              <a:rPr lang="fr-FR">
                <a:ea typeface="ＭＳ Ｐゴシック" charset="-128"/>
                <a:cs typeface="+mn-cs"/>
              </a:rPr>
              <a:t>MULTI_APPELANT= </a:t>
            </a:r>
            <a:r>
              <a:rPr lang="fr-FR" err="1">
                <a:ea typeface="ＭＳ Ｐゴシック" charset="-128"/>
                <a:cs typeface="+mn-cs"/>
              </a:rPr>
              <a:t>true</a:t>
            </a:r>
            <a:r>
              <a:rPr lang="fr-FR">
                <a:ea typeface="ＭＳ Ｐゴシック" charset="-128"/>
                <a:cs typeface="+mn-cs"/>
              </a:rPr>
              <a:t> »</a:t>
            </a:r>
          </a:p>
          <a:p>
            <a:pPr>
              <a:defRPr/>
            </a:pPr>
            <a:r>
              <a:rPr lang="fr-FR" u="sng">
                <a:ea typeface="ＭＳ Ｐゴシック" charset="-128"/>
                <a:cs typeface="+mn-cs"/>
              </a:rPr>
              <a:t>- Filtre – « Flash » :</a:t>
            </a:r>
            <a:r>
              <a:rPr lang="fr-FR">
                <a:ea typeface="ＭＳ Ｐゴシック" charset="-128"/>
                <a:cs typeface="+mn-cs"/>
              </a:rPr>
              <a:t> interroge la </a:t>
            </a:r>
            <a:r>
              <a:rPr lang="fr-FR" err="1">
                <a:ea typeface="ＭＳ Ｐゴシック" charset="-128"/>
                <a:cs typeface="+mn-cs"/>
              </a:rPr>
              <a:t>WebApp</a:t>
            </a:r>
            <a:r>
              <a:rPr lang="fr-FR">
                <a:ea typeface="ＭＳ Ｐゴシック" charset="-128"/>
                <a:cs typeface="+mn-cs"/>
              </a:rPr>
              <a:t> « FLASH » avec le paramètre IN « Application = ACCUEILADSL » et « NDI = ANI »,  </a:t>
            </a:r>
            <a:r>
              <a:rPr lang="fr-FR">
                <a:ea typeface="ＭＳ Ｐゴシック" charset="-128"/>
                <a:cs typeface="+mn-cs"/>
                <a:sym typeface="Wingdings" pitchFamily="2" charset="2"/>
              </a:rPr>
              <a:t> Flash à jouer si la du paramètre OUT « </a:t>
            </a:r>
            <a:r>
              <a:rPr lang="fr-FR">
                <a:ea typeface="ＭＳ Ｐゴシック" charset="-128"/>
                <a:cs typeface="+mn-cs"/>
              </a:rPr>
              <a:t>MESSAGES » est non vide pour la </a:t>
            </a:r>
            <a:r>
              <a:rPr lang="fr-FR" b="1">
                <a:ea typeface="ＭＳ Ｐゴシック" charset="-128"/>
                <a:cs typeface="+mn-cs"/>
              </a:rPr>
              <a:t>position</a:t>
            </a:r>
            <a:r>
              <a:rPr lang="fr-FR">
                <a:ea typeface="ＭＳ Ｐゴシック" charset="-128"/>
                <a:cs typeface="+mn-cs"/>
              </a:rPr>
              <a:t> </a:t>
            </a:r>
            <a:r>
              <a:rPr lang="fr-FR" err="1">
                <a:ea typeface="ＭＳ Ｐゴシック" charset="-128"/>
                <a:cs typeface="+mn-cs"/>
              </a:rPr>
              <a:t>considErEe</a:t>
            </a:r>
            <a:r>
              <a:rPr lang="fr-FR">
                <a:ea typeface="ＭＳ Ｐゴシック" charset="-128"/>
                <a:cs typeface="+mn-cs"/>
              </a:rPr>
              <a:t> (le fait que le flash soit </a:t>
            </a:r>
            <a:r>
              <a:rPr lang="fr-FR" err="1">
                <a:ea typeface="ＭＳ Ｐゴシック" charset="-128"/>
                <a:cs typeface="+mn-cs"/>
              </a:rPr>
              <a:t>SpEcifique</a:t>
            </a:r>
            <a:r>
              <a:rPr lang="fr-FR">
                <a:ea typeface="ＭＳ Ｐゴシック" charset="-128"/>
                <a:cs typeface="+mn-cs"/>
              </a:rPr>
              <a:t> ou </a:t>
            </a:r>
            <a:r>
              <a:rPr lang="fr-FR" err="1">
                <a:ea typeface="ＭＳ Ｐゴシック" charset="-128"/>
                <a:cs typeface="+mn-cs"/>
              </a:rPr>
              <a:t>GEnErique</a:t>
            </a:r>
            <a:r>
              <a:rPr lang="fr-FR">
                <a:ea typeface="ＭＳ Ｐゴシック" charset="-128"/>
                <a:cs typeface="+mn-cs"/>
              </a:rPr>
              <a:t> est transparent pour le SVI</a:t>
            </a:r>
          </a:p>
          <a:p>
            <a:pPr>
              <a:defRPr/>
            </a:pPr>
            <a:r>
              <a:rPr lang="fr-FR" u="sng">
                <a:ea typeface="ＭＳ Ｐゴシック" charset="-128"/>
                <a:cs typeface="+mn-cs"/>
              </a:rPr>
              <a:t>- Balise Statistique – « </a:t>
            </a:r>
            <a:r>
              <a:rPr lang="fr-FR" u="sng" err="1">
                <a:ea typeface="ＭＳ Ｐゴシック" charset="-128"/>
                <a:cs typeface="+mn-cs"/>
              </a:rPr>
              <a:t>NUM_xxx</a:t>
            </a:r>
            <a:r>
              <a:rPr lang="fr-FR" u="sng">
                <a:ea typeface="ＭＳ Ｐゴシック" charset="-128"/>
                <a:cs typeface="+mn-cs"/>
              </a:rPr>
              <a:t> » :</a:t>
            </a:r>
            <a:r>
              <a:rPr lang="fr-FR">
                <a:ea typeface="ＭＳ Ｐゴシック" charset="-128"/>
                <a:cs typeface="+mn-cs"/>
              </a:rPr>
              <a:t> les 4 premiers digits du </a:t>
            </a:r>
            <a:r>
              <a:rPr lang="fr-FR" err="1">
                <a:ea typeface="ＭＳ Ｐゴシック" charset="-128"/>
                <a:cs typeface="+mn-cs"/>
              </a:rPr>
              <a:t>numEro</a:t>
            </a:r>
            <a:r>
              <a:rPr lang="fr-FR">
                <a:ea typeface="ＭＳ Ｐゴシック" charset="-128"/>
                <a:cs typeface="+mn-cs"/>
              </a:rPr>
              <a:t> de Flash sont issus du </a:t>
            </a:r>
            <a:r>
              <a:rPr lang="fr-FR" err="1">
                <a:ea typeface="ＭＳ Ｐゴシック" charset="-128"/>
                <a:cs typeface="+mn-cs"/>
              </a:rPr>
              <a:t>numEro</a:t>
            </a:r>
            <a:r>
              <a:rPr lang="fr-FR">
                <a:ea typeface="ＭＳ Ｐゴシック" charset="-128"/>
                <a:cs typeface="+mn-cs"/>
              </a:rPr>
              <a:t> de la balise de stat </a:t>
            </a:r>
            <a:r>
              <a:rPr lang="fr-FR" err="1">
                <a:ea typeface="ＭＳ Ｐゴシック" charset="-128"/>
                <a:cs typeface="+mn-cs"/>
              </a:rPr>
              <a:t>placEe</a:t>
            </a:r>
            <a:r>
              <a:rPr lang="fr-FR">
                <a:ea typeface="ＭＳ Ｐゴシック" charset="-128"/>
                <a:cs typeface="+mn-cs"/>
              </a:rPr>
              <a:t> juste avant le symbole de Message Flash en Jaune dans les pages </a:t>
            </a:r>
            <a:r>
              <a:rPr lang="fr-FR" err="1">
                <a:ea typeface="ＭＳ Ｐゴシック" charset="-128"/>
                <a:cs typeface="+mn-cs"/>
              </a:rPr>
              <a:t>prEcEdentes</a:t>
            </a:r>
            <a:endParaRPr lang="fr-FR">
              <a:ea typeface="ＭＳ Ｐゴシック" charset="-128"/>
              <a:cs typeface="+mn-cs"/>
            </a:endParaRPr>
          </a:p>
          <a:p>
            <a:pPr>
              <a:defRPr/>
            </a:pPr>
            <a:r>
              <a:rPr lang="fr-FR" u="sng">
                <a:ea typeface="ＭＳ Ｐゴシック" charset="-128"/>
                <a:cs typeface="+mn-cs"/>
              </a:rPr>
              <a:t>- Filtre – « Traitement » :</a:t>
            </a:r>
            <a:r>
              <a:rPr lang="fr-FR">
                <a:ea typeface="ＭＳ Ｐゴシック" charset="-128"/>
                <a:cs typeface="+mn-cs"/>
              </a:rPr>
              <a:t> Pour chaque message non vide, deux champs, </a:t>
            </a:r>
            <a:r>
              <a:rPr lang="fr-FR" err="1">
                <a:ea typeface="ＭＳ Ｐゴシック" charset="-128"/>
                <a:cs typeface="+mn-cs"/>
              </a:rPr>
              <a:t>sEparEs</a:t>
            </a:r>
            <a:r>
              <a:rPr lang="fr-FR">
                <a:ea typeface="ＭＳ Ｐゴシック" charset="-128"/>
                <a:cs typeface="+mn-cs"/>
              </a:rPr>
              <a:t> par un | sont </a:t>
            </a:r>
            <a:r>
              <a:rPr lang="fr-FR" err="1">
                <a:ea typeface="ＭＳ Ｐゴシック" charset="-128"/>
                <a:cs typeface="+mn-cs"/>
              </a:rPr>
              <a:t>prEsents</a:t>
            </a:r>
            <a:r>
              <a:rPr lang="fr-FR">
                <a:ea typeface="ＭＳ Ｐゴシック" charset="-128"/>
                <a:cs typeface="+mn-cs"/>
              </a:rPr>
              <a:t> : le premier donne le nom du message et le deuxième peut prendre </a:t>
            </a:r>
            <a:r>
              <a:rPr lang="fr-FR" err="1">
                <a:ea typeface="ＭＳ Ｐゴシック" charset="-128"/>
                <a:cs typeface="+mn-cs"/>
              </a:rPr>
              <a:t>diffErentes</a:t>
            </a:r>
            <a:r>
              <a:rPr lang="fr-FR">
                <a:ea typeface="ＭＳ Ｐゴシック" charset="-128"/>
                <a:cs typeface="+mn-cs"/>
              </a:rPr>
              <a:t> valeurs en fonction du comportement à adopter après diffusion du message flash :</a:t>
            </a:r>
            <a:br>
              <a:rPr lang="fr-FR">
                <a:ea typeface="ＭＳ Ｐゴシック" charset="-128"/>
                <a:cs typeface="+mn-cs"/>
              </a:rPr>
            </a:br>
            <a:r>
              <a:rPr lang="fr-FR">
                <a:ea typeface="ＭＳ Ｐゴシック" charset="-128"/>
                <a:cs typeface="+mn-cs"/>
              </a:rPr>
              <a:t>	- si un transfert doit être </a:t>
            </a:r>
            <a:r>
              <a:rPr lang="fr-FR" err="1">
                <a:ea typeface="ＭＳ Ｐゴシック" charset="-128"/>
                <a:cs typeface="+mn-cs"/>
              </a:rPr>
              <a:t>effectuE</a:t>
            </a:r>
            <a:r>
              <a:rPr lang="fr-FR">
                <a:ea typeface="ＭＳ Ｐゴシック" charset="-128"/>
                <a:cs typeface="+mn-cs"/>
              </a:rPr>
              <a:t>, la valeur du deuxième champ est l</a:t>
            </a:r>
            <a:r>
              <a:rPr lang="fr-FR" altLang="fr-FR">
                <a:ea typeface="ＭＳ Ｐゴシック" charset="-128"/>
                <a:cs typeface="+mn-cs"/>
              </a:rPr>
              <a:t>‘</a:t>
            </a:r>
            <a:r>
              <a:rPr lang="fr-FR">
                <a:ea typeface="ＭＳ Ｐゴシック" charset="-128"/>
                <a:cs typeface="+mn-cs"/>
              </a:rPr>
              <a:t>ID_NOEUD correspondant au transfert</a:t>
            </a:r>
          </a:p>
          <a:p>
            <a:pPr>
              <a:defRPr/>
            </a:pPr>
            <a:r>
              <a:rPr lang="fr-FR">
                <a:ea typeface="ＭＳ Ｐゴシック" charset="-128"/>
                <a:cs typeface="+mn-cs"/>
              </a:rPr>
              <a:t>	- si la communication doit être interrompue après la diffusion du message, la valeur du champ est la chaîne "Dissuasion"</a:t>
            </a:r>
          </a:p>
          <a:p>
            <a:pPr>
              <a:defRPr/>
            </a:pPr>
            <a:r>
              <a:rPr lang="fr-FR">
                <a:ea typeface="ＭＳ Ｐゴシック" charset="-128"/>
                <a:cs typeface="+mn-cs"/>
              </a:rPr>
              <a:t>	- si le champ est vide, le SVI continue le dialogue normalement</a:t>
            </a:r>
          </a:p>
          <a:p>
            <a:pPr>
              <a:defRPr/>
            </a:pPr>
            <a:r>
              <a:rPr lang="fr-FR">
                <a:ea typeface="ＭＳ Ｐゴシック" charset="-128"/>
                <a:cs typeface="+mn-cs"/>
              </a:rPr>
              <a:t>- </a:t>
            </a:r>
            <a:r>
              <a:rPr lang="fr-FR" u="sng">
                <a:ea typeface="ＭＳ Ｐゴシック" charset="-128"/>
                <a:cs typeface="+mn-cs"/>
              </a:rPr>
              <a:t>Transfert – « PLATEAUX » :</a:t>
            </a:r>
            <a:r>
              <a:rPr lang="fr-FR">
                <a:ea typeface="ＭＳ Ｐゴシック" charset="-128"/>
                <a:cs typeface="+mn-cs"/>
              </a:rPr>
              <a:t> Retour à la </a:t>
            </a:r>
            <a:r>
              <a:rPr lang="fr-FR" err="1">
                <a:ea typeface="ＭＳ Ｐゴシック" charset="-128"/>
                <a:cs typeface="+mn-cs"/>
              </a:rPr>
              <a:t>stratEgie</a:t>
            </a:r>
            <a:r>
              <a:rPr lang="fr-FR">
                <a:ea typeface="ＭＳ Ｐゴシック" charset="-128"/>
                <a:cs typeface="+mn-cs"/>
              </a:rPr>
              <a:t> IRD avec « ID_NOEUD » = valeur issue de la </a:t>
            </a:r>
            <a:r>
              <a:rPr lang="fr-FR" err="1">
                <a:ea typeface="ＭＳ Ｐゴシック" charset="-128"/>
                <a:cs typeface="+mn-cs"/>
              </a:rPr>
              <a:t>WebApp</a:t>
            </a:r>
            <a:r>
              <a:rPr lang="fr-FR">
                <a:ea typeface="ＭＳ Ｐゴシック" charset="-128"/>
                <a:cs typeface="+mn-cs"/>
              </a:rPr>
              <a:t> « FLASH »</a:t>
            </a:r>
          </a:p>
          <a:p>
            <a:pPr>
              <a:defRPr/>
            </a:pPr>
            <a:r>
              <a:rPr lang="fr-FR" u="sng">
                <a:ea typeface="ＭＳ Ｐゴシック" charset="-128"/>
                <a:cs typeface="+mn-cs"/>
              </a:rPr>
              <a:t>- Filtre – « Incident » :</a:t>
            </a:r>
            <a:r>
              <a:rPr lang="fr-FR">
                <a:ea typeface="ＭＳ Ｐゴシック" charset="-128"/>
                <a:cs typeface="+mn-cs"/>
              </a:rPr>
              <a:t> informations obtenues lors de l</a:t>
            </a:r>
            <a:r>
              <a:rPr lang="fr-FR" altLang="fr-FR">
                <a:ea typeface="ＭＳ Ｐゴシック" charset="-128"/>
                <a:cs typeface="+mn-cs"/>
              </a:rPr>
              <a:t>’</a:t>
            </a:r>
            <a:r>
              <a:rPr lang="fr-FR">
                <a:ea typeface="ＭＳ Ｐゴシック" charset="-128"/>
                <a:cs typeface="+mn-cs"/>
              </a:rPr>
              <a:t>identification « SIEBEL » </a:t>
            </a:r>
            <a:r>
              <a:rPr lang="fr-FR" err="1">
                <a:ea typeface="ＭＳ Ｐゴシック" charset="-128"/>
                <a:cs typeface="+mn-cs"/>
              </a:rPr>
              <a:t>rEalisEe</a:t>
            </a:r>
            <a:r>
              <a:rPr lang="fr-FR">
                <a:ea typeface="ＭＳ Ｐゴシック" charset="-128"/>
                <a:cs typeface="+mn-cs"/>
              </a:rPr>
              <a:t> via le parcours « ACU  » </a:t>
            </a:r>
            <a:r>
              <a:rPr lang="fr-FR">
                <a:ea typeface="ＭＳ Ｐゴシック" charset="-128"/>
                <a:cs typeface="+mn-cs"/>
                <a:sym typeface="Wingdings" pitchFamily="2" charset="2"/>
              </a:rPr>
              <a:t> </a:t>
            </a:r>
            <a:r>
              <a:rPr lang="fr-FR" err="1">
                <a:ea typeface="ＭＳ Ｐゴシック" charset="-128"/>
                <a:cs typeface="+mn-cs"/>
                <a:sym typeface="Wingdings" pitchFamily="2" charset="2"/>
              </a:rPr>
              <a:t>Msg</a:t>
            </a:r>
            <a:r>
              <a:rPr lang="fr-FR">
                <a:ea typeface="ＭＳ Ｐゴシック" charset="-128"/>
                <a:cs typeface="+mn-cs"/>
                <a:sym typeface="Wingdings" pitchFamily="2" charset="2"/>
              </a:rPr>
              <a:t> Incident à jouer si la du paramètre OUT « </a:t>
            </a:r>
            <a:r>
              <a:rPr lang="fr-FR">
                <a:ea typeface="ＭＳ Ｐゴシック" charset="-128"/>
                <a:cs typeface="+mn-cs"/>
              </a:rPr>
              <a:t>INCIDENTS » est non vide pour la </a:t>
            </a:r>
            <a:r>
              <a:rPr lang="fr-FR" b="1">
                <a:ea typeface="ＭＳ Ｐゴシック" charset="-128"/>
                <a:cs typeface="+mn-cs"/>
              </a:rPr>
              <a:t>position</a:t>
            </a:r>
            <a:r>
              <a:rPr lang="fr-FR">
                <a:ea typeface="ＭＳ Ｐゴシック" charset="-128"/>
                <a:cs typeface="+mn-cs"/>
              </a:rPr>
              <a:t> </a:t>
            </a:r>
            <a:r>
              <a:rPr lang="fr-FR" err="1">
                <a:ea typeface="ＭＳ Ｐゴシック" charset="-128"/>
                <a:cs typeface="+mn-cs"/>
              </a:rPr>
              <a:t>considErEe</a:t>
            </a:r>
            <a:r>
              <a:rPr lang="fr-FR">
                <a:ea typeface="ＭＳ Ｐゴシック" charset="-128"/>
                <a:cs typeface="+mn-cs"/>
              </a:rPr>
              <a:t> </a:t>
            </a:r>
          </a:p>
          <a:p>
            <a:pPr>
              <a:defRPr/>
            </a:pPr>
            <a:r>
              <a:rPr lang="fr-FR" u="sng">
                <a:ea typeface="ＭＳ Ｐゴシック" charset="-128"/>
                <a:cs typeface="+mn-cs"/>
              </a:rPr>
              <a:t>- Balise Statistique – « </a:t>
            </a:r>
            <a:r>
              <a:rPr lang="fr-FR" u="sng" err="1">
                <a:ea typeface="ＭＳ Ｐゴシック" charset="-128"/>
                <a:cs typeface="+mn-cs"/>
              </a:rPr>
              <a:t>NUM_xxx</a:t>
            </a:r>
            <a:r>
              <a:rPr lang="fr-FR" u="sng">
                <a:ea typeface="ＭＳ Ｐゴシック" charset="-128"/>
                <a:cs typeface="+mn-cs"/>
              </a:rPr>
              <a:t> » :</a:t>
            </a:r>
            <a:r>
              <a:rPr lang="fr-FR">
                <a:ea typeface="ＭＳ Ｐゴシック" charset="-128"/>
                <a:cs typeface="+mn-cs"/>
              </a:rPr>
              <a:t> les 4 premiers digits du </a:t>
            </a:r>
            <a:r>
              <a:rPr lang="fr-FR" err="1">
                <a:ea typeface="ＭＳ Ｐゴシック" charset="-128"/>
                <a:cs typeface="+mn-cs"/>
              </a:rPr>
              <a:t>numEro</a:t>
            </a:r>
            <a:r>
              <a:rPr lang="fr-FR">
                <a:ea typeface="ＭＳ Ｐゴシック" charset="-128"/>
                <a:cs typeface="+mn-cs"/>
              </a:rPr>
              <a:t> de Flash sont issus du </a:t>
            </a:r>
            <a:r>
              <a:rPr lang="fr-FR" err="1">
                <a:ea typeface="ＭＳ Ｐゴシック" charset="-128"/>
                <a:cs typeface="+mn-cs"/>
              </a:rPr>
              <a:t>numEro</a:t>
            </a:r>
            <a:r>
              <a:rPr lang="fr-FR">
                <a:ea typeface="ＭＳ Ｐゴシック" charset="-128"/>
                <a:cs typeface="+mn-cs"/>
              </a:rPr>
              <a:t> de la balise de stat </a:t>
            </a:r>
            <a:r>
              <a:rPr lang="fr-FR" err="1">
                <a:ea typeface="ＭＳ Ｐゴシック" charset="-128"/>
                <a:cs typeface="+mn-cs"/>
              </a:rPr>
              <a:t>placEe</a:t>
            </a:r>
            <a:r>
              <a:rPr lang="fr-FR">
                <a:ea typeface="ＭＳ Ｐゴシック" charset="-128"/>
                <a:cs typeface="+mn-cs"/>
              </a:rPr>
              <a:t> juste avant le symbole de Message Incident en Violet dans les pages </a:t>
            </a:r>
            <a:r>
              <a:rPr lang="fr-FR" err="1">
                <a:ea typeface="ＭＳ Ｐゴシック" charset="-128"/>
                <a:cs typeface="+mn-cs"/>
              </a:rPr>
              <a:t>prEcEdentes</a:t>
            </a:r>
            <a:endParaRPr lang="fr-FR">
              <a:ea typeface="ＭＳ Ｐゴシック" charset="-128"/>
              <a:cs typeface="+mn-cs"/>
            </a:endParaRPr>
          </a:p>
          <a:p>
            <a:pPr>
              <a:defRPr/>
            </a:pPr>
            <a:r>
              <a:rPr lang="fr-FR" u="sng">
                <a:ea typeface="ＭＳ Ｐゴシック" charset="-128"/>
                <a:cs typeface="+mn-cs"/>
              </a:rPr>
              <a:t>- Filtre – « Traitement » :</a:t>
            </a:r>
            <a:r>
              <a:rPr lang="fr-FR">
                <a:ea typeface="ＭＳ Ｐゴシック" charset="-128"/>
                <a:cs typeface="+mn-cs"/>
              </a:rPr>
              <a:t> Pour chaque message non vide, deux champs, </a:t>
            </a:r>
            <a:r>
              <a:rPr lang="fr-FR" err="1">
                <a:ea typeface="ＭＳ Ｐゴシック" charset="-128"/>
                <a:cs typeface="+mn-cs"/>
              </a:rPr>
              <a:t>sEparEs</a:t>
            </a:r>
            <a:r>
              <a:rPr lang="fr-FR">
                <a:ea typeface="ＭＳ Ｐゴシック" charset="-128"/>
                <a:cs typeface="+mn-cs"/>
              </a:rPr>
              <a:t> par un | sont </a:t>
            </a:r>
            <a:r>
              <a:rPr lang="fr-FR" err="1">
                <a:ea typeface="ＭＳ Ｐゴシック" charset="-128"/>
                <a:cs typeface="+mn-cs"/>
              </a:rPr>
              <a:t>prEsents</a:t>
            </a:r>
            <a:r>
              <a:rPr lang="fr-FR">
                <a:ea typeface="ＭＳ Ｐゴシック" charset="-128"/>
                <a:cs typeface="+mn-cs"/>
              </a:rPr>
              <a:t> : le premier donne le nom du message et le deuxième peut prendre </a:t>
            </a:r>
            <a:r>
              <a:rPr lang="fr-FR" err="1">
                <a:ea typeface="ＭＳ Ｐゴシック" charset="-128"/>
                <a:cs typeface="+mn-cs"/>
              </a:rPr>
              <a:t>diffErentes</a:t>
            </a:r>
            <a:r>
              <a:rPr lang="fr-FR">
                <a:ea typeface="ＭＳ Ｐゴシック" charset="-128"/>
                <a:cs typeface="+mn-cs"/>
              </a:rPr>
              <a:t> valeurs en fonction du comportement à adopter après diffusion du message flash :</a:t>
            </a:r>
            <a:br>
              <a:rPr lang="fr-FR">
                <a:ea typeface="ＭＳ Ｐゴシック" charset="-128"/>
                <a:cs typeface="+mn-cs"/>
              </a:rPr>
            </a:br>
            <a:r>
              <a:rPr lang="fr-FR">
                <a:ea typeface="ＭＳ Ｐゴシック" charset="-128"/>
                <a:cs typeface="+mn-cs"/>
              </a:rPr>
              <a:t>	- si la communication doit être interrompue après la diffusion du message, la valeur du champ est la chaîne "Dissuasion"</a:t>
            </a:r>
          </a:p>
          <a:p>
            <a:pPr>
              <a:defRPr/>
            </a:pPr>
            <a:r>
              <a:rPr lang="fr-FR">
                <a:ea typeface="ＭＳ Ｐゴシック" charset="-128"/>
                <a:cs typeface="+mn-cs"/>
              </a:rPr>
              <a:t>	- si le champ est vide, le SVI continue le dialogue normalement</a:t>
            </a:r>
          </a:p>
          <a:p>
            <a:pPr>
              <a:defRPr/>
            </a:pPr>
            <a:r>
              <a:rPr lang="fr-FR">
                <a:ea typeface="ＭＳ Ｐゴシック" charset="-128"/>
                <a:cs typeface="+mn-cs"/>
              </a:rPr>
              <a:t>- </a:t>
            </a:r>
            <a:r>
              <a:rPr lang="fr-FR" u="sng">
                <a:ea typeface="ＭＳ Ｐゴシック" charset="-128"/>
                <a:cs typeface="+mn-cs"/>
              </a:rPr>
              <a:t>Renvoi – « SORTIE FLASH-INCIDENT » :</a:t>
            </a:r>
            <a:r>
              <a:rPr lang="fr-FR">
                <a:ea typeface="ＭＳ Ｐゴシック" charset="-128"/>
                <a:cs typeface="+mn-cs"/>
              </a:rPr>
              <a:t> poursuite du parcours en dessous du symbole de Message Flash en Jaune dans les pages </a:t>
            </a:r>
            <a:r>
              <a:rPr lang="fr-FR" err="1">
                <a:ea typeface="ＭＳ Ｐゴシック" charset="-128"/>
                <a:cs typeface="+mn-cs"/>
              </a:rPr>
              <a:t>prEcEdentes</a:t>
            </a:r>
            <a:endParaRPr lang="fr-FR">
              <a:ea typeface="ＭＳ Ｐゴシック" charset="-128"/>
              <a:cs typeface="+mn-cs"/>
            </a:endParaRPr>
          </a:p>
        </p:txBody>
      </p:sp>
      <p:sp>
        <p:nvSpPr>
          <p:cNvPr id="614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9340CAC-C96B-451F-9BE6-A52F58B28C5B}" type="slidenum">
              <a:rPr lang="fr-FR" smtClean="0">
                <a:solidFill>
                  <a:srgbClr val="000000"/>
                </a:solidFill>
                <a:latin typeface="Times New Roman" pitchFamily="18" charset="0"/>
              </a:rPr>
              <a:pPr/>
              <a:t>62</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5534792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a:defRPr/>
            </a:pPr>
            <a:fld id="{FA5DB5F5-C4FA-4A16-BBE7-E77EEEEDADB9}" type="slidenum">
              <a:rPr lang="fr-FR" smtClean="0"/>
              <a:pPr>
                <a:defRPr/>
              </a:pPr>
              <a:t>63</a:t>
            </a:fld>
            <a:endParaRPr lang="fr-FR"/>
          </a:p>
        </p:txBody>
      </p:sp>
    </p:spTree>
    <p:extLst>
      <p:ext uri="{BB962C8B-B14F-4D97-AF65-F5344CB8AC3E}">
        <p14:creationId xmlns:p14="http://schemas.microsoft.com/office/powerpoint/2010/main" val="42485337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p:txBody>
          <a:bodyPr/>
          <a:lstStyle/>
          <a:p>
            <a:pPr>
              <a:defRPr/>
            </a:pPr>
            <a:r>
              <a:rPr lang="fr-FR" u="sng">
                <a:ea typeface="ＭＳ Ｐゴシック" charset="-128"/>
                <a:cs typeface="+mn-cs"/>
              </a:rPr>
              <a:t>Modifications :</a:t>
            </a:r>
          </a:p>
          <a:p>
            <a:pPr>
              <a:defRPr/>
            </a:pPr>
            <a:endParaRPr lang="fr-FR">
              <a:ea typeface="ＭＳ Ｐゴシック" charset="-128"/>
              <a:cs typeface="+mn-cs"/>
            </a:endParaRPr>
          </a:p>
          <a:p>
            <a:pPr>
              <a:defRPr/>
            </a:pPr>
            <a:r>
              <a:rPr lang="fr-FR" u="sng">
                <a:ea typeface="ＭＳ Ｐゴシック" charset="-128"/>
                <a:cs typeface="+mn-cs"/>
              </a:rPr>
              <a:t>Commentaires SFR SC :</a:t>
            </a:r>
          </a:p>
          <a:p>
            <a:pPr>
              <a:defRPr/>
            </a:pPr>
            <a:endParaRPr lang="fr-FR" u="sng">
              <a:ea typeface="ＭＳ Ｐゴシック" charset="-128"/>
              <a:cs typeface="+mn-cs"/>
            </a:endParaRPr>
          </a:p>
          <a:p>
            <a:pPr>
              <a:defRPr/>
            </a:pPr>
            <a:r>
              <a:rPr lang="fr-FR"/>
              <a:t>Format de la balise d’incident : BALISE_#</a:t>
            </a:r>
            <a:r>
              <a:rPr lang="fr-FR" err="1"/>
              <a:t>num-message</a:t>
            </a:r>
            <a:r>
              <a:rPr lang="fr-FR"/>
              <a:t>. </a:t>
            </a:r>
            <a:r>
              <a:rPr lang="fr-FR" err="1"/>
              <a:t>Num_message</a:t>
            </a:r>
            <a:r>
              <a:rPr lang="fr-FR"/>
              <a:t>  correspond à l’id </a:t>
            </a:r>
            <a:r>
              <a:rPr lang="fr-FR" err="1"/>
              <a:t>retournE</a:t>
            </a:r>
            <a:r>
              <a:rPr lang="fr-FR"/>
              <a:t> par le SVI</a:t>
            </a:r>
            <a:endParaRPr lang="fr-FR">
              <a:ea typeface="ＭＳ Ｐゴシック" charset="-128"/>
              <a:cs typeface="+mn-cs"/>
            </a:endParaRPr>
          </a:p>
          <a:p>
            <a:pPr>
              <a:defRPr/>
            </a:pPr>
            <a:endParaRPr lang="fr-FR">
              <a:ea typeface="ＭＳ Ｐゴシック" charset="-128"/>
              <a:cs typeface="+mn-cs"/>
            </a:endParaRPr>
          </a:p>
          <a:p>
            <a:pPr>
              <a:defRPr/>
            </a:pPr>
            <a:r>
              <a:rPr lang="fr-FR" u="sng">
                <a:ea typeface="ＭＳ Ｐゴシック" charset="-128"/>
                <a:cs typeface="+mn-cs"/>
              </a:rPr>
              <a:t>Commentaires SFR BUSH – SFD :</a:t>
            </a:r>
            <a:endParaRPr lang="fr-FR">
              <a:ea typeface="ＭＳ Ｐゴシック" charset="-128"/>
              <a:cs typeface="+mn-cs"/>
            </a:endParaRPr>
          </a:p>
          <a:p>
            <a:pPr>
              <a:defRPr/>
            </a:pPr>
            <a:r>
              <a:rPr lang="fr-FR" u="sng">
                <a:ea typeface="ＭＳ Ｐゴシック" charset="-128"/>
                <a:cs typeface="+mn-cs"/>
              </a:rPr>
              <a:t>- Filtre – « Test Multi Appelant » :</a:t>
            </a:r>
            <a:r>
              <a:rPr lang="fr-FR">
                <a:ea typeface="ＭＳ Ｐゴシック" charset="-128"/>
                <a:cs typeface="+mn-cs"/>
              </a:rPr>
              <a:t> interroge la </a:t>
            </a:r>
            <a:r>
              <a:rPr lang="fr-FR" err="1">
                <a:ea typeface="ＭＳ Ｐゴシック" charset="-128"/>
                <a:cs typeface="+mn-cs"/>
              </a:rPr>
              <a:t>WebApp</a:t>
            </a:r>
            <a:r>
              <a:rPr lang="fr-FR">
                <a:ea typeface="ＭＳ Ｐゴシック" charset="-128"/>
                <a:cs typeface="+mn-cs"/>
              </a:rPr>
              <a:t> « IHM » avec le paramètre IN « Application = ACCUEILADSL » et « NDI = ANI »,  </a:t>
            </a:r>
            <a:r>
              <a:rPr lang="fr-FR">
                <a:ea typeface="ＭＳ Ｐゴシック" charset="-128"/>
                <a:cs typeface="+mn-cs"/>
                <a:sym typeface="Wingdings" pitchFamily="2" charset="2"/>
              </a:rPr>
              <a:t> Test </a:t>
            </a:r>
            <a:r>
              <a:rPr lang="fr-FR" err="1">
                <a:ea typeface="ＭＳ Ｐゴシック" charset="-128"/>
                <a:cs typeface="+mn-cs"/>
                <a:sym typeface="Wingdings" pitchFamily="2" charset="2"/>
              </a:rPr>
              <a:t>validE</a:t>
            </a:r>
            <a:r>
              <a:rPr lang="fr-FR">
                <a:ea typeface="ＭＳ Ｐゴシック" charset="-128"/>
                <a:cs typeface="+mn-cs"/>
                <a:sym typeface="Wingdings" pitchFamily="2" charset="2"/>
              </a:rPr>
              <a:t> si paramètre OUT « </a:t>
            </a:r>
            <a:r>
              <a:rPr lang="fr-FR">
                <a:ea typeface="ＭＳ Ｐゴシック" charset="-128"/>
                <a:cs typeface="+mn-cs"/>
              </a:rPr>
              <a:t>MULTI_APPELANT= </a:t>
            </a:r>
            <a:r>
              <a:rPr lang="fr-FR" err="1">
                <a:ea typeface="ＭＳ Ｐゴシック" charset="-128"/>
                <a:cs typeface="+mn-cs"/>
              </a:rPr>
              <a:t>true</a:t>
            </a:r>
            <a:r>
              <a:rPr lang="fr-FR">
                <a:ea typeface="ＭＳ Ｐゴシック" charset="-128"/>
                <a:cs typeface="+mn-cs"/>
              </a:rPr>
              <a:t> »</a:t>
            </a:r>
          </a:p>
          <a:p>
            <a:pPr>
              <a:defRPr/>
            </a:pPr>
            <a:r>
              <a:rPr lang="fr-FR" u="sng">
                <a:ea typeface="ＭＳ Ｐゴシック" charset="-128"/>
                <a:cs typeface="+mn-cs"/>
              </a:rPr>
              <a:t>- Filtre – « Flash » :</a:t>
            </a:r>
            <a:r>
              <a:rPr lang="fr-FR">
                <a:ea typeface="ＭＳ Ｐゴシック" charset="-128"/>
                <a:cs typeface="+mn-cs"/>
              </a:rPr>
              <a:t> interroge la </a:t>
            </a:r>
            <a:r>
              <a:rPr lang="fr-FR" err="1">
                <a:ea typeface="ＭＳ Ｐゴシック" charset="-128"/>
                <a:cs typeface="+mn-cs"/>
              </a:rPr>
              <a:t>WebApp</a:t>
            </a:r>
            <a:r>
              <a:rPr lang="fr-FR">
                <a:ea typeface="ＭＳ Ｐゴシック" charset="-128"/>
                <a:cs typeface="+mn-cs"/>
              </a:rPr>
              <a:t> « FLASH » avec le paramètre IN « Application = ACCUEILADSL » et « NDI = ANI »,  </a:t>
            </a:r>
            <a:r>
              <a:rPr lang="fr-FR">
                <a:ea typeface="ＭＳ Ｐゴシック" charset="-128"/>
                <a:cs typeface="+mn-cs"/>
                <a:sym typeface="Wingdings" pitchFamily="2" charset="2"/>
              </a:rPr>
              <a:t> Flash à jouer si la du paramètre OUT « </a:t>
            </a:r>
            <a:r>
              <a:rPr lang="fr-FR">
                <a:ea typeface="ＭＳ Ｐゴシック" charset="-128"/>
                <a:cs typeface="+mn-cs"/>
              </a:rPr>
              <a:t>MESSAGES » est non vide pour la </a:t>
            </a:r>
            <a:r>
              <a:rPr lang="fr-FR" b="1">
                <a:ea typeface="ＭＳ Ｐゴシック" charset="-128"/>
                <a:cs typeface="+mn-cs"/>
              </a:rPr>
              <a:t>position</a:t>
            </a:r>
            <a:r>
              <a:rPr lang="fr-FR">
                <a:ea typeface="ＭＳ Ｐゴシック" charset="-128"/>
                <a:cs typeface="+mn-cs"/>
              </a:rPr>
              <a:t> </a:t>
            </a:r>
            <a:r>
              <a:rPr lang="fr-FR" err="1">
                <a:ea typeface="ＭＳ Ｐゴシック" charset="-128"/>
                <a:cs typeface="+mn-cs"/>
              </a:rPr>
              <a:t>considErEe</a:t>
            </a:r>
            <a:r>
              <a:rPr lang="fr-FR">
                <a:ea typeface="ＭＳ Ｐゴシック" charset="-128"/>
                <a:cs typeface="+mn-cs"/>
              </a:rPr>
              <a:t> (le fait que le flash soit </a:t>
            </a:r>
            <a:r>
              <a:rPr lang="fr-FR" err="1">
                <a:ea typeface="ＭＳ Ｐゴシック" charset="-128"/>
                <a:cs typeface="+mn-cs"/>
              </a:rPr>
              <a:t>SpEcifique</a:t>
            </a:r>
            <a:r>
              <a:rPr lang="fr-FR">
                <a:ea typeface="ＭＳ Ｐゴシック" charset="-128"/>
                <a:cs typeface="+mn-cs"/>
              </a:rPr>
              <a:t> ou </a:t>
            </a:r>
            <a:r>
              <a:rPr lang="fr-FR" err="1">
                <a:ea typeface="ＭＳ Ｐゴシック" charset="-128"/>
                <a:cs typeface="+mn-cs"/>
              </a:rPr>
              <a:t>GEnErique</a:t>
            </a:r>
            <a:r>
              <a:rPr lang="fr-FR">
                <a:ea typeface="ＭＳ Ｐゴシック" charset="-128"/>
                <a:cs typeface="+mn-cs"/>
              </a:rPr>
              <a:t> est transparent pour le SVI</a:t>
            </a:r>
          </a:p>
          <a:p>
            <a:pPr>
              <a:defRPr/>
            </a:pPr>
            <a:r>
              <a:rPr lang="fr-FR" u="sng">
                <a:ea typeface="ＭＳ Ｐゴシック" charset="-128"/>
                <a:cs typeface="+mn-cs"/>
              </a:rPr>
              <a:t>- Balise Statistique – « </a:t>
            </a:r>
            <a:r>
              <a:rPr lang="fr-FR" u="sng" err="1">
                <a:ea typeface="ＭＳ Ｐゴシック" charset="-128"/>
                <a:cs typeface="+mn-cs"/>
              </a:rPr>
              <a:t>NUM_xxx</a:t>
            </a:r>
            <a:r>
              <a:rPr lang="fr-FR" u="sng">
                <a:ea typeface="ＭＳ Ｐゴシック" charset="-128"/>
                <a:cs typeface="+mn-cs"/>
              </a:rPr>
              <a:t> » :</a:t>
            </a:r>
            <a:r>
              <a:rPr lang="fr-FR">
                <a:ea typeface="ＭＳ Ｐゴシック" charset="-128"/>
                <a:cs typeface="+mn-cs"/>
              </a:rPr>
              <a:t> les 4 premiers digits du </a:t>
            </a:r>
            <a:r>
              <a:rPr lang="fr-FR" err="1">
                <a:ea typeface="ＭＳ Ｐゴシック" charset="-128"/>
                <a:cs typeface="+mn-cs"/>
              </a:rPr>
              <a:t>numEro</a:t>
            </a:r>
            <a:r>
              <a:rPr lang="fr-FR">
                <a:ea typeface="ＭＳ Ｐゴシック" charset="-128"/>
                <a:cs typeface="+mn-cs"/>
              </a:rPr>
              <a:t> de Flash sont issus du </a:t>
            </a:r>
            <a:r>
              <a:rPr lang="fr-FR" err="1">
                <a:ea typeface="ＭＳ Ｐゴシック" charset="-128"/>
                <a:cs typeface="+mn-cs"/>
              </a:rPr>
              <a:t>numEro</a:t>
            </a:r>
            <a:r>
              <a:rPr lang="fr-FR">
                <a:ea typeface="ＭＳ Ｐゴシック" charset="-128"/>
                <a:cs typeface="+mn-cs"/>
              </a:rPr>
              <a:t> de la balise de stat </a:t>
            </a:r>
            <a:r>
              <a:rPr lang="fr-FR" err="1">
                <a:ea typeface="ＭＳ Ｐゴシック" charset="-128"/>
                <a:cs typeface="+mn-cs"/>
              </a:rPr>
              <a:t>placEe</a:t>
            </a:r>
            <a:r>
              <a:rPr lang="fr-FR">
                <a:ea typeface="ＭＳ Ｐゴシック" charset="-128"/>
                <a:cs typeface="+mn-cs"/>
              </a:rPr>
              <a:t> juste avant le symbole de Message Flash en Jaune dans les pages </a:t>
            </a:r>
            <a:r>
              <a:rPr lang="fr-FR" err="1">
                <a:ea typeface="ＭＳ Ｐゴシック" charset="-128"/>
                <a:cs typeface="+mn-cs"/>
              </a:rPr>
              <a:t>prEcEdentes</a:t>
            </a:r>
            <a:endParaRPr lang="fr-FR">
              <a:ea typeface="ＭＳ Ｐゴシック" charset="-128"/>
              <a:cs typeface="+mn-cs"/>
            </a:endParaRPr>
          </a:p>
          <a:p>
            <a:pPr>
              <a:defRPr/>
            </a:pPr>
            <a:r>
              <a:rPr lang="fr-FR" u="sng">
                <a:ea typeface="ＭＳ Ｐゴシック" charset="-128"/>
                <a:cs typeface="+mn-cs"/>
              </a:rPr>
              <a:t>- Filtre – « Traitement » :</a:t>
            </a:r>
            <a:r>
              <a:rPr lang="fr-FR">
                <a:ea typeface="ＭＳ Ｐゴシック" charset="-128"/>
                <a:cs typeface="+mn-cs"/>
              </a:rPr>
              <a:t> Pour chaque message non vide, deux champs, </a:t>
            </a:r>
            <a:r>
              <a:rPr lang="fr-FR" err="1">
                <a:ea typeface="ＭＳ Ｐゴシック" charset="-128"/>
                <a:cs typeface="+mn-cs"/>
              </a:rPr>
              <a:t>sEparEs</a:t>
            </a:r>
            <a:r>
              <a:rPr lang="fr-FR">
                <a:ea typeface="ＭＳ Ｐゴシック" charset="-128"/>
                <a:cs typeface="+mn-cs"/>
              </a:rPr>
              <a:t> par un | sont </a:t>
            </a:r>
            <a:r>
              <a:rPr lang="fr-FR" err="1">
                <a:ea typeface="ＭＳ Ｐゴシック" charset="-128"/>
                <a:cs typeface="+mn-cs"/>
              </a:rPr>
              <a:t>prEsents</a:t>
            </a:r>
            <a:r>
              <a:rPr lang="fr-FR">
                <a:ea typeface="ＭＳ Ｐゴシック" charset="-128"/>
                <a:cs typeface="+mn-cs"/>
              </a:rPr>
              <a:t> : le premier donne le nom du message et le deuxième peut prendre </a:t>
            </a:r>
            <a:r>
              <a:rPr lang="fr-FR" err="1">
                <a:ea typeface="ＭＳ Ｐゴシック" charset="-128"/>
                <a:cs typeface="+mn-cs"/>
              </a:rPr>
              <a:t>diffErentes</a:t>
            </a:r>
            <a:r>
              <a:rPr lang="fr-FR">
                <a:ea typeface="ＭＳ Ｐゴシック" charset="-128"/>
                <a:cs typeface="+mn-cs"/>
              </a:rPr>
              <a:t> valeurs en fonction du comportement à adopter après diffusion du message flash :</a:t>
            </a:r>
            <a:br>
              <a:rPr lang="fr-FR">
                <a:ea typeface="ＭＳ Ｐゴシック" charset="-128"/>
                <a:cs typeface="+mn-cs"/>
              </a:rPr>
            </a:br>
            <a:r>
              <a:rPr lang="fr-FR">
                <a:ea typeface="ＭＳ Ｐゴシック" charset="-128"/>
                <a:cs typeface="+mn-cs"/>
              </a:rPr>
              <a:t>	- si un transfert doit être </a:t>
            </a:r>
            <a:r>
              <a:rPr lang="fr-FR" err="1">
                <a:ea typeface="ＭＳ Ｐゴシック" charset="-128"/>
                <a:cs typeface="+mn-cs"/>
              </a:rPr>
              <a:t>effectuE</a:t>
            </a:r>
            <a:r>
              <a:rPr lang="fr-FR">
                <a:ea typeface="ＭＳ Ｐゴシック" charset="-128"/>
                <a:cs typeface="+mn-cs"/>
              </a:rPr>
              <a:t>, la valeur du deuxième champ est l</a:t>
            </a:r>
            <a:r>
              <a:rPr lang="fr-FR" altLang="fr-FR">
                <a:ea typeface="ＭＳ Ｐゴシック" charset="-128"/>
                <a:cs typeface="+mn-cs"/>
              </a:rPr>
              <a:t>‘</a:t>
            </a:r>
            <a:r>
              <a:rPr lang="fr-FR">
                <a:ea typeface="ＭＳ Ｐゴシック" charset="-128"/>
                <a:cs typeface="+mn-cs"/>
              </a:rPr>
              <a:t>ID_NOEUD correspondant au transfert</a:t>
            </a:r>
          </a:p>
          <a:p>
            <a:pPr>
              <a:defRPr/>
            </a:pPr>
            <a:r>
              <a:rPr lang="fr-FR">
                <a:ea typeface="ＭＳ Ｐゴシック" charset="-128"/>
                <a:cs typeface="+mn-cs"/>
              </a:rPr>
              <a:t>	- si la communication doit être interrompue après la diffusion du message, la valeur du champ est la chaîne "Dissuasion"</a:t>
            </a:r>
          </a:p>
          <a:p>
            <a:pPr>
              <a:defRPr/>
            </a:pPr>
            <a:r>
              <a:rPr lang="fr-FR">
                <a:ea typeface="ＭＳ Ｐゴシック" charset="-128"/>
                <a:cs typeface="+mn-cs"/>
              </a:rPr>
              <a:t>	- si le champ est vide, le SVI continue le dialogue normalement</a:t>
            </a:r>
          </a:p>
          <a:p>
            <a:pPr>
              <a:defRPr/>
            </a:pPr>
            <a:r>
              <a:rPr lang="fr-FR">
                <a:ea typeface="ＭＳ Ｐゴシック" charset="-128"/>
                <a:cs typeface="+mn-cs"/>
              </a:rPr>
              <a:t>- </a:t>
            </a:r>
            <a:r>
              <a:rPr lang="fr-FR" u="sng">
                <a:ea typeface="ＭＳ Ｐゴシック" charset="-128"/>
                <a:cs typeface="+mn-cs"/>
              </a:rPr>
              <a:t>Transfert – « PLATEAUX » :</a:t>
            </a:r>
            <a:r>
              <a:rPr lang="fr-FR">
                <a:ea typeface="ＭＳ Ｐゴシック" charset="-128"/>
                <a:cs typeface="+mn-cs"/>
              </a:rPr>
              <a:t> Retour à la </a:t>
            </a:r>
            <a:r>
              <a:rPr lang="fr-FR" err="1">
                <a:ea typeface="ＭＳ Ｐゴシック" charset="-128"/>
                <a:cs typeface="+mn-cs"/>
              </a:rPr>
              <a:t>stratEgie</a:t>
            </a:r>
            <a:r>
              <a:rPr lang="fr-FR">
                <a:ea typeface="ＭＳ Ｐゴシック" charset="-128"/>
                <a:cs typeface="+mn-cs"/>
              </a:rPr>
              <a:t> IRD avec « ID_NOEUD » = valeur issue de la </a:t>
            </a:r>
            <a:r>
              <a:rPr lang="fr-FR" err="1">
                <a:ea typeface="ＭＳ Ｐゴシック" charset="-128"/>
                <a:cs typeface="+mn-cs"/>
              </a:rPr>
              <a:t>WebApp</a:t>
            </a:r>
            <a:r>
              <a:rPr lang="fr-FR">
                <a:ea typeface="ＭＳ Ｐゴシック" charset="-128"/>
                <a:cs typeface="+mn-cs"/>
              </a:rPr>
              <a:t> « FLASH »</a:t>
            </a:r>
          </a:p>
          <a:p>
            <a:pPr>
              <a:defRPr/>
            </a:pPr>
            <a:r>
              <a:rPr lang="fr-FR" u="sng">
                <a:ea typeface="ＭＳ Ｐゴシック" charset="-128"/>
                <a:cs typeface="+mn-cs"/>
              </a:rPr>
              <a:t>- Filtre – « Incident » :</a:t>
            </a:r>
            <a:r>
              <a:rPr lang="fr-FR">
                <a:ea typeface="ＭＳ Ｐゴシック" charset="-128"/>
                <a:cs typeface="+mn-cs"/>
              </a:rPr>
              <a:t> informations obtenues lors de l</a:t>
            </a:r>
            <a:r>
              <a:rPr lang="fr-FR" altLang="fr-FR">
                <a:ea typeface="ＭＳ Ｐゴシック" charset="-128"/>
                <a:cs typeface="+mn-cs"/>
              </a:rPr>
              <a:t>’</a:t>
            </a:r>
            <a:r>
              <a:rPr lang="fr-FR">
                <a:ea typeface="ＭＳ Ｐゴシック" charset="-128"/>
                <a:cs typeface="+mn-cs"/>
              </a:rPr>
              <a:t>identification « SIEBEL » </a:t>
            </a:r>
            <a:r>
              <a:rPr lang="fr-FR" err="1">
                <a:ea typeface="ＭＳ Ｐゴシック" charset="-128"/>
                <a:cs typeface="+mn-cs"/>
              </a:rPr>
              <a:t>rEalisEe</a:t>
            </a:r>
            <a:r>
              <a:rPr lang="fr-FR">
                <a:ea typeface="ＭＳ Ｐゴシック" charset="-128"/>
                <a:cs typeface="+mn-cs"/>
              </a:rPr>
              <a:t> via le parcours « ACU  » </a:t>
            </a:r>
            <a:r>
              <a:rPr lang="fr-FR">
                <a:ea typeface="ＭＳ Ｐゴシック" charset="-128"/>
                <a:cs typeface="+mn-cs"/>
                <a:sym typeface="Wingdings" pitchFamily="2" charset="2"/>
              </a:rPr>
              <a:t> </a:t>
            </a:r>
            <a:r>
              <a:rPr lang="fr-FR" err="1">
                <a:ea typeface="ＭＳ Ｐゴシック" charset="-128"/>
                <a:cs typeface="+mn-cs"/>
                <a:sym typeface="Wingdings" pitchFamily="2" charset="2"/>
              </a:rPr>
              <a:t>Msg</a:t>
            </a:r>
            <a:r>
              <a:rPr lang="fr-FR">
                <a:ea typeface="ＭＳ Ｐゴシック" charset="-128"/>
                <a:cs typeface="+mn-cs"/>
                <a:sym typeface="Wingdings" pitchFamily="2" charset="2"/>
              </a:rPr>
              <a:t> Incident à jouer si la du paramètre OUT « </a:t>
            </a:r>
            <a:r>
              <a:rPr lang="fr-FR">
                <a:ea typeface="ＭＳ Ｐゴシック" charset="-128"/>
                <a:cs typeface="+mn-cs"/>
              </a:rPr>
              <a:t>INCIDENTS » est non vide pour la </a:t>
            </a:r>
            <a:r>
              <a:rPr lang="fr-FR" b="1">
                <a:ea typeface="ＭＳ Ｐゴシック" charset="-128"/>
                <a:cs typeface="+mn-cs"/>
              </a:rPr>
              <a:t>position</a:t>
            </a:r>
            <a:r>
              <a:rPr lang="fr-FR">
                <a:ea typeface="ＭＳ Ｐゴシック" charset="-128"/>
                <a:cs typeface="+mn-cs"/>
              </a:rPr>
              <a:t> </a:t>
            </a:r>
            <a:r>
              <a:rPr lang="fr-FR" err="1">
                <a:ea typeface="ＭＳ Ｐゴシック" charset="-128"/>
                <a:cs typeface="+mn-cs"/>
              </a:rPr>
              <a:t>considErEe</a:t>
            </a:r>
            <a:r>
              <a:rPr lang="fr-FR">
                <a:ea typeface="ＭＳ Ｐゴシック" charset="-128"/>
                <a:cs typeface="+mn-cs"/>
              </a:rPr>
              <a:t> </a:t>
            </a:r>
          </a:p>
          <a:p>
            <a:pPr>
              <a:defRPr/>
            </a:pPr>
            <a:r>
              <a:rPr lang="fr-FR" u="sng">
                <a:ea typeface="ＭＳ Ｐゴシック" charset="-128"/>
                <a:cs typeface="+mn-cs"/>
              </a:rPr>
              <a:t>- Balise Statistique – « </a:t>
            </a:r>
            <a:r>
              <a:rPr lang="fr-FR" u="sng" err="1">
                <a:ea typeface="ＭＳ Ｐゴシック" charset="-128"/>
                <a:cs typeface="+mn-cs"/>
              </a:rPr>
              <a:t>NUM_xxx</a:t>
            </a:r>
            <a:r>
              <a:rPr lang="fr-FR" u="sng">
                <a:ea typeface="ＭＳ Ｐゴシック" charset="-128"/>
                <a:cs typeface="+mn-cs"/>
              </a:rPr>
              <a:t> » :</a:t>
            </a:r>
            <a:r>
              <a:rPr lang="fr-FR">
                <a:ea typeface="ＭＳ Ｐゴシック" charset="-128"/>
                <a:cs typeface="+mn-cs"/>
              </a:rPr>
              <a:t> les 4 premiers digits du </a:t>
            </a:r>
            <a:r>
              <a:rPr lang="fr-FR" err="1">
                <a:ea typeface="ＭＳ Ｐゴシック" charset="-128"/>
                <a:cs typeface="+mn-cs"/>
              </a:rPr>
              <a:t>numEro</a:t>
            </a:r>
            <a:r>
              <a:rPr lang="fr-FR">
                <a:ea typeface="ＭＳ Ｐゴシック" charset="-128"/>
                <a:cs typeface="+mn-cs"/>
              </a:rPr>
              <a:t> de Flash sont issus du </a:t>
            </a:r>
            <a:r>
              <a:rPr lang="fr-FR" err="1">
                <a:ea typeface="ＭＳ Ｐゴシック" charset="-128"/>
                <a:cs typeface="+mn-cs"/>
              </a:rPr>
              <a:t>numEro</a:t>
            </a:r>
            <a:r>
              <a:rPr lang="fr-FR">
                <a:ea typeface="ＭＳ Ｐゴシック" charset="-128"/>
                <a:cs typeface="+mn-cs"/>
              </a:rPr>
              <a:t> de la balise de stat </a:t>
            </a:r>
            <a:r>
              <a:rPr lang="fr-FR" err="1">
                <a:ea typeface="ＭＳ Ｐゴシック" charset="-128"/>
                <a:cs typeface="+mn-cs"/>
              </a:rPr>
              <a:t>placEe</a:t>
            </a:r>
            <a:r>
              <a:rPr lang="fr-FR">
                <a:ea typeface="ＭＳ Ｐゴシック" charset="-128"/>
                <a:cs typeface="+mn-cs"/>
              </a:rPr>
              <a:t> juste avant le symbole de Message Incident en Violet dans les pages </a:t>
            </a:r>
            <a:r>
              <a:rPr lang="fr-FR" err="1">
                <a:ea typeface="ＭＳ Ｐゴシック" charset="-128"/>
                <a:cs typeface="+mn-cs"/>
              </a:rPr>
              <a:t>prEcEdentes</a:t>
            </a:r>
            <a:endParaRPr lang="fr-FR">
              <a:ea typeface="ＭＳ Ｐゴシック" charset="-128"/>
              <a:cs typeface="+mn-cs"/>
            </a:endParaRPr>
          </a:p>
          <a:p>
            <a:pPr>
              <a:defRPr/>
            </a:pPr>
            <a:r>
              <a:rPr lang="fr-FR" u="sng">
                <a:ea typeface="ＭＳ Ｐゴシック" charset="-128"/>
                <a:cs typeface="+mn-cs"/>
              </a:rPr>
              <a:t>- Filtre – « Traitement » :</a:t>
            </a:r>
            <a:r>
              <a:rPr lang="fr-FR">
                <a:ea typeface="ＭＳ Ｐゴシック" charset="-128"/>
                <a:cs typeface="+mn-cs"/>
              </a:rPr>
              <a:t> Pour chaque message non vide, deux champs, </a:t>
            </a:r>
            <a:r>
              <a:rPr lang="fr-FR" err="1">
                <a:ea typeface="ＭＳ Ｐゴシック" charset="-128"/>
                <a:cs typeface="+mn-cs"/>
              </a:rPr>
              <a:t>sEparEs</a:t>
            </a:r>
            <a:r>
              <a:rPr lang="fr-FR">
                <a:ea typeface="ＭＳ Ｐゴシック" charset="-128"/>
                <a:cs typeface="+mn-cs"/>
              </a:rPr>
              <a:t> par un | sont </a:t>
            </a:r>
            <a:r>
              <a:rPr lang="fr-FR" err="1">
                <a:ea typeface="ＭＳ Ｐゴシック" charset="-128"/>
                <a:cs typeface="+mn-cs"/>
              </a:rPr>
              <a:t>prEsents</a:t>
            </a:r>
            <a:r>
              <a:rPr lang="fr-FR">
                <a:ea typeface="ＭＳ Ｐゴシック" charset="-128"/>
                <a:cs typeface="+mn-cs"/>
              </a:rPr>
              <a:t> : le premier donne le nom du message et le deuxième peut prendre </a:t>
            </a:r>
            <a:r>
              <a:rPr lang="fr-FR" err="1">
                <a:ea typeface="ＭＳ Ｐゴシック" charset="-128"/>
                <a:cs typeface="+mn-cs"/>
              </a:rPr>
              <a:t>diffErentes</a:t>
            </a:r>
            <a:r>
              <a:rPr lang="fr-FR">
                <a:ea typeface="ＭＳ Ｐゴシック" charset="-128"/>
                <a:cs typeface="+mn-cs"/>
              </a:rPr>
              <a:t> valeurs en fonction du comportement à adopter après diffusion du message flash :</a:t>
            </a:r>
            <a:br>
              <a:rPr lang="fr-FR">
                <a:ea typeface="ＭＳ Ｐゴシック" charset="-128"/>
                <a:cs typeface="+mn-cs"/>
              </a:rPr>
            </a:br>
            <a:r>
              <a:rPr lang="fr-FR">
                <a:ea typeface="ＭＳ Ｐゴシック" charset="-128"/>
                <a:cs typeface="+mn-cs"/>
              </a:rPr>
              <a:t>	- si la communication doit être interrompue après la diffusion du message, la valeur du champ est la chaîne "Dissuasion"</a:t>
            </a:r>
          </a:p>
          <a:p>
            <a:pPr>
              <a:defRPr/>
            </a:pPr>
            <a:r>
              <a:rPr lang="fr-FR">
                <a:ea typeface="ＭＳ Ｐゴシック" charset="-128"/>
                <a:cs typeface="+mn-cs"/>
              </a:rPr>
              <a:t>	- si le champ est vide, le SVI continue le dialogue normalement</a:t>
            </a:r>
          </a:p>
          <a:p>
            <a:pPr>
              <a:defRPr/>
            </a:pPr>
            <a:r>
              <a:rPr lang="fr-FR">
                <a:ea typeface="ＭＳ Ｐゴシック" charset="-128"/>
                <a:cs typeface="+mn-cs"/>
              </a:rPr>
              <a:t>- </a:t>
            </a:r>
            <a:r>
              <a:rPr lang="fr-FR" u="sng">
                <a:ea typeface="ＭＳ Ｐゴシック" charset="-128"/>
                <a:cs typeface="+mn-cs"/>
              </a:rPr>
              <a:t>Renvoi – « SORTIE FLASH-INCIDENT » :</a:t>
            </a:r>
            <a:r>
              <a:rPr lang="fr-FR">
                <a:ea typeface="ＭＳ Ｐゴシック" charset="-128"/>
                <a:cs typeface="+mn-cs"/>
              </a:rPr>
              <a:t> poursuite du parcours en dessous du symbole de Message Flash en Jaune dans les pages </a:t>
            </a:r>
            <a:r>
              <a:rPr lang="fr-FR" err="1">
                <a:ea typeface="ＭＳ Ｐゴシック" charset="-128"/>
                <a:cs typeface="+mn-cs"/>
              </a:rPr>
              <a:t>prEcEdentes</a:t>
            </a:r>
            <a:endParaRPr lang="fr-FR">
              <a:ea typeface="ＭＳ Ｐゴシック" charset="-128"/>
              <a:cs typeface="+mn-cs"/>
            </a:endParaRPr>
          </a:p>
        </p:txBody>
      </p:sp>
      <p:sp>
        <p:nvSpPr>
          <p:cNvPr id="614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19340CAC-C96B-451F-9BE6-A52F58B28C5B}" type="slidenum">
              <a:rPr lang="fr-FR" smtClean="0">
                <a:solidFill>
                  <a:srgbClr val="000000"/>
                </a:solidFill>
                <a:latin typeface="Times New Roman" pitchFamily="18" charset="0"/>
              </a:rPr>
              <a:pPr/>
              <a:t>64</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17064481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ce réservé de l'image des diapositives 1"/>
          <p:cNvSpPr>
            <a:spLocks noGrp="1" noRot="1" noChangeAspect="1" noTextEdit="1"/>
          </p:cNvSpPr>
          <p:nvPr>
            <p:ph type="sldImg"/>
          </p:nvPr>
        </p:nvSpPr>
        <p:spPr>
          <a:ln/>
        </p:spPr>
      </p:sp>
      <p:sp>
        <p:nvSpPr>
          <p:cNvPr id="43011" name="Espace réservé des commentaires 2"/>
          <p:cNvSpPr>
            <a:spLocks noGrp="1"/>
          </p:cNvSpPr>
          <p:nvPr>
            <p:ph type="body" idx="1"/>
          </p:nvPr>
        </p:nvSpPr>
        <p:spPr>
          <a:noFill/>
        </p:spPr>
        <p:txBody>
          <a:bodyPr/>
          <a:lstStyle/>
          <a:p>
            <a:endParaRPr lang="fr-FR"/>
          </a:p>
        </p:txBody>
      </p:sp>
      <p:sp>
        <p:nvSpPr>
          <p:cNvPr id="43012" name="Espace réservé du numéro de diapositive 3"/>
          <p:cNvSpPr>
            <a:spLocks noGrp="1"/>
          </p:cNvSpPr>
          <p:nvPr>
            <p:ph type="sldNum" sz="quarter" idx="5"/>
          </p:nvPr>
        </p:nvSpPr>
        <p:spPr>
          <a:noFill/>
        </p:spPr>
        <p:txBody>
          <a:bodyPr/>
          <a:lstStyle>
            <a:lvl1pPr defTabSz="970129" eaLnBrk="0" hangingPunct="0">
              <a:defRPr>
                <a:solidFill>
                  <a:schemeClr val="tx1"/>
                </a:solidFill>
                <a:latin typeface="Arial" charset="0"/>
              </a:defRPr>
            </a:lvl1pPr>
            <a:lvl2pPr marL="772144" indent="-296978" defTabSz="970129" eaLnBrk="0" hangingPunct="0">
              <a:defRPr>
                <a:solidFill>
                  <a:schemeClr val="tx1"/>
                </a:solidFill>
                <a:latin typeface="Arial" charset="0"/>
              </a:defRPr>
            </a:lvl2pPr>
            <a:lvl3pPr marL="1187914" indent="-237582" defTabSz="970129" eaLnBrk="0" hangingPunct="0">
              <a:defRPr>
                <a:solidFill>
                  <a:schemeClr val="tx1"/>
                </a:solidFill>
                <a:latin typeface="Arial" charset="0"/>
              </a:defRPr>
            </a:lvl3pPr>
            <a:lvl4pPr marL="1663080" indent="-237582" defTabSz="970129" eaLnBrk="0" hangingPunct="0">
              <a:defRPr>
                <a:solidFill>
                  <a:schemeClr val="tx1"/>
                </a:solidFill>
                <a:latin typeface="Arial" charset="0"/>
              </a:defRPr>
            </a:lvl4pPr>
            <a:lvl5pPr marL="2138245" indent="-237582" defTabSz="970129" eaLnBrk="0" hangingPunct="0">
              <a:defRPr>
                <a:solidFill>
                  <a:schemeClr val="tx1"/>
                </a:solidFill>
                <a:latin typeface="Arial" charset="0"/>
              </a:defRPr>
            </a:lvl5pPr>
            <a:lvl6pPr marL="2613411" indent="-237582" defTabSz="970129" eaLnBrk="0" fontAlgn="base" hangingPunct="0">
              <a:spcBef>
                <a:spcPct val="0"/>
              </a:spcBef>
              <a:spcAft>
                <a:spcPct val="0"/>
              </a:spcAft>
              <a:defRPr>
                <a:solidFill>
                  <a:schemeClr val="tx1"/>
                </a:solidFill>
                <a:latin typeface="Arial" charset="0"/>
              </a:defRPr>
            </a:lvl6pPr>
            <a:lvl7pPr marL="3088576" indent="-237582" defTabSz="970129" eaLnBrk="0" fontAlgn="base" hangingPunct="0">
              <a:spcBef>
                <a:spcPct val="0"/>
              </a:spcBef>
              <a:spcAft>
                <a:spcPct val="0"/>
              </a:spcAft>
              <a:defRPr>
                <a:solidFill>
                  <a:schemeClr val="tx1"/>
                </a:solidFill>
                <a:latin typeface="Arial" charset="0"/>
              </a:defRPr>
            </a:lvl7pPr>
            <a:lvl8pPr marL="3563743" indent="-237582" defTabSz="970129" eaLnBrk="0" fontAlgn="base" hangingPunct="0">
              <a:spcBef>
                <a:spcPct val="0"/>
              </a:spcBef>
              <a:spcAft>
                <a:spcPct val="0"/>
              </a:spcAft>
              <a:defRPr>
                <a:solidFill>
                  <a:schemeClr val="tx1"/>
                </a:solidFill>
                <a:latin typeface="Arial" charset="0"/>
              </a:defRPr>
            </a:lvl8pPr>
            <a:lvl9pPr marL="4038908" indent="-237582" defTabSz="970129" eaLnBrk="0" fontAlgn="base" hangingPunct="0">
              <a:spcBef>
                <a:spcPct val="0"/>
              </a:spcBef>
              <a:spcAft>
                <a:spcPct val="0"/>
              </a:spcAft>
              <a:defRPr>
                <a:solidFill>
                  <a:schemeClr val="tx1"/>
                </a:solidFill>
                <a:latin typeface="Arial" charset="0"/>
              </a:defRPr>
            </a:lvl9pPr>
          </a:lstStyle>
          <a:p>
            <a:fld id="{5E9D2D68-08F3-4033-BAED-24E4E73E4E4D}" type="slidenum">
              <a:rPr lang="fr-FR" smtClean="0">
                <a:latin typeface="Times New Roman" pitchFamily="18" charset="0"/>
              </a:rPr>
              <a:pPr/>
              <a:t>65</a:t>
            </a:fld>
            <a:endParaRPr lang="fr-FR">
              <a:latin typeface="Times New Roman" pitchFamily="18" charset="0"/>
            </a:endParaRPr>
          </a:p>
        </p:txBody>
      </p:sp>
    </p:spTree>
    <p:extLst>
      <p:ext uri="{BB962C8B-B14F-4D97-AF65-F5344CB8AC3E}">
        <p14:creationId xmlns:p14="http://schemas.microsoft.com/office/powerpoint/2010/main" val="3683790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pPr/>
              <a:t>‹N°›</a:t>
            </a:fld>
            <a:endParaRPr lang="fr-FR" altLang="fr-F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3405419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4763" y="354013"/>
            <a:ext cx="7860983" cy="204787"/>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3328B884-BB66-4D70-B39E-B74023A95CDC}" type="slidenum">
              <a:rPr lang="fr-FR"/>
              <a:pPr>
                <a:defRPr/>
              </a:pPr>
              <a:t>‹N°›</a:t>
            </a:fld>
            <a:endParaRPr lang="fr-FR"/>
          </a:p>
        </p:txBody>
      </p:sp>
    </p:spTree>
    <p:extLst>
      <p:ext uri="{BB962C8B-B14F-4D97-AF65-F5344CB8AC3E}">
        <p14:creationId xmlns:p14="http://schemas.microsoft.com/office/powerpoint/2010/main" val="3766357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pPr/>
              <a:t>‹N°›</a:t>
            </a:fld>
            <a:endParaRPr lang="fr-FR" altLang="fr-F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11355075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p:cNvSpPr txBox="1">
            <a:spLocks/>
          </p:cNvSpPr>
          <p:nvPr/>
        </p:nvSpPr>
        <p:spPr bwMode="gray">
          <a:xfrm>
            <a:off x="2717800" y="32644"/>
            <a:ext cx="6095206"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cs typeface="Calibri" pitchFamily="34" charset="0"/>
            </a:endParaRPr>
          </a:p>
        </p:txBody>
      </p:sp>
      <p:sp>
        <p:nvSpPr>
          <p:cNvPr id="14" name="Rectangle 8"/>
          <p:cNvSpPr txBox="1">
            <a:spLocks/>
          </p:cNvSpPr>
          <p:nvPr/>
        </p:nvSpPr>
        <p:spPr bwMode="gray">
          <a:xfrm>
            <a:off x="28575" y="33438"/>
            <a:ext cx="2665097"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cs typeface="Calibri" pitchFamily="34" charset="0"/>
            </a:endParaRPr>
          </a:p>
        </p:txBody>
      </p:sp>
      <p:pic>
        <p:nvPicPr>
          <p:cNvPr id="15" name="Image 14"/>
          <p:cNvPicPr>
            <a:picLocks noChangeAspect="1"/>
          </p:cNvPicPr>
          <p:nvPr/>
        </p:nvPicPr>
        <p:blipFill rotWithShape="1">
          <a:blip r:embed="rId5" cstate="print">
            <a:extLst>
              <a:ext uri="{28A0092B-C50C-407E-A947-70E740481C1C}">
                <a14:useLocalDpi xmlns:a14="http://schemas.microsoft.com/office/drawing/2010/main" val="0"/>
              </a:ext>
            </a:extLst>
          </a:blip>
          <a:srcRect l="3745" t="17569" r="75211" b="12759"/>
          <a:stretch/>
        </p:blipFill>
        <p:spPr bwMode="gray">
          <a:xfrm>
            <a:off x="8836759" y="32545"/>
            <a:ext cx="288192" cy="285750"/>
          </a:xfrm>
          <a:prstGeom prst="rect">
            <a:avLst/>
          </a:prstGeom>
          <a:effectLst/>
        </p:spPr>
      </p:pic>
      <p:sp>
        <p:nvSpPr>
          <p:cNvPr id="16" name="Rectangle 15"/>
          <p:cNvSpPr/>
          <p:nvPr/>
        </p:nvSpPr>
        <p:spPr bwMode="auto">
          <a:xfrm>
            <a:off x="28575" y="343536"/>
            <a:ext cx="9091613" cy="174624"/>
          </a:xfrm>
          <a:prstGeom prst="rect">
            <a:avLst/>
          </a:prstGeom>
          <a:solidFill>
            <a:schemeClr val="bg1">
              <a:lumMod val="95000"/>
            </a:schemeClr>
          </a:soli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4390" name="Rectangle 6"/>
          <p:cNvSpPr>
            <a:spLocks noGrp="1" noChangeArrowheads="1"/>
          </p:cNvSpPr>
          <p:nvPr>
            <p:ph type="sldNum" sz="quarter" idx="4"/>
          </p:nvPr>
        </p:nvSpPr>
        <p:spPr bwMode="auto">
          <a:xfrm>
            <a:off x="8115300" y="349250"/>
            <a:ext cx="47625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100" b="1">
                <a:latin typeface="Arial" pitchFamily="34" charset="0"/>
                <a:ea typeface="ＭＳ Ｐゴシック" charset="-128"/>
                <a:cs typeface="+mn-cs"/>
              </a:defRPr>
            </a:lvl1pPr>
          </a:lstStyle>
          <a:p>
            <a:pPr>
              <a:defRPr/>
            </a:pPr>
            <a:fld id="{E16D3095-4AB5-4708-9F45-3EB92B76095E}" type="slidenum">
              <a:rPr lang="fr-FR" smtClean="0"/>
              <a:pPr>
                <a:defRPr/>
              </a:pPr>
              <a:t>‹N°›</a:t>
            </a:fld>
            <a:endParaRPr lang="fr-FR"/>
          </a:p>
        </p:txBody>
      </p:sp>
      <p:sp>
        <p:nvSpPr>
          <p:cNvPr id="1031" name="Rectangle 2"/>
          <p:cNvSpPr>
            <a:spLocks noGrp="1" noChangeArrowheads="1"/>
          </p:cNvSpPr>
          <p:nvPr>
            <p:ph type="title"/>
          </p:nvPr>
        </p:nvSpPr>
        <p:spPr bwMode="auto">
          <a:xfrm>
            <a:off x="2774950" y="-7938"/>
            <a:ext cx="4019550" cy="35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1032" name="Rectangle 17"/>
          <p:cNvSpPr>
            <a:spLocks noGrp="1" noChangeArrowheads="1"/>
          </p:cNvSpPr>
          <p:nvPr>
            <p:ph type="body" idx="1"/>
          </p:nvPr>
        </p:nvSpPr>
        <p:spPr bwMode="auto">
          <a:xfrm>
            <a:off x="-4763" y="354013"/>
            <a:ext cx="8004176"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rtl="0" eaLnBrk="0" fontAlgn="base" hangingPunct="0">
        <a:spcBef>
          <a:spcPct val="0"/>
        </a:spcBef>
        <a:spcAft>
          <a:spcPct val="0"/>
        </a:spcAft>
        <a:defRPr sz="1600" i="1">
          <a:solidFill>
            <a:schemeClr val="bg1"/>
          </a:solidFill>
          <a:latin typeface="+mj-lt"/>
          <a:ea typeface="ＭＳ Ｐゴシック" charset="0"/>
          <a:cs typeface="ＭＳ Ｐゴシック"/>
        </a:defRPr>
      </a:lvl1pPr>
      <a:lvl2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2pPr>
      <a:lvl3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3pPr>
      <a:lvl4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4pPr>
      <a:lvl5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p:titleStyle>
    <p:body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6.xml"/><Relationship Id="rId1" Type="http://schemas.openxmlformats.org/officeDocument/2006/relationships/slideLayout" Target="../slideLayouts/slideLayout1.xml"/><Relationship Id="rId6" Type="http://schemas.openxmlformats.org/officeDocument/2006/relationships/slide" Target="slide9.xml"/><Relationship Id="rId5" Type="http://schemas.openxmlformats.org/officeDocument/2006/relationships/slide" Target="slide10.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slide" Target="slide1.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slide" Target="slide59.xml"/><Relationship Id="rId4" Type="http://schemas.openxmlformats.org/officeDocument/2006/relationships/slide" Target="slide40.xml"/></Relationships>
</file>

<file path=ppt/slides/_rels/slide5.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48.xml"/><Relationship Id="rId7"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slide" Target="slide19.xml"/><Relationship Id="rId5" Type="http://schemas.openxmlformats.org/officeDocument/2006/relationships/slide" Target="slide15.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59.xml"/><Relationship Id="rId18" Type="http://schemas.openxmlformats.org/officeDocument/2006/relationships/slide" Target="slide51.xml"/><Relationship Id="rId3" Type="http://schemas.openxmlformats.org/officeDocument/2006/relationships/slide" Target="slide5.xml"/><Relationship Id="rId7" Type="http://schemas.openxmlformats.org/officeDocument/2006/relationships/slide" Target="slide60.xml"/><Relationship Id="rId12" Type="http://schemas.openxmlformats.org/officeDocument/2006/relationships/slide" Target="slide38.xml"/><Relationship Id="rId17" Type="http://schemas.openxmlformats.org/officeDocument/2006/relationships/slide" Target="slide54.xml"/><Relationship Id="rId2" Type="http://schemas.openxmlformats.org/officeDocument/2006/relationships/notesSlide" Target="../notesSlides/notesSlide4.xml"/><Relationship Id="rId16" Type="http://schemas.openxmlformats.org/officeDocument/2006/relationships/slide" Target="slide53.xml"/><Relationship Id="rId1" Type="http://schemas.openxmlformats.org/officeDocument/2006/relationships/slideLayout" Target="../slideLayouts/slideLayout1.xml"/><Relationship Id="rId6" Type="http://schemas.openxmlformats.org/officeDocument/2006/relationships/slide" Target="slide29.xml"/><Relationship Id="rId11" Type="http://schemas.openxmlformats.org/officeDocument/2006/relationships/slide" Target="slide48.xml"/><Relationship Id="rId5" Type="http://schemas.openxmlformats.org/officeDocument/2006/relationships/slide" Target="slide7.xml"/><Relationship Id="rId15" Type="http://schemas.openxmlformats.org/officeDocument/2006/relationships/slide" Target="slide52.xml"/><Relationship Id="rId10" Type="http://schemas.openxmlformats.org/officeDocument/2006/relationships/slide" Target="slide6.xml"/><Relationship Id="rId19" Type="http://schemas.openxmlformats.org/officeDocument/2006/relationships/slide" Target="slide39.xml"/><Relationship Id="rId4" Type="http://schemas.openxmlformats.org/officeDocument/2006/relationships/slide" Target="slide8.xml"/><Relationship Id="rId9" Type="http://schemas.openxmlformats.org/officeDocument/2006/relationships/slide" Target="slide16.xml"/><Relationship Id="rId14" Type="http://schemas.openxmlformats.org/officeDocument/2006/relationships/slide" Target="slide46.xml"/></Relationships>
</file>

<file path=ppt/slides/_rels/slide7.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40.xml"/></Relationships>
</file>

<file path=ppt/slides/_rels/slide9.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6.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1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slide" Target="slide60.xml"/><Relationship Id="rId4" Type="http://schemas.openxmlformats.org/officeDocument/2006/relationships/slide" Target="slide5.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56.xml"/><Relationship Id="rId5" Type="http://schemas.openxmlformats.org/officeDocument/2006/relationships/slide" Target="slide57.xml"/><Relationship Id="rId4" Type="http://schemas.openxmlformats.org/officeDocument/2006/relationships/slide" Target="slide5.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56.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28.xml"/><Relationship Id="rId5" Type="http://schemas.openxmlformats.org/officeDocument/2006/relationships/slide" Target="slide51.xml"/><Relationship Id="rId4" Type="http://schemas.openxmlformats.org/officeDocument/2006/relationships/slide" Target="slide57.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slide" Target="slide14.xml"/><Relationship Id="rId5" Type="http://schemas.openxmlformats.org/officeDocument/2006/relationships/slide" Target="slide59.xml"/><Relationship Id="rId4" Type="http://schemas.openxmlformats.org/officeDocument/2006/relationships/slide" Target="slide56.xml"/></Relationships>
</file>

<file path=ppt/slides/_rels/slide1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6.xml"/></Relationships>
</file>

<file path=ppt/slides/_rels/slide16.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5.xml"/><Relationship Id="rId7" Type="http://schemas.openxmlformats.org/officeDocument/2006/relationships/slide" Target="slide6.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slide" Target="slide28.xml"/><Relationship Id="rId5" Type="http://schemas.openxmlformats.org/officeDocument/2006/relationships/slide" Target="slide56.xml"/><Relationship Id="rId10" Type="http://schemas.openxmlformats.org/officeDocument/2006/relationships/slide" Target="slide61.xml"/><Relationship Id="rId4" Type="http://schemas.openxmlformats.org/officeDocument/2006/relationships/slide" Target="slide49.xml"/><Relationship Id="rId9" Type="http://schemas.openxmlformats.org/officeDocument/2006/relationships/slide" Target="slide59.xml"/></Relationships>
</file>

<file path=ppt/slides/_rels/slide17.xml.rels><?xml version="1.0" encoding="UTF-8" standalone="yes"?>
<Relationships xmlns="http://schemas.openxmlformats.org/package/2006/relationships"><Relationship Id="rId8" Type="http://schemas.openxmlformats.org/officeDocument/2006/relationships/slide" Target="slide65.xml"/><Relationship Id="rId3" Type="http://schemas.openxmlformats.org/officeDocument/2006/relationships/slide" Target="slide5.xml"/><Relationship Id="rId7" Type="http://schemas.openxmlformats.org/officeDocument/2006/relationships/slide" Target="slide18.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slide" Target="slide58.xml"/><Relationship Id="rId5" Type="http://schemas.openxmlformats.org/officeDocument/2006/relationships/slide" Target="slide60.xml"/><Relationship Id="rId4" Type="http://schemas.openxmlformats.org/officeDocument/2006/relationships/slide" Target="slide41.xml"/><Relationship Id="rId9" Type="http://schemas.openxmlformats.org/officeDocument/2006/relationships/slide" Target="slide59.xml"/></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slide" Target="slide58.xml"/><Relationship Id="rId13" Type="http://schemas.openxmlformats.org/officeDocument/2006/relationships/slide" Target="slide21.xml"/><Relationship Id="rId3" Type="http://schemas.openxmlformats.org/officeDocument/2006/relationships/slide" Target="slide28.xml"/><Relationship Id="rId7" Type="http://schemas.openxmlformats.org/officeDocument/2006/relationships/slide" Target="slide60.xml"/><Relationship Id="rId12" Type="http://schemas.openxmlformats.org/officeDocument/2006/relationships/slide" Target="slide6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slide" Target="slide41.xml"/><Relationship Id="rId11" Type="http://schemas.openxmlformats.org/officeDocument/2006/relationships/slide" Target="slide20.xml"/><Relationship Id="rId5" Type="http://schemas.openxmlformats.org/officeDocument/2006/relationships/slide" Target="slide38.xml"/><Relationship Id="rId10" Type="http://schemas.openxmlformats.org/officeDocument/2006/relationships/slide" Target="slide33.xml"/><Relationship Id="rId4" Type="http://schemas.openxmlformats.org/officeDocument/2006/relationships/slide" Target="slide6.xml"/><Relationship Id="rId9" Type="http://schemas.openxmlformats.org/officeDocument/2006/relationships/slide" Target="slide23.xml"/><Relationship Id="rId14" Type="http://schemas.openxmlformats.org/officeDocument/2006/relationships/slide" Target="slide22.xml"/></Relationships>
</file>

<file path=ppt/slides/_rels/slide2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28.xml"/></Relationships>
</file>

<file path=ppt/slides/_rels/slide2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28.xml"/></Relationships>
</file>

<file path=ppt/slides/_rels/slide22.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28.xml"/></Relationships>
</file>

<file path=ppt/slides/_rels/slide23.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56.xml"/><Relationship Id="rId7" Type="http://schemas.openxmlformats.org/officeDocument/2006/relationships/slide" Target="slide24.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slide" Target="slide50.xml"/><Relationship Id="rId5" Type="http://schemas.openxmlformats.org/officeDocument/2006/relationships/slide" Target="slide19.xml"/><Relationship Id="rId4" Type="http://schemas.openxmlformats.org/officeDocument/2006/relationships/slide" Target="slide41.xml"/><Relationship Id="rId9" Type="http://schemas.openxmlformats.org/officeDocument/2006/relationships/slide" Target="slide26.xml"/></Relationships>
</file>

<file path=ppt/slides/_rels/slide2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2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2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2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19.xml"/><Relationship Id="rId7" Type="http://schemas.openxmlformats.org/officeDocument/2006/relationships/slide" Target="slide59.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slide" Target="slide61.xml"/><Relationship Id="rId5" Type="http://schemas.openxmlformats.org/officeDocument/2006/relationships/slide" Target="slide56.xml"/><Relationship Id="rId10" Type="http://schemas.openxmlformats.org/officeDocument/2006/relationships/slide" Target="slide16.xml"/><Relationship Id="rId4" Type="http://schemas.openxmlformats.org/officeDocument/2006/relationships/slide" Target="slide45.xml"/><Relationship Id="rId9" Type="http://schemas.openxmlformats.org/officeDocument/2006/relationships/slide" Target="slide12.xml"/></Relationships>
</file>

<file path=ppt/slides/_rels/slide29.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41.xml"/><Relationship Id="rId7" Type="http://schemas.openxmlformats.org/officeDocument/2006/relationships/slide" Target="slide3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slide" Target="slide56.xml"/><Relationship Id="rId11" Type="http://schemas.openxmlformats.org/officeDocument/2006/relationships/slide" Target="slide32.xml"/><Relationship Id="rId5" Type="http://schemas.openxmlformats.org/officeDocument/2006/relationships/slide" Target="slide33.xml"/><Relationship Id="rId10" Type="http://schemas.openxmlformats.org/officeDocument/2006/relationships/slide" Target="slide31.xml"/><Relationship Id="rId4" Type="http://schemas.openxmlformats.org/officeDocument/2006/relationships/slide" Target="slide49.xml"/><Relationship Id="rId9" Type="http://schemas.openxmlformats.org/officeDocument/2006/relationships/slide" Target="slide30.xml"/></Relationships>
</file>

<file path=ppt/slides/_rels/slide30.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31.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32.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33.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slide" Target="slide34.xml"/><Relationship Id="rId4" Type="http://schemas.openxmlformats.org/officeDocument/2006/relationships/slide" Target="slide35.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6.xml"/></Relationships>
</file>

<file path=ppt/slides/_rels/slide35.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 Target="slide29.xml"/><Relationship Id="rId7" Type="http://schemas.openxmlformats.org/officeDocument/2006/relationships/slide" Target="slide36.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slide" Target="slide37.xml"/><Relationship Id="rId5" Type="http://schemas.openxmlformats.org/officeDocument/2006/relationships/slide" Target="slide33.xml"/><Relationship Id="rId4" Type="http://schemas.openxmlformats.org/officeDocument/2006/relationships/slide" Target="slide56.xml"/></Relationships>
</file>

<file path=ppt/slides/_rels/slide3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slide" Target="slide35.xml"/><Relationship Id="rId4" Type="http://schemas.openxmlformats.org/officeDocument/2006/relationships/slide" Target="slide65.xml"/></Relationships>
</file>

<file path=ppt/slides/_rels/slide3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slide" Target="slide56.xml"/></Relationships>
</file>

<file path=ppt/slides/_rels/slide3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slide" Target="slide56.xml"/><Relationship Id="rId4" Type="http://schemas.openxmlformats.org/officeDocument/2006/relationships/slide" Target="slide19.xml"/></Relationships>
</file>

<file path=ppt/slides/_rels/slide3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slide" Target="slide41.xml"/></Relationships>
</file>

<file path=ppt/slides/_rels/slide4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slide" Target="slide41.xml"/></Relationships>
</file>

<file path=ppt/slides/_rels/slide41.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6.xml"/><Relationship Id="rId7" Type="http://schemas.openxmlformats.org/officeDocument/2006/relationships/slide" Target="slide45.xm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slide" Target="slide42.xml"/><Relationship Id="rId5" Type="http://schemas.openxmlformats.org/officeDocument/2006/relationships/slide" Target="slide43.xml"/><Relationship Id="rId10" Type="http://schemas.openxmlformats.org/officeDocument/2006/relationships/slide" Target="slide40.xml"/><Relationship Id="rId4" Type="http://schemas.openxmlformats.org/officeDocument/2006/relationships/slide" Target="slide56.xml"/><Relationship Id="rId9" Type="http://schemas.openxmlformats.org/officeDocument/2006/relationships/slide" Target="slide17.xml"/></Relationships>
</file>

<file path=ppt/slides/_rels/slide42.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slide" Target="slide45.xml"/><Relationship Id="rId4" Type="http://schemas.openxmlformats.org/officeDocument/2006/relationships/slide" Target="slide44.xml"/></Relationships>
</file>

<file path=ppt/slides/_rels/slide4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slide" Target="slide45.xml"/></Relationships>
</file>

<file path=ppt/slides/_rels/slide44.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59.xml"/><Relationship Id="rId7" Type="http://schemas.openxmlformats.org/officeDocument/2006/relationships/slide" Target="slide44.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slide" Target="slide43.xml"/><Relationship Id="rId5" Type="http://schemas.openxmlformats.org/officeDocument/2006/relationships/slide" Target="slide42.xml"/><Relationship Id="rId4" Type="http://schemas.openxmlformats.org/officeDocument/2006/relationships/slide" Target="slide41.xml"/><Relationship Id="rId9" Type="http://schemas.openxmlformats.org/officeDocument/2006/relationships/slide" Target="slide28.xml"/></Relationships>
</file>

<file path=ppt/slides/_rels/slide46.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slide" Target="slide49.xml"/><Relationship Id="rId7" Type="http://schemas.openxmlformats.org/officeDocument/2006/relationships/slide" Target="slide47.xm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slide" Target="slide45.xml"/><Relationship Id="rId5" Type="http://schemas.openxmlformats.org/officeDocument/2006/relationships/slide" Target="slide13.xml"/><Relationship Id="rId4" Type="http://schemas.openxmlformats.org/officeDocument/2006/relationships/slide" Target="slide56.xml"/></Relationships>
</file>

<file path=ppt/slides/_rels/slide47.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slide" Target="slide48.xml"/><Relationship Id="rId5" Type="http://schemas.openxmlformats.org/officeDocument/2006/relationships/slide" Target="slide56.xml"/><Relationship Id="rId4" Type="http://schemas.openxmlformats.org/officeDocument/2006/relationships/slide" Target="slide49.xml"/></Relationships>
</file>

<file path=ppt/slides/_rels/slide48.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slide" Target="slide46.xml"/><Relationship Id="rId5" Type="http://schemas.openxmlformats.org/officeDocument/2006/relationships/slide" Target="slide29.xml"/><Relationship Id="rId4" Type="http://schemas.openxmlformats.org/officeDocument/2006/relationships/slide" Target="slide56.xml"/></Relationships>
</file>

<file path=ppt/slides/_rels/slide49.xml.rels><?xml version="1.0" encoding="UTF-8" standalone="yes"?>
<Relationships xmlns="http://schemas.openxmlformats.org/package/2006/relationships"><Relationship Id="rId3" Type="http://schemas.openxmlformats.org/officeDocument/2006/relationships/slide" Target="slide46.xml"/><Relationship Id="rId7" Type="http://schemas.openxmlformats.org/officeDocument/2006/relationships/slide" Target="slide47.xml"/><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slide" Target="slide60.xml"/><Relationship Id="rId5" Type="http://schemas.openxmlformats.org/officeDocument/2006/relationships/slide" Target="slide50.xml"/><Relationship Id="rId4" Type="http://schemas.openxmlformats.org/officeDocument/2006/relationships/slide" Target="slide29.xml"/></Relationships>
</file>

<file path=ppt/slides/_rels/slide50.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slide" Target="slide46.xml"/><Relationship Id="rId4" Type="http://schemas.openxmlformats.org/officeDocument/2006/relationships/slide" Target="slide41.xml"/></Relationships>
</file>

<file path=ppt/slides/_rels/slide51.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50.xml"/></Relationships>
</file>

<file path=ppt/slides/_rels/slide5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slide" Target="slide56.xml"/><Relationship Id="rId4" Type="http://schemas.openxmlformats.org/officeDocument/2006/relationships/slide" Target="slide50.xml"/></Relationships>
</file>

<file path=ppt/slides/_rels/slide5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slide" Target="slide6.xml"/><Relationship Id="rId4" Type="http://schemas.openxmlformats.org/officeDocument/2006/relationships/slide" Target="slide56.xml"/></Relationships>
</file>

<file path=ppt/slides/_rels/slide55.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slide" Target="slide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slide" Target="slide60.xml"/><Relationship Id="rId4" Type="http://schemas.openxmlformats.org/officeDocument/2006/relationships/slide" Target="slide6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Espace réservé du numéro de diapositive 3"/>
          <p:cNvSpPr>
            <a:spLocks noGrp="1"/>
          </p:cNvSpPr>
          <p:nvPr>
            <p:ph type="sldNum" sz="quarter" idx="10"/>
          </p:nvPr>
        </p:nvSpPr>
        <p:spPr>
          <a:xfrm>
            <a:off x="8629650" y="349250"/>
            <a:ext cx="476250" cy="163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3489128-C22B-4348-A8BA-68C965628378}" type="slidenum">
              <a:rPr kumimoji="0" lang="fr-FR" sz="800" b="0" i="0" u="none" strike="noStrike" kern="1200" cap="none" spc="0" normalizeH="0" baseline="0" noProof="0" smtClean="0">
                <a:ln>
                  <a:noFill/>
                </a:ln>
                <a:solidFill>
                  <a:srgbClr val="000000"/>
                </a:solidFill>
                <a:effectLst/>
                <a:uLnTx/>
                <a:uFillTx/>
                <a:latin typeface="Arial" charset="0"/>
                <a:ea typeface="ＭＳ Ｐゴシック" pitchFamily="1"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0</a:t>
            </a:fld>
            <a:endParaRPr kumimoji="0" lang="fr-FR" sz="8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sp>
        <p:nvSpPr>
          <p:cNvPr id="2052" name="Rectangle 3"/>
          <p:cNvSpPr>
            <a:spLocks noGrp="1" noChangeArrowheads="1"/>
          </p:cNvSpPr>
          <p:nvPr>
            <p:ph type="body" idx="4294967295"/>
          </p:nvPr>
        </p:nvSpPr>
        <p:spPr>
          <a:xfrm>
            <a:off x="33337" y="354014"/>
            <a:ext cx="7860983" cy="158674"/>
          </a:xfrm>
        </p:spPr>
        <p:txBody>
          <a:bodyPr anchor="ctr"/>
          <a:lstStyle/>
          <a:p>
            <a:pPr eaLnBrk="1" hangingPunct="1">
              <a:lnSpc>
                <a:spcPct val="90000"/>
              </a:lnSpc>
              <a:buFontTx/>
              <a:buNone/>
              <a:defRPr/>
            </a:pPr>
            <a:r>
              <a:rPr lang="fr-FR" sz="700" b="0">
                <a:latin typeface="+mj-lt"/>
                <a:ea typeface="ＭＳ Ｐゴシック" charset="-128"/>
              </a:rPr>
              <a:t>8AB: 1023 – SI: n/a – SN: 9021 - CREA: NJA 01/02/2013 - MODIF: GGA 21/07/2021  - VERSION 1.5 - INT</a:t>
            </a:r>
          </a:p>
        </p:txBody>
      </p:sp>
      <p:cxnSp>
        <p:nvCxnSpPr>
          <p:cNvPr id="96" name="AutoShape 146"/>
          <p:cNvCxnSpPr>
            <a:cxnSpLocks noChangeShapeType="1"/>
            <a:stCxn id="92" idx="2"/>
            <a:endCxn id="114" idx="0"/>
          </p:cNvCxnSpPr>
          <p:nvPr/>
        </p:nvCxnSpPr>
        <p:spPr bwMode="auto">
          <a:xfrm>
            <a:off x="4248370" y="1861195"/>
            <a:ext cx="0" cy="392084"/>
          </a:xfrm>
          <a:prstGeom prst="straightConnector1">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5" name="AutoShape 146"/>
          <p:cNvCxnSpPr>
            <a:cxnSpLocks noChangeShapeType="1"/>
            <a:stCxn id="34" idx="3"/>
            <a:endCxn id="125" idx="0"/>
          </p:cNvCxnSpPr>
          <p:nvPr/>
        </p:nvCxnSpPr>
        <p:spPr bwMode="auto">
          <a:xfrm>
            <a:off x="4713887" y="3857914"/>
            <a:ext cx="2060834" cy="216425"/>
          </a:xfrm>
          <a:prstGeom prst="bentConnector2">
            <a:avLst/>
          </a:prstGeom>
          <a:noFill/>
          <a:ln w="6350">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123" name="Text Box 329"/>
          <p:cNvSpPr txBox="1">
            <a:spLocks noChangeArrowheads="1"/>
          </p:cNvSpPr>
          <p:nvPr/>
        </p:nvSpPr>
        <p:spPr bwMode="auto">
          <a:xfrm>
            <a:off x="4475627" y="3653226"/>
            <a:ext cx="671512"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HNO</a:t>
            </a:r>
          </a:p>
        </p:txBody>
      </p:sp>
      <p:sp>
        <p:nvSpPr>
          <p:cNvPr id="124" name="Text Box 329"/>
          <p:cNvSpPr txBox="1">
            <a:spLocks noChangeArrowheads="1"/>
          </p:cNvSpPr>
          <p:nvPr/>
        </p:nvSpPr>
        <p:spPr bwMode="auto">
          <a:xfrm>
            <a:off x="3322695" y="3642753"/>
            <a:ext cx="671512"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HO ou HS</a:t>
            </a:r>
          </a:p>
        </p:txBody>
      </p:sp>
      <p:grpSp>
        <p:nvGrpSpPr>
          <p:cNvPr id="24" name="Groupe 23"/>
          <p:cNvGrpSpPr/>
          <p:nvPr/>
        </p:nvGrpSpPr>
        <p:grpSpPr>
          <a:xfrm>
            <a:off x="3562085" y="981686"/>
            <a:ext cx="1391023" cy="879509"/>
            <a:chOff x="3595843" y="1540111"/>
            <a:chExt cx="1391023" cy="879509"/>
          </a:xfrm>
        </p:grpSpPr>
        <p:sp>
          <p:nvSpPr>
            <p:cNvPr id="92" name="AutoShape 7"/>
            <p:cNvSpPr>
              <a:spLocks noChangeArrowheads="1"/>
            </p:cNvSpPr>
            <p:nvPr/>
          </p:nvSpPr>
          <p:spPr bwMode="auto">
            <a:xfrm>
              <a:off x="3777303" y="2275157"/>
              <a:ext cx="1009650"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00001_F_DECROCHE</a:t>
              </a:r>
            </a:p>
          </p:txBody>
        </p:sp>
        <p:cxnSp>
          <p:nvCxnSpPr>
            <p:cNvPr id="94" name="AutoShape 144"/>
            <p:cNvCxnSpPr>
              <a:cxnSpLocks noChangeShapeType="1"/>
              <a:stCxn id="32" idx="2"/>
              <a:endCxn id="92" idx="0"/>
            </p:cNvCxnSpPr>
            <p:nvPr/>
          </p:nvCxnSpPr>
          <p:spPr bwMode="auto">
            <a:xfrm flipH="1">
              <a:off x="4282128" y="2163207"/>
              <a:ext cx="9227" cy="111950"/>
            </a:xfrm>
            <a:prstGeom prst="straightConnector1">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5" name="AutoShape 145"/>
            <p:cNvCxnSpPr>
              <a:cxnSpLocks noChangeShapeType="1"/>
              <a:stCxn id="30" idx="0"/>
              <a:endCxn id="32" idx="0"/>
            </p:cNvCxnSpPr>
            <p:nvPr/>
          </p:nvCxnSpPr>
          <p:spPr bwMode="auto">
            <a:xfrm>
              <a:off x="4291354" y="1900111"/>
              <a:ext cx="1" cy="94085"/>
            </a:xfrm>
            <a:prstGeom prst="straightConnector1">
              <a:avLst/>
            </a:prstGeom>
            <a:noFill/>
            <a:ln w="3175">
              <a:solidFill>
                <a:schemeClr val="tx1"/>
              </a:solidFill>
              <a:miter lim="800000"/>
              <a:headEnd/>
              <a:tailEnd/>
            </a:ln>
            <a:extLst>
              <a:ext uri="{909E8E84-426E-40DD-AFC4-6F175D3DCCD1}">
                <a14:hiddenFill xmlns:a14="http://schemas.microsoft.com/office/drawing/2010/main">
                  <a:noFill/>
                </a14:hiddenFill>
              </a:ext>
            </a:extLst>
          </p:spPr>
        </p:cxnSp>
        <p:sp>
          <p:nvSpPr>
            <p:cNvPr id="30" name="AutoShape 59"/>
            <p:cNvSpPr>
              <a:spLocks noChangeArrowheads="1"/>
            </p:cNvSpPr>
            <p:nvPr/>
          </p:nvSpPr>
          <p:spPr bwMode="auto">
            <a:xfrm rot="10800000">
              <a:off x="3755573" y="1540111"/>
              <a:ext cx="1071562" cy="360000"/>
            </a:xfrm>
            <a:prstGeom prst="upArrowCallout">
              <a:avLst>
                <a:gd name="adj1" fmla="val 65918"/>
                <a:gd name="adj2" fmla="val 65918"/>
                <a:gd name="adj3" fmla="val 16667"/>
                <a:gd name="adj4" fmla="val 66667"/>
              </a:avLst>
            </a:prstGeom>
            <a:solidFill>
              <a:srgbClr val="339966"/>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ACU</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ROUTAGE CLIENT FIXE</a:t>
              </a:r>
            </a:p>
          </p:txBody>
        </p:sp>
        <p:sp>
          <p:nvSpPr>
            <p:cNvPr id="32" name="AutoShape 6"/>
            <p:cNvSpPr>
              <a:spLocks noChangeArrowheads="1"/>
            </p:cNvSpPr>
            <p:nvPr/>
          </p:nvSpPr>
          <p:spPr bwMode="auto">
            <a:xfrm>
              <a:off x="3595843" y="1994196"/>
              <a:ext cx="1391023" cy="180975"/>
            </a:xfrm>
            <a:prstGeom prst="flowChartDocument">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charset="0"/>
                  <a:ea typeface="ＭＳ Ｐゴシック" pitchFamily="1" charset="-128"/>
                  <a:cs typeface="+mn-cs"/>
                </a:rPr>
                <a:t>DECROCHE DE L ’APPLICATION</a:t>
              </a:r>
            </a:p>
          </p:txBody>
        </p:sp>
      </p:grpSp>
      <p:sp>
        <p:nvSpPr>
          <p:cNvPr id="34" name="AutoShape 73"/>
          <p:cNvSpPr>
            <a:spLocks noChangeArrowheads="1"/>
          </p:cNvSpPr>
          <p:nvPr/>
        </p:nvSpPr>
        <p:spPr bwMode="auto">
          <a:xfrm>
            <a:off x="3804115" y="3636863"/>
            <a:ext cx="909772" cy="44210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HO / HNO </a:t>
            </a:r>
          </a:p>
        </p:txBody>
      </p:sp>
      <p:sp>
        <p:nvSpPr>
          <p:cNvPr id="125" name="AutoShape 14"/>
          <p:cNvSpPr>
            <a:spLocks noChangeArrowheads="1"/>
          </p:cNvSpPr>
          <p:nvPr/>
        </p:nvSpPr>
        <p:spPr bwMode="auto">
          <a:xfrm>
            <a:off x="6393721" y="4074339"/>
            <a:ext cx="762000" cy="13564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00001_HNO</a:t>
            </a:r>
          </a:p>
        </p:txBody>
      </p:sp>
      <p:cxnSp>
        <p:nvCxnSpPr>
          <p:cNvPr id="9" name="Connecteur droit 8"/>
          <p:cNvCxnSpPr>
            <a:stCxn id="125" idx="2"/>
            <a:endCxn id="42" idx="2"/>
          </p:cNvCxnSpPr>
          <p:nvPr/>
        </p:nvCxnSpPr>
        <p:spPr bwMode="auto">
          <a:xfrm>
            <a:off x="6774721" y="4209980"/>
            <a:ext cx="14046" cy="1580147"/>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11">
            <a:hlinkClick r:id="" action="ppaction://noaction"/>
          </p:cNvPr>
          <p:cNvSpPr>
            <a:spLocks noChangeArrowheads="1"/>
          </p:cNvSpPr>
          <p:nvPr/>
        </p:nvSpPr>
        <p:spPr bwMode="auto">
          <a:xfrm rot="10800000">
            <a:off x="6252986" y="5790127"/>
            <a:ext cx="1071563" cy="338016"/>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HNO GP</a:t>
            </a:r>
          </a:p>
        </p:txBody>
      </p:sp>
      <p:sp>
        <p:nvSpPr>
          <p:cNvPr id="52" name="AutoShape 11">
            <a:hlinkClick r:id="" action="ppaction://noaction"/>
          </p:cNvPr>
          <p:cNvSpPr>
            <a:spLocks noChangeArrowheads="1"/>
          </p:cNvSpPr>
          <p:nvPr/>
        </p:nvSpPr>
        <p:spPr bwMode="auto">
          <a:xfrm rot="10800000">
            <a:off x="1429578" y="6469366"/>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ENTREE GP</a:t>
            </a:r>
          </a:p>
        </p:txBody>
      </p:sp>
      <p:sp>
        <p:nvSpPr>
          <p:cNvPr id="66" name="AutoShape 221"/>
          <p:cNvSpPr>
            <a:spLocks noChangeArrowheads="1"/>
          </p:cNvSpPr>
          <p:nvPr/>
        </p:nvSpPr>
        <p:spPr bwMode="auto">
          <a:xfrm rot="10800000">
            <a:off x="4989495" y="981686"/>
            <a:ext cx="1169318" cy="360000"/>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a:ea typeface="ＭＳ Ｐゴシック" pitchFamily="1" charset="-128"/>
                <a:cs typeface="+mn-cs"/>
              </a:rPr>
              <a:t>ACU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a:ea typeface="ＭＳ Ｐゴシック" pitchFamily="1" charset="-128"/>
                <a:cs typeface="+mn-cs"/>
              </a:rPr>
              <a:t>CLIENT EN NDI FT PREFIX 9</a:t>
            </a:r>
          </a:p>
        </p:txBody>
      </p:sp>
      <p:cxnSp>
        <p:nvCxnSpPr>
          <p:cNvPr id="67" name="AutoShape 144"/>
          <p:cNvCxnSpPr>
            <a:cxnSpLocks noChangeShapeType="1"/>
            <a:stCxn id="32" idx="3"/>
            <a:endCxn id="66" idx="0"/>
          </p:cNvCxnSpPr>
          <p:nvPr/>
        </p:nvCxnSpPr>
        <p:spPr bwMode="auto">
          <a:xfrm flipV="1">
            <a:off x="4953108" y="1341686"/>
            <a:ext cx="621046" cy="184573"/>
          </a:xfrm>
          <a:prstGeom prst="bentConnector2">
            <a:avLst/>
          </a:prstGeom>
          <a:noFill/>
          <a:ln w="3175">
            <a:solidFill>
              <a:schemeClr val="tx1"/>
            </a:solidFill>
            <a:round/>
            <a:headEnd/>
            <a:tailEnd/>
          </a:ln>
          <a:extLst>
            <a:ext uri="{909E8E84-426E-40DD-AFC4-6F175D3DCCD1}">
              <a14:hiddenFill xmlns:a14="http://schemas.microsoft.com/office/drawing/2010/main">
                <a:noFill/>
              </a14:hiddenFill>
            </a:ext>
          </a:extLst>
        </p:spPr>
      </p:cxnSp>
      <p:sp>
        <p:nvSpPr>
          <p:cNvPr id="55" name="AutoShape 221"/>
          <p:cNvSpPr>
            <a:spLocks noChangeArrowheads="1"/>
          </p:cNvSpPr>
          <p:nvPr/>
        </p:nvSpPr>
        <p:spPr bwMode="auto">
          <a:xfrm rot="10800000">
            <a:off x="2340027" y="973468"/>
            <a:ext cx="1085917" cy="360000"/>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a:ea typeface="ＭＳ Ｐゴシック" pitchFamily="1" charset="-128"/>
                <a:cs typeface="+mn-cs"/>
              </a:rPr>
              <a:t>ACU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a:ea typeface="ＭＳ Ｐゴシック" pitchFamily="1" charset="-128"/>
                <a:cs typeface="+mn-cs"/>
              </a:rPr>
              <a:t>MENU CHOIX FIXE ACTIV</a:t>
            </a:r>
          </a:p>
        </p:txBody>
      </p:sp>
      <p:cxnSp>
        <p:nvCxnSpPr>
          <p:cNvPr id="57" name="AutoShape 144"/>
          <p:cNvCxnSpPr>
            <a:cxnSpLocks noChangeShapeType="1"/>
            <a:stCxn id="32" idx="1"/>
            <a:endCxn id="55" idx="0"/>
          </p:cNvCxnSpPr>
          <p:nvPr/>
        </p:nvCxnSpPr>
        <p:spPr bwMode="auto">
          <a:xfrm rot="10800000">
            <a:off x="2882985" y="1333469"/>
            <a:ext cx="679100" cy="192791"/>
          </a:xfrm>
          <a:prstGeom prst="bentConnector2">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63" name="AutoShape 146"/>
          <p:cNvCxnSpPr>
            <a:cxnSpLocks noChangeShapeType="1"/>
            <a:stCxn id="34" idx="1"/>
            <a:endCxn id="119" idx="0"/>
          </p:cNvCxnSpPr>
          <p:nvPr/>
        </p:nvCxnSpPr>
        <p:spPr bwMode="auto">
          <a:xfrm rot="10800000" flipV="1">
            <a:off x="1954923" y="3857913"/>
            <a:ext cx="1849193" cy="449669"/>
          </a:xfrm>
          <a:prstGeom prst="bentConnector2">
            <a:avLst/>
          </a:prstGeom>
          <a:noFill/>
          <a:ln w="6350">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119" name="AutoShape 14"/>
          <p:cNvSpPr>
            <a:spLocks noChangeArrowheads="1"/>
          </p:cNvSpPr>
          <p:nvPr/>
        </p:nvSpPr>
        <p:spPr bwMode="auto">
          <a:xfrm>
            <a:off x="1573922" y="4307583"/>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00001_HO_GP</a:t>
            </a:r>
          </a:p>
        </p:txBody>
      </p:sp>
      <p:sp>
        <p:nvSpPr>
          <p:cNvPr id="69"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8" name="Titre 7"/>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ENTREE</a:t>
            </a:r>
            <a:endParaRPr lang="fr-FR" sz="1400"/>
          </a:p>
        </p:txBody>
      </p:sp>
      <p:sp>
        <p:nvSpPr>
          <p:cNvPr id="60" name="AutoShape 7"/>
          <p:cNvSpPr>
            <a:spLocks noChangeArrowheads="1"/>
          </p:cNvSpPr>
          <p:nvPr/>
        </p:nvSpPr>
        <p:spPr bwMode="auto">
          <a:xfrm>
            <a:off x="1495962" y="4015112"/>
            <a:ext cx="958548" cy="1428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C00000"/>
                </a:solidFill>
                <a:effectLst/>
                <a:uLnTx/>
                <a:uFillTx/>
                <a:latin typeface="Arial" pitchFamily="34" charset="0"/>
                <a:ea typeface="ＭＳ Ｐゴシック" charset="-128"/>
                <a:cs typeface="+mn-cs"/>
              </a:rPr>
              <a:t>00001_SUSPICION_FIXE</a:t>
            </a:r>
          </a:p>
        </p:txBody>
      </p:sp>
      <p:sp>
        <p:nvSpPr>
          <p:cNvPr id="61" name="Rectangle à coins arrondis 1"/>
          <p:cNvSpPr>
            <a:spLocks noChangeArrowheads="1"/>
          </p:cNvSpPr>
          <p:nvPr/>
        </p:nvSpPr>
        <p:spPr bwMode="auto">
          <a:xfrm>
            <a:off x="1418345" y="3971185"/>
            <a:ext cx="1113781" cy="256820"/>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sp>
        <p:nvSpPr>
          <p:cNvPr id="58" name="AutoShape 31">
            <a:hlinkClick r:id="" action="ppaction://noaction"/>
          </p:cNvPr>
          <p:cNvSpPr>
            <a:spLocks noChangeArrowheads="1"/>
          </p:cNvSpPr>
          <p:nvPr/>
        </p:nvSpPr>
        <p:spPr bwMode="auto">
          <a:xfrm>
            <a:off x="6368585" y="4453540"/>
            <a:ext cx="840377" cy="124640"/>
          </a:xfrm>
          <a:prstGeom prst="roundRect">
            <a:avLst>
              <a:gd name="adj" fmla="val 16667"/>
            </a:avLst>
          </a:prstGeom>
          <a:solidFill>
            <a:srgbClr val="CC99FF"/>
          </a:solidFill>
          <a:ln w="9525">
            <a:solidFill>
              <a:srgbClr val="3333FF"/>
            </a:solidFill>
            <a:round/>
            <a:headEnd/>
            <a:tailEnd/>
          </a:ln>
          <a:effectLst>
            <a:outerShdw blurRad="50800" dist="38100" dir="2700000" algn="tl" rotWithShape="0">
              <a:prstClr val="black">
                <a:alpha val="40000"/>
              </a:prst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3333FF"/>
                </a:solidFill>
                <a:effectLst/>
                <a:uLnTx/>
                <a:uFillTx/>
                <a:latin typeface="Arial" charset="0"/>
                <a:ea typeface="ＭＳ Ｐゴシック" charset="0"/>
                <a:cs typeface="+mn-cs"/>
              </a:rPr>
              <a:t>FIXE_INCIDENT</a:t>
            </a:r>
          </a:p>
        </p:txBody>
      </p:sp>
      <p:sp>
        <p:nvSpPr>
          <p:cNvPr id="59" name="AutoShape 31">
            <a:hlinkClick r:id="" action="ppaction://noaction"/>
          </p:cNvPr>
          <p:cNvSpPr>
            <a:spLocks noChangeArrowheads="1"/>
          </p:cNvSpPr>
          <p:nvPr/>
        </p:nvSpPr>
        <p:spPr bwMode="auto">
          <a:xfrm>
            <a:off x="6281911" y="4676371"/>
            <a:ext cx="1013723" cy="120131"/>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a:t>
            </a:r>
          </a:p>
        </p:txBody>
      </p:sp>
      <p:sp>
        <p:nvSpPr>
          <p:cNvPr id="62" name="AutoShape 31">
            <a:hlinkClick r:id="" action="ppaction://noaction"/>
          </p:cNvPr>
          <p:cNvSpPr>
            <a:spLocks noChangeArrowheads="1"/>
          </p:cNvSpPr>
          <p:nvPr/>
        </p:nvSpPr>
        <p:spPr bwMode="auto">
          <a:xfrm>
            <a:off x="6148690" y="4866794"/>
            <a:ext cx="1280157" cy="159403"/>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FIXE_INCIDENT_TECH_INTERNET</a:t>
            </a:r>
          </a:p>
        </p:txBody>
      </p:sp>
      <p:sp>
        <p:nvSpPr>
          <p:cNvPr id="68" name="AutoShape 31">
            <a:hlinkClick r:id="" action="ppaction://noaction"/>
          </p:cNvPr>
          <p:cNvSpPr>
            <a:spLocks noChangeArrowheads="1"/>
          </p:cNvSpPr>
          <p:nvPr/>
        </p:nvSpPr>
        <p:spPr bwMode="auto">
          <a:xfrm>
            <a:off x="6209497" y="5084510"/>
            <a:ext cx="1158547" cy="145307"/>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FIXE_INCIDENT_TECH_TV</a:t>
            </a:r>
          </a:p>
        </p:txBody>
      </p:sp>
      <p:sp>
        <p:nvSpPr>
          <p:cNvPr id="70" name="AutoShape 31">
            <a:hlinkClick r:id="" action="ppaction://noaction"/>
          </p:cNvPr>
          <p:cNvSpPr>
            <a:spLocks noChangeArrowheads="1"/>
          </p:cNvSpPr>
          <p:nvPr/>
        </p:nvSpPr>
        <p:spPr bwMode="auto">
          <a:xfrm>
            <a:off x="6217470" y="5295409"/>
            <a:ext cx="1158547" cy="145307"/>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FIXE_INCIDENT_TECH_AUTRE</a:t>
            </a:r>
          </a:p>
        </p:txBody>
      </p:sp>
      <p:sp>
        <p:nvSpPr>
          <p:cNvPr id="78" name="Rectangle 77"/>
          <p:cNvSpPr>
            <a:spLocks noChangeArrowheads="1"/>
          </p:cNvSpPr>
          <p:nvPr/>
        </p:nvSpPr>
        <p:spPr bwMode="auto">
          <a:xfrm>
            <a:off x="251541" y="2888956"/>
            <a:ext cx="1743766" cy="646331"/>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CC3300"/>
                </a:solidFill>
                <a:effectLst/>
                <a:uLnTx/>
                <a:uFillTx/>
                <a:latin typeface="Arial" charset="0"/>
                <a:ea typeface="ＭＳ Ｐゴシック" pitchFamily="1" charset="-128"/>
                <a:cs typeface="+mn-cs"/>
              </a:rPr>
              <a:t>DISSUASION RED NON RECENT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Parce que vous êtes client  RED, vous bénéficiez  d’une assistance 100% en ligne. Pour gérer votre offre, payer vos factures ou pour un problème technique , rendez-vous sur </a:t>
            </a: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hlinkClick r:id="rId3"/>
              </a:rPr>
              <a:t>www.redbysfr.fr</a:t>
            </a: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 A très vite….</a:t>
            </a:r>
            <a:endParaRPr kumimoji="0" lang="fr-FR" sz="600" b="0" i="0" u="none" strike="noStrike" kern="1200" cap="none" spc="0" normalizeH="0" baseline="0" noProof="0">
              <a:ln>
                <a:noFill/>
              </a:ln>
              <a:solidFill>
                <a:srgbClr val="000000"/>
              </a:solidFill>
              <a:effectLst/>
              <a:uLnTx/>
              <a:uFillTx/>
              <a:latin typeface="Arial" charset="0"/>
              <a:ea typeface="ＭＳ Ｐゴシック" pitchFamily="-80" charset="-128"/>
              <a:cs typeface="+mn-cs"/>
            </a:endParaRPr>
          </a:p>
        </p:txBody>
      </p:sp>
      <p:sp>
        <p:nvSpPr>
          <p:cNvPr id="79" name="AutoShape 14"/>
          <p:cNvSpPr>
            <a:spLocks noChangeArrowheads="1"/>
          </p:cNvSpPr>
          <p:nvPr/>
        </p:nvSpPr>
        <p:spPr bwMode="auto">
          <a:xfrm>
            <a:off x="564176" y="2548569"/>
            <a:ext cx="1118495" cy="1493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00001_DISSUASION_RED</a:t>
            </a:r>
          </a:p>
        </p:txBody>
      </p:sp>
      <p:sp>
        <p:nvSpPr>
          <p:cNvPr id="87" name="Rectangle 86"/>
          <p:cNvSpPr>
            <a:spLocks noChangeArrowheads="1"/>
          </p:cNvSpPr>
          <p:nvPr/>
        </p:nvSpPr>
        <p:spPr bwMode="auto">
          <a:xfrm>
            <a:off x="6956319" y="2909199"/>
            <a:ext cx="2090167" cy="646331"/>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CC3300"/>
                </a:solidFill>
                <a:effectLst/>
                <a:uLnTx/>
                <a:uFillTx/>
                <a:latin typeface="Arial" charset="0"/>
                <a:ea typeface="ＭＳ Ｐゴシック" pitchFamily="1" charset="-128"/>
                <a:cs typeface="+mn-cs"/>
              </a:rPr>
              <a:t>DISSUASION RED RECENT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Parce que vous êtes client RED, vous bénéficiez d’une assistance dédiée au 0 801 820 036 durant la période d’activation de vos services. Pour gérer votre offre, payer vos factures rendez-vous sur www.redbysfr.fr. A très vite…. </a:t>
            </a:r>
            <a:endParaRPr kumimoji="0" lang="fr-FR" sz="600" b="0" i="0" u="none" strike="noStrike" kern="1200" cap="none" spc="0" normalizeH="0" baseline="0" noProof="0">
              <a:ln>
                <a:noFill/>
              </a:ln>
              <a:solidFill>
                <a:srgbClr val="000000"/>
              </a:solidFill>
              <a:effectLst/>
              <a:uLnTx/>
              <a:uFillTx/>
              <a:latin typeface="Arial" charset="0"/>
              <a:ea typeface="ＭＳ Ｐゴシック" pitchFamily="-80" charset="-128"/>
              <a:cs typeface="+mn-cs"/>
            </a:endParaRPr>
          </a:p>
        </p:txBody>
      </p:sp>
      <p:sp>
        <p:nvSpPr>
          <p:cNvPr id="89" name="AutoShape 14"/>
          <p:cNvSpPr>
            <a:spLocks noChangeArrowheads="1"/>
          </p:cNvSpPr>
          <p:nvPr/>
        </p:nvSpPr>
        <p:spPr bwMode="auto">
          <a:xfrm>
            <a:off x="7198250" y="2569737"/>
            <a:ext cx="1606306" cy="1493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00001_DISSUASION_RED_RECENT</a:t>
            </a:r>
          </a:p>
        </p:txBody>
      </p:sp>
      <p:cxnSp>
        <p:nvCxnSpPr>
          <p:cNvPr id="91" name="Connecteur droit 90"/>
          <p:cNvCxnSpPr>
            <a:stCxn id="89" idx="2"/>
            <a:endCxn id="87" idx="0"/>
          </p:cNvCxnSpPr>
          <p:nvPr/>
        </p:nvCxnSpPr>
        <p:spPr bwMode="auto">
          <a:xfrm>
            <a:off x="8001403" y="2719060"/>
            <a:ext cx="0" cy="190139"/>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AutoShape 19"/>
          <p:cNvSpPr>
            <a:spLocks noChangeArrowheads="1"/>
          </p:cNvSpPr>
          <p:nvPr/>
        </p:nvSpPr>
        <p:spPr bwMode="auto">
          <a:xfrm>
            <a:off x="7927505" y="3779544"/>
            <a:ext cx="147794" cy="10134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cxnSp>
        <p:nvCxnSpPr>
          <p:cNvPr id="100" name="Connecteur droit 99"/>
          <p:cNvCxnSpPr>
            <a:stCxn id="87" idx="2"/>
            <a:endCxn id="99" idx="0"/>
          </p:cNvCxnSpPr>
          <p:nvPr/>
        </p:nvCxnSpPr>
        <p:spPr bwMode="auto">
          <a:xfrm flipH="1">
            <a:off x="8001402" y="3555530"/>
            <a:ext cx="1" cy="224014"/>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AutoShape 19"/>
          <p:cNvSpPr>
            <a:spLocks noChangeArrowheads="1"/>
          </p:cNvSpPr>
          <p:nvPr/>
        </p:nvSpPr>
        <p:spPr bwMode="auto">
          <a:xfrm>
            <a:off x="1054918" y="3778940"/>
            <a:ext cx="135253"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cxnSp>
        <p:nvCxnSpPr>
          <p:cNvPr id="105" name="Connecteur droit 104"/>
          <p:cNvCxnSpPr>
            <a:stCxn id="78" idx="2"/>
            <a:endCxn id="101" idx="0"/>
          </p:cNvCxnSpPr>
          <p:nvPr/>
        </p:nvCxnSpPr>
        <p:spPr bwMode="auto">
          <a:xfrm flipH="1">
            <a:off x="1122545" y="3535287"/>
            <a:ext cx="879" cy="243653"/>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Connecteur droit 105"/>
          <p:cNvCxnSpPr>
            <a:stCxn id="79" idx="2"/>
            <a:endCxn id="78" idx="0"/>
          </p:cNvCxnSpPr>
          <p:nvPr/>
        </p:nvCxnSpPr>
        <p:spPr bwMode="auto">
          <a:xfrm>
            <a:off x="1123424" y="2697892"/>
            <a:ext cx="0" cy="191064"/>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73"/>
          <p:cNvSpPr>
            <a:spLocks noChangeArrowheads="1"/>
          </p:cNvSpPr>
          <p:nvPr/>
        </p:nvSpPr>
        <p:spPr bwMode="auto">
          <a:xfrm>
            <a:off x="3793484" y="2253279"/>
            <a:ext cx="909772" cy="44210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RED </a:t>
            </a:r>
            <a:r>
              <a:rPr kumimoji="0" lang="fr-FR" sz="600" b="1" i="0" u="none" strike="noStrike" kern="1200" cap="none" spc="0" normalizeH="0" baseline="0" noProof="0">
                <a:ln>
                  <a:noFill/>
                </a:ln>
                <a:solidFill>
                  <a:srgbClr val="FFFFFF"/>
                </a:solidFill>
                <a:effectLst/>
                <a:uLnTx/>
                <a:uFillTx/>
                <a:latin typeface="Arial" charset="0"/>
                <a:ea typeface="ＭＳ Ｐゴシック" pitchFamily="1" charset="-128"/>
                <a:cs typeface="+mn-cs"/>
              </a:rPr>
              <a:t>DEXTER</a:t>
            </a:r>
          </a:p>
        </p:txBody>
      </p:sp>
      <p:cxnSp>
        <p:nvCxnSpPr>
          <p:cNvPr id="16" name="Connecteur droit avec flèche 15"/>
          <p:cNvCxnSpPr>
            <a:stCxn id="114" idx="2"/>
            <a:endCxn id="81" idx="0"/>
          </p:cNvCxnSpPr>
          <p:nvPr/>
        </p:nvCxnSpPr>
        <p:spPr bwMode="auto">
          <a:xfrm>
            <a:off x="4248370" y="2695380"/>
            <a:ext cx="5438" cy="3585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 Box 329"/>
          <p:cNvSpPr txBox="1">
            <a:spLocks noChangeArrowheads="1"/>
          </p:cNvSpPr>
          <p:nvPr/>
        </p:nvSpPr>
        <p:spPr bwMode="auto">
          <a:xfrm>
            <a:off x="4205005" y="2725184"/>
            <a:ext cx="379753"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NON</a:t>
            </a:r>
          </a:p>
        </p:txBody>
      </p:sp>
      <p:cxnSp>
        <p:nvCxnSpPr>
          <p:cNvPr id="2053" name="Connecteur en angle 2052"/>
          <p:cNvCxnSpPr>
            <a:stCxn id="114" idx="1"/>
            <a:endCxn id="79" idx="0"/>
          </p:cNvCxnSpPr>
          <p:nvPr/>
        </p:nvCxnSpPr>
        <p:spPr bwMode="auto">
          <a:xfrm rot="10800000" flipV="1">
            <a:off x="1123424" y="2474329"/>
            <a:ext cx="2670060" cy="742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5" name="Connecteur en angle 2054"/>
          <p:cNvCxnSpPr>
            <a:stCxn id="114" idx="3"/>
            <a:endCxn id="89" idx="0"/>
          </p:cNvCxnSpPr>
          <p:nvPr/>
        </p:nvCxnSpPr>
        <p:spPr bwMode="auto">
          <a:xfrm>
            <a:off x="4703256" y="2474330"/>
            <a:ext cx="3298147" cy="9540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AutoShape 113"/>
          <p:cNvSpPr>
            <a:spLocks noChangeArrowheads="1"/>
          </p:cNvSpPr>
          <p:nvPr/>
        </p:nvSpPr>
        <p:spPr bwMode="auto">
          <a:xfrm>
            <a:off x="3238721" y="1844588"/>
            <a:ext cx="45720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DEXTER</a:t>
            </a:r>
          </a:p>
        </p:txBody>
      </p:sp>
      <p:grpSp>
        <p:nvGrpSpPr>
          <p:cNvPr id="122" name="Group 188"/>
          <p:cNvGrpSpPr>
            <a:grpSpLocks/>
          </p:cNvGrpSpPr>
          <p:nvPr/>
        </p:nvGrpSpPr>
        <p:grpSpPr bwMode="auto">
          <a:xfrm rot="1951891">
            <a:off x="3710740" y="2149249"/>
            <a:ext cx="279400" cy="130175"/>
            <a:chOff x="1920" y="715"/>
            <a:chExt cx="270" cy="139"/>
          </a:xfrm>
          <a:effectLst>
            <a:outerShdw blurRad="50800" dist="38100" dir="2700000" algn="tl" rotWithShape="0">
              <a:prstClr val="black">
                <a:alpha val="40000"/>
              </a:prstClr>
            </a:outerShdw>
          </a:effectLst>
        </p:grpSpPr>
        <p:sp>
          <p:nvSpPr>
            <p:cNvPr id="126"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sp>
          <p:nvSpPr>
            <p:cNvPr id="127"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grpSp>
      <p:sp>
        <p:nvSpPr>
          <p:cNvPr id="128" name="ZoneTexte 127"/>
          <p:cNvSpPr txBox="1"/>
          <p:nvPr/>
        </p:nvSpPr>
        <p:spPr>
          <a:xfrm>
            <a:off x="1532232" y="2107161"/>
            <a:ext cx="1805132" cy="27699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CACHE_FLAG /CONTEXTE_CO = RED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ET (DATE_MISE_EN_SERVICE &gt; SEUIL)</a:t>
            </a:r>
          </a:p>
        </p:txBody>
      </p:sp>
      <p:sp>
        <p:nvSpPr>
          <p:cNvPr id="130" name="ZoneTexte 129"/>
          <p:cNvSpPr txBox="1"/>
          <p:nvPr/>
        </p:nvSpPr>
        <p:spPr>
          <a:xfrm>
            <a:off x="4829666" y="2111520"/>
            <a:ext cx="2427077" cy="27699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CACHE_FLAG /CONTEXTE_CO = RED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Et (DATE_MISE_EN_SERVICE =&lt; SEUIL ou VIDE)</a:t>
            </a:r>
          </a:p>
        </p:txBody>
      </p:sp>
      <p:sp>
        <p:nvSpPr>
          <p:cNvPr id="131" name="Text Box 329"/>
          <p:cNvSpPr txBox="1">
            <a:spLocks noChangeArrowheads="1"/>
          </p:cNvSpPr>
          <p:nvPr/>
        </p:nvSpPr>
        <p:spPr bwMode="auto">
          <a:xfrm>
            <a:off x="3449395" y="2456008"/>
            <a:ext cx="389574"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OUI</a:t>
            </a:r>
          </a:p>
        </p:txBody>
      </p:sp>
      <p:sp>
        <p:nvSpPr>
          <p:cNvPr id="132" name="Text Box 329"/>
          <p:cNvSpPr txBox="1">
            <a:spLocks noChangeArrowheads="1"/>
          </p:cNvSpPr>
          <p:nvPr/>
        </p:nvSpPr>
        <p:spPr bwMode="auto">
          <a:xfrm>
            <a:off x="4634879" y="2464232"/>
            <a:ext cx="389574"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OUI</a:t>
            </a:r>
          </a:p>
        </p:txBody>
      </p:sp>
      <p:sp>
        <p:nvSpPr>
          <p:cNvPr id="81" name="AutoShape 73"/>
          <p:cNvSpPr>
            <a:spLocks noChangeArrowheads="1"/>
          </p:cNvSpPr>
          <p:nvPr/>
        </p:nvSpPr>
        <p:spPr bwMode="auto">
          <a:xfrm>
            <a:off x="3794699" y="3053895"/>
            <a:ext cx="918217" cy="285483"/>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HEIMDALL</a:t>
            </a:r>
          </a:p>
        </p:txBody>
      </p:sp>
      <p:sp>
        <p:nvSpPr>
          <p:cNvPr id="82" name="AutoShape 14"/>
          <p:cNvSpPr>
            <a:spLocks noChangeArrowheads="1"/>
          </p:cNvSpPr>
          <p:nvPr/>
        </p:nvSpPr>
        <p:spPr bwMode="auto">
          <a:xfrm>
            <a:off x="5133521" y="3113337"/>
            <a:ext cx="1118495" cy="1493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00001_HEIMDALL_HS</a:t>
            </a:r>
          </a:p>
        </p:txBody>
      </p:sp>
      <p:sp>
        <p:nvSpPr>
          <p:cNvPr id="83" name="AutoShape 14"/>
          <p:cNvSpPr>
            <a:spLocks noChangeArrowheads="1"/>
          </p:cNvSpPr>
          <p:nvPr/>
        </p:nvSpPr>
        <p:spPr bwMode="auto">
          <a:xfrm>
            <a:off x="2125351" y="3136017"/>
            <a:ext cx="1205243" cy="12072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00001_HEIMDALL_DESACTIVE</a:t>
            </a:r>
          </a:p>
        </p:txBody>
      </p:sp>
      <p:cxnSp>
        <p:nvCxnSpPr>
          <p:cNvPr id="3" name="Connecteur droit avec flèche 2"/>
          <p:cNvCxnSpPr>
            <a:stCxn id="81" idx="3"/>
            <a:endCxn id="82" idx="1"/>
          </p:cNvCxnSpPr>
          <p:nvPr/>
        </p:nvCxnSpPr>
        <p:spPr bwMode="auto">
          <a:xfrm flipV="1">
            <a:off x="4712916" y="3187999"/>
            <a:ext cx="420605" cy="863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droit avec flèche 4"/>
          <p:cNvCxnSpPr>
            <a:stCxn id="81" idx="1"/>
            <a:endCxn id="83" idx="3"/>
          </p:cNvCxnSpPr>
          <p:nvPr/>
        </p:nvCxnSpPr>
        <p:spPr bwMode="auto">
          <a:xfrm flipH="1" flipV="1">
            <a:off x="3330594" y="3196379"/>
            <a:ext cx="464105" cy="2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en angle 9"/>
          <p:cNvCxnSpPr>
            <a:stCxn id="83" idx="2"/>
            <a:endCxn id="34" idx="0"/>
          </p:cNvCxnSpPr>
          <p:nvPr/>
        </p:nvCxnSpPr>
        <p:spPr bwMode="auto">
          <a:xfrm rot="16200000" flipH="1">
            <a:off x="3303426" y="2681288"/>
            <a:ext cx="380122" cy="153102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en angle 11"/>
          <p:cNvCxnSpPr>
            <a:stCxn id="82" idx="2"/>
            <a:endCxn id="34" idx="0"/>
          </p:cNvCxnSpPr>
          <p:nvPr/>
        </p:nvCxnSpPr>
        <p:spPr bwMode="auto">
          <a:xfrm rot="5400000">
            <a:off x="4788784" y="2732877"/>
            <a:ext cx="374203" cy="143376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329"/>
          <p:cNvSpPr txBox="1">
            <a:spLocks noChangeArrowheads="1"/>
          </p:cNvSpPr>
          <p:nvPr/>
        </p:nvSpPr>
        <p:spPr bwMode="auto">
          <a:xfrm>
            <a:off x="4731869" y="3034944"/>
            <a:ext cx="379753"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HS</a:t>
            </a:r>
          </a:p>
        </p:txBody>
      </p:sp>
      <p:sp>
        <p:nvSpPr>
          <p:cNvPr id="98" name="Text Box 329"/>
          <p:cNvSpPr txBox="1">
            <a:spLocks noChangeArrowheads="1"/>
          </p:cNvSpPr>
          <p:nvPr/>
        </p:nvSpPr>
        <p:spPr bwMode="auto">
          <a:xfrm>
            <a:off x="3368505" y="2997693"/>
            <a:ext cx="549747"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Désactivé</a:t>
            </a:r>
          </a:p>
        </p:txBody>
      </p:sp>
      <p:sp>
        <p:nvSpPr>
          <p:cNvPr id="102" name="AutoShape 113"/>
          <p:cNvSpPr>
            <a:spLocks noChangeArrowheads="1"/>
          </p:cNvSpPr>
          <p:nvPr/>
        </p:nvSpPr>
        <p:spPr bwMode="auto">
          <a:xfrm>
            <a:off x="4763464" y="2703514"/>
            <a:ext cx="45720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HEIMDALL</a:t>
            </a:r>
          </a:p>
        </p:txBody>
      </p:sp>
      <p:grpSp>
        <p:nvGrpSpPr>
          <p:cNvPr id="103" name="Group 188"/>
          <p:cNvGrpSpPr>
            <a:grpSpLocks/>
          </p:cNvGrpSpPr>
          <p:nvPr/>
        </p:nvGrpSpPr>
        <p:grpSpPr bwMode="auto">
          <a:xfrm rot="20087457">
            <a:off x="4455316" y="2950524"/>
            <a:ext cx="279400" cy="130175"/>
            <a:chOff x="1920" y="715"/>
            <a:chExt cx="270" cy="139"/>
          </a:xfrm>
          <a:effectLst>
            <a:outerShdw blurRad="50800" dist="38100" dir="2700000" algn="tl" rotWithShape="0">
              <a:prstClr val="black">
                <a:alpha val="40000"/>
              </a:prstClr>
            </a:outerShdw>
          </a:effectLst>
        </p:grpSpPr>
        <p:sp>
          <p:nvSpPr>
            <p:cNvPr id="104"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sp>
          <p:nvSpPr>
            <p:cNvPr id="129"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grpSp>
      <p:sp>
        <p:nvSpPr>
          <p:cNvPr id="133" name="AutoShape 73"/>
          <p:cNvSpPr>
            <a:spLocks noChangeArrowheads="1"/>
          </p:cNvSpPr>
          <p:nvPr/>
        </p:nvSpPr>
        <p:spPr bwMode="auto">
          <a:xfrm>
            <a:off x="1593624" y="4652803"/>
            <a:ext cx="770280" cy="360000"/>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FFFFFF"/>
                </a:solidFill>
                <a:effectLst/>
                <a:uLnTx/>
                <a:uFillTx/>
                <a:latin typeface="Arial" charset="0"/>
                <a:ea typeface="ＭＳ Ｐゴシック" pitchFamily="1" charset="-128"/>
                <a:cs typeface="+mn-cs"/>
              </a:rPr>
              <a:t>RESILIE </a:t>
            </a:r>
          </a:p>
        </p:txBody>
      </p:sp>
      <p:sp>
        <p:nvSpPr>
          <p:cNvPr id="134" name="ZoneTexte 133"/>
          <p:cNvSpPr txBox="1"/>
          <p:nvPr/>
        </p:nvSpPr>
        <p:spPr>
          <a:xfrm>
            <a:off x="22880" y="1311198"/>
            <a:ext cx="2629041" cy="58477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800" b="0" i="0" u="none" strike="noStrike" kern="1200" cap="none" spc="0" normalizeH="0" baseline="0" noProof="0" dirty="0">
                <a:ln>
                  <a:noFill/>
                </a:ln>
                <a:solidFill>
                  <a:srgbClr val="000000"/>
                </a:solidFill>
                <a:effectLst/>
                <a:uLnTx/>
                <a:uFillTx/>
                <a:latin typeface="Arial"/>
                <a:ea typeface="+mn-ea"/>
                <a:cs typeface="+mn-cs"/>
              </a:rPr>
              <a:t>Client Résilié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800" b="0" i="0" u="none" strike="noStrike" kern="1200" cap="none" spc="0" normalizeH="0" baseline="0" noProof="0" dirty="0">
                <a:ln>
                  <a:noFill/>
                </a:ln>
                <a:solidFill>
                  <a:srgbClr val="000000"/>
                </a:solidFill>
                <a:effectLst/>
                <a:uLnTx/>
                <a:uFillTx/>
                <a:latin typeface="Arial"/>
                <a:ea typeface="+mn-ea"/>
                <a:cs typeface="+mn-cs"/>
              </a:rPr>
              <a:t>DEXTER : 1 compte ET aucune Ligne OFFRE ET numéro contact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800" b="0" i="0" u="none" strike="noStrike" kern="1200" cap="none" spc="0" normalizeH="0" baseline="0" noProof="0" dirty="0">
                <a:ln>
                  <a:noFill/>
                </a:ln>
                <a:solidFill>
                  <a:srgbClr val="000000"/>
                </a:solidFill>
                <a:effectLst/>
                <a:uLnTx/>
                <a:uFillTx/>
                <a:latin typeface="Arial"/>
                <a:ea typeface="+mn-ea"/>
                <a:cs typeface="+mn-cs"/>
              </a:rPr>
              <a:t>SEARCH : </a:t>
            </a:r>
            <a:r>
              <a:rPr kumimoji="0" lang="fr-FR" sz="800" b="0" i="0" u="none" strike="noStrike" kern="1200" cap="none" spc="0" normalizeH="0" baseline="0" noProof="0" dirty="0" err="1">
                <a:ln>
                  <a:noFill/>
                </a:ln>
                <a:solidFill>
                  <a:srgbClr val="000000"/>
                </a:solidFill>
                <a:effectLst/>
                <a:uLnTx/>
                <a:uFillTx/>
                <a:latin typeface="Arial"/>
                <a:ea typeface="+mn-ea"/>
                <a:cs typeface="+mn-cs"/>
              </a:rPr>
              <a:t>statutService</a:t>
            </a:r>
            <a:r>
              <a:rPr kumimoji="0" lang="fr-FR" sz="800" b="0" i="0" u="none" strike="noStrike" kern="1200" cap="none" spc="0" normalizeH="0" baseline="0" noProof="0" dirty="0">
                <a:ln>
                  <a:noFill/>
                </a:ln>
                <a:solidFill>
                  <a:srgbClr val="000000"/>
                </a:solidFill>
                <a:effectLst/>
                <a:uLnTx/>
                <a:uFillTx/>
                <a:latin typeface="Arial"/>
                <a:ea typeface="+mn-ea"/>
                <a:cs typeface="+mn-cs"/>
              </a:rPr>
              <a:t> = RESILIE</a:t>
            </a:r>
          </a:p>
        </p:txBody>
      </p:sp>
      <p:sp>
        <p:nvSpPr>
          <p:cNvPr id="135" name="AutoShape 113"/>
          <p:cNvSpPr>
            <a:spLocks noChangeArrowheads="1"/>
          </p:cNvSpPr>
          <p:nvPr/>
        </p:nvSpPr>
        <p:spPr bwMode="auto">
          <a:xfrm>
            <a:off x="639870" y="4371247"/>
            <a:ext cx="45720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dirty="0">
                <a:ln>
                  <a:noFill/>
                </a:ln>
                <a:solidFill>
                  <a:srgbClr val="000000"/>
                </a:solidFill>
                <a:effectLst/>
                <a:uLnTx/>
                <a:uFillTx/>
                <a:latin typeface="Arial" charset="0"/>
                <a:ea typeface="ＭＳ Ｐゴシック" charset="0"/>
                <a:cs typeface="+mn-cs"/>
              </a:rPr>
              <a:t>SEARCH</a:t>
            </a:r>
          </a:p>
        </p:txBody>
      </p:sp>
      <p:grpSp>
        <p:nvGrpSpPr>
          <p:cNvPr id="136" name="Group 188"/>
          <p:cNvGrpSpPr>
            <a:grpSpLocks/>
          </p:cNvGrpSpPr>
          <p:nvPr/>
        </p:nvGrpSpPr>
        <p:grpSpPr bwMode="auto">
          <a:xfrm rot="1126761">
            <a:off x="1234433" y="4524552"/>
            <a:ext cx="340486" cy="259802"/>
            <a:chOff x="1920" y="715"/>
            <a:chExt cx="270" cy="139"/>
          </a:xfrm>
          <a:effectLst>
            <a:outerShdw blurRad="50800" dist="38100" dir="2700000" algn="tl" rotWithShape="0">
              <a:prstClr val="black">
                <a:alpha val="40000"/>
              </a:prstClr>
            </a:outerShdw>
          </a:effectLst>
        </p:grpSpPr>
        <p:sp>
          <p:nvSpPr>
            <p:cNvPr id="137"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sp>
          <p:nvSpPr>
            <p:cNvPr id="138"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altLang="fr-FR" sz="600" b="0" i="0" u="none" strike="noStrike" kern="1200" cap="none" spc="0" normalizeH="0" baseline="0" noProof="0">
                <a:ln>
                  <a:noFill/>
                </a:ln>
                <a:solidFill>
                  <a:srgbClr val="000000"/>
                </a:solidFill>
                <a:effectLst/>
                <a:uLnTx/>
                <a:uFillTx/>
                <a:latin typeface="Arial" pitchFamily="34" charset="0"/>
                <a:ea typeface="ＭＳ Ｐゴシック" pitchFamily="1" charset="-128"/>
                <a:cs typeface="+mn-cs"/>
              </a:endParaRPr>
            </a:p>
          </p:txBody>
        </p:sp>
      </p:grpSp>
      <p:sp>
        <p:nvSpPr>
          <p:cNvPr id="139" name="AutoShape 11">
            <a:hlinkClick r:id="rId4" action="ppaction://hlinksldjump"/>
          </p:cNvPr>
          <p:cNvSpPr>
            <a:spLocks noChangeArrowheads="1"/>
          </p:cNvSpPr>
          <p:nvPr/>
        </p:nvSpPr>
        <p:spPr bwMode="auto">
          <a:xfrm rot="10800000">
            <a:off x="3632008" y="5613746"/>
            <a:ext cx="776253" cy="338017"/>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RESILIE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(RDGU)</a:t>
            </a:r>
          </a:p>
        </p:txBody>
      </p:sp>
      <p:sp>
        <p:nvSpPr>
          <p:cNvPr id="140" name="AutoShape 14"/>
          <p:cNvSpPr>
            <a:spLocks noChangeArrowheads="1"/>
          </p:cNvSpPr>
          <p:nvPr/>
        </p:nvSpPr>
        <p:spPr bwMode="auto">
          <a:xfrm>
            <a:off x="3639135" y="4963850"/>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00002_RESILIE_OK</a:t>
            </a:r>
          </a:p>
        </p:txBody>
      </p:sp>
      <p:sp>
        <p:nvSpPr>
          <p:cNvPr id="142" name="AutoShape 31">
            <a:hlinkClick r:id="" action="ppaction://noaction"/>
          </p:cNvPr>
          <p:cNvSpPr>
            <a:spLocks noChangeArrowheads="1"/>
          </p:cNvSpPr>
          <p:nvPr/>
        </p:nvSpPr>
        <p:spPr bwMode="auto">
          <a:xfrm>
            <a:off x="3632008" y="5183300"/>
            <a:ext cx="776254"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D31E05"/>
                </a:solidFill>
                <a:effectLst/>
                <a:uLnTx/>
                <a:uFillTx/>
                <a:latin typeface="Arial" charset="0"/>
                <a:ea typeface="ＭＳ Ｐゴシック" pitchFamily="1" charset="-128"/>
                <a:cs typeface="+mn-cs"/>
              </a:rPr>
              <a:t>FIXE_RESILIE</a:t>
            </a:r>
          </a:p>
        </p:txBody>
      </p:sp>
      <p:sp>
        <p:nvSpPr>
          <p:cNvPr id="141" name="Text Box 154"/>
          <p:cNvSpPr txBox="1">
            <a:spLocks noChangeArrowheads="1"/>
          </p:cNvSpPr>
          <p:nvPr/>
        </p:nvSpPr>
        <p:spPr bwMode="auto">
          <a:xfrm>
            <a:off x="2397008" y="4240787"/>
            <a:ext cx="3887370" cy="184666"/>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fr-FR" altLang="fr-FR" sz="600" b="1" i="0" u="none" strike="sngStrike" kern="1200" cap="none" spc="0" normalizeH="0" baseline="0" noProof="0" dirty="0">
              <a:ln>
                <a:noFill/>
              </a:ln>
              <a:solidFill>
                <a:srgbClr val="000000"/>
              </a:solidFill>
              <a:effectLst/>
              <a:uLnTx/>
              <a:uFillTx/>
              <a:latin typeface="Arial" pitchFamily="34" charset="0"/>
              <a:ea typeface="+mn-ea"/>
              <a:cs typeface="+mn-cs"/>
            </a:endParaRPr>
          </a:p>
        </p:txBody>
      </p:sp>
      <p:sp>
        <p:nvSpPr>
          <p:cNvPr id="143" name="AutoShape 113"/>
          <p:cNvSpPr>
            <a:spLocks noChangeArrowheads="1"/>
          </p:cNvSpPr>
          <p:nvPr/>
        </p:nvSpPr>
        <p:spPr bwMode="auto">
          <a:xfrm>
            <a:off x="73697" y="4371246"/>
            <a:ext cx="45720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DEXTER</a:t>
            </a:r>
          </a:p>
        </p:txBody>
      </p:sp>
      <p:sp>
        <p:nvSpPr>
          <p:cNvPr id="144" name="AutoShape 31">
            <a:hlinkClick r:id="" action="ppaction://noaction"/>
          </p:cNvPr>
          <p:cNvSpPr>
            <a:spLocks noChangeArrowheads="1"/>
          </p:cNvSpPr>
          <p:nvPr/>
        </p:nvSpPr>
        <p:spPr bwMode="auto">
          <a:xfrm>
            <a:off x="6393515" y="5515621"/>
            <a:ext cx="776254" cy="12147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D31E05"/>
                </a:solidFill>
                <a:effectLst/>
                <a:uLnTx/>
                <a:uFillTx/>
                <a:latin typeface="Arial" charset="0"/>
                <a:ea typeface="ＭＳ Ｐゴシック" pitchFamily="1" charset="-128"/>
                <a:cs typeface="+mn-cs"/>
              </a:rPr>
              <a:t>FIXE_HNO</a:t>
            </a:r>
          </a:p>
        </p:txBody>
      </p:sp>
      <p:graphicFrame>
        <p:nvGraphicFramePr>
          <p:cNvPr id="146" name="Tableau 145"/>
          <p:cNvGraphicFramePr>
            <a:graphicFrameLocks noGrp="1"/>
          </p:cNvGraphicFramePr>
          <p:nvPr/>
        </p:nvGraphicFramePr>
        <p:xfrm>
          <a:off x="6553744" y="1227880"/>
          <a:ext cx="2552156" cy="640080"/>
        </p:xfrm>
        <a:graphic>
          <a:graphicData uri="http://schemas.openxmlformats.org/drawingml/2006/table">
            <a:tbl>
              <a:tblPr firstRow="1" bandRow="1">
                <a:tableStyleId>{073A0DAA-6AF3-43AB-8588-CEC1D06C72B9}</a:tableStyleId>
              </a:tblPr>
              <a:tblGrid>
                <a:gridCol w="375376">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688340">
                  <a:extLst>
                    <a:ext uri="{9D8B030D-6E8A-4147-A177-3AD203B41FA5}">
                      <a16:colId xmlns:a16="http://schemas.microsoft.com/office/drawing/2014/main" val="20003"/>
                    </a:ext>
                  </a:extLst>
                </a:gridCol>
                <a:gridCol w="535940">
                  <a:extLst>
                    <a:ext uri="{9D8B030D-6E8A-4147-A177-3AD203B41FA5}">
                      <a16:colId xmlns:a16="http://schemas.microsoft.com/office/drawing/2014/main" val="2418681554"/>
                    </a:ext>
                  </a:extLst>
                </a:gridCol>
              </a:tblGrid>
              <a:tr h="170546">
                <a:tc>
                  <a:txBody>
                    <a:bodyPr/>
                    <a:lstStyle/>
                    <a:p>
                      <a:endParaRPr lang="fr-FR" sz="600"/>
                    </a:p>
                  </a:txBody>
                  <a:tcPr/>
                </a:tc>
                <a:tc>
                  <a:txBody>
                    <a:bodyPr/>
                    <a:lstStyle/>
                    <a:p>
                      <a:r>
                        <a:rPr lang="fr-FR" sz="600"/>
                        <a:t>DEXTER</a:t>
                      </a:r>
                    </a:p>
                  </a:txBody>
                  <a:tcPr/>
                </a:tc>
                <a:tc>
                  <a:txBody>
                    <a:bodyPr/>
                    <a:lstStyle/>
                    <a:p>
                      <a:r>
                        <a:rPr lang="fr-FR" sz="600" dirty="0"/>
                        <a:t>E-Client</a:t>
                      </a:r>
                    </a:p>
                  </a:txBody>
                  <a:tcPr/>
                </a:tc>
                <a:tc>
                  <a:txBody>
                    <a:bodyPr/>
                    <a:lstStyle/>
                    <a:p>
                      <a:pPr marL="0" algn="l" defTabSz="914400" rtl="0" eaLnBrk="1" latinLnBrk="0" hangingPunct="1"/>
                      <a:r>
                        <a:rPr lang="fr-FR" sz="600" b="1" kern="1200" dirty="0">
                          <a:solidFill>
                            <a:schemeClr val="lt1"/>
                          </a:solidFill>
                          <a:latin typeface="+mn-lt"/>
                          <a:ea typeface="+mn-ea"/>
                          <a:cs typeface="+mn-cs"/>
                        </a:rPr>
                        <a:t>SEARCH</a:t>
                      </a:r>
                    </a:p>
                  </a:txBody>
                  <a:tcPr/>
                </a:tc>
                <a:extLst>
                  <a:ext uri="{0D108BD9-81ED-4DB2-BD59-A6C34878D82A}">
                    <a16:rowId xmlns:a16="http://schemas.microsoft.com/office/drawing/2014/main" val="10000"/>
                  </a:ext>
                </a:extLst>
              </a:tr>
              <a:tr h="170546">
                <a:tc>
                  <a:txBody>
                    <a:bodyPr/>
                    <a:lstStyle/>
                    <a:p>
                      <a:r>
                        <a:rPr lang="fr-FR" sz="600"/>
                        <a:t>NDI</a:t>
                      </a:r>
                    </a:p>
                  </a:txBody>
                  <a:tcPr/>
                </a:tc>
                <a:tc>
                  <a:txBody>
                    <a:bodyPr/>
                    <a:lstStyle/>
                    <a:p>
                      <a:r>
                        <a:rPr lang="fr-FR" sz="600"/>
                        <a:t>Ressource secondaire</a:t>
                      </a:r>
                    </a:p>
                  </a:txBody>
                  <a:tcPr/>
                </a:tc>
                <a:tc>
                  <a:txBody>
                    <a:bodyPr/>
                    <a:lstStyle/>
                    <a:p>
                      <a:r>
                        <a:rPr lang="fr-FR" sz="600" err="1"/>
                        <a:t>Ref</a:t>
                      </a:r>
                      <a:r>
                        <a:rPr lang="fr-FR" sz="600"/>
                        <a:t> Ligne Fixe</a:t>
                      </a:r>
                    </a:p>
                  </a:txBody>
                  <a:tcPr/>
                </a:tc>
                <a:tc>
                  <a:txBody>
                    <a:bodyPr/>
                    <a:lstStyle/>
                    <a:p>
                      <a:r>
                        <a:rPr lang="fr-FR" sz="600" dirty="0" err="1">
                          <a:solidFill>
                            <a:schemeClr val="tx1"/>
                          </a:solidFill>
                        </a:rPr>
                        <a:t>N°Ligne</a:t>
                      </a:r>
                      <a:r>
                        <a:rPr lang="fr-FR" sz="600" dirty="0">
                          <a:solidFill>
                            <a:schemeClr val="tx1"/>
                          </a:solidFill>
                        </a:rPr>
                        <a:t> Principal</a:t>
                      </a:r>
                    </a:p>
                  </a:txBody>
                  <a:tcPr/>
                </a:tc>
                <a:extLst>
                  <a:ext uri="{0D108BD9-81ED-4DB2-BD59-A6C34878D82A}">
                    <a16:rowId xmlns:a16="http://schemas.microsoft.com/office/drawing/2014/main" val="10001"/>
                  </a:ext>
                </a:extLst>
              </a:tr>
              <a:tr h="0">
                <a:tc>
                  <a:txBody>
                    <a:bodyPr/>
                    <a:lstStyle/>
                    <a:p>
                      <a:r>
                        <a:rPr lang="fr-FR" sz="600"/>
                        <a:t>NDA</a:t>
                      </a:r>
                    </a:p>
                  </a:txBody>
                  <a:tcPr/>
                </a:tc>
                <a:tc>
                  <a:txBody>
                    <a:bodyPr/>
                    <a:lstStyle/>
                    <a:p>
                      <a:r>
                        <a:rPr lang="fr-FR" sz="600"/>
                        <a:t>Ressource</a:t>
                      </a:r>
                      <a:r>
                        <a:rPr lang="fr-FR" sz="600" baseline="0"/>
                        <a:t> principale</a:t>
                      </a:r>
                      <a:endParaRPr lang="fr-FR" sz="600"/>
                    </a:p>
                  </a:txBody>
                  <a:tcPr/>
                </a:tc>
                <a:tc>
                  <a:txBody>
                    <a:bodyPr/>
                    <a:lstStyle/>
                    <a:p>
                      <a:r>
                        <a:rPr lang="fr-FR" sz="600" dirty="0"/>
                        <a:t>NDA</a:t>
                      </a:r>
                    </a:p>
                  </a:txBody>
                  <a:tcPr/>
                </a:tc>
                <a:tc>
                  <a:txBody>
                    <a:bodyPr/>
                    <a:lstStyle/>
                    <a:p>
                      <a:endParaRPr lang="fr-FR" sz="600" dirty="0"/>
                    </a:p>
                  </a:txBody>
                  <a:tcPr/>
                </a:tc>
                <a:extLst>
                  <a:ext uri="{0D108BD9-81ED-4DB2-BD59-A6C34878D82A}">
                    <a16:rowId xmlns:a16="http://schemas.microsoft.com/office/drawing/2014/main" val="10002"/>
                  </a:ext>
                </a:extLst>
              </a:tr>
            </a:tbl>
          </a:graphicData>
        </a:graphic>
      </p:graphicFrame>
      <p:sp>
        <p:nvSpPr>
          <p:cNvPr id="147" name="ZoneTexte 146"/>
          <p:cNvSpPr txBox="1"/>
          <p:nvPr/>
        </p:nvSpPr>
        <p:spPr>
          <a:xfrm>
            <a:off x="6193740" y="610879"/>
            <a:ext cx="3057247" cy="553998"/>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Donc pour interroger HEIMDALL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1. Prendre les valeurs pour NDI (si format numéro de téléphone OK).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2. Si format numéro de téléphone du NDI KO, prendre les valeurs pour NDA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(si format numéro de téléphone OK).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3. Si format numéro de téléphone du NDI et du NDA KO, aucun appel à HEIMDALL.</a:t>
            </a:r>
          </a:p>
        </p:txBody>
      </p:sp>
      <p:sp>
        <p:nvSpPr>
          <p:cNvPr id="90" name="AutoShape 14">
            <a:extLst>
              <a:ext uri="{FF2B5EF4-FFF2-40B4-BE49-F238E27FC236}">
                <a16:creationId xmlns:a16="http://schemas.microsoft.com/office/drawing/2014/main" id="{7FD61C46-84B5-4A77-9584-8808D58D391B}"/>
              </a:ext>
            </a:extLst>
          </p:cNvPr>
          <p:cNvSpPr>
            <a:spLocks noChangeArrowheads="1"/>
          </p:cNvSpPr>
          <p:nvPr/>
        </p:nvSpPr>
        <p:spPr bwMode="auto">
          <a:xfrm>
            <a:off x="1581298" y="5136948"/>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00002_RESILIE_NOK</a:t>
            </a:r>
          </a:p>
        </p:txBody>
      </p:sp>
      <p:sp>
        <p:nvSpPr>
          <p:cNvPr id="93" name="AutoShape 14">
            <a:extLst>
              <a:ext uri="{FF2B5EF4-FFF2-40B4-BE49-F238E27FC236}">
                <a16:creationId xmlns:a16="http://schemas.microsoft.com/office/drawing/2014/main" id="{58BEFBD9-AA1F-48FE-8D23-891AC7BC55A5}"/>
              </a:ext>
            </a:extLst>
          </p:cNvPr>
          <p:cNvSpPr>
            <a:spLocks noChangeArrowheads="1"/>
          </p:cNvSpPr>
          <p:nvPr/>
        </p:nvSpPr>
        <p:spPr bwMode="auto">
          <a:xfrm>
            <a:off x="580083" y="5136948"/>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00002_RESILIE_OFF</a:t>
            </a:r>
          </a:p>
        </p:txBody>
      </p:sp>
      <p:cxnSp>
        <p:nvCxnSpPr>
          <p:cNvPr id="11" name="Connecteur : en angle 10">
            <a:extLst>
              <a:ext uri="{FF2B5EF4-FFF2-40B4-BE49-F238E27FC236}">
                <a16:creationId xmlns:a16="http://schemas.microsoft.com/office/drawing/2014/main" id="{2F9DC66F-58BA-4495-88A2-5EC22F440D57}"/>
              </a:ext>
            </a:extLst>
          </p:cNvPr>
          <p:cNvCxnSpPr>
            <a:cxnSpLocks/>
            <a:stCxn id="133" idx="1"/>
            <a:endCxn id="93" idx="0"/>
          </p:cNvCxnSpPr>
          <p:nvPr/>
        </p:nvCxnSpPr>
        <p:spPr bwMode="auto">
          <a:xfrm rot="10800000" flipV="1">
            <a:off x="961084" y="4832802"/>
            <a:ext cx="632541" cy="30414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avec flèche 21">
            <a:extLst>
              <a:ext uri="{FF2B5EF4-FFF2-40B4-BE49-F238E27FC236}">
                <a16:creationId xmlns:a16="http://schemas.microsoft.com/office/drawing/2014/main" id="{E11B4995-289D-4893-8E1E-1022A47C7298}"/>
              </a:ext>
            </a:extLst>
          </p:cNvPr>
          <p:cNvCxnSpPr>
            <a:stCxn id="119" idx="2"/>
            <a:endCxn id="133" idx="0"/>
          </p:cNvCxnSpPr>
          <p:nvPr/>
        </p:nvCxnSpPr>
        <p:spPr bwMode="auto">
          <a:xfrm>
            <a:off x="1954922" y="4452046"/>
            <a:ext cx="23842" cy="20075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droit 28">
            <a:extLst>
              <a:ext uri="{FF2B5EF4-FFF2-40B4-BE49-F238E27FC236}">
                <a16:creationId xmlns:a16="http://schemas.microsoft.com/office/drawing/2014/main" id="{8DE83639-B94F-4A12-A585-DAFEAE259A41}"/>
              </a:ext>
            </a:extLst>
          </p:cNvPr>
          <p:cNvCxnSpPr>
            <a:stCxn id="140" idx="2"/>
            <a:endCxn id="142" idx="0"/>
          </p:cNvCxnSpPr>
          <p:nvPr/>
        </p:nvCxnSpPr>
        <p:spPr bwMode="auto">
          <a:xfrm>
            <a:off x="4020135" y="5108313"/>
            <a:ext cx="0" cy="749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8" name="Connecteur : en angle 2047">
            <a:extLst>
              <a:ext uri="{FF2B5EF4-FFF2-40B4-BE49-F238E27FC236}">
                <a16:creationId xmlns:a16="http://schemas.microsoft.com/office/drawing/2014/main" id="{BA7AE2D7-F594-4C02-ADB8-E0379B343035}"/>
              </a:ext>
            </a:extLst>
          </p:cNvPr>
          <p:cNvCxnSpPr>
            <a:stCxn id="133" idx="3"/>
            <a:endCxn id="140" idx="0"/>
          </p:cNvCxnSpPr>
          <p:nvPr/>
        </p:nvCxnSpPr>
        <p:spPr bwMode="auto">
          <a:xfrm>
            <a:off x="2363904" y="4832803"/>
            <a:ext cx="1656231" cy="13104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 name="Connecteur droit avec flèche 2049">
            <a:extLst>
              <a:ext uri="{FF2B5EF4-FFF2-40B4-BE49-F238E27FC236}">
                <a16:creationId xmlns:a16="http://schemas.microsoft.com/office/drawing/2014/main" id="{7368F111-0ECA-4DA4-85BF-420C80DFF449}"/>
              </a:ext>
            </a:extLst>
          </p:cNvPr>
          <p:cNvCxnSpPr>
            <a:cxnSpLocks/>
            <a:stCxn id="142" idx="2"/>
            <a:endCxn id="139" idx="2"/>
          </p:cNvCxnSpPr>
          <p:nvPr/>
        </p:nvCxnSpPr>
        <p:spPr bwMode="auto">
          <a:xfrm flipH="1">
            <a:off x="4020134" y="5372442"/>
            <a:ext cx="1" cy="2413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9" name="Connecteur droit 2058">
            <a:extLst>
              <a:ext uri="{FF2B5EF4-FFF2-40B4-BE49-F238E27FC236}">
                <a16:creationId xmlns:a16="http://schemas.microsoft.com/office/drawing/2014/main" id="{5AC4177F-581B-4B96-805D-891F9A8EDF87}"/>
              </a:ext>
            </a:extLst>
          </p:cNvPr>
          <p:cNvCxnSpPr>
            <a:stCxn id="133" idx="2"/>
            <a:endCxn id="90" idx="0"/>
          </p:cNvCxnSpPr>
          <p:nvPr/>
        </p:nvCxnSpPr>
        <p:spPr bwMode="auto">
          <a:xfrm flipH="1">
            <a:off x="1962298" y="5012803"/>
            <a:ext cx="16466" cy="1241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AutoShape 7">
            <a:extLst>
              <a:ext uri="{FF2B5EF4-FFF2-40B4-BE49-F238E27FC236}">
                <a16:creationId xmlns:a16="http://schemas.microsoft.com/office/drawing/2014/main" id="{83F2B99A-2DD3-455F-ADAC-D9D319547C77}"/>
              </a:ext>
            </a:extLst>
          </p:cNvPr>
          <p:cNvSpPr>
            <a:spLocks noChangeArrowheads="1"/>
          </p:cNvSpPr>
          <p:nvPr/>
        </p:nvSpPr>
        <p:spPr bwMode="auto">
          <a:xfrm>
            <a:off x="1455482" y="5434501"/>
            <a:ext cx="100965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00002_FIXE_ENTREE</a:t>
            </a:r>
          </a:p>
        </p:txBody>
      </p:sp>
      <p:cxnSp>
        <p:nvCxnSpPr>
          <p:cNvPr id="145" name="AutoShape 47">
            <a:extLst>
              <a:ext uri="{FF2B5EF4-FFF2-40B4-BE49-F238E27FC236}">
                <a16:creationId xmlns:a16="http://schemas.microsoft.com/office/drawing/2014/main" id="{518E7135-F87A-4A1D-95B8-50F861217635}"/>
              </a:ext>
            </a:extLst>
          </p:cNvPr>
          <p:cNvCxnSpPr>
            <a:cxnSpLocks noChangeShapeType="1"/>
            <a:stCxn id="148" idx="2"/>
            <a:endCxn id="152" idx="0"/>
          </p:cNvCxnSpPr>
          <p:nvPr/>
        </p:nvCxnSpPr>
        <p:spPr bwMode="auto">
          <a:xfrm flipH="1">
            <a:off x="1960307" y="5816370"/>
            <a:ext cx="667" cy="9990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AutoShape 41">
            <a:extLst>
              <a:ext uri="{FF2B5EF4-FFF2-40B4-BE49-F238E27FC236}">
                <a16:creationId xmlns:a16="http://schemas.microsoft.com/office/drawing/2014/main" id="{A02FECD9-30F0-40FB-99FD-3F96DD9718F6}"/>
              </a:ext>
            </a:extLst>
          </p:cNvPr>
          <p:cNvSpPr>
            <a:spLocks noChangeArrowheads="1"/>
          </p:cNvSpPr>
          <p:nvPr/>
        </p:nvSpPr>
        <p:spPr bwMode="auto">
          <a:xfrm>
            <a:off x="1510245" y="5672370"/>
            <a:ext cx="901458"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19998_OFFRE *</a:t>
            </a:r>
          </a:p>
        </p:txBody>
      </p:sp>
      <p:cxnSp>
        <p:nvCxnSpPr>
          <p:cNvPr id="149" name="AutoShape 47">
            <a:extLst>
              <a:ext uri="{FF2B5EF4-FFF2-40B4-BE49-F238E27FC236}">
                <a16:creationId xmlns:a16="http://schemas.microsoft.com/office/drawing/2014/main" id="{F5BE4136-3B27-4CE9-9136-8F7317CC72C4}"/>
              </a:ext>
            </a:extLst>
          </p:cNvPr>
          <p:cNvCxnSpPr>
            <a:cxnSpLocks noChangeShapeType="1"/>
            <a:stCxn id="120" idx="2"/>
            <a:endCxn id="148" idx="0"/>
          </p:cNvCxnSpPr>
          <p:nvPr/>
        </p:nvCxnSpPr>
        <p:spPr bwMode="auto">
          <a:xfrm>
            <a:off x="1960307" y="5578501"/>
            <a:ext cx="667" cy="9386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Rectangle à coins arrondis 1">
            <a:extLst>
              <a:ext uri="{FF2B5EF4-FFF2-40B4-BE49-F238E27FC236}">
                <a16:creationId xmlns:a16="http://schemas.microsoft.com/office/drawing/2014/main" id="{194CC2F8-711A-4D4A-A32D-1D9C92A822A5}"/>
              </a:ext>
            </a:extLst>
          </p:cNvPr>
          <p:cNvSpPr>
            <a:spLocks noChangeArrowheads="1"/>
          </p:cNvSpPr>
          <p:nvPr/>
        </p:nvSpPr>
        <p:spPr bwMode="auto">
          <a:xfrm>
            <a:off x="1439939" y="5615208"/>
            <a:ext cx="1095667" cy="245062"/>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sp>
        <p:nvSpPr>
          <p:cNvPr id="151" name="AutoShape 31">
            <a:hlinkClick r:id="" action="ppaction://noaction"/>
            <a:extLst>
              <a:ext uri="{FF2B5EF4-FFF2-40B4-BE49-F238E27FC236}">
                <a16:creationId xmlns:a16="http://schemas.microsoft.com/office/drawing/2014/main" id="{2420676E-26C7-4156-9B50-550C69ADE24B}"/>
              </a:ext>
            </a:extLst>
          </p:cNvPr>
          <p:cNvSpPr>
            <a:spLocks noChangeArrowheads="1"/>
          </p:cNvSpPr>
          <p:nvPr/>
        </p:nvSpPr>
        <p:spPr bwMode="auto">
          <a:xfrm>
            <a:off x="1540117" y="6157426"/>
            <a:ext cx="840377" cy="18532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D31E05"/>
                </a:solidFill>
                <a:effectLst/>
                <a:uLnTx/>
                <a:uFillTx/>
                <a:latin typeface="Arial" charset="0"/>
                <a:ea typeface="ＭＳ Ｐゴシック" pitchFamily="1" charset="-128"/>
                <a:cs typeface="+mn-cs"/>
              </a:rPr>
              <a:t>FIXE_ENTREE</a:t>
            </a:r>
          </a:p>
        </p:txBody>
      </p:sp>
      <p:sp>
        <p:nvSpPr>
          <p:cNvPr id="152" name="AutoShape 31">
            <a:hlinkClick r:id="" action="ppaction://noaction"/>
            <a:extLst>
              <a:ext uri="{FF2B5EF4-FFF2-40B4-BE49-F238E27FC236}">
                <a16:creationId xmlns:a16="http://schemas.microsoft.com/office/drawing/2014/main" id="{1006D962-64FF-43BB-B936-79D765B1F150}"/>
              </a:ext>
            </a:extLst>
          </p:cNvPr>
          <p:cNvSpPr>
            <a:spLocks noChangeArrowheads="1"/>
          </p:cNvSpPr>
          <p:nvPr/>
        </p:nvSpPr>
        <p:spPr bwMode="auto">
          <a:xfrm>
            <a:off x="1540118" y="5916278"/>
            <a:ext cx="840377" cy="124640"/>
          </a:xfrm>
          <a:prstGeom prst="roundRect">
            <a:avLst>
              <a:gd name="adj" fmla="val 16667"/>
            </a:avLst>
          </a:prstGeom>
          <a:solidFill>
            <a:srgbClr val="CC99FF"/>
          </a:solidFill>
          <a:ln w="9525">
            <a:solidFill>
              <a:srgbClr val="3333FF"/>
            </a:solidFill>
            <a:round/>
            <a:headEnd/>
            <a:tailEnd/>
          </a:ln>
          <a:effectLst>
            <a:outerShdw blurRad="50800" dist="38100" dir="2700000" algn="tl" rotWithShape="0">
              <a:prstClr val="black">
                <a:alpha val="40000"/>
              </a:prst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3333FF"/>
                </a:solidFill>
                <a:effectLst/>
                <a:uLnTx/>
                <a:uFillTx/>
                <a:latin typeface="Arial" charset="0"/>
                <a:ea typeface="ＭＳ Ｐゴシック" charset="0"/>
                <a:cs typeface="+mn-cs"/>
              </a:rPr>
              <a:t>FIXE_INCIDENT</a:t>
            </a:r>
          </a:p>
        </p:txBody>
      </p:sp>
      <p:sp>
        <p:nvSpPr>
          <p:cNvPr id="153" name="AutoShape 87">
            <a:hlinkClick r:id="" action="ppaction://noaction"/>
            <a:extLst>
              <a:ext uri="{FF2B5EF4-FFF2-40B4-BE49-F238E27FC236}">
                <a16:creationId xmlns:a16="http://schemas.microsoft.com/office/drawing/2014/main" id="{59F7E33A-16C7-4599-961F-A233E2B18379}"/>
              </a:ext>
            </a:extLst>
          </p:cNvPr>
          <p:cNvSpPr>
            <a:spLocks noChangeArrowheads="1"/>
          </p:cNvSpPr>
          <p:nvPr/>
        </p:nvSpPr>
        <p:spPr bwMode="auto">
          <a:xfrm rot="10800000">
            <a:off x="116781" y="5814539"/>
            <a:ext cx="828232"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INCIDENT</a:t>
            </a:r>
          </a:p>
        </p:txBody>
      </p:sp>
      <p:cxnSp>
        <p:nvCxnSpPr>
          <p:cNvPr id="154" name="Connecteur en angle 15">
            <a:extLst>
              <a:ext uri="{FF2B5EF4-FFF2-40B4-BE49-F238E27FC236}">
                <a16:creationId xmlns:a16="http://schemas.microsoft.com/office/drawing/2014/main" id="{B86A46A1-C9B9-4B99-B413-EFD188F2B611}"/>
              </a:ext>
            </a:extLst>
          </p:cNvPr>
          <p:cNvCxnSpPr>
            <a:stCxn id="152" idx="1"/>
            <a:endCxn id="153" idx="2"/>
          </p:cNvCxnSpPr>
          <p:nvPr/>
        </p:nvCxnSpPr>
        <p:spPr bwMode="auto">
          <a:xfrm rot="10800000">
            <a:off x="530898" y="5814540"/>
            <a:ext cx="1009221" cy="164059"/>
          </a:xfrm>
          <a:prstGeom prst="bentConnector4">
            <a:avLst>
              <a:gd name="adj1" fmla="val 29483"/>
              <a:gd name="adj2" fmla="val 23934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157">
            <a:extLst>
              <a:ext uri="{FF2B5EF4-FFF2-40B4-BE49-F238E27FC236}">
                <a16:creationId xmlns:a16="http://schemas.microsoft.com/office/drawing/2014/main" id="{91A04CB5-BA18-4F67-8AD6-4E76C0991494}"/>
              </a:ext>
            </a:extLst>
          </p:cNvPr>
          <p:cNvSpPr txBox="1">
            <a:spLocks noChangeArrowheads="1"/>
          </p:cNvSpPr>
          <p:nvPr/>
        </p:nvSpPr>
        <p:spPr bwMode="auto">
          <a:xfrm>
            <a:off x="1227366" y="579892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OUI</a:t>
            </a:r>
          </a:p>
        </p:txBody>
      </p:sp>
      <p:sp>
        <p:nvSpPr>
          <p:cNvPr id="157" name="Text Box 157">
            <a:extLst>
              <a:ext uri="{FF2B5EF4-FFF2-40B4-BE49-F238E27FC236}">
                <a16:creationId xmlns:a16="http://schemas.microsoft.com/office/drawing/2014/main" id="{FB646044-2F5D-47B1-B9D6-BA9635E893AA}"/>
              </a:ext>
            </a:extLst>
          </p:cNvPr>
          <p:cNvSpPr txBox="1">
            <a:spLocks noChangeArrowheads="1"/>
          </p:cNvSpPr>
          <p:nvPr/>
        </p:nvSpPr>
        <p:spPr bwMode="auto">
          <a:xfrm>
            <a:off x="1947257" y="602103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NON</a:t>
            </a:r>
          </a:p>
        </p:txBody>
      </p:sp>
      <p:sp>
        <p:nvSpPr>
          <p:cNvPr id="158" name="AutoShape 113">
            <a:extLst>
              <a:ext uri="{FF2B5EF4-FFF2-40B4-BE49-F238E27FC236}">
                <a16:creationId xmlns:a16="http://schemas.microsoft.com/office/drawing/2014/main" id="{A5028550-3167-4442-B9E7-01A15317F495}"/>
              </a:ext>
            </a:extLst>
          </p:cNvPr>
          <p:cNvSpPr>
            <a:spLocks noChangeArrowheads="1"/>
          </p:cNvSpPr>
          <p:nvPr/>
        </p:nvSpPr>
        <p:spPr bwMode="auto">
          <a:xfrm>
            <a:off x="2727972" y="5593798"/>
            <a:ext cx="523138"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HEIMDALL</a:t>
            </a:r>
          </a:p>
        </p:txBody>
      </p:sp>
      <p:grpSp>
        <p:nvGrpSpPr>
          <p:cNvPr id="159" name="Group 73">
            <a:extLst>
              <a:ext uri="{FF2B5EF4-FFF2-40B4-BE49-F238E27FC236}">
                <a16:creationId xmlns:a16="http://schemas.microsoft.com/office/drawing/2014/main" id="{62186C85-A8A8-41F2-BA75-2B5A9DD62F09}"/>
              </a:ext>
            </a:extLst>
          </p:cNvPr>
          <p:cNvGrpSpPr>
            <a:grpSpLocks/>
          </p:cNvGrpSpPr>
          <p:nvPr/>
        </p:nvGrpSpPr>
        <p:grpSpPr bwMode="auto">
          <a:xfrm rot="9436584">
            <a:off x="2468175" y="5859717"/>
            <a:ext cx="201632" cy="148274"/>
            <a:chOff x="1920" y="715"/>
            <a:chExt cx="270" cy="139"/>
          </a:xfrm>
        </p:grpSpPr>
        <p:sp>
          <p:nvSpPr>
            <p:cNvPr id="160" name="AutoShape 74">
              <a:extLst>
                <a:ext uri="{FF2B5EF4-FFF2-40B4-BE49-F238E27FC236}">
                  <a16:creationId xmlns:a16="http://schemas.microsoft.com/office/drawing/2014/main" id="{080FC446-B8AA-4270-830D-4A8253878169}"/>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61" name="AutoShape 75">
              <a:extLst>
                <a:ext uri="{FF2B5EF4-FFF2-40B4-BE49-F238E27FC236}">
                  <a16:creationId xmlns:a16="http://schemas.microsoft.com/office/drawing/2014/main" id="{097CF136-19BB-4557-9E98-0A2153729263}"/>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cxnSp>
        <p:nvCxnSpPr>
          <p:cNvPr id="162" name="Connecteur droit 161">
            <a:extLst>
              <a:ext uri="{FF2B5EF4-FFF2-40B4-BE49-F238E27FC236}">
                <a16:creationId xmlns:a16="http://schemas.microsoft.com/office/drawing/2014/main" id="{C49DD43B-B3F4-4E3A-88A8-B6668B08C49D}"/>
              </a:ext>
            </a:extLst>
          </p:cNvPr>
          <p:cNvCxnSpPr>
            <a:cxnSpLocks/>
            <a:stCxn id="152" idx="2"/>
            <a:endCxn id="151" idx="0"/>
          </p:cNvCxnSpPr>
          <p:nvPr/>
        </p:nvCxnSpPr>
        <p:spPr bwMode="auto">
          <a:xfrm flipH="1">
            <a:off x="1960306" y="6040918"/>
            <a:ext cx="1" cy="1165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Connecteur : en angle 32">
            <a:extLst>
              <a:ext uri="{FF2B5EF4-FFF2-40B4-BE49-F238E27FC236}">
                <a16:creationId xmlns:a16="http://schemas.microsoft.com/office/drawing/2014/main" id="{78294860-8F36-461B-8E2E-09E6F5E83CD6}"/>
              </a:ext>
            </a:extLst>
          </p:cNvPr>
          <p:cNvCxnSpPr>
            <a:stCxn id="153" idx="0"/>
            <a:endCxn id="151" idx="1"/>
          </p:cNvCxnSpPr>
          <p:nvPr/>
        </p:nvCxnSpPr>
        <p:spPr bwMode="auto">
          <a:xfrm rot="16200000" flipH="1">
            <a:off x="997733" y="5707703"/>
            <a:ext cx="75549" cy="100922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Connecteur droit 48">
            <a:extLst>
              <a:ext uri="{FF2B5EF4-FFF2-40B4-BE49-F238E27FC236}">
                <a16:creationId xmlns:a16="http://schemas.microsoft.com/office/drawing/2014/main" id="{5556E33A-FCF3-4E89-8F9A-B00FCC971D05}"/>
              </a:ext>
            </a:extLst>
          </p:cNvPr>
          <p:cNvCxnSpPr>
            <a:stCxn id="90" idx="2"/>
            <a:endCxn id="120" idx="0"/>
          </p:cNvCxnSpPr>
          <p:nvPr/>
        </p:nvCxnSpPr>
        <p:spPr bwMode="auto">
          <a:xfrm flipH="1">
            <a:off x="1960307" y="5281411"/>
            <a:ext cx="1991" cy="1530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Connecteur : en angle 50">
            <a:extLst>
              <a:ext uri="{FF2B5EF4-FFF2-40B4-BE49-F238E27FC236}">
                <a16:creationId xmlns:a16="http://schemas.microsoft.com/office/drawing/2014/main" id="{02A5BE25-1F73-4FBF-9D50-57FCAE82A33E}"/>
              </a:ext>
            </a:extLst>
          </p:cNvPr>
          <p:cNvCxnSpPr>
            <a:stCxn id="93" idx="2"/>
            <a:endCxn id="120" idx="0"/>
          </p:cNvCxnSpPr>
          <p:nvPr/>
        </p:nvCxnSpPr>
        <p:spPr bwMode="auto">
          <a:xfrm rot="16200000" flipH="1">
            <a:off x="1384150" y="4858344"/>
            <a:ext cx="153090" cy="99922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Connecteur droit avec flèche 70">
            <a:extLst>
              <a:ext uri="{FF2B5EF4-FFF2-40B4-BE49-F238E27FC236}">
                <a16:creationId xmlns:a16="http://schemas.microsoft.com/office/drawing/2014/main" id="{08D87CF9-6A7E-4EB7-AFFA-ABF4E32C4102}"/>
              </a:ext>
            </a:extLst>
          </p:cNvPr>
          <p:cNvCxnSpPr>
            <a:stCxn id="151" idx="2"/>
            <a:endCxn id="52" idx="2"/>
          </p:cNvCxnSpPr>
          <p:nvPr/>
        </p:nvCxnSpPr>
        <p:spPr bwMode="auto">
          <a:xfrm>
            <a:off x="1960306" y="6342749"/>
            <a:ext cx="5053" cy="12661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ZoneTexte 1">
            <a:extLst>
              <a:ext uri="{FF2B5EF4-FFF2-40B4-BE49-F238E27FC236}">
                <a16:creationId xmlns:a16="http://schemas.microsoft.com/office/drawing/2014/main" id="{B30CFE24-0D4A-39F6-A781-E64383C4BBD1}"/>
              </a:ext>
            </a:extLst>
          </p:cNvPr>
          <p:cNvSpPr txBox="1"/>
          <p:nvPr/>
        </p:nvSpPr>
        <p:spPr>
          <a:xfrm>
            <a:off x="2293031" y="4446778"/>
            <a:ext cx="3617607"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50000"/>
              </a:spcBef>
            </a:pPr>
            <a:r>
              <a:rPr lang="fr-FR" altLang="fr-FR" sz="600" dirty="0"/>
              <a:t>Si offre priorisation retenue sur DEXTER  à un  statut résilié et définition :"</a:t>
            </a:r>
            <a:r>
              <a:rPr lang="fr-FR" altLang="fr-FR" sz="600" dirty="0" err="1"/>
              <a:t>code_action</a:t>
            </a:r>
            <a:r>
              <a:rPr lang="fr-FR" altLang="fr-FR" sz="600" dirty="0"/>
              <a:t>": "</a:t>
            </a:r>
            <a:r>
              <a:rPr lang="fr-FR" altLang="fr-FR" sz="600" dirty="0" err="1"/>
              <a:t>Résil</a:t>
            </a:r>
            <a:r>
              <a:rPr lang="fr-FR" altLang="fr-FR" sz="600" dirty="0"/>
              <a:t>", "</a:t>
            </a:r>
            <a:r>
              <a:rPr lang="fr-FR" altLang="fr-FR" sz="600" dirty="0" err="1"/>
              <a:t>statut_action</a:t>
            </a:r>
            <a:r>
              <a:rPr lang="fr-FR" altLang="fr-FR" sz="600" dirty="0"/>
              <a:t>": "Traité«  "</a:t>
            </a:r>
            <a:r>
              <a:rPr lang="fr-FR" altLang="fr-FR" sz="600" dirty="0" err="1"/>
              <a:t>statut":"Inactive</a:t>
            </a:r>
            <a:r>
              <a:rPr lang="fr-FR" altLang="fr-FR" sz="600" dirty="0"/>
              <a:t> »  </a:t>
            </a:r>
          </a:p>
          <a:p>
            <a:pPr>
              <a:spcBef>
                <a:spcPct val="50000"/>
              </a:spcBef>
            </a:pPr>
            <a:r>
              <a:rPr lang="fr-FR" altLang="fr-FR" sz="600" dirty="0"/>
              <a:t>ou bien aucune offre DEXTER</a:t>
            </a:r>
          </a:p>
        </p:txBody>
      </p:sp>
    </p:spTree>
    <p:extLst>
      <p:ext uri="{BB962C8B-B14F-4D97-AF65-F5344CB8AC3E}">
        <p14:creationId xmlns:p14="http://schemas.microsoft.com/office/powerpoint/2010/main" val="387886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96F61B-50C0-1040-FC0E-43D43F713F3C}"/>
              </a:ext>
            </a:extLst>
          </p:cNvPr>
          <p:cNvSpPr>
            <a:spLocks noChangeArrowheads="1"/>
          </p:cNvSpPr>
          <p:nvPr/>
        </p:nvSpPr>
        <p:spPr bwMode="auto">
          <a:xfrm>
            <a:off x="63020" y="4523161"/>
            <a:ext cx="3368656" cy="230832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dirty="0"/>
              <a:t>ELIGIBILITE PREMIUM :</a:t>
            </a:r>
            <a:endParaRPr lang="fr-FR" sz="600" strike="sngStrike" dirty="0"/>
          </a:p>
          <a:p>
            <a:r>
              <a:rPr lang="fr-FR" sz="600" b="1" dirty="0">
                <a:solidFill>
                  <a:srgbClr val="FF0000"/>
                </a:solidFill>
              </a:rPr>
              <a:t>SEARCH</a:t>
            </a:r>
          </a:p>
          <a:p>
            <a:r>
              <a:rPr lang="fr-FR" sz="600" dirty="0">
                <a:solidFill>
                  <a:schemeClr val="tx1"/>
                </a:solidFill>
              </a:rPr>
              <a:t>Si </a:t>
            </a:r>
            <a:r>
              <a:rPr lang="fr-FR" sz="600" dirty="0" err="1">
                <a:solidFill>
                  <a:schemeClr val="tx1"/>
                </a:solidFill>
              </a:rPr>
              <a:t>titulaireType</a:t>
            </a:r>
            <a:r>
              <a:rPr lang="fr-FR" sz="600" dirty="0">
                <a:solidFill>
                  <a:schemeClr val="tx1"/>
                </a:solidFill>
              </a:rPr>
              <a:t>=</a:t>
            </a:r>
            <a:r>
              <a:rPr lang="fr-FR" sz="600" dirty="0" err="1">
                <a:solidFill>
                  <a:schemeClr val="tx1"/>
                </a:solidFill>
              </a:rPr>
              <a:t>PersonnePhysique</a:t>
            </a:r>
            <a:r>
              <a:rPr lang="fr-FR" sz="600" dirty="0">
                <a:solidFill>
                  <a:schemeClr val="tx1"/>
                </a:solidFill>
              </a:rPr>
              <a:t> et </a:t>
            </a:r>
          </a:p>
          <a:p>
            <a:r>
              <a:rPr lang="fr-FR" sz="600" dirty="0" err="1">
                <a:solidFill>
                  <a:schemeClr val="tx1"/>
                </a:solidFill>
              </a:rPr>
              <a:t>niveauQualificationPro</a:t>
            </a:r>
            <a:r>
              <a:rPr lang="fr-FR" sz="600" dirty="0">
                <a:solidFill>
                  <a:schemeClr val="tx1"/>
                </a:solidFill>
              </a:rPr>
              <a:t> = 05]</a:t>
            </a:r>
            <a:br>
              <a:rPr lang="fr-FR" sz="600" dirty="0">
                <a:solidFill>
                  <a:schemeClr val="tx1"/>
                </a:solidFill>
              </a:rPr>
            </a:br>
            <a:r>
              <a:rPr lang="fr-FR" sz="600" dirty="0">
                <a:solidFill>
                  <a:schemeClr val="tx1"/>
                </a:solidFill>
              </a:rPr>
              <a:t>OU [si </a:t>
            </a:r>
            <a:r>
              <a:rPr lang="fr-FR" sz="600" dirty="0" err="1">
                <a:solidFill>
                  <a:schemeClr val="tx1"/>
                </a:solidFill>
              </a:rPr>
              <a:t>titulaireType</a:t>
            </a:r>
            <a:r>
              <a:rPr lang="fr-FR" sz="600" dirty="0">
                <a:solidFill>
                  <a:schemeClr val="tx1"/>
                </a:solidFill>
              </a:rPr>
              <a:t>= moral]</a:t>
            </a:r>
            <a:br>
              <a:rPr lang="fr-FR" sz="600" dirty="0">
                <a:solidFill>
                  <a:schemeClr val="tx1"/>
                </a:solidFill>
              </a:rPr>
            </a:br>
            <a:r>
              <a:rPr lang="fr-FR" sz="600" dirty="0">
                <a:solidFill>
                  <a:schemeClr val="tx1"/>
                </a:solidFill>
              </a:rPr>
              <a:t>OU </a:t>
            </a:r>
            <a:r>
              <a:rPr lang="fr-FR" sz="600" dirty="0" err="1">
                <a:solidFill>
                  <a:schemeClr val="tx1"/>
                </a:solidFill>
              </a:rPr>
              <a:t>classeCompteFacturation</a:t>
            </a:r>
            <a:r>
              <a:rPr lang="fr-FR" sz="600" dirty="0">
                <a:solidFill>
                  <a:schemeClr val="tx1"/>
                </a:solidFill>
              </a:rPr>
              <a:t> = S</a:t>
            </a:r>
          </a:p>
          <a:p>
            <a:endParaRPr lang="fr-FR" sz="600" dirty="0"/>
          </a:p>
          <a:p>
            <a:r>
              <a:rPr lang="fr-FR" sz="600" b="1" dirty="0">
                <a:solidFill>
                  <a:srgbClr val="D31E05"/>
                </a:solidFill>
              </a:rPr>
              <a:t>DEXTER : </a:t>
            </a:r>
          </a:p>
          <a:p>
            <a:r>
              <a:rPr lang="fr-FR" sz="600" dirty="0"/>
              <a:t>COLLAB = OUI </a:t>
            </a:r>
          </a:p>
          <a:p>
            <a:r>
              <a:rPr lang="fr-FR" sz="600" dirty="0"/>
              <a:t> </a:t>
            </a:r>
            <a:r>
              <a:rPr lang="fr-FR" sz="600" b="1" dirty="0">
                <a:solidFill>
                  <a:srgbClr val="FF0000"/>
                </a:solidFill>
              </a:rPr>
              <a:t>s'il existe un élément </a:t>
            </a:r>
            <a:r>
              <a:rPr lang="fr-FR" sz="600" b="1" dirty="0" err="1">
                <a:solidFill>
                  <a:srgbClr val="FF0000"/>
                </a:solidFill>
              </a:rPr>
              <a:t>services_comptes</a:t>
            </a:r>
            <a:r>
              <a:rPr lang="fr-FR" sz="600" b="1" dirty="0">
                <a:solidFill>
                  <a:srgbClr val="FF0000"/>
                </a:solidFill>
              </a:rPr>
              <a:t> tel que</a:t>
            </a:r>
          </a:p>
          <a:p>
            <a:r>
              <a:rPr lang="fr-FR" sz="600" b="1" dirty="0" err="1">
                <a:solidFill>
                  <a:srgbClr val="FF0000"/>
                </a:solidFill>
              </a:rPr>
              <a:t>caracteristique</a:t>
            </a:r>
            <a:r>
              <a:rPr lang="fr-FR" sz="600" b="1" dirty="0">
                <a:solidFill>
                  <a:srgbClr val="FF0000"/>
                </a:solidFill>
              </a:rPr>
              <a:t> = "CACHE_SVI" et </a:t>
            </a:r>
            <a:r>
              <a:rPr lang="fr-FR" sz="600" b="1" dirty="0" err="1">
                <a:solidFill>
                  <a:srgbClr val="FF0000"/>
                </a:solidFill>
              </a:rPr>
              <a:t>complement_caracteristique</a:t>
            </a:r>
            <a:r>
              <a:rPr lang="fr-FR" sz="600" b="1" dirty="0">
                <a:solidFill>
                  <a:srgbClr val="FF0000"/>
                </a:solidFill>
              </a:rPr>
              <a:t> = "COLLAB"</a:t>
            </a:r>
          </a:p>
          <a:p>
            <a:r>
              <a:rPr lang="fr-FR" sz="600" dirty="0">
                <a:solidFill>
                  <a:schemeClr val="tx1"/>
                </a:solidFill>
              </a:rPr>
              <a:t>Ou pour Ambassadeur LPM :  REMISE_PARTENAIRE = OUI ET (CODE_APPORTEUR = 1055888 OU 1050508 OU CACHE_SVI = CQT_LPM)</a:t>
            </a:r>
          </a:p>
          <a:p>
            <a:r>
              <a:rPr lang="fr-FR" sz="600" dirty="0">
                <a:solidFill>
                  <a:schemeClr val="tx1"/>
                </a:solidFill>
              </a:rPr>
              <a:t>"</a:t>
            </a:r>
            <a:r>
              <a:rPr lang="fr-FR" sz="600" b="1" dirty="0">
                <a:solidFill>
                  <a:srgbClr val="FF0000"/>
                </a:solidFill>
              </a:rPr>
              <a:t>REMISE_PARTENAIRE = OUI s'il existe un élément </a:t>
            </a:r>
            <a:r>
              <a:rPr lang="fr-FR" sz="600" b="1" dirty="0" err="1">
                <a:solidFill>
                  <a:srgbClr val="FF0000"/>
                </a:solidFill>
              </a:rPr>
              <a:t>services_comptes</a:t>
            </a:r>
            <a:r>
              <a:rPr lang="fr-FR" sz="600" b="1" dirty="0">
                <a:solidFill>
                  <a:srgbClr val="FF0000"/>
                </a:solidFill>
              </a:rPr>
              <a:t> tel </a:t>
            </a:r>
            <a:r>
              <a:rPr lang="fr-FR" sz="600" b="1" dirty="0" err="1">
                <a:solidFill>
                  <a:srgbClr val="FF0000"/>
                </a:solidFill>
              </a:rPr>
              <a:t>quecaracteristique</a:t>
            </a:r>
            <a:r>
              <a:rPr lang="fr-FR" sz="600" b="1" dirty="0">
                <a:solidFill>
                  <a:srgbClr val="FF0000"/>
                </a:solidFill>
              </a:rPr>
              <a:t> = ""CACHE_SVI"" et </a:t>
            </a:r>
            <a:r>
              <a:rPr lang="fr-FR" sz="600" b="1" dirty="0" err="1">
                <a:solidFill>
                  <a:srgbClr val="FF0000"/>
                </a:solidFill>
              </a:rPr>
              <a:t>complement_caracteristique</a:t>
            </a:r>
            <a:r>
              <a:rPr lang="fr-FR" sz="600" b="1" dirty="0">
                <a:solidFill>
                  <a:srgbClr val="FF0000"/>
                </a:solidFill>
              </a:rPr>
              <a:t> = ""REMISE_PARTENAIRE</a:t>
            </a:r>
            <a:r>
              <a:rPr lang="fr-FR" sz="600" dirty="0">
                <a:solidFill>
                  <a:schemeClr val="tx1"/>
                </a:solidFill>
              </a:rPr>
              <a:t>"""</a:t>
            </a:r>
          </a:p>
          <a:p>
            <a:endParaRPr lang="fr-FR" sz="600" dirty="0">
              <a:solidFill>
                <a:schemeClr val="tx1"/>
              </a:solidFill>
            </a:endParaRPr>
          </a:p>
          <a:p>
            <a:endParaRPr lang="fr-FR" sz="600" dirty="0"/>
          </a:p>
          <a:p>
            <a:r>
              <a:rPr lang="fr-FR" sz="600" b="1" dirty="0">
                <a:solidFill>
                  <a:srgbClr val="C00000"/>
                </a:solidFill>
              </a:rPr>
              <a:t>C2OL</a:t>
            </a:r>
            <a:r>
              <a:rPr lang="fr-FR" sz="600" b="1" dirty="0"/>
              <a:t> :</a:t>
            </a:r>
          </a:p>
          <a:p>
            <a:pPr>
              <a:buClr>
                <a:srgbClr val="D31E05"/>
              </a:buClr>
            </a:pPr>
            <a:r>
              <a:rPr lang="es-ES" altLang="fr-FR" sz="600" dirty="0" err="1"/>
              <a:t>Marqueur</a:t>
            </a:r>
            <a:r>
              <a:rPr lang="es-ES" altLang="fr-FR" sz="600" dirty="0"/>
              <a:t> : CELL_PREM </a:t>
            </a:r>
          </a:p>
          <a:p>
            <a:pPr>
              <a:buClr>
                <a:srgbClr val="D31E05"/>
              </a:buClr>
            </a:pPr>
            <a:r>
              <a:rPr lang="es-ES" altLang="fr-FR" sz="600" b="1" dirty="0"/>
              <a:t>ET</a:t>
            </a:r>
            <a:r>
              <a:rPr lang="es-ES" altLang="fr-FR" sz="600" dirty="0"/>
              <a:t> </a:t>
            </a:r>
            <a:r>
              <a:rPr lang="es-ES" altLang="fr-FR" sz="600" dirty="0" err="1"/>
              <a:t>valeur</a:t>
            </a:r>
            <a:r>
              <a:rPr lang="es-ES" altLang="fr-FR" sz="600" dirty="0"/>
              <a:t> 1 </a:t>
            </a:r>
            <a:r>
              <a:rPr lang="es-ES" altLang="fr-FR" sz="600" dirty="0" err="1"/>
              <a:t>commence</a:t>
            </a:r>
            <a:r>
              <a:rPr lang="es-ES" altLang="fr-FR" sz="600" dirty="0"/>
              <a:t> par :</a:t>
            </a:r>
          </a:p>
          <a:p>
            <a:pPr>
              <a:buClr>
                <a:srgbClr val="D31E05"/>
              </a:buClr>
            </a:pPr>
            <a:r>
              <a:rPr lang="es-ES" altLang="fr-FR" sz="600" dirty="0"/>
              <a:t>PRE_FID_F </a:t>
            </a:r>
          </a:p>
          <a:p>
            <a:pPr>
              <a:buClr>
                <a:srgbClr val="D31E05"/>
              </a:buClr>
            </a:pPr>
            <a:r>
              <a:rPr lang="es-ES" altLang="fr-FR" sz="600" b="1" dirty="0"/>
              <a:t>OU </a:t>
            </a:r>
            <a:r>
              <a:rPr lang="es-ES" altLang="fr-FR" sz="600" dirty="0"/>
              <a:t>PLATINE_00 </a:t>
            </a:r>
          </a:p>
          <a:p>
            <a:pPr>
              <a:buClr>
                <a:srgbClr val="D31E05"/>
              </a:buClr>
            </a:pPr>
            <a:r>
              <a:rPr lang="es-ES" altLang="fr-FR" sz="600" dirty="0"/>
              <a:t>OU PACKPRO_F (= </a:t>
            </a:r>
            <a:r>
              <a:rPr lang="es-ES" altLang="fr-FR" sz="600" b="1" dirty="0">
                <a:solidFill>
                  <a:srgbClr val="FF0000"/>
                </a:solidFill>
              </a:rPr>
              <a:t>PACKPRO</a:t>
            </a:r>
            <a:r>
              <a:rPr lang="es-ES" altLang="fr-FR" sz="600" dirty="0"/>
              <a:t>)</a:t>
            </a:r>
          </a:p>
        </p:txBody>
      </p:sp>
      <p:sp>
        <p:nvSpPr>
          <p:cNvPr id="4" name="Espace réservé du numéro de diapositive 3"/>
          <p:cNvSpPr>
            <a:spLocks noGrp="1"/>
          </p:cNvSpPr>
          <p:nvPr>
            <p:ph type="sldNum" sz="quarter" idx="10"/>
          </p:nvPr>
        </p:nvSpPr>
        <p:spPr>
          <a:xfrm>
            <a:off x="8634774" y="349250"/>
            <a:ext cx="476250" cy="158750"/>
          </a:xfrm>
        </p:spPr>
        <p:txBody>
          <a:bodyPr/>
          <a:lstStyle/>
          <a:p>
            <a:pPr>
              <a:defRPr/>
            </a:pPr>
            <a:fld id="{3328B884-BB66-4D70-B39E-B74023A95CDC}" type="slidenum">
              <a:rPr lang="fr-FR" smtClean="0">
                <a:latin typeface="+mj-lt"/>
              </a:rPr>
              <a:pPr>
                <a:defRPr/>
              </a:pPr>
              <a:t>1</a:t>
            </a:fld>
            <a:endParaRPr lang="fr-FR">
              <a:latin typeface="+mj-lt"/>
            </a:endParaRPr>
          </a:p>
        </p:txBody>
      </p:sp>
      <p:sp>
        <p:nvSpPr>
          <p:cNvPr id="13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89" name="Titre 88"/>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ENTREE GP</a:t>
            </a:r>
            <a:endParaRPr lang="fr-FR" sz="1400"/>
          </a:p>
        </p:txBody>
      </p:sp>
      <p:cxnSp>
        <p:nvCxnSpPr>
          <p:cNvPr id="116" name="Connecteur en angle 20">
            <a:extLst>
              <a:ext uri="{FF2B5EF4-FFF2-40B4-BE49-F238E27FC236}">
                <a16:creationId xmlns:a16="http://schemas.microsoft.com/office/drawing/2014/main" id="{90BDCD1B-6FB6-44DD-A5B8-327D54A09007}"/>
              </a:ext>
            </a:extLst>
          </p:cNvPr>
          <p:cNvCxnSpPr>
            <a:stCxn id="162" idx="3"/>
            <a:endCxn id="133" idx="2"/>
          </p:cNvCxnSpPr>
          <p:nvPr/>
        </p:nvCxnSpPr>
        <p:spPr bwMode="auto">
          <a:xfrm>
            <a:off x="7425740" y="1881876"/>
            <a:ext cx="1151935" cy="1028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87">
            <a:hlinkClick r:id="rId2" action="ppaction://hlinksldjump"/>
            <a:extLst>
              <a:ext uri="{FF2B5EF4-FFF2-40B4-BE49-F238E27FC236}">
                <a16:creationId xmlns:a16="http://schemas.microsoft.com/office/drawing/2014/main" id="{C1ED4E2D-080B-4BD2-A0C6-034F0FF40D5F}"/>
              </a:ext>
            </a:extLst>
          </p:cNvPr>
          <p:cNvSpPr>
            <a:spLocks noChangeArrowheads="1"/>
          </p:cNvSpPr>
          <p:nvPr/>
        </p:nvSpPr>
        <p:spPr bwMode="auto">
          <a:xfrm rot="10800000">
            <a:off x="8089988" y="2789446"/>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CLNS</a:t>
            </a:r>
          </a:p>
        </p:txBody>
      </p:sp>
      <p:sp>
        <p:nvSpPr>
          <p:cNvPr id="128" name="AutoShape 87">
            <a:hlinkClick r:id="rId3" action="ppaction://hlinksldjump"/>
            <a:extLst>
              <a:ext uri="{FF2B5EF4-FFF2-40B4-BE49-F238E27FC236}">
                <a16:creationId xmlns:a16="http://schemas.microsoft.com/office/drawing/2014/main" id="{77E2548B-EE67-4E40-9E4E-D6EAB88725B5}"/>
              </a:ext>
            </a:extLst>
          </p:cNvPr>
          <p:cNvSpPr>
            <a:spLocks noChangeArrowheads="1"/>
          </p:cNvSpPr>
          <p:nvPr/>
        </p:nvSpPr>
        <p:spPr bwMode="auto">
          <a:xfrm rot="10800000">
            <a:off x="8141251" y="4515066"/>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NOS</a:t>
            </a:r>
          </a:p>
        </p:txBody>
      </p:sp>
      <p:sp>
        <p:nvSpPr>
          <p:cNvPr id="130" name="Text Box 157">
            <a:extLst>
              <a:ext uri="{FF2B5EF4-FFF2-40B4-BE49-F238E27FC236}">
                <a16:creationId xmlns:a16="http://schemas.microsoft.com/office/drawing/2014/main" id="{37D342FC-A682-44DA-9480-3B64395774AF}"/>
              </a:ext>
            </a:extLst>
          </p:cNvPr>
          <p:cNvSpPr txBox="1">
            <a:spLocks noChangeArrowheads="1"/>
          </p:cNvSpPr>
          <p:nvPr/>
        </p:nvSpPr>
        <p:spPr bwMode="auto">
          <a:xfrm>
            <a:off x="4541631" y="381820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31" name="AutoShape 98">
            <a:hlinkClick r:id="rId4" action="ppaction://hlinksldjump"/>
            <a:extLst>
              <a:ext uri="{FF2B5EF4-FFF2-40B4-BE49-F238E27FC236}">
                <a16:creationId xmlns:a16="http://schemas.microsoft.com/office/drawing/2014/main" id="{47297DC4-5EFC-4A3A-BA8B-CA8C8A8A9602}"/>
              </a:ext>
            </a:extLst>
          </p:cNvPr>
          <p:cNvSpPr>
            <a:spLocks noChangeArrowheads="1"/>
          </p:cNvSpPr>
          <p:nvPr/>
        </p:nvSpPr>
        <p:spPr bwMode="auto">
          <a:xfrm rot="10800000">
            <a:off x="3845677" y="586816"/>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a:t>
            </a:r>
          </a:p>
        </p:txBody>
      </p:sp>
      <p:sp>
        <p:nvSpPr>
          <p:cNvPr id="133" name="AutoShape 87">
            <a:hlinkClick r:id="rId5" action="ppaction://hlinksldjump"/>
            <a:extLst>
              <a:ext uri="{FF2B5EF4-FFF2-40B4-BE49-F238E27FC236}">
                <a16:creationId xmlns:a16="http://schemas.microsoft.com/office/drawing/2014/main" id="{CA546022-17CA-470F-8BA1-FE27E732D075}"/>
              </a:ext>
            </a:extLst>
          </p:cNvPr>
          <p:cNvSpPr>
            <a:spLocks noChangeArrowheads="1"/>
          </p:cNvSpPr>
          <p:nvPr/>
        </p:nvSpPr>
        <p:spPr bwMode="auto">
          <a:xfrm rot="10800000">
            <a:off x="8317529" y="1984735"/>
            <a:ext cx="520293"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HOME</a:t>
            </a:r>
          </a:p>
        </p:txBody>
      </p:sp>
      <p:sp>
        <p:nvSpPr>
          <p:cNvPr id="134" name="Text Box 157">
            <a:extLst>
              <a:ext uri="{FF2B5EF4-FFF2-40B4-BE49-F238E27FC236}">
                <a16:creationId xmlns:a16="http://schemas.microsoft.com/office/drawing/2014/main" id="{9DDDB715-848C-4AF4-B7AF-C7A284DAAAAC}"/>
              </a:ext>
            </a:extLst>
          </p:cNvPr>
          <p:cNvSpPr txBox="1">
            <a:spLocks noChangeArrowheads="1"/>
          </p:cNvSpPr>
          <p:nvPr/>
        </p:nvSpPr>
        <p:spPr bwMode="auto">
          <a:xfrm>
            <a:off x="4271910" y="312522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39" name="Text Box 157">
            <a:extLst>
              <a:ext uri="{FF2B5EF4-FFF2-40B4-BE49-F238E27FC236}">
                <a16:creationId xmlns:a16="http://schemas.microsoft.com/office/drawing/2014/main" id="{33B72845-5B96-472E-8B96-6300C17296BF}"/>
              </a:ext>
            </a:extLst>
          </p:cNvPr>
          <p:cNvSpPr txBox="1">
            <a:spLocks noChangeArrowheads="1"/>
          </p:cNvSpPr>
          <p:nvPr/>
        </p:nvSpPr>
        <p:spPr bwMode="auto">
          <a:xfrm>
            <a:off x="4331341" y="142483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42" name="AutoShape 87">
            <a:hlinkClick r:id="" action="ppaction://noaction"/>
            <a:extLst>
              <a:ext uri="{FF2B5EF4-FFF2-40B4-BE49-F238E27FC236}">
                <a16:creationId xmlns:a16="http://schemas.microsoft.com/office/drawing/2014/main" id="{C5EC855A-8E36-4D51-9423-D71BEDB3ECCE}"/>
              </a:ext>
            </a:extLst>
          </p:cNvPr>
          <p:cNvSpPr>
            <a:spLocks noChangeArrowheads="1"/>
          </p:cNvSpPr>
          <p:nvPr/>
        </p:nvSpPr>
        <p:spPr bwMode="auto">
          <a:xfrm rot="10800000">
            <a:off x="8058559" y="1437549"/>
            <a:ext cx="828232"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ACTIVATION</a:t>
            </a:r>
            <a:r>
              <a:rPr lang="fr-FR" sz="600">
                <a:ea typeface="ＭＳ Ｐゴシック" charset="0"/>
                <a:hlinkClick r:id="rId6" action="ppaction://hlinksldjump"/>
              </a:rPr>
              <a:t>ACTIVATION</a:t>
            </a:r>
            <a:endParaRPr lang="fr-FR" sz="600">
              <a:ea typeface="ＭＳ Ｐゴシック" charset="0"/>
            </a:endParaRPr>
          </a:p>
        </p:txBody>
      </p:sp>
      <p:sp>
        <p:nvSpPr>
          <p:cNvPr id="154" name="Rectangle 153">
            <a:extLst>
              <a:ext uri="{FF2B5EF4-FFF2-40B4-BE49-F238E27FC236}">
                <a16:creationId xmlns:a16="http://schemas.microsoft.com/office/drawing/2014/main" id="{152A5080-57B3-4E6E-848C-BC8EA01EF7B4}"/>
              </a:ext>
            </a:extLst>
          </p:cNvPr>
          <p:cNvSpPr/>
          <p:nvPr/>
        </p:nvSpPr>
        <p:spPr>
          <a:xfrm>
            <a:off x="4986795" y="1625247"/>
            <a:ext cx="955710" cy="184666"/>
          </a:xfrm>
          <a:prstGeom prst="rect">
            <a:avLst/>
          </a:prstGeom>
        </p:spPr>
        <p:txBody>
          <a:bodyPr wrap="none">
            <a:spAutoFit/>
          </a:bodyPr>
          <a:lstStyle/>
          <a:p>
            <a:pPr algn="r"/>
            <a:r>
              <a:rPr lang="fr-FR" sz="600"/>
              <a:t>ET WCBDIGITAL &lt;&gt; 1</a:t>
            </a:r>
          </a:p>
        </p:txBody>
      </p:sp>
      <p:sp>
        <p:nvSpPr>
          <p:cNvPr id="155" name="AutoShape 113">
            <a:extLst>
              <a:ext uri="{FF2B5EF4-FFF2-40B4-BE49-F238E27FC236}">
                <a16:creationId xmlns:a16="http://schemas.microsoft.com/office/drawing/2014/main" id="{C618BE0A-8EB9-4D11-8FA4-ECB8B77A4DDB}"/>
              </a:ext>
            </a:extLst>
          </p:cNvPr>
          <p:cNvSpPr>
            <a:spLocks noChangeArrowheads="1"/>
          </p:cNvSpPr>
          <p:nvPr/>
        </p:nvSpPr>
        <p:spPr bwMode="auto">
          <a:xfrm>
            <a:off x="2967606" y="1565392"/>
            <a:ext cx="523138"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DEXTER</a:t>
            </a:r>
          </a:p>
        </p:txBody>
      </p:sp>
      <p:sp>
        <p:nvSpPr>
          <p:cNvPr id="156" name="ZoneTexte 155">
            <a:extLst>
              <a:ext uri="{FF2B5EF4-FFF2-40B4-BE49-F238E27FC236}">
                <a16:creationId xmlns:a16="http://schemas.microsoft.com/office/drawing/2014/main" id="{4811D1C7-5955-4B03-8B46-DC0AD29F7F7B}"/>
              </a:ext>
            </a:extLst>
          </p:cNvPr>
          <p:cNvSpPr txBox="1"/>
          <p:nvPr/>
        </p:nvSpPr>
        <p:spPr>
          <a:xfrm>
            <a:off x="1910829" y="1616683"/>
            <a:ext cx="1018215" cy="276999"/>
          </a:xfrm>
          <a:prstGeom prst="rect">
            <a:avLst/>
          </a:prstGeom>
          <a:noFill/>
        </p:spPr>
        <p:txBody>
          <a:bodyPr wrap="square" rtlCol="0">
            <a:spAutoFit/>
          </a:bodyPr>
          <a:lstStyle/>
          <a:p>
            <a:pPr algn="r"/>
            <a:r>
              <a:rPr lang="fr-FR" sz="600"/>
              <a:t>HOME = OUI </a:t>
            </a:r>
          </a:p>
          <a:p>
            <a:pPr algn="r"/>
            <a:r>
              <a:rPr lang="fr-FR" sz="600"/>
              <a:t>ou SMARTHOME = OUI</a:t>
            </a:r>
          </a:p>
        </p:txBody>
      </p:sp>
      <p:sp>
        <p:nvSpPr>
          <p:cNvPr id="157" name="AutoShape 31">
            <a:hlinkClick r:id="" action="ppaction://noaction"/>
            <a:extLst>
              <a:ext uri="{FF2B5EF4-FFF2-40B4-BE49-F238E27FC236}">
                <a16:creationId xmlns:a16="http://schemas.microsoft.com/office/drawing/2014/main" id="{8862B274-232A-471D-A60B-CBE3C49BE76F}"/>
              </a:ext>
            </a:extLst>
          </p:cNvPr>
          <p:cNvSpPr>
            <a:spLocks noChangeArrowheads="1"/>
          </p:cNvSpPr>
          <p:nvPr/>
        </p:nvSpPr>
        <p:spPr bwMode="auto">
          <a:xfrm>
            <a:off x="6623039" y="1236625"/>
            <a:ext cx="1084262" cy="16195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FIXE_ACTIVATION</a:t>
            </a:r>
          </a:p>
        </p:txBody>
      </p:sp>
      <p:sp>
        <p:nvSpPr>
          <p:cNvPr id="162" name="AutoShape 31">
            <a:hlinkClick r:id="" action="ppaction://noaction"/>
            <a:extLst>
              <a:ext uri="{FF2B5EF4-FFF2-40B4-BE49-F238E27FC236}">
                <a16:creationId xmlns:a16="http://schemas.microsoft.com/office/drawing/2014/main" id="{09E59834-D2DF-4993-8704-6109BC019338}"/>
              </a:ext>
            </a:extLst>
          </p:cNvPr>
          <p:cNvSpPr>
            <a:spLocks noChangeArrowheads="1"/>
          </p:cNvSpPr>
          <p:nvPr/>
        </p:nvSpPr>
        <p:spPr bwMode="auto">
          <a:xfrm>
            <a:off x="6833388" y="1798504"/>
            <a:ext cx="592352" cy="166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FIXE_HOME</a:t>
            </a:r>
          </a:p>
        </p:txBody>
      </p:sp>
      <p:sp>
        <p:nvSpPr>
          <p:cNvPr id="164" name="AutoShape 62">
            <a:hlinkClick r:id="" action="ppaction://noaction"/>
            <a:extLst>
              <a:ext uri="{FF2B5EF4-FFF2-40B4-BE49-F238E27FC236}">
                <a16:creationId xmlns:a16="http://schemas.microsoft.com/office/drawing/2014/main" id="{688DC434-E1EA-4108-896A-EBC64F1E2F6A}"/>
              </a:ext>
            </a:extLst>
          </p:cNvPr>
          <p:cNvSpPr>
            <a:spLocks noChangeArrowheads="1"/>
          </p:cNvSpPr>
          <p:nvPr/>
        </p:nvSpPr>
        <p:spPr bwMode="auto">
          <a:xfrm>
            <a:off x="3874720" y="1715160"/>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HOME </a:t>
            </a:r>
            <a:r>
              <a:rPr lang="fr-FR" sz="600" b="1">
                <a:solidFill>
                  <a:schemeClr val="bg1"/>
                </a:solidFill>
                <a:ea typeface="ＭＳ Ｐゴシック" charset="0"/>
              </a:rPr>
              <a:t>DEXTER</a:t>
            </a:r>
          </a:p>
        </p:txBody>
      </p:sp>
      <p:cxnSp>
        <p:nvCxnSpPr>
          <p:cNvPr id="165" name="Connecteur droit 164">
            <a:extLst>
              <a:ext uri="{FF2B5EF4-FFF2-40B4-BE49-F238E27FC236}">
                <a16:creationId xmlns:a16="http://schemas.microsoft.com/office/drawing/2014/main" id="{9D41F7D1-C171-4E13-99B6-65004C292E8B}"/>
              </a:ext>
            </a:extLst>
          </p:cNvPr>
          <p:cNvCxnSpPr>
            <a:stCxn id="176" idx="2"/>
            <a:endCxn id="164" idx="0"/>
          </p:cNvCxnSpPr>
          <p:nvPr/>
        </p:nvCxnSpPr>
        <p:spPr bwMode="auto">
          <a:xfrm flipH="1">
            <a:off x="4265245" y="1495027"/>
            <a:ext cx="25940" cy="2201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Connecteur droit 165">
            <a:extLst>
              <a:ext uri="{FF2B5EF4-FFF2-40B4-BE49-F238E27FC236}">
                <a16:creationId xmlns:a16="http://schemas.microsoft.com/office/drawing/2014/main" id="{46542F76-3CEB-4AF3-96AA-6149D4E71962}"/>
              </a:ext>
            </a:extLst>
          </p:cNvPr>
          <p:cNvCxnSpPr>
            <a:stCxn id="164" idx="2"/>
            <a:endCxn id="194" idx="0"/>
          </p:cNvCxnSpPr>
          <p:nvPr/>
        </p:nvCxnSpPr>
        <p:spPr bwMode="auto">
          <a:xfrm>
            <a:off x="4265245" y="2035835"/>
            <a:ext cx="2216" cy="639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AutoShape 311">
            <a:extLst>
              <a:ext uri="{FF2B5EF4-FFF2-40B4-BE49-F238E27FC236}">
                <a16:creationId xmlns:a16="http://schemas.microsoft.com/office/drawing/2014/main" id="{56A2E2B1-AD5F-4C47-9FBD-3F417DC27615}"/>
              </a:ext>
            </a:extLst>
          </p:cNvPr>
          <p:cNvSpPr>
            <a:spLocks noChangeArrowheads="1"/>
          </p:cNvSpPr>
          <p:nvPr/>
        </p:nvSpPr>
        <p:spPr bwMode="auto">
          <a:xfrm>
            <a:off x="4882325" y="1827442"/>
            <a:ext cx="1053689" cy="1076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00020_F_HOME</a:t>
            </a:r>
            <a:endParaRPr lang="fr-FR" sz="600" strike="sngStrike">
              <a:solidFill>
                <a:srgbClr val="FF0000"/>
              </a:solidFill>
              <a:ea typeface="ＭＳ Ｐゴシック" charset="0"/>
            </a:endParaRPr>
          </a:p>
        </p:txBody>
      </p:sp>
      <p:grpSp>
        <p:nvGrpSpPr>
          <p:cNvPr id="168" name="Group 73">
            <a:extLst>
              <a:ext uri="{FF2B5EF4-FFF2-40B4-BE49-F238E27FC236}">
                <a16:creationId xmlns:a16="http://schemas.microsoft.com/office/drawing/2014/main" id="{2912B145-FC8F-4058-B266-162B614A7FFE}"/>
              </a:ext>
            </a:extLst>
          </p:cNvPr>
          <p:cNvGrpSpPr>
            <a:grpSpLocks/>
          </p:cNvGrpSpPr>
          <p:nvPr/>
        </p:nvGrpSpPr>
        <p:grpSpPr bwMode="auto">
          <a:xfrm rot="1091637">
            <a:off x="3711393" y="1685101"/>
            <a:ext cx="196850" cy="93663"/>
            <a:chOff x="1920" y="715"/>
            <a:chExt cx="270" cy="139"/>
          </a:xfrm>
        </p:grpSpPr>
        <p:sp>
          <p:nvSpPr>
            <p:cNvPr id="169" name="AutoShape 74">
              <a:extLst>
                <a:ext uri="{FF2B5EF4-FFF2-40B4-BE49-F238E27FC236}">
                  <a16:creationId xmlns:a16="http://schemas.microsoft.com/office/drawing/2014/main" id="{360848DA-21D9-41C0-99FD-9FC34826FC43}"/>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72" name="AutoShape 75">
              <a:extLst>
                <a:ext uri="{FF2B5EF4-FFF2-40B4-BE49-F238E27FC236}">
                  <a16:creationId xmlns:a16="http://schemas.microsoft.com/office/drawing/2014/main" id="{9ABC7072-93DA-4934-94F9-8020CEF07585}"/>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73" name="Text Box 157">
            <a:extLst>
              <a:ext uri="{FF2B5EF4-FFF2-40B4-BE49-F238E27FC236}">
                <a16:creationId xmlns:a16="http://schemas.microsoft.com/office/drawing/2014/main" id="{0D5698C4-1A00-4D21-9B47-23DF08702C31}"/>
              </a:ext>
            </a:extLst>
          </p:cNvPr>
          <p:cNvSpPr txBox="1">
            <a:spLocks noChangeArrowheads="1"/>
          </p:cNvSpPr>
          <p:nvPr/>
        </p:nvSpPr>
        <p:spPr bwMode="auto">
          <a:xfrm>
            <a:off x="4346229" y="1936319"/>
            <a:ext cx="84563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 ou désactivé</a:t>
            </a:r>
          </a:p>
        </p:txBody>
      </p:sp>
      <p:sp>
        <p:nvSpPr>
          <p:cNvPr id="174" name="Text Box 157">
            <a:extLst>
              <a:ext uri="{FF2B5EF4-FFF2-40B4-BE49-F238E27FC236}">
                <a16:creationId xmlns:a16="http://schemas.microsoft.com/office/drawing/2014/main" id="{3F4F5BC3-9EB7-4956-8529-0708AE77C2AD}"/>
              </a:ext>
            </a:extLst>
          </p:cNvPr>
          <p:cNvSpPr txBox="1">
            <a:spLocks noChangeArrowheads="1"/>
          </p:cNvSpPr>
          <p:nvPr/>
        </p:nvSpPr>
        <p:spPr bwMode="auto">
          <a:xfrm>
            <a:off x="4532258" y="171467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76" name="AutoShape 62">
            <a:hlinkClick r:id="" action="ppaction://noaction"/>
            <a:extLst>
              <a:ext uri="{FF2B5EF4-FFF2-40B4-BE49-F238E27FC236}">
                <a16:creationId xmlns:a16="http://schemas.microsoft.com/office/drawing/2014/main" id="{D20CB2C8-1428-4659-8427-A13307B25E53}"/>
              </a:ext>
            </a:extLst>
          </p:cNvPr>
          <p:cNvSpPr>
            <a:spLocks noChangeArrowheads="1"/>
          </p:cNvSpPr>
          <p:nvPr/>
        </p:nvSpPr>
        <p:spPr bwMode="auto">
          <a:xfrm>
            <a:off x="3900660" y="1174352"/>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ACTIVATION </a:t>
            </a:r>
          </a:p>
          <a:p>
            <a:pPr algn="ctr" eaLnBrk="0" hangingPunct="0">
              <a:defRPr/>
            </a:pPr>
            <a:r>
              <a:rPr lang="fr-FR" sz="600">
                <a:solidFill>
                  <a:schemeClr val="bg1"/>
                </a:solidFill>
                <a:ea typeface="ＭＳ Ｐゴシック" charset="0"/>
              </a:rPr>
              <a:t>DEXTER</a:t>
            </a:r>
            <a:endParaRPr lang="fr-FR" sz="500">
              <a:solidFill>
                <a:schemeClr val="bg1"/>
              </a:solidFill>
              <a:ea typeface="ＭＳ Ｐゴシック" charset="0"/>
            </a:endParaRPr>
          </a:p>
        </p:txBody>
      </p:sp>
      <p:sp>
        <p:nvSpPr>
          <p:cNvPr id="177" name="AutoShape 113">
            <a:extLst>
              <a:ext uri="{FF2B5EF4-FFF2-40B4-BE49-F238E27FC236}">
                <a16:creationId xmlns:a16="http://schemas.microsoft.com/office/drawing/2014/main" id="{B3B8BB8D-F98C-491E-95FA-7916E39460F0}"/>
              </a:ext>
            </a:extLst>
          </p:cNvPr>
          <p:cNvSpPr>
            <a:spLocks noChangeArrowheads="1"/>
          </p:cNvSpPr>
          <p:nvPr/>
        </p:nvSpPr>
        <p:spPr bwMode="auto">
          <a:xfrm>
            <a:off x="2980508" y="1102698"/>
            <a:ext cx="523138"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DEXTER</a:t>
            </a:r>
          </a:p>
        </p:txBody>
      </p:sp>
      <p:grpSp>
        <p:nvGrpSpPr>
          <p:cNvPr id="178" name="Group 73">
            <a:extLst>
              <a:ext uri="{FF2B5EF4-FFF2-40B4-BE49-F238E27FC236}">
                <a16:creationId xmlns:a16="http://schemas.microsoft.com/office/drawing/2014/main" id="{EC5A8AEC-5712-4AF6-95A6-C0D3EC044F89}"/>
              </a:ext>
            </a:extLst>
          </p:cNvPr>
          <p:cNvGrpSpPr>
            <a:grpSpLocks/>
          </p:cNvGrpSpPr>
          <p:nvPr/>
        </p:nvGrpSpPr>
        <p:grpSpPr bwMode="auto">
          <a:xfrm>
            <a:off x="3662949" y="1205031"/>
            <a:ext cx="196850" cy="93663"/>
            <a:chOff x="1920" y="715"/>
            <a:chExt cx="270" cy="139"/>
          </a:xfrm>
        </p:grpSpPr>
        <p:sp>
          <p:nvSpPr>
            <p:cNvPr id="179" name="AutoShape 74">
              <a:extLst>
                <a:ext uri="{FF2B5EF4-FFF2-40B4-BE49-F238E27FC236}">
                  <a16:creationId xmlns:a16="http://schemas.microsoft.com/office/drawing/2014/main" id="{BD95EAB3-9B01-4E79-8743-CA15AA37D930}"/>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80" name="AutoShape 75">
              <a:extLst>
                <a:ext uri="{FF2B5EF4-FFF2-40B4-BE49-F238E27FC236}">
                  <a16:creationId xmlns:a16="http://schemas.microsoft.com/office/drawing/2014/main" id="{A27B5159-CB5E-451C-AABC-E9033C57197A}"/>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81" name="AutoShape 6">
            <a:extLst>
              <a:ext uri="{FF2B5EF4-FFF2-40B4-BE49-F238E27FC236}">
                <a16:creationId xmlns:a16="http://schemas.microsoft.com/office/drawing/2014/main" id="{95BA1F47-DFAF-4D4B-B017-DCAC2E8D8982}"/>
              </a:ext>
            </a:extLst>
          </p:cNvPr>
          <p:cNvSpPr>
            <a:spLocks noChangeArrowheads="1"/>
          </p:cNvSpPr>
          <p:nvPr/>
        </p:nvSpPr>
        <p:spPr bwMode="auto">
          <a:xfrm>
            <a:off x="4896362" y="1257712"/>
            <a:ext cx="1281250" cy="1200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00010_F_ACTIVATION</a:t>
            </a:r>
          </a:p>
        </p:txBody>
      </p:sp>
      <p:sp>
        <p:nvSpPr>
          <p:cNvPr id="182" name="ZoneTexte 181">
            <a:extLst>
              <a:ext uri="{FF2B5EF4-FFF2-40B4-BE49-F238E27FC236}">
                <a16:creationId xmlns:a16="http://schemas.microsoft.com/office/drawing/2014/main" id="{5C011065-07F9-4C32-BDEA-0C28E2D02FEA}"/>
              </a:ext>
            </a:extLst>
          </p:cNvPr>
          <p:cNvSpPr txBox="1"/>
          <p:nvPr/>
        </p:nvSpPr>
        <p:spPr>
          <a:xfrm>
            <a:off x="1271531" y="1129298"/>
            <a:ext cx="1589661" cy="276999"/>
          </a:xfrm>
          <a:prstGeom prst="rect">
            <a:avLst/>
          </a:prstGeom>
          <a:noFill/>
        </p:spPr>
        <p:txBody>
          <a:bodyPr wrap="square" rtlCol="0">
            <a:spAutoFit/>
          </a:bodyPr>
          <a:lstStyle/>
          <a:p>
            <a:pPr algn="r"/>
            <a:r>
              <a:rPr lang="fr-FR" sz="600"/>
              <a:t>DATE_MISE_EN_SERVICE = VIDE</a:t>
            </a:r>
          </a:p>
          <a:p>
            <a:pPr algn="r"/>
            <a:r>
              <a:rPr lang="fr-FR" sz="600"/>
              <a:t>ET TECHNO = FTTB ou FTTH ou ADSL</a:t>
            </a:r>
          </a:p>
        </p:txBody>
      </p:sp>
      <p:cxnSp>
        <p:nvCxnSpPr>
          <p:cNvPr id="183" name="Connecteur droit 182">
            <a:extLst>
              <a:ext uri="{FF2B5EF4-FFF2-40B4-BE49-F238E27FC236}">
                <a16:creationId xmlns:a16="http://schemas.microsoft.com/office/drawing/2014/main" id="{5B72740A-9224-4DD9-8A02-8AF56E47A1B6}"/>
              </a:ext>
            </a:extLst>
          </p:cNvPr>
          <p:cNvCxnSpPr>
            <a:stCxn id="176" idx="3"/>
            <a:endCxn id="181" idx="1"/>
          </p:cNvCxnSpPr>
          <p:nvPr/>
        </p:nvCxnSpPr>
        <p:spPr bwMode="auto">
          <a:xfrm flipV="1">
            <a:off x="4681710" y="1317733"/>
            <a:ext cx="214652" cy="169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6" name="Rectangle 185">
            <a:extLst>
              <a:ext uri="{FF2B5EF4-FFF2-40B4-BE49-F238E27FC236}">
                <a16:creationId xmlns:a16="http://schemas.microsoft.com/office/drawing/2014/main" id="{A22385F0-1B43-4A61-831F-A830E10E8A7D}"/>
              </a:ext>
            </a:extLst>
          </p:cNvPr>
          <p:cNvSpPr/>
          <p:nvPr/>
        </p:nvSpPr>
        <p:spPr>
          <a:xfrm>
            <a:off x="4784820" y="1092191"/>
            <a:ext cx="1487908" cy="184666"/>
          </a:xfrm>
          <a:prstGeom prst="rect">
            <a:avLst/>
          </a:prstGeom>
        </p:spPr>
        <p:txBody>
          <a:bodyPr wrap="none">
            <a:spAutoFit/>
          </a:bodyPr>
          <a:lstStyle/>
          <a:p>
            <a:pPr algn="r"/>
            <a:r>
              <a:rPr lang="fr-FR" sz="600"/>
              <a:t>OU </a:t>
            </a:r>
            <a:r>
              <a:rPr lang="fr-FR" sz="600">
                <a:solidFill>
                  <a:srgbClr val="3333FF"/>
                </a:solidFill>
              </a:rPr>
              <a:t>(</a:t>
            </a:r>
            <a:r>
              <a:rPr lang="fr-FR" sz="600"/>
              <a:t>WCBDIGITAL=1</a:t>
            </a:r>
            <a:r>
              <a:rPr lang="fr-FR" sz="600">
                <a:solidFill>
                  <a:srgbClr val="3333FF"/>
                </a:solidFill>
              </a:rPr>
              <a:t> ET MOTIF = 06)</a:t>
            </a:r>
          </a:p>
        </p:txBody>
      </p:sp>
      <p:sp>
        <p:nvSpPr>
          <p:cNvPr id="187" name="Text Box 157">
            <a:extLst>
              <a:ext uri="{FF2B5EF4-FFF2-40B4-BE49-F238E27FC236}">
                <a16:creationId xmlns:a16="http://schemas.microsoft.com/office/drawing/2014/main" id="{823070A8-051A-4F4A-8BD6-F1CD931DA174}"/>
              </a:ext>
            </a:extLst>
          </p:cNvPr>
          <p:cNvSpPr txBox="1">
            <a:spLocks noChangeArrowheads="1"/>
          </p:cNvSpPr>
          <p:nvPr/>
        </p:nvSpPr>
        <p:spPr bwMode="auto">
          <a:xfrm>
            <a:off x="4498462" y="1138787"/>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93" name="AutoShape 37">
            <a:extLst>
              <a:ext uri="{FF2B5EF4-FFF2-40B4-BE49-F238E27FC236}">
                <a16:creationId xmlns:a16="http://schemas.microsoft.com/office/drawing/2014/main" id="{76784A0B-DC5B-49B3-814D-E88DD336A4A6}"/>
              </a:ext>
            </a:extLst>
          </p:cNvPr>
          <p:cNvSpPr>
            <a:spLocks noChangeArrowheads="1"/>
          </p:cNvSpPr>
          <p:nvPr/>
        </p:nvSpPr>
        <p:spPr bwMode="auto">
          <a:xfrm>
            <a:off x="3728717" y="3252409"/>
            <a:ext cx="1060450" cy="15398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00030_CLNS_NON_ELIGIBLE</a:t>
            </a:r>
          </a:p>
        </p:txBody>
      </p:sp>
      <p:sp>
        <p:nvSpPr>
          <p:cNvPr id="194" name="AutoShape 37">
            <a:extLst>
              <a:ext uri="{FF2B5EF4-FFF2-40B4-BE49-F238E27FC236}">
                <a16:creationId xmlns:a16="http://schemas.microsoft.com/office/drawing/2014/main" id="{9CBE7BD4-25C1-44EF-963F-683D4BA8D1E2}"/>
              </a:ext>
            </a:extLst>
          </p:cNvPr>
          <p:cNvSpPr>
            <a:spLocks noChangeArrowheads="1"/>
          </p:cNvSpPr>
          <p:nvPr/>
        </p:nvSpPr>
        <p:spPr bwMode="auto">
          <a:xfrm>
            <a:off x="3686816" y="2099736"/>
            <a:ext cx="116129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00020_HOME_NON_ELIGIBLE</a:t>
            </a:r>
          </a:p>
        </p:txBody>
      </p:sp>
      <p:cxnSp>
        <p:nvCxnSpPr>
          <p:cNvPr id="204" name="Connecteur droit 203">
            <a:extLst>
              <a:ext uri="{FF2B5EF4-FFF2-40B4-BE49-F238E27FC236}">
                <a16:creationId xmlns:a16="http://schemas.microsoft.com/office/drawing/2014/main" id="{A24DE4D8-4199-4C79-99C7-5CAA1C6D2B55}"/>
              </a:ext>
            </a:extLst>
          </p:cNvPr>
          <p:cNvCxnSpPr>
            <a:stCxn id="181" idx="3"/>
            <a:endCxn id="157" idx="1"/>
          </p:cNvCxnSpPr>
          <p:nvPr/>
        </p:nvCxnSpPr>
        <p:spPr bwMode="auto">
          <a:xfrm flipV="1">
            <a:off x="6177612" y="1317600"/>
            <a:ext cx="445427" cy="1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Connecteur en angle 241">
            <a:extLst>
              <a:ext uri="{FF2B5EF4-FFF2-40B4-BE49-F238E27FC236}">
                <a16:creationId xmlns:a16="http://schemas.microsoft.com/office/drawing/2014/main" id="{B07E889A-D10F-4E72-8590-F0FBC4CA65C9}"/>
              </a:ext>
            </a:extLst>
          </p:cNvPr>
          <p:cNvCxnSpPr>
            <a:stCxn id="157" idx="3"/>
            <a:endCxn id="142" idx="2"/>
          </p:cNvCxnSpPr>
          <p:nvPr/>
        </p:nvCxnSpPr>
        <p:spPr bwMode="auto">
          <a:xfrm>
            <a:off x="7707301" y="1317600"/>
            <a:ext cx="765374" cy="11994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Connecteur droit 216">
            <a:extLst>
              <a:ext uri="{FF2B5EF4-FFF2-40B4-BE49-F238E27FC236}">
                <a16:creationId xmlns:a16="http://schemas.microsoft.com/office/drawing/2014/main" id="{1F2947BB-1554-438E-98FF-08B86623DC49}"/>
              </a:ext>
            </a:extLst>
          </p:cNvPr>
          <p:cNvCxnSpPr>
            <a:stCxn id="164" idx="3"/>
            <a:endCxn id="167" idx="1"/>
          </p:cNvCxnSpPr>
          <p:nvPr/>
        </p:nvCxnSpPr>
        <p:spPr bwMode="auto">
          <a:xfrm>
            <a:off x="4655770" y="1875498"/>
            <a:ext cx="226555" cy="57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Connecteur droit 217">
            <a:extLst>
              <a:ext uri="{FF2B5EF4-FFF2-40B4-BE49-F238E27FC236}">
                <a16:creationId xmlns:a16="http://schemas.microsoft.com/office/drawing/2014/main" id="{ACCCC551-A666-423D-B73D-27B3F0619AA8}"/>
              </a:ext>
            </a:extLst>
          </p:cNvPr>
          <p:cNvCxnSpPr>
            <a:stCxn id="167" idx="3"/>
            <a:endCxn id="162" idx="1"/>
          </p:cNvCxnSpPr>
          <p:nvPr/>
        </p:nvCxnSpPr>
        <p:spPr bwMode="auto">
          <a:xfrm>
            <a:off x="5936014" y="1881242"/>
            <a:ext cx="897374" cy="6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0" name="AutoShape 62">
            <a:hlinkClick r:id="" action="ppaction://noaction"/>
            <a:extLst>
              <a:ext uri="{FF2B5EF4-FFF2-40B4-BE49-F238E27FC236}">
                <a16:creationId xmlns:a16="http://schemas.microsoft.com/office/drawing/2014/main" id="{9CC99DC6-AECC-4240-95B9-03EB4CC31F73}"/>
              </a:ext>
            </a:extLst>
          </p:cNvPr>
          <p:cNvSpPr>
            <a:spLocks noChangeArrowheads="1"/>
          </p:cNvSpPr>
          <p:nvPr/>
        </p:nvSpPr>
        <p:spPr bwMode="auto">
          <a:xfrm>
            <a:off x="3881035" y="2361407"/>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CLNS</a:t>
            </a:r>
          </a:p>
        </p:txBody>
      </p:sp>
      <p:sp>
        <p:nvSpPr>
          <p:cNvPr id="221" name="AutoShape 31">
            <a:hlinkClick r:id="" action="ppaction://noaction"/>
            <a:extLst>
              <a:ext uri="{FF2B5EF4-FFF2-40B4-BE49-F238E27FC236}">
                <a16:creationId xmlns:a16="http://schemas.microsoft.com/office/drawing/2014/main" id="{F8809920-DB39-44C5-BABF-A8F31A938F0D}"/>
              </a:ext>
            </a:extLst>
          </p:cNvPr>
          <p:cNvSpPr>
            <a:spLocks noChangeArrowheads="1"/>
          </p:cNvSpPr>
          <p:nvPr/>
        </p:nvSpPr>
        <p:spPr bwMode="auto">
          <a:xfrm>
            <a:off x="6395283" y="2434477"/>
            <a:ext cx="696429" cy="18696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FIXE_CLNS</a:t>
            </a:r>
          </a:p>
        </p:txBody>
      </p:sp>
      <p:sp>
        <p:nvSpPr>
          <p:cNvPr id="222" name="AutoShape 6">
            <a:extLst>
              <a:ext uri="{FF2B5EF4-FFF2-40B4-BE49-F238E27FC236}">
                <a16:creationId xmlns:a16="http://schemas.microsoft.com/office/drawing/2014/main" id="{D0DA3DB8-B8F1-4EF0-BE9A-CF77719B09D5}"/>
              </a:ext>
            </a:extLst>
          </p:cNvPr>
          <p:cNvSpPr>
            <a:spLocks noChangeArrowheads="1"/>
          </p:cNvSpPr>
          <p:nvPr/>
        </p:nvSpPr>
        <p:spPr bwMode="auto">
          <a:xfrm>
            <a:off x="5634254" y="2451419"/>
            <a:ext cx="616501" cy="158319"/>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00030_F_CLNS</a:t>
            </a:r>
          </a:p>
        </p:txBody>
      </p:sp>
      <p:sp>
        <p:nvSpPr>
          <p:cNvPr id="223" name="AutoShape 113">
            <a:extLst>
              <a:ext uri="{FF2B5EF4-FFF2-40B4-BE49-F238E27FC236}">
                <a16:creationId xmlns:a16="http://schemas.microsoft.com/office/drawing/2014/main" id="{6B114EA3-7452-4C19-95B8-7E4DB170F690}"/>
              </a:ext>
            </a:extLst>
          </p:cNvPr>
          <p:cNvSpPr>
            <a:spLocks noChangeArrowheads="1"/>
          </p:cNvSpPr>
          <p:nvPr/>
        </p:nvSpPr>
        <p:spPr bwMode="auto">
          <a:xfrm>
            <a:off x="2930286" y="2046915"/>
            <a:ext cx="590202"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MC_ACTIV</a:t>
            </a:r>
          </a:p>
        </p:txBody>
      </p:sp>
      <p:sp>
        <p:nvSpPr>
          <p:cNvPr id="224" name="Text Box 157">
            <a:extLst>
              <a:ext uri="{FF2B5EF4-FFF2-40B4-BE49-F238E27FC236}">
                <a16:creationId xmlns:a16="http://schemas.microsoft.com/office/drawing/2014/main" id="{5CE6828B-D1BD-40C6-8574-DD9A2EAB533E}"/>
              </a:ext>
            </a:extLst>
          </p:cNvPr>
          <p:cNvSpPr txBox="1">
            <a:spLocks noChangeArrowheads="1"/>
          </p:cNvSpPr>
          <p:nvPr/>
        </p:nvSpPr>
        <p:spPr bwMode="auto">
          <a:xfrm>
            <a:off x="4567313" y="2352992"/>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29" name="Rectangle 228">
            <a:extLst>
              <a:ext uri="{FF2B5EF4-FFF2-40B4-BE49-F238E27FC236}">
                <a16:creationId xmlns:a16="http://schemas.microsoft.com/office/drawing/2014/main" id="{70B0ECC6-F96E-4A3A-B115-6879D438FE65}"/>
              </a:ext>
            </a:extLst>
          </p:cNvPr>
          <p:cNvSpPr/>
          <p:nvPr/>
        </p:nvSpPr>
        <p:spPr>
          <a:xfrm>
            <a:off x="4697173" y="2353499"/>
            <a:ext cx="980892" cy="184666"/>
          </a:xfrm>
          <a:prstGeom prst="rect">
            <a:avLst/>
          </a:prstGeom>
        </p:spPr>
        <p:txBody>
          <a:bodyPr wrap="square">
            <a:spAutoFit/>
          </a:bodyPr>
          <a:lstStyle/>
          <a:p>
            <a:pPr algn="r"/>
            <a:r>
              <a:rPr lang="fr-FR" sz="600"/>
              <a:t>ET WCBDIGITAL &lt;&gt;1</a:t>
            </a:r>
          </a:p>
        </p:txBody>
      </p:sp>
      <p:cxnSp>
        <p:nvCxnSpPr>
          <p:cNvPr id="231" name="Connecteur droit 230">
            <a:extLst>
              <a:ext uri="{FF2B5EF4-FFF2-40B4-BE49-F238E27FC236}">
                <a16:creationId xmlns:a16="http://schemas.microsoft.com/office/drawing/2014/main" id="{C83A2AA8-EDC5-4409-9388-9AB48E20C65A}"/>
              </a:ext>
            </a:extLst>
          </p:cNvPr>
          <p:cNvCxnSpPr>
            <a:stCxn id="222" idx="3"/>
            <a:endCxn id="221" idx="1"/>
          </p:cNvCxnSpPr>
          <p:nvPr/>
        </p:nvCxnSpPr>
        <p:spPr bwMode="auto">
          <a:xfrm flipV="1">
            <a:off x="6250755" y="2527960"/>
            <a:ext cx="144528" cy="26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Connecteur : en angle 231">
            <a:extLst>
              <a:ext uri="{FF2B5EF4-FFF2-40B4-BE49-F238E27FC236}">
                <a16:creationId xmlns:a16="http://schemas.microsoft.com/office/drawing/2014/main" id="{F789C1FD-6C7A-4C12-8D87-72D480A88EEB}"/>
              </a:ext>
            </a:extLst>
          </p:cNvPr>
          <p:cNvCxnSpPr>
            <a:stCxn id="221" idx="3"/>
            <a:endCxn id="126" idx="2"/>
          </p:cNvCxnSpPr>
          <p:nvPr/>
        </p:nvCxnSpPr>
        <p:spPr bwMode="auto">
          <a:xfrm>
            <a:off x="7091712" y="2527960"/>
            <a:ext cx="1412276" cy="26148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4" name="Group 73">
            <a:extLst>
              <a:ext uri="{FF2B5EF4-FFF2-40B4-BE49-F238E27FC236}">
                <a16:creationId xmlns:a16="http://schemas.microsoft.com/office/drawing/2014/main" id="{59740B7B-B725-421D-ABEC-8F95BE1C344D}"/>
              </a:ext>
            </a:extLst>
          </p:cNvPr>
          <p:cNvGrpSpPr>
            <a:grpSpLocks/>
          </p:cNvGrpSpPr>
          <p:nvPr/>
        </p:nvGrpSpPr>
        <p:grpSpPr bwMode="auto">
          <a:xfrm rot="11749831">
            <a:off x="3650058" y="2321520"/>
            <a:ext cx="196850" cy="93663"/>
            <a:chOff x="1920" y="715"/>
            <a:chExt cx="270" cy="139"/>
          </a:xfrm>
        </p:grpSpPr>
        <p:sp>
          <p:nvSpPr>
            <p:cNvPr id="235" name="AutoShape 74">
              <a:extLst>
                <a:ext uri="{FF2B5EF4-FFF2-40B4-BE49-F238E27FC236}">
                  <a16:creationId xmlns:a16="http://schemas.microsoft.com/office/drawing/2014/main" id="{04A9BAB9-35ED-4546-A868-4C7616F5C5A9}"/>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236" name="AutoShape 75">
              <a:extLst>
                <a:ext uri="{FF2B5EF4-FFF2-40B4-BE49-F238E27FC236}">
                  <a16:creationId xmlns:a16="http://schemas.microsoft.com/office/drawing/2014/main" id="{0CC8546B-A181-4B92-BF3A-EB2E1ACE4505}"/>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241" name="AutoShape 6">
            <a:extLst>
              <a:ext uri="{FF2B5EF4-FFF2-40B4-BE49-F238E27FC236}">
                <a16:creationId xmlns:a16="http://schemas.microsoft.com/office/drawing/2014/main" id="{7F0AD984-B759-4AFC-B7AD-4704D04C799A}"/>
              </a:ext>
            </a:extLst>
          </p:cNvPr>
          <p:cNvSpPr>
            <a:spLocks noChangeArrowheads="1"/>
          </p:cNvSpPr>
          <p:nvPr/>
        </p:nvSpPr>
        <p:spPr bwMode="auto">
          <a:xfrm>
            <a:off x="3835419" y="2800701"/>
            <a:ext cx="857176" cy="168745"/>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00030_F_CLNS_NOK</a:t>
            </a:r>
          </a:p>
        </p:txBody>
      </p:sp>
      <p:sp>
        <p:nvSpPr>
          <p:cNvPr id="243" name="Text Box 157">
            <a:extLst>
              <a:ext uri="{FF2B5EF4-FFF2-40B4-BE49-F238E27FC236}">
                <a16:creationId xmlns:a16="http://schemas.microsoft.com/office/drawing/2014/main" id="{1F77C0C5-93E6-422B-A1B2-BFFCE61FA50B}"/>
              </a:ext>
            </a:extLst>
          </p:cNvPr>
          <p:cNvSpPr txBox="1">
            <a:spLocks noChangeArrowheads="1"/>
          </p:cNvSpPr>
          <p:nvPr/>
        </p:nvSpPr>
        <p:spPr bwMode="auto">
          <a:xfrm>
            <a:off x="4203489" y="2646659"/>
            <a:ext cx="437496"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44" name="AutoShape 62">
            <a:hlinkClick r:id="" action="ppaction://noaction"/>
            <a:extLst>
              <a:ext uri="{FF2B5EF4-FFF2-40B4-BE49-F238E27FC236}">
                <a16:creationId xmlns:a16="http://schemas.microsoft.com/office/drawing/2014/main" id="{C3F35C59-6E10-4955-9AA5-BD55E919C915}"/>
              </a:ext>
            </a:extLst>
          </p:cNvPr>
          <p:cNvSpPr>
            <a:spLocks noChangeArrowheads="1"/>
          </p:cNvSpPr>
          <p:nvPr/>
        </p:nvSpPr>
        <p:spPr bwMode="auto">
          <a:xfrm>
            <a:off x="3868842" y="3813910"/>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NOS</a:t>
            </a:r>
          </a:p>
        </p:txBody>
      </p:sp>
      <p:sp>
        <p:nvSpPr>
          <p:cNvPr id="245" name="AutoShape 113">
            <a:extLst>
              <a:ext uri="{FF2B5EF4-FFF2-40B4-BE49-F238E27FC236}">
                <a16:creationId xmlns:a16="http://schemas.microsoft.com/office/drawing/2014/main" id="{B0256A3B-DE02-4887-A53D-386B65BF7B39}"/>
              </a:ext>
            </a:extLst>
          </p:cNvPr>
          <p:cNvSpPr>
            <a:spLocks noChangeArrowheads="1"/>
          </p:cNvSpPr>
          <p:nvPr/>
        </p:nvSpPr>
        <p:spPr bwMode="auto">
          <a:xfrm>
            <a:off x="3037299" y="3473034"/>
            <a:ext cx="470352"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NOS</a:t>
            </a:r>
          </a:p>
        </p:txBody>
      </p:sp>
      <p:sp>
        <p:nvSpPr>
          <p:cNvPr id="247" name="Rectangle 246">
            <a:extLst>
              <a:ext uri="{FF2B5EF4-FFF2-40B4-BE49-F238E27FC236}">
                <a16:creationId xmlns:a16="http://schemas.microsoft.com/office/drawing/2014/main" id="{75A6AD82-C72E-468E-B6DA-8C35D674D821}"/>
              </a:ext>
            </a:extLst>
          </p:cNvPr>
          <p:cNvSpPr/>
          <p:nvPr/>
        </p:nvSpPr>
        <p:spPr>
          <a:xfrm>
            <a:off x="4763182" y="3799411"/>
            <a:ext cx="1019721" cy="184666"/>
          </a:xfrm>
          <a:prstGeom prst="rect">
            <a:avLst/>
          </a:prstGeom>
        </p:spPr>
        <p:txBody>
          <a:bodyPr wrap="square">
            <a:spAutoFit/>
          </a:bodyPr>
          <a:lstStyle/>
          <a:p>
            <a:pPr algn="r"/>
            <a:r>
              <a:rPr lang="fr-FR" sz="600"/>
              <a:t>ET WCBDIGITAL &lt;&gt;1</a:t>
            </a:r>
          </a:p>
        </p:txBody>
      </p:sp>
      <p:grpSp>
        <p:nvGrpSpPr>
          <p:cNvPr id="249" name="Group 73">
            <a:extLst>
              <a:ext uri="{FF2B5EF4-FFF2-40B4-BE49-F238E27FC236}">
                <a16:creationId xmlns:a16="http://schemas.microsoft.com/office/drawing/2014/main" id="{DA0C7E2F-6F2F-4101-A426-0AC16BC7E1B5}"/>
              </a:ext>
            </a:extLst>
          </p:cNvPr>
          <p:cNvGrpSpPr>
            <a:grpSpLocks/>
          </p:cNvGrpSpPr>
          <p:nvPr/>
        </p:nvGrpSpPr>
        <p:grpSpPr bwMode="auto">
          <a:xfrm rot="12110872">
            <a:off x="3614326" y="3819955"/>
            <a:ext cx="196850" cy="93663"/>
            <a:chOff x="1920" y="715"/>
            <a:chExt cx="270" cy="139"/>
          </a:xfrm>
        </p:grpSpPr>
        <p:sp>
          <p:nvSpPr>
            <p:cNvPr id="250" name="AutoShape 74">
              <a:extLst>
                <a:ext uri="{FF2B5EF4-FFF2-40B4-BE49-F238E27FC236}">
                  <a16:creationId xmlns:a16="http://schemas.microsoft.com/office/drawing/2014/main" id="{9F69B61F-891D-43A0-BFDE-F48F874126D1}"/>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251" name="AutoShape 75">
              <a:extLst>
                <a:ext uri="{FF2B5EF4-FFF2-40B4-BE49-F238E27FC236}">
                  <a16:creationId xmlns:a16="http://schemas.microsoft.com/office/drawing/2014/main" id="{0F243ECF-282F-428B-9B2F-7DAA8E060E98}"/>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252" name="AutoShape 6">
            <a:extLst>
              <a:ext uri="{FF2B5EF4-FFF2-40B4-BE49-F238E27FC236}">
                <a16:creationId xmlns:a16="http://schemas.microsoft.com/office/drawing/2014/main" id="{383EE437-3831-4A54-B862-9A7A6806ED82}"/>
              </a:ext>
            </a:extLst>
          </p:cNvPr>
          <p:cNvSpPr>
            <a:spLocks noChangeArrowheads="1"/>
          </p:cNvSpPr>
          <p:nvPr/>
        </p:nvSpPr>
        <p:spPr bwMode="auto">
          <a:xfrm>
            <a:off x="3822943" y="4267075"/>
            <a:ext cx="857176" cy="168745"/>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00040_F_NOS_NOK</a:t>
            </a:r>
          </a:p>
        </p:txBody>
      </p:sp>
      <p:sp>
        <p:nvSpPr>
          <p:cNvPr id="254" name="Text Box 157">
            <a:extLst>
              <a:ext uri="{FF2B5EF4-FFF2-40B4-BE49-F238E27FC236}">
                <a16:creationId xmlns:a16="http://schemas.microsoft.com/office/drawing/2014/main" id="{2FB07C17-C294-4BEE-B696-47EE7E25AC4A}"/>
              </a:ext>
            </a:extLst>
          </p:cNvPr>
          <p:cNvSpPr txBox="1">
            <a:spLocks noChangeArrowheads="1"/>
          </p:cNvSpPr>
          <p:nvPr/>
        </p:nvSpPr>
        <p:spPr bwMode="auto">
          <a:xfrm>
            <a:off x="4291185" y="411945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67" name="AutoShape 31">
            <a:hlinkClick r:id="" action="ppaction://noaction"/>
            <a:extLst>
              <a:ext uri="{FF2B5EF4-FFF2-40B4-BE49-F238E27FC236}">
                <a16:creationId xmlns:a16="http://schemas.microsoft.com/office/drawing/2014/main" id="{16A86C2C-751F-486D-8B29-480A95746797}"/>
              </a:ext>
            </a:extLst>
          </p:cNvPr>
          <p:cNvSpPr>
            <a:spLocks noChangeArrowheads="1"/>
          </p:cNvSpPr>
          <p:nvPr/>
        </p:nvSpPr>
        <p:spPr bwMode="auto">
          <a:xfrm>
            <a:off x="6598900" y="3905399"/>
            <a:ext cx="771809" cy="15878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FIXE_NOS</a:t>
            </a:r>
          </a:p>
        </p:txBody>
      </p:sp>
      <p:sp>
        <p:nvSpPr>
          <p:cNvPr id="271" name="AutoShape 6">
            <a:extLst>
              <a:ext uri="{FF2B5EF4-FFF2-40B4-BE49-F238E27FC236}">
                <a16:creationId xmlns:a16="http://schemas.microsoft.com/office/drawing/2014/main" id="{CBEB5711-2C3F-4B16-AB09-85E1A80BE593}"/>
              </a:ext>
            </a:extLst>
          </p:cNvPr>
          <p:cNvSpPr>
            <a:spLocks noChangeArrowheads="1"/>
          </p:cNvSpPr>
          <p:nvPr/>
        </p:nvSpPr>
        <p:spPr bwMode="auto">
          <a:xfrm>
            <a:off x="5738716" y="3897134"/>
            <a:ext cx="684494" cy="163681"/>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00040_F_NOS</a:t>
            </a:r>
          </a:p>
        </p:txBody>
      </p:sp>
      <p:cxnSp>
        <p:nvCxnSpPr>
          <p:cNvPr id="273" name="Connecteur droit 272">
            <a:extLst>
              <a:ext uri="{FF2B5EF4-FFF2-40B4-BE49-F238E27FC236}">
                <a16:creationId xmlns:a16="http://schemas.microsoft.com/office/drawing/2014/main" id="{34B75EAC-5956-44E2-A424-E62188F9964E}"/>
              </a:ext>
            </a:extLst>
          </p:cNvPr>
          <p:cNvCxnSpPr>
            <a:stCxn id="271" idx="3"/>
            <a:endCxn id="267" idx="1"/>
          </p:cNvCxnSpPr>
          <p:nvPr/>
        </p:nvCxnSpPr>
        <p:spPr bwMode="auto">
          <a:xfrm>
            <a:off x="6423210" y="3978975"/>
            <a:ext cx="175690" cy="58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 name="Connecteur : en angle 273">
            <a:extLst>
              <a:ext uri="{FF2B5EF4-FFF2-40B4-BE49-F238E27FC236}">
                <a16:creationId xmlns:a16="http://schemas.microsoft.com/office/drawing/2014/main" id="{5823A49F-ED53-44C1-8385-E023B47300D5}"/>
              </a:ext>
            </a:extLst>
          </p:cNvPr>
          <p:cNvCxnSpPr>
            <a:cxnSpLocks/>
            <a:stCxn id="267" idx="3"/>
          </p:cNvCxnSpPr>
          <p:nvPr/>
        </p:nvCxnSpPr>
        <p:spPr bwMode="auto">
          <a:xfrm>
            <a:off x="7370709" y="3984789"/>
            <a:ext cx="1184542" cy="43121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 name="ZoneTexte 275">
            <a:extLst>
              <a:ext uri="{FF2B5EF4-FFF2-40B4-BE49-F238E27FC236}">
                <a16:creationId xmlns:a16="http://schemas.microsoft.com/office/drawing/2014/main" id="{A9313CC0-1503-43A7-A1C4-B61B2536298D}"/>
              </a:ext>
            </a:extLst>
          </p:cNvPr>
          <p:cNvSpPr txBox="1"/>
          <p:nvPr/>
        </p:nvSpPr>
        <p:spPr>
          <a:xfrm>
            <a:off x="1999515" y="2080866"/>
            <a:ext cx="957084" cy="276999"/>
          </a:xfrm>
          <a:prstGeom prst="rect">
            <a:avLst/>
          </a:prstGeom>
          <a:noFill/>
        </p:spPr>
        <p:txBody>
          <a:bodyPr wrap="square" rtlCol="0">
            <a:spAutoFit/>
          </a:bodyPr>
          <a:lstStyle/>
          <a:p>
            <a:pPr algn="ctr"/>
            <a:r>
              <a:rPr lang="fr-FR" sz="600"/>
              <a:t>Selon les règles CLNS dans IRIS</a:t>
            </a:r>
          </a:p>
        </p:txBody>
      </p:sp>
      <p:sp>
        <p:nvSpPr>
          <p:cNvPr id="279" name="ZoneTexte 278">
            <a:extLst>
              <a:ext uri="{FF2B5EF4-FFF2-40B4-BE49-F238E27FC236}">
                <a16:creationId xmlns:a16="http://schemas.microsoft.com/office/drawing/2014/main" id="{BB9EA590-A209-44E9-8A6A-E4E93FF3B5A1}"/>
              </a:ext>
            </a:extLst>
          </p:cNvPr>
          <p:cNvSpPr txBox="1"/>
          <p:nvPr/>
        </p:nvSpPr>
        <p:spPr>
          <a:xfrm>
            <a:off x="2077622" y="3509243"/>
            <a:ext cx="957084" cy="276999"/>
          </a:xfrm>
          <a:prstGeom prst="rect">
            <a:avLst/>
          </a:prstGeom>
          <a:noFill/>
        </p:spPr>
        <p:txBody>
          <a:bodyPr wrap="square" rtlCol="0">
            <a:spAutoFit/>
          </a:bodyPr>
          <a:lstStyle/>
          <a:p>
            <a:pPr algn="ctr"/>
            <a:r>
              <a:rPr lang="fr-FR" sz="600"/>
              <a:t>Selon les règles CLNS dans IRIS</a:t>
            </a:r>
          </a:p>
        </p:txBody>
      </p:sp>
      <p:cxnSp>
        <p:nvCxnSpPr>
          <p:cNvPr id="284" name="Connecteur droit 283">
            <a:extLst>
              <a:ext uri="{FF2B5EF4-FFF2-40B4-BE49-F238E27FC236}">
                <a16:creationId xmlns:a16="http://schemas.microsoft.com/office/drawing/2014/main" id="{F103A544-FFAA-43F5-8559-7AD85E4FEA84}"/>
              </a:ext>
            </a:extLst>
          </p:cNvPr>
          <p:cNvCxnSpPr>
            <a:stCxn id="194" idx="2"/>
            <a:endCxn id="220" idx="0"/>
          </p:cNvCxnSpPr>
          <p:nvPr/>
        </p:nvCxnSpPr>
        <p:spPr bwMode="auto">
          <a:xfrm>
            <a:off x="4267461" y="2243736"/>
            <a:ext cx="4099" cy="1176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Connecteur droit 284">
            <a:extLst>
              <a:ext uri="{FF2B5EF4-FFF2-40B4-BE49-F238E27FC236}">
                <a16:creationId xmlns:a16="http://schemas.microsoft.com/office/drawing/2014/main" id="{D01F908D-5B5F-4B4D-9369-2687E83D6566}"/>
              </a:ext>
            </a:extLst>
          </p:cNvPr>
          <p:cNvCxnSpPr>
            <a:stCxn id="193" idx="2"/>
            <a:endCxn id="244" idx="0"/>
          </p:cNvCxnSpPr>
          <p:nvPr/>
        </p:nvCxnSpPr>
        <p:spPr bwMode="auto">
          <a:xfrm>
            <a:off x="4258942" y="3406397"/>
            <a:ext cx="425" cy="4075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AutoShape 87">
            <a:hlinkClick r:id="rId2" action="ppaction://hlinksldjump"/>
            <a:extLst>
              <a:ext uri="{FF2B5EF4-FFF2-40B4-BE49-F238E27FC236}">
                <a16:creationId xmlns:a16="http://schemas.microsoft.com/office/drawing/2014/main" id="{8FDAB57F-C4A9-4E1B-9A06-A64974328EAC}"/>
              </a:ext>
            </a:extLst>
          </p:cNvPr>
          <p:cNvSpPr>
            <a:spLocks noChangeArrowheads="1"/>
          </p:cNvSpPr>
          <p:nvPr/>
        </p:nvSpPr>
        <p:spPr bwMode="auto">
          <a:xfrm rot="10800000">
            <a:off x="3845677" y="4768442"/>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a:t>
            </a:r>
          </a:p>
        </p:txBody>
      </p:sp>
      <p:cxnSp>
        <p:nvCxnSpPr>
          <p:cNvPr id="293" name="Connecteur droit 292">
            <a:extLst>
              <a:ext uri="{FF2B5EF4-FFF2-40B4-BE49-F238E27FC236}">
                <a16:creationId xmlns:a16="http://schemas.microsoft.com/office/drawing/2014/main" id="{A7D779CD-E4C2-4709-AF13-A2338CC15E89}"/>
              </a:ext>
            </a:extLst>
          </p:cNvPr>
          <p:cNvCxnSpPr>
            <a:stCxn id="271" idx="1"/>
            <a:endCxn id="244" idx="3"/>
          </p:cNvCxnSpPr>
          <p:nvPr/>
        </p:nvCxnSpPr>
        <p:spPr bwMode="auto">
          <a:xfrm flipH="1" flipV="1">
            <a:off x="4649892" y="3974248"/>
            <a:ext cx="1088824" cy="47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Connecteur droit 293">
            <a:extLst>
              <a:ext uri="{FF2B5EF4-FFF2-40B4-BE49-F238E27FC236}">
                <a16:creationId xmlns:a16="http://schemas.microsoft.com/office/drawing/2014/main" id="{7293E337-DFBC-40C6-9E25-295B3357F8B5}"/>
              </a:ext>
            </a:extLst>
          </p:cNvPr>
          <p:cNvCxnSpPr>
            <a:stCxn id="244" idx="2"/>
            <a:endCxn id="252" idx="0"/>
          </p:cNvCxnSpPr>
          <p:nvPr/>
        </p:nvCxnSpPr>
        <p:spPr bwMode="auto">
          <a:xfrm flipH="1">
            <a:off x="4251531" y="4134585"/>
            <a:ext cx="7836" cy="1324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Connecteur droit 294">
            <a:extLst>
              <a:ext uri="{FF2B5EF4-FFF2-40B4-BE49-F238E27FC236}">
                <a16:creationId xmlns:a16="http://schemas.microsoft.com/office/drawing/2014/main" id="{608B9BD9-F07C-4D04-AC34-B3F5E5AFAACC}"/>
              </a:ext>
            </a:extLst>
          </p:cNvPr>
          <p:cNvCxnSpPr>
            <a:cxnSpLocks/>
            <a:stCxn id="252" idx="2"/>
            <a:endCxn id="289" idx="2"/>
          </p:cNvCxnSpPr>
          <p:nvPr/>
        </p:nvCxnSpPr>
        <p:spPr bwMode="auto">
          <a:xfrm>
            <a:off x="4251531" y="4435820"/>
            <a:ext cx="8146" cy="3326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Connecteur droit 295">
            <a:extLst>
              <a:ext uri="{FF2B5EF4-FFF2-40B4-BE49-F238E27FC236}">
                <a16:creationId xmlns:a16="http://schemas.microsoft.com/office/drawing/2014/main" id="{183F8BAF-54B6-447F-AF4F-B0649EE58DEA}"/>
              </a:ext>
            </a:extLst>
          </p:cNvPr>
          <p:cNvCxnSpPr>
            <a:stCxn id="220" idx="3"/>
            <a:endCxn id="222" idx="1"/>
          </p:cNvCxnSpPr>
          <p:nvPr/>
        </p:nvCxnSpPr>
        <p:spPr bwMode="auto">
          <a:xfrm>
            <a:off x="4662085" y="2521745"/>
            <a:ext cx="972169" cy="88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Connecteur droit 296">
            <a:extLst>
              <a:ext uri="{FF2B5EF4-FFF2-40B4-BE49-F238E27FC236}">
                <a16:creationId xmlns:a16="http://schemas.microsoft.com/office/drawing/2014/main" id="{66C46D36-1105-4596-A663-D0149E745A29}"/>
              </a:ext>
            </a:extLst>
          </p:cNvPr>
          <p:cNvCxnSpPr>
            <a:stCxn id="220" idx="2"/>
            <a:endCxn id="241" idx="0"/>
          </p:cNvCxnSpPr>
          <p:nvPr/>
        </p:nvCxnSpPr>
        <p:spPr bwMode="auto">
          <a:xfrm flipH="1">
            <a:off x="4264007" y="2682082"/>
            <a:ext cx="7553" cy="1186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Connecteur droit 297">
            <a:extLst>
              <a:ext uri="{FF2B5EF4-FFF2-40B4-BE49-F238E27FC236}">
                <a16:creationId xmlns:a16="http://schemas.microsoft.com/office/drawing/2014/main" id="{4F2513A2-0705-4C44-B746-1C52158795AC}"/>
              </a:ext>
            </a:extLst>
          </p:cNvPr>
          <p:cNvCxnSpPr>
            <a:cxnSpLocks/>
            <a:stCxn id="193" idx="0"/>
            <a:endCxn id="241" idx="2"/>
          </p:cNvCxnSpPr>
          <p:nvPr/>
        </p:nvCxnSpPr>
        <p:spPr bwMode="auto">
          <a:xfrm flipV="1">
            <a:off x="4258942" y="2969446"/>
            <a:ext cx="5065" cy="2829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Connecteur droit 298">
            <a:extLst>
              <a:ext uri="{FF2B5EF4-FFF2-40B4-BE49-F238E27FC236}">
                <a16:creationId xmlns:a16="http://schemas.microsoft.com/office/drawing/2014/main" id="{2A1979B6-65BB-4355-ABA4-BC3281EA2745}"/>
              </a:ext>
            </a:extLst>
          </p:cNvPr>
          <p:cNvCxnSpPr>
            <a:stCxn id="220" idx="1"/>
            <a:endCxn id="300" idx="3"/>
          </p:cNvCxnSpPr>
          <p:nvPr/>
        </p:nvCxnSpPr>
        <p:spPr bwMode="auto">
          <a:xfrm flipH="1" flipV="1">
            <a:off x="3702604" y="2520720"/>
            <a:ext cx="178431" cy="10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0" name="AutoShape 6">
            <a:extLst>
              <a:ext uri="{FF2B5EF4-FFF2-40B4-BE49-F238E27FC236}">
                <a16:creationId xmlns:a16="http://schemas.microsoft.com/office/drawing/2014/main" id="{914C353D-5FDF-4FEF-8372-EE733BCDBF24}"/>
              </a:ext>
            </a:extLst>
          </p:cNvPr>
          <p:cNvSpPr>
            <a:spLocks noChangeArrowheads="1"/>
          </p:cNvSpPr>
          <p:nvPr/>
        </p:nvSpPr>
        <p:spPr bwMode="auto">
          <a:xfrm>
            <a:off x="2659464" y="2446438"/>
            <a:ext cx="1043140" cy="1485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00030_F_CLNS_WS KO</a:t>
            </a:r>
          </a:p>
        </p:txBody>
      </p:sp>
      <p:sp>
        <p:nvSpPr>
          <p:cNvPr id="301" name="AutoShape 31">
            <a:hlinkClick r:id="" action="ppaction://noaction"/>
            <a:extLst>
              <a:ext uri="{FF2B5EF4-FFF2-40B4-BE49-F238E27FC236}">
                <a16:creationId xmlns:a16="http://schemas.microsoft.com/office/drawing/2014/main" id="{DCA1D26E-1B97-4B00-8DA4-BEAC4A792973}"/>
              </a:ext>
            </a:extLst>
          </p:cNvPr>
          <p:cNvSpPr>
            <a:spLocks noChangeArrowheads="1"/>
          </p:cNvSpPr>
          <p:nvPr/>
        </p:nvSpPr>
        <p:spPr bwMode="auto">
          <a:xfrm>
            <a:off x="2147867" y="2951763"/>
            <a:ext cx="828001" cy="15662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FIXE_CLNS_WS_KO</a:t>
            </a:r>
          </a:p>
        </p:txBody>
      </p:sp>
      <p:sp>
        <p:nvSpPr>
          <p:cNvPr id="302" name="AutoShape 6">
            <a:extLst>
              <a:ext uri="{FF2B5EF4-FFF2-40B4-BE49-F238E27FC236}">
                <a16:creationId xmlns:a16="http://schemas.microsoft.com/office/drawing/2014/main" id="{28281F3E-ED08-40DD-A709-63024D6395A2}"/>
              </a:ext>
            </a:extLst>
          </p:cNvPr>
          <p:cNvSpPr>
            <a:spLocks noChangeArrowheads="1"/>
          </p:cNvSpPr>
          <p:nvPr/>
        </p:nvSpPr>
        <p:spPr bwMode="auto">
          <a:xfrm>
            <a:off x="2363191" y="3901490"/>
            <a:ext cx="1190604" cy="154121"/>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00040_F_NOS_WS_KO</a:t>
            </a:r>
          </a:p>
        </p:txBody>
      </p:sp>
      <p:sp>
        <p:nvSpPr>
          <p:cNvPr id="303" name="AutoShape 31">
            <a:hlinkClick r:id="" action="ppaction://noaction"/>
            <a:extLst>
              <a:ext uri="{FF2B5EF4-FFF2-40B4-BE49-F238E27FC236}">
                <a16:creationId xmlns:a16="http://schemas.microsoft.com/office/drawing/2014/main" id="{3DC66AF6-AB8D-4910-AFEF-3622B8EECAC5}"/>
              </a:ext>
            </a:extLst>
          </p:cNvPr>
          <p:cNvSpPr>
            <a:spLocks noChangeArrowheads="1"/>
          </p:cNvSpPr>
          <p:nvPr/>
        </p:nvSpPr>
        <p:spPr bwMode="auto">
          <a:xfrm>
            <a:off x="1704234" y="4258736"/>
            <a:ext cx="828001" cy="15662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FIXE_NOS_WS_KO</a:t>
            </a:r>
          </a:p>
        </p:txBody>
      </p:sp>
      <p:cxnSp>
        <p:nvCxnSpPr>
          <p:cNvPr id="304" name="Connecteur : en angle 303">
            <a:extLst>
              <a:ext uri="{FF2B5EF4-FFF2-40B4-BE49-F238E27FC236}">
                <a16:creationId xmlns:a16="http://schemas.microsoft.com/office/drawing/2014/main" id="{6EAFB100-8618-44D0-87E1-3B283E4467B7}"/>
              </a:ext>
            </a:extLst>
          </p:cNvPr>
          <p:cNvCxnSpPr>
            <a:stCxn id="300" idx="1"/>
            <a:endCxn id="301" idx="0"/>
          </p:cNvCxnSpPr>
          <p:nvPr/>
        </p:nvCxnSpPr>
        <p:spPr bwMode="auto">
          <a:xfrm rot="10800000" flipV="1">
            <a:off x="2561868" y="2520719"/>
            <a:ext cx="97596" cy="43104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Connecteur : en angle 304">
            <a:extLst>
              <a:ext uri="{FF2B5EF4-FFF2-40B4-BE49-F238E27FC236}">
                <a16:creationId xmlns:a16="http://schemas.microsoft.com/office/drawing/2014/main" id="{BC32AC4A-8209-4966-83EE-7AD095493993}"/>
              </a:ext>
            </a:extLst>
          </p:cNvPr>
          <p:cNvCxnSpPr>
            <a:cxnSpLocks/>
            <a:stCxn id="301" idx="3"/>
          </p:cNvCxnSpPr>
          <p:nvPr/>
        </p:nvCxnSpPr>
        <p:spPr bwMode="auto">
          <a:xfrm>
            <a:off x="2975868" y="3030073"/>
            <a:ext cx="1283074" cy="361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Connecteur droit 305">
            <a:extLst>
              <a:ext uri="{FF2B5EF4-FFF2-40B4-BE49-F238E27FC236}">
                <a16:creationId xmlns:a16="http://schemas.microsoft.com/office/drawing/2014/main" id="{99EBE956-2014-4DED-A20F-336A61DBF2E4}"/>
              </a:ext>
            </a:extLst>
          </p:cNvPr>
          <p:cNvCxnSpPr>
            <a:cxnSpLocks/>
            <a:stCxn id="244" idx="1"/>
            <a:endCxn id="302" idx="3"/>
          </p:cNvCxnSpPr>
          <p:nvPr/>
        </p:nvCxnSpPr>
        <p:spPr bwMode="auto">
          <a:xfrm flipH="1">
            <a:off x="3553795" y="3974248"/>
            <a:ext cx="315047" cy="43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Connecteur : en angle 306">
            <a:extLst>
              <a:ext uri="{FF2B5EF4-FFF2-40B4-BE49-F238E27FC236}">
                <a16:creationId xmlns:a16="http://schemas.microsoft.com/office/drawing/2014/main" id="{8E258E5F-C050-478A-A576-D9E6338C93EF}"/>
              </a:ext>
            </a:extLst>
          </p:cNvPr>
          <p:cNvCxnSpPr>
            <a:cxnSpLocks/>
            <a:stCxn id="302" idx="1"/>
            <a:endCxn id="303" idx="0"/>
          </p:cNvCxnSpPr>
          <p:nvPr/>
        </p:nvCxnSpPr>
        <p:spPr bwMode="auto">
          <a:xfrm rot="10800000" flipV="1">
            <a:off x="2118235" y="3978550"/>
            <a:ext cx="244956" cy="2801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8" name="Text Box 157">
            <a:extLst>
              <a:ext uri="{FF2B5EF4-FFF2-40B4-BE49-F238E27FC236}">
                <a16:creationId xmlns:a16="http://schemas.microsoft.com/office/drawing/2014/main" id="{ECDFB0BC-F44E-4E1E-8691-BF57BF30B994}"/>
              </a:ext>
            </a:extLst>
          </p:cNvPr>
          <p:cNvSpPr txBox="1">
            <a:spLocks noChangeArrowheads="1"/>
          </p:cNvSpPr>
          <p:nvPr/>
        </p:nvSpPr>
        <p:spPr bwMode="auto">
          <a:xfrm>
            <a:off x="3561968" y="2511484"/>
            <a:ext cx="437496"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KO</a:t>
            </a:r>
          </a:p>
        </p:txBody>
      </p:sp>
      <p:sp>
        <p:nvSpPr>
          <p:cNvPr id="309" name="Text Box 157">
            <a:extLst>
              <a:ext uri="{FF2B5EF4-FFF2-40B4-BE49-F238E27FC236}">
                <a16:creationId xmlns:a16="http://schemas.microsoft.com/office/drawing/2014/main" id="{F2539C81-B315-4EA3-8DB1-8A3A30C16D88}"/>
              </a:ext>
            </a:extLst>
          </p:cNvPr>
          <p:cNvSpPr txBox="1">
            <a:spLocks noChangeArrowheads="1"/>
          </p:cNvSpPr>
          <p:nvPr/>
        </p:nvSpPr>
        <p:spPr bwMode="auto">
          <a:xfrm>
            <a:off x="3538642" y="3966264"/>
            <a:ext cx="437496"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KO</a:t>
            </a:r>
          </a:p>
        </p:txBody>
      </p:sp>
      <p:cxnSp>
        <p:nvCxnSpPr>
          <p:cNvPr id="310" name="Connecteur : en angle 309">
            <a:extLst>
              <a:ext uri="{FF2B5EF4-FFF2-40B4-BE49-F238E27FC236}">
                <a16:creationId xmlns:a16="http://schemas.microsoft.com/office/drawing/2014/main" id="{1145A31C-A594-41E8-AD08-0BFB56B9650E}"/>
              </a:ext>
            </a:extLst>
          </p:cNvPr>
          <p:cNvCxnSpPr>
            <a:cxnSpLocks/>
            <a:stCxn id="303" idx="2"/>
            <a:endCxn id="289" idx="2"/>
          </p:cNvCxnSpPr>
          <p:nvPr/>
        </p:nvCxnSpPr>
        <p:spPr bwMode="auto">
          <a:xfrm rot="16200000" flipH="1">
            <a:off x="3012413" y="3521178"/>
            <a:ext cx="353086" cy="2141442"/>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a:extLst>
              <a:ext uri="{FF2B5EF4-FFF2-40B4-BE49-F238E27FC236}">
                <a16:creationId xmlns:a16="http://schemas.microsoft.com/office/drawing/2014/main" id="{7528E5CA-47B7-4869-AAAA-0DADEACF9E4B}"/>
              </a:ext>
            </a:extLst>
          </p:cNvPr>
          <p:cNvCxnSpPr>
            <a:cxnSpLocks/>
            <a:stCxn id="176" idx="0"/>
            <a:endCxn id="131" idx="0"/>
          </p:cNvCxnSpPr>
          <p:nvPr/>
        </p:nvCxnSpPr>
        <p:spPr bwMode="auto">
          <a:xfrm flipH="1" flipV="1">
            <a:off x="4259677" y="946816"/>
            <a:ext cx="31508" cy="22753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8F7B0584-0958-2F5A-10C1-9191B484F89E}"/>
              </a:ext>
            </a:extLst>
          </p:cNvPr>
          <p:cNvSpPr txBox="1"/>
          <p:nvPr/>
        </p:nvSpPr>
        <p:spPr>
          <a:xfrm>
            <a:off x="63020" y="516568"/>
            <a:ext cx="3575380" cy="584775"/>
          </a:xfrm>
          <a:prstGeom prst="rect">
            <a:avLst/>
          </a:prstGeom>
          <a:noFill/>
        </p:spPr>
        <p:txBody>
          <a:bodyPr wrap="square" rtlCol="0">
            <a:spAutoFit/>
          </a:bodyPr>
          <a:lstStyle/>
          <a:p>
            <a:r>
              <a:rPr lang="fr-FR" sz="800" dirty="0"/>
              <a:t>SMARTHOME OU HOME </a:t>
            </a:r>
            <a:r>
              <a:rPr lang="fr-FR" sz="800" dirty="0" err="1"/>
              <a:t>caracteristique</a:t>
            </a:r>
            <a:r>
              <a:rPr lang="fr-FR" sz="800" dirty="0"/>
              <a:t> : "CACHE_SVI", </a:t>
            </a:r>
            <a:r>
              <a:rPr lang="fr-FR" sz="800" dirty="0" err="1"/>
              <a:t>complement_caracteristique</a:t>
            </a:r>
            <a:r>
              <a:rPr lang="fr-FR" sz="800" dirty="0"/>
              <a:t> : "SMART_HOME«  OU "HOME«  ET "statut" « Active«  alors HOME = OUI</a:t>
            </a:r>
          </a:p>
          <a:p>
            <a:r>
              <a:rPr lang="fr-FR" sz="800" dirty="0"/>
              <a:t>Si "statut" "Inactive« continu suite du parcours </a:t>
            </a:r>
          </a:p>
        </p:txBody>
      </p:sp>
      <p:sp>
        <p:nvSpPr>
          <p:cNvPr id="7" name="ZoneTexte 6">
            <a:extLst>
              <a:ext uri="{FF2B5EF4-FFF2-40B4-BE49-F238E27FC236}">
                <a16:creationId xmlns:a16="http://schemas.microsoft.com/office/drawing/2014/main" id="{D84ACFFF-4930-02D3-6825-727578A73958}"/>
              </a:ext>
            </a:extLst>
          </p:cNvPr>
          <p:cNvSpPr txBox="1"/>
          <p:nvPr/>
        </p:nvSpPr>
        <p:spPr>
          <a:xfrm>
            <a:off x="2259106" y="3266746"/>
            <a:ext cx="4589928" cy="369332"/>
          </a:xfrm>
          <a:prstGeom prst="rect">
            <a:avLst/>
          </a:prstGeom>
          <a:noFill/>
        </p:spPr>
        <p:txBody>
          <a:bodyPr wrap="square">
            <a:spAutoFit/>
          </a:bodyPr>
          <a:lstStyle/>
          <a:p>
            <a:r>
              <a:rPr lang="fr-FR" dirty="0"/>
              <a:t> </a:t>
            </a:r>
          </a:p>
        </p:txBody>
      </p:sp>
    </p:spTree>
    <p:extLst>
      <p:ext uri="{BB962C8B-B14F-4D97-AF65-F5344CB8AC3E}">
        <p14:creationId xmlns:p14="http://schemas.microsoft.com/office/powerpoint/2010/main" val="1074966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Espace réservé du numéro de diapositive 3"/>
          <p:cNvSpPr>
            <a:spLocks noGrp="1"/>
          </p:cNvSpPr>
          <p:nvPr>
            <p:ph type="sldNum" sz="quarter" idx="10"/>
          </p:nvPr>
        </p:nvSpPr>
        <p:spPr>
          <a:xfrm>
            <a:off x="8629650" y="349250"/>
            <a:ext cx="476250" cy="163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D3489128-C22B-4348-A8BA-68C965628378}" type="slidenum">
              <a:rPr lang="fr-FR" smtClean="0"/>
              <a:pPr eaLnBrk="1" hangingPunct="1"/>
              <a:t>2</a:t>
            </a:fld>
            <a:endParaRPr lang="fr-FR"/>
          </a:p>
        </p:txBody>
      </p:sp>
      <p:sp>
        <p:nvSpPr>
          <p:cNvPr id="69"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8" name="Titre 7"/>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RESILIE (RDGU)</a:t>
            </a:r>
            <a:endParaRPr lang="fr-FR" sz="1400"/>
          </a:p>
        </p:txBody>
      </p:sp>
      <p:sp>
        <p:nvSpPr>
          <p:cNvPr id="58" name="AutoShape 11">
            <a:hlinkClick r:id="rId3" action="ppaction://hlinksldjump"/>
          </p:cNvPr>
          <p:cNvSpPr>
            <a:spLocks noChangeArrowheads="1"/>
          </p:cNvSpPr>
          <p:nvPr/>
        </p:nvSpPr>
        <p:spPr bwMode="auto">
          <a:xfrm rot="10800000">
            <a:off x="3119148" y="657919"/>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ENTREE</a:t>
            </a:r>
          </a:p>
        </p:txBody>
      </p:sp>
      <p:sp>
        <p:nvSpPr>
          <p:cNvPr id="108" name="AutoShape 73"/>
          <p:cNvSpPr>
            <a:spLocks noChangeArrowheads="1"/>
          </p:cNvSpPr>
          <p:nvPr/>
        </p:nvSpPr>
        <p:spPr bwMode="auto">
          <a:xfrm>
            <a:off x="3213657" y="1154156"/>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136" name="AutoShape 16"/>
          <p:cNvSpPr>
            <a:spLocks noChangeArrowheads="1"/>
          </p:cNvSpPr>
          <p:nvPr/>
        </p:nvSpPr>
        <p:spPr bwMode="auto">
          <a:xfrm>
            <a:off x="3274885" y="1691133"/>
            <a:ext cx="768980" cy="397572"/>
          </a:xfrm>
          <a:prstGeom prst="diamond">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RDGU</a:t>
            </a:r>
          </a:p>
        </p:txBody>
      </p:sp>
      <p:sp>
        <p:nvSpPr>
          <p:cNvPr id="116" name="ZoneTexte 115">
            <a:extLst>
              <a:ext uri="{FF2B5EF4-FFF2-40B4-BE49-F238E27FC236}">
                <a16:creationId xmlns:a16="http://schemas.microsoft.com/office/drawing/2014/main" id="{E4DFE1DC-E3CC-4B7A-9EAE-5540ABBA554D}"/>
              </a:ext>
            </a:extLst>
          </p:cNvPr>
          <p:cNvSpPr txBox="1"/>
          <p:nvPr/>
        </p:nvSpPr>
        <p:spPr>
          <a:xfrm>
            <a:off x="2994644" y="1040444"/>
            <a:ext cx="438026" cy="215444"/>
          </a:xfrm>
          <a:prstGeom prst="rect">
            <a:avLst/>
          </a:prstGeom>
          <a:noFill/>
        </p:spPr>
        <p:txBody>
          <a:bodyPr wrap="square" rtlCol="0">
            <a:spAutoFit/>
          </a:bodyPr>
          <a:lstStyle/>
          <a:p>
            <a:r>
              <a:rPr lang="fr-FR" sz="800" dirty="0"/>
              <a:t>HNO</a:t>
            </a:r>
          </a:p>
        </p:txBody>
      </p:sp>
      <p:sp>
        <p:nvSpPr>
          <p:cNvPr id="131" name="AutoShape 14">
            <a:extLst>
              <a:ext uri="{FF2B5EF4-FFF2-40B4-BE49-F238E27FC236}">
                <a16:creationId xmlns:a16="http://schemas.microsoft.com/office/drawing/2014/main" id="{DAC8B4FB-F5C8-405E-B969-2946F2FB2752}"/>
              </a:ext>
            </a:extLst>
          </p:cNvPr>
          <p:cNvSpPr>
            <a:spLocks noChangeArrowheads="1"/>
          </p:cNvSpPr>
          <p:nvPr/>
        </p:nvSpPr>
        <p:spPr bwMode="auto">
          <a:xfrm>
            <a:off x="4713171" y="1816120"/>
            <a:ext cx="1173123"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00202_RDGU_RESILIE_OK</a:t>
            </a:r>
          </a:p>
        </p:txBody>
      </p:sp>
      <p:sp>
        <p:nvSpPr>
          <p:cNvPr id="137" name="AutoShape 31">
            <a:hlinkClick r:id="" action="ppaction://noaction"/>
            <a:extLst>
              <a:ext uri="{FF2B5EF4-FFF2-40B4-BE49-F238E27FC236}">
                <a16:creationId xmlns:a16="http://schemas.microsoft.com/office/drawing/2014/main" id="{CA75783E-7116-462C-AC59-8F549FFBA43F}"/>
              </a:ext>
            </a:extLst>
          </p:cNvPr>
          <p:cNvSpPr>
            <a:spLocks noChangeArrowheads="1"/>
          </p:cNvSpPr>
          <p:nvPr/>
        </p:nvSpPr>
        <p:spPr bwMode="auto">
          <a:xfrm>
            <a:off x="6211639" y="1816120"/>
            <a:ext cx="1066879"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dirty="0">
                <a:solidFill>
                  <a:srgbClr val="D31E05"/>
                </a:solidFill>
              </a:rPr>
              <a:t>FIXE_RDGU_RESILIE</a:t>
            </a:r>
          </a:p>
        </p:txBody>
      </p:sp>
      <p:sp>
        <p:nvSpPr>
          <p:cNvPr id="138" name="AutoShape 143">
            <a:extLst>
              <a:ext uri="{FF2B5EF4-FFF2-40B4-BE49-F238E27FC236}">
                <a16:creationId xmlns:a16="http://schemas.microsoft.com/office/drawing/2014/main" id="{C6F8D4A4-EEE5-42AA-B117-BF68550D00F7}"/>
              </a:ext>
            </a:extLst>
          </p:cNvPr>
          <p:cNvSpPr>
            <a:spLocks noChangeArrowheads="1"/>
          </p:cNvSpPr>
          <p:nvPr/>
        </p:nvSpPr>
        <p:spPr bwMode="auto">
          <a:xfrm>
            <a:off x="7175496" y="2245605"/>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dirty="0"/>
              <a:t>TRANSFERT</a:t>
            </a:r>
            <a:endParaRPr lang="fr-FR" sz="600" b="1" dirty="0">
              <a:solidFill>
                <a:srgbClr val="2C842C"/>
              </a:solidFill>
            </a:endParaRPr>
          </a:p>
          <a:p>
            <a:pPr algn="ctr" eaLnBrk="0" hangingPunct="0"/>
            <a:r>
              <a:rPr lang="fr-FR" sz="600" dirty="0"/>
              <a:t>RESILIE_RDGU</a:t>
            </a:r>
            <a:endParaRPr lang="fr-FR" sz="600" b="1" dirty="0">
              <a:solidFill>
                <a:srgbClr val="2C842C"/>
              </a:solidFill>
            </a:endParaRPr>
          </a:p>
        </p:txBody>
      </p:sp>
      <p:sp>
        <p:nvSpPr>
          <p:cNvPr id="143" name="ZoneTexte 142">
            <a:extLst>
              <a:ext uri="{FF2B5EF4-FFF2-40B4-BE49-F238E27FC236}">
                <a16:creationId xmlns:a16="http://schemas.microsoft.com/office/drawing/2014/main" id="{8FB1F10F-DEFB-41BB-B1E9-804D4FEE3BDE}"/>
              </a:ext>
            </a:extLst>
          </p:cNvPr>
          <p:cNvSpPr txBox="1"/>
          <p:nvPr/>
        </p:nvSpPr>
        <p:spPr>
          <a:xfrm>
            <a:off x="3697013" y="2067524"/>
            <a:ext cx="436361" cy="215444"/>
          </a:xfrm>
          <a:prstGeom prst="rect">
            <a:avLst/>
          </a:prstGeom>
          <a:noFill/>
        </p:spPr>
        <p:txBody>
          <a:bodyPr wrap="square" rtlCol="0">
            <a:spAutoFit/>
          </a:bodyPr>
          <a:lstStyle/>
          <a:p>
            <a:r>
              <a:rPr lang="fr-FR" sz="800" dirty="0"/>
              <a:t>NON</a:t>
            </a:r>
          </a:p>
        </p:txBody>
      </p:sp>
      <p:sp>
        <p:nvSpPr>
          <p:cNvPr id="145" name="ZoneTexte 144">
            <a:extLst>
              <a:ext uri="{FF2B5EF4-FFF2-40B4-BE49-F238E27FC236}">
                <a16:creationId xmlns:a16="http://schemas.microsoft.com/office/drawing/2014/main" id="{2574414E-0F7D-4280-8917-62099FAADCAD}"/>
              </a:ext>
            </a:extLst>
          </p:cNvPr>
          <p:cNvSpPr txBox="1"/>
          <p:nvPr/>
        </p:nvSpPr>
        <p:spPr>
          <a:xfrm>
            <a:off x="2840662" y="1564922"/>
            <a:ext cx="654717" cy="184666"/>
          </a:xfrm>
          <a:prstGeom prst="rect">
            <a:avLst/>
          </a:prstGeom>
          <a:noFill/>
        </p:spPr>
        <p:txBody>
          <a:bodyPr wrap="square" rtlCol="0">
            <a:spAutoFit/>
          </a:bodyPr>
          <a:lstStyle/>
          <a:p>
            <a:r>
              <a:rPr lang="fr-FR" sz="600" dirty="0"/>
              <a:t>DESACTIVE</a:t>
            </a:r>
          </a:p>
        </p:txBody>
      </p:sp>
      <p:sp>
        <p:nvSpPr>
          <p:cNvPr id="146" name="AutoShape 14">
            <a:extLst>
              <a:ext uri="{FF2B5EF4-FFF2-40B4-BE49-F238E27FC236}">
                <a16:creationId xmlns:a16="http://schemas.microsoft.com/office/drawing/2014/main" id="{9A213FE7-2CAA-450F-8E25-07BC09A40549}"/>
              </a:ext>
            </a:extLst>
          </p:cNvPr>
          <p:cNvSpPr>
            <a:spLocks noChangeArrowheads="1"/>
          </p:cNvSpPr>
          <p:nvPr/>
        </p:nvSpPr>
        <p:spPr bwMode="auto">
          <a:xfrm>
            <a:off x="2093101" y="1776437"/>
            <a:ext cx="1006853" cy="219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00202_RDGU_RESILIE_OFF</a:t>
            </a:r>
          </a:p>
        </p:txBody>
      </p:sp>
      <p:sp>
        <p:nvSpPr>
          <p:cNvPr id="149" name="AutoShape 11">
            <a:hlinkClick r:id="rId4" action="ppaction://hlinksldjump"/>
            <a:extLst>
              <a:ext uri="{FF2B5EF4-FFF2-40B4-BE49-F238E27FC236}">
                <a16:creationId xmlns:a16="http://schemas.microsoft.com/office/drawing/2014/main" id="{60D9E8BD-2125-47E0-BBE6-BD64EDD68B03}"/>
              </a:ext>
            </a:extLst>
          </p:cNvPr>
          <p:cNvSpPr>
            <a:spLocks noChangeArrowheads="1"/>
          </p:cNvSpPr>
          <p:nvPr/>
        </p:nvSpPr>
        <p:spPr bwMode="auto">
          <a:xfrm rot="10800000">
            <a:off x="1863908" y="3652191"/>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RESILIE </a:t>
            </a:r>
          </a:p>
          <a:p>
            <a:pPr algn="ctr" eaLnBrk="0" hangingPunct="0"/>
            <a:r>
              <a:rPr lang="fr-FR" sz="600"/>
              <a:t>(</a:t>
            </a:r>
            <a:r>
              <a:rPr lang="fr-FR" sz="600" dirty="0"/>
              <a:t>GP</a:t>
            </a:r>
            <a:r>
              <a:rPr lang="fr-FR" sz="600"/>
              <a:t>)</a:t>
            </a:r>
            <a:endParaRPr lang="fr-FR" sz="600" dirty="0"/>
          </a:p>
        </p:txBody>
      </p:sp>
      <p:cxnSp>
        <p:nvCxnSpPr>
          <p:cNvPr id="44" name="Connecteur : en angle 43">
            <a:extLst>
              <a:ext uri="{FF2B5EF4-FFF2-40B4-BE49-F238E27FC236}">
                <a16:creationId xmlns:a16="http://schemas.microsoft.com/office/drawing/2014/main" id="{DA31CD54-2B2E-402B-89C7-AB1BBD377EC2}"/>
              </a:ext>
            </a:extLst>
          </p:cNvPr>
          <p:cNvCxnSpPr>
            <a:stCxn id="146" idx="1"/>
            <a:endCxn id="149" idx="2"/>
          </p:cNvCxnSpPr>
          <p:nvPr/>
        </p:nvCxnSpPr>
        <p:spPr bwMode="auto">
          <a:xfrm rot="10800000" flipH="1" flipV="1">
            <a:off x="2093101" y="1885989"/>
            <a:ext cx="306588" cy="1766201"/>
          </a:xfrm>
          <a:prstGeom prst="bentConnector4">
            <a:avLst>
              <a:gd name="adj1" fmla="val -74563"/>
              <a:gd name="adj2" fmla="val 531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14">
            <a:extLst>
              <a:ext uri="{FF2B5EF4-FFF2-40B4-BE49-F238E27FC236}">
                <a16:creationId xmlns:a16="http://schemas.microsoft.com/office/drawing/2014/main" id="{50685F8B-E2B6-4A84-A70D-A7C9D13402D7}"/>
              </a:ext>
            </a:extLst>
          </p:cNvPr>
          <p:cNvSpPr>
            <a:spLocks noChangeArrowheads="1"/>
          </p:cNvSpPr>
          <p:nvPr/>
        </p:nvSpPr>
        <p:spPr bwMode="auto">
          <a:xfrm>
            <a:off x="1813129" y="1267102"/>
            <a:ext cx="1173123"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00202_RDGU_RESILIE_HNO</a:t>
            </a:r>
          </a:p>
        </p:txBody>
      </p:sp>
      <p:sp>
        <p:nvSpPr>
          <p:cNvPr id="156" name="AutoShape 11">
            <a:hlinkClick r:id="rId5" action="ppaction://hlinksldjump"/>
            <a:extLst>
              <a:ext uri="{FF2B5EF4-FFF2-40B4-BE49-F238E27FC236}">
                <a16:creationId xmlns:a16="http://schemas.microsoft.com/office/drawing/2014/main" id="{AE3D042A-0606-4D79-A86F-A660B4BCA410}"/>
              </a:ext>
            </a:extLst>
          </p:cNvPr>
          <p:cNvSpPr>
            <a:spLocks noChangeArrowheads="1"/>
          </p:cNvSpPr>
          <p:nvPr/>
        </p:nvSpPr>
        <p:spPr bwMode="auto">
          <a:xfrm rot="10800000">
            <a:off x="539427" y="1521864"/>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HNO COM</a:t>
            </a:r>
          </a:p>
        </p:txBody>
      </p:sp>
      <p:sp>
        <p:nvSpPr>
          <p:cNvPr id="67" name="Rectangle 66">
            <a:extLst>
              <a:ext uri="{FF2B5EF4-FFF2-40B4-BE49-F238E27FC236}">
                <a16:creationId xmlns:a16="http://schemas.microsoft.com/office/drawing/2014/main" id="{BF81C607-FE10-46FC-9E97-FE936964B5EE}"/>
              </a:ext>
            </a:extLst>
          </p:cNvPr>
          <p:cNvSpPr/>
          <p:nvPr/>
        </p:nvSpPr>
        <p:spPr bwMode="auto">
          <a:xfrm>
            <a:off x="6780732" y="583244"/>
            <a:ext cx="2014017" cy="914400"/>
          </a:xfrm>
          <a:prstGeom prst="rect">
            <a:avLst/>
          </a:prstGeom>
          <a:solidFill>
            <a:srgbClr val="FFFF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a:ln>
                  <a:noFill/>
                </a:ln>
                <a:solidFill>
                  <a:schemeClr val="tx1"/>
                </a:solidFill>
                <a:effectLst/>
                <a:latin typeface="Arial" charset="0"/>
              </a:rPr>
              <a:t>NOUVEAU SLIDE</a:t>
            </a:r>
          </a:p>
        </p:txBody>
      </p:sp>
      <p:cxnSp>
        <p:nvCxnSpPr>
          <p:cNvPr id="72" name="Connecteur droit 71">
            <a:extLst>
              <a:ext uri="{FF2B5EF4-FFF2-40B4-BE49-F238E27FC236}">
                <a16:creationId xmlns:a16="http://schemas.microsoft.com/office/drawing/2014/main" id="{E6C81328-1C49-4D65-AE82-E8C2A5DE0A6F}"/>
              </a:ext>
            </a:extLst>
          </p:cNvPr>
          <p:cNvCxnSpPr>
            <a:stCxn id="58" idx="0"/>
            <a:endCxn id="108" idx="0"/>
          </p:cNvCxnSpPr>
          <p:nvPr/>
        </p:nvCxnSpPr>
        <p:spPr bwMode="auto">
          <a:xfrm flipH="1">
            <a:off x="3652906" y="1017919"/>
            <a:ext cx="2023" cy="1362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Connecteur droit 79">
            <a:extLst>
              <a:ext uri="{FF2B5EF4-FFF2-40B4-BE49-F238E27FC236}">
                <a16:creationId xmlns:a16="http://schemas.microsoft.com/office/drawing/2014/main" id="{D1B1637D-CD24-4672-B774-5B3DEC23D7D4}"/>
              </a:ext>
            </a:extLst>
          </p:cNvPr>
          <p:cNvCxnSpPr>
            <a:stCxn id="108" idx="1"/>
            <a:endCxn id="153" idx="3"/>
          </p:cNvCxnSpPr>
          <p:nvPr/>
        </p:nvCxnSpPr>
        <p:spPr bwMode="auto">
          <a:xfrm flipH="1" flipV="1">
            <a:off x="2986252" y="1340901"/>
            <a:ext cx="227405" cy="50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Connecteur : en angle 85">
            <a:extLst>
              <a:ext uri="{FF2B5EF4-FFF2-40B4-BE49-F238E27FC236}">
                <a16:creationId xmlns:a16="http://schemas.microsoft.com/office/drawing/2014/main" id="{01685B46-F434-4463-A2CC-6805FA4AB1C5}"/>
              </a:ext>
            </a:extLst>
          </p:cNvPr>
          <p:cNvCxnSpPr>
            <a:stCxn id="153" idx="1"/>
            <a:endCxn id="156" idx="2"/>
          </p:cNvCxnSpPr>
          <p:nvPr/>
        </p:nvCxnSpPr>
        <p:spPr bwMode="auto">
          <a:xfrm rot="10800000" flipV="1">
            <a:off x="1075209" y="1340900"/>
            <a:ext cx="737921" cy="18096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Connecteur droit 93">
            <a:extLst>
              <a:ext uri="{FF2B5EF4-FFF2-40B4-BE49-F238E27FC236}">
                <a16:creationId xmlns:a16="http://schemas.microsoft.com/office/drawing/2014/main" id="{2332B363-DB81-48E9-9206-9C9C4860C1FF}"/>
              </a:ext>
            </a:extLst>
          </p:cNvPr>
          <p:cNvCxnSpPr>
            <a:stCxn id="108" idx="2"/>
            <a:endCxn id="136" idx="0"/>
          </p:cNvCxnSpPr>
          <p:nvPr/>
        </p:nvCxnSpPr>
        <p:spPr bwMode="auto">
          <a:xfrm>
            <a:off x="3652906" y="1537770"/>
            <a:ext cx="6469" cy="1533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6" name="ZoneTexte 175">
            <a:extLst>
              <a:ext uri="{FF2B5EF4-FFF2-40B4-BE49-F238E27FC236}">
                <a16:creationId xmlns:a16="http://schemas.microsoft.com/office/drawing/2014/main" id="{4BDBD960-F9FE-41FB-98AE-F8ED2A7CEEF7}"/>
              </a:ext>
            </a:extLst>
          </p:cNvPr>
          <p:cNvSpPr txBox="1"/>
          <p:nvPr/>
        </p:nvSpPr>
        <p:spPr>
          <a:xfrm>
            <a:off x="3672302" y="1462441"/>
            <a:ext cx="365487" cy="215444"/>
          </a:xfrm>
          <a:prstGeom prst="rect">
            <a:avLst/>
          </a:prstGeom>
          <a:noFill/>
        </p:spPr>
        <p:txBody>
          <a:bodyPr wrap="square" rtlCol="0">
            <a:spAutoFit/>
          </a:bodyPr>
          <a:lstStyle/>
          <a:p>
            <a:r>
              <a:rPr lang="fr-FR" sz="800" dirty="0"/>
              <a:t>HO</a:t>
            </a:r>
          </a:p>
        </p:txBody>
      </p:sp>
      <p:cxnSp>
        <p:nvCxnSpPr>
          <p:cNvPr id="166" name="Connecteur droit 165">
            <a:extLst>
              <a:ext uri="{FF2B5EF4-FFF2-40B4-BE49-F238E27FC236}">
                <a16:creationId xmlns:a16="http://schemas.microsoft.com/office/drawing/2014/main" id="{70F2CC31-BED6-4BD8-9FDF-A781AA887EAA}"/>
              </a:ext>
            </a:extLst>
          </p:cNvPr>
          <p:cNvCxnSpPr>
            <a:stCxn id="136" idx="1"/>
            <a:endCxn id="146" idx="3"/>
          </p:cNvCxnSpPr>
          <p:nvPr/>
        </p:nvCxnSpPr>
        <p:spPr bwMode="auto">
          <a:xfrm flipH="1" flipV="1">
            <a:off x="3099954" y="1885990"/>
            <a:ext cx="174931" cy="39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ZoneTexte 186">
            <a:extLst>
              <a:ext uri="{FF2B5EF4-FFF2-40B4-BE49-F238E27FC236}">
                <a16:creationId xmlns:a16="http://schemas.microsoft.com/office/drawing/2014/main" id="{D7547C4E-049D-4A9F-A3C6-3382262088D8}"/>
              </a:ext>
            </a:extLst>
          </p:cNvPr>
          <p:cNvSpPr txBox="1"/>
          <p:nvPr/>
        </p:nvSpPr>
        <p:spPr>
          <a:xfrm>
            <a:off x="3999968" y="1672510"/>
            <a:ext cx="634107" cy="215444"/>
          </a:xfrm>
          <a:prstGeom prst="rect">
            <a:avLst/>
          </a:prstGeom>
          <a:noFill/>
        </p:spPr>
        <p:txBody>
          <a:bodyPr wrap="square" rtlCol="0">
            <a:spAutoFit/>
          </a:bodyPr>
          <a:lstStyle/>
          <a:p>
            <a:r>
              <a:rPr lang="fr-FR" sz="800" dirty="0"/>
              <a:t>RDGU=1</a:t>
            </a:r>
          </a:p>
        </p:txBody>
      </p:sp>
      <p:sp>
        <p:nvSpPr>
          <p:cNvPr id="191" name="AutoShape 14">
            <a:extLst>
              <a:ext uri="{FF2B5EF4-FFF2-40B4-BE49-F238E27FC236}">
                <a16:creationId xmlns:a16="http://schemas.microsoft.com/office/drawing/2014/main" id="{DAEB1C80-919C-43D0-9742-44EA231B214A}"/>
              </a:ext>
            </a:extLst>
          </p:cNvPr>
          <p:cNvSpPr>
            <a:spLocks noChangeArrowheads="1"/>
          </p:cNvSpPr>
          <p:nvPr/>
        </p:nvSpPr>
        <p:spPr bwMode="auto">
          <a:xfrm>
            <a:off x="3132247" y="2310120"/>
            <a:ext cx="1080110" cy="219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00202_RDGU_RESILIE_NOK</a:t>
            </a:r>
          </a:p>
        </p:txBody>
      </p:sp>
      <p:cxnSp>
        <p:nvCxnSpPr>
          <p:cNvPr id="179" name="Connecteur droit 178">
            <a:extLst>
              <a:ext uri="{FF2B5EF4-FFF2-40B4-BE49-F238E27FC236}">
                <a16:creationId xmlns:a16="http://schemas.microsoft.com/office/drawing/2014/main" id="{D5B3D7F4-386F-4CA6-8C4A-C80A09066823}"/>
              </a:ext>
            </a:extLst>
          </p:cNvPr>
          <p:cNvCxnSpPr>
            <a:stCxn id="136" idx="2"/>
            <a:endCxn id="191" idx="0"/>
          </p:cNvCxnSpPr>
          <p:nvPr/>
        </p:nvCxnSpPr>
        <p:spPr bwMode="auto">
          <a:xfrm>
            <a:off x="3659375" y="2088705"/>
            <a:ext cx="12927" cy="221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Connecteur : en angle 183">
            <a:extLst>
              <a:ext uri="{FF2B5EF4-FFF2-40B4-BE49-F238E27FC236}">
                <a16:creationId xmlns:a16="http://schemas.microsoft.com/office/drawing/2014/main" id="{D1F9F715-DF17-4CF3-86F0-BFB1972991E7}"/>
              </a:ext>
            </a:extLst>
          </p:cNvPr>
          <p:cNvCxnSpPr>
            <a:stCxn id="191" idx="3"/>
            <a:endCxn id="149" idx="2"/>
          </p:cNvCxnSpPr>
          <p:nvPr/>
        </p:nvCxnSpPr>
        <p:spPr bwMode="auto">
          <a:xfrm flipH="1">
            <a:off x="2399689" y="2419673"/>
            <a:ext cx="1812668" cy="1232518"/>
          </a:xfrm>
          <a:prstGeom prst="bentConnector4">
            <a:avLst>
              <a:gd name="adj1" fmla="val -12611"/>
              <a:gd name="adj2" fmla="val 3387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3" name="Connecteur droit 2072">
            <a:extLst>
              <a:ext uri="{FF2B5EF4-FFF2-40B4-BE49-F238E27FC236}">
                <a16:creationId xmlns:a16="http://schemas.microsoft.com/office/drawing/2014/main" id="{C826FAA0-58BB-4681-9F0B-1A18804A9FE2}"/>
              </a:ext>
            </a:extLst>
          </p:cNvPr>
          <p:cNvCxnSpPr>
            <a:stCxn id="136" idx="3"/>
            <a:endCxn id="131" idx="1"/>
          </p:cNvCxnSpPr>
          <p:nvPr/>
        </p:nvCxnSpPr>
        <p:spPr bwMode="auto">
          <a:xfrm>
            <a:off x="4043865" y="1889919"/>
            <a:ext cx="669306"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7" name="Connecteur droit 2086">
            <a:extLst>
              <a:ext uri="{FF2B5EF4-FFF2-40B4-BE49-F238E27FC236}">
                <a16:creationId xmlns:a16="http://schemas.microsoft.com/office/drawing/2014/main" id="{1F356BBF-F7AC-42BD-B7C4-F5827BB89615}"/>
              </a:ext>
            </a:extLst>
          </p:cNvPr>
          <p:cNvCxnSpPr>
            <a:stCxn id="131" idx="3"/>
            <a:endCxn id="137" idx="1"/>
          </p:cNvCxnSpPr>
          <p:nvPr/>
        </p:nvCxnSpPr>
        <p:spPr bwMode="auto">
          <a:xfrm>
            <a:off x="5886294" y="1889919"/>
            <a:ext cx="325345" cy="100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8" name="Connecteur : en angle 2097">
            <a:extLst>
              <a:ext uri="{FF2B5EF4-FFF2-40B4-BE49-F238E27FC236}">
                <a16:creationId xmlns:a16="http://schemas.microsoft.com/office/drawing/2014/main" id="{84EF4CDD-373F-4B59-AD00-98A212BB692F}"/>
              </a:ext>
            </a:extLst>
          </p:cNvPr>
          <p:cNvCxnSpPr>
            <a:stCxn id="137" idx="3"/>
            <a:endCxn id="138" idx="0"/>
          </p:cNvCxnSpPr>
          <p:nvPr/>
        </p:nvCxnSpPr>
        <p:spPr bwMode="auto">
          <a:xfrm>
            <a:off x="7278518" y="1899992"/>
            <a:ext cx="423508" cy="34561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5957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Espace réservé du numéro de diapositive 3"/>
          <p:cNvSpPr>
            <a:spLocks noGrp="1"/>
          </p:cNvSpPr>
          <p:nvPr>
            <p:ph type="sldNum" sz="quarter" idx="10"/>
          </p:nvPr>
        </p:nvSpPr>
        <p:spPr>
          <a:xfrm>
            <a:off x="8629650" y="349250"/>
            <a:ext cx="476250" cy="163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D3489128-C22B-4348-A8BA-68C965628378}" type="slidenum">
              <a:rPr lang="fr-FR" smtClean="0"/>
              <a:pPr eaLnBrk="1" hangingPunct="1"/>
              <a:t>3</a:t>
            </a:fld>
            <a:endParaRPr lang="fr-FR"/>
          </a:p>
        </p:txBody>
      </p:sp>
      <p:sp>
        <p:nvSpPr>
          <p:cNvPr id="69"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8" name="Titre 7"/>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RESILIE</a:t>
            </a:r>
            <a:r>
              <a:rPr lang="fr-FR" sz="1400" dirty="0">
                <a:effectLst>
                  <a:outerShdw blurRad="38100" dist="38100" dir="2700000" algn="tl">
                    <a:srgbClr val="000000">
                      <a:alpha val="43137"/>
                    </a:srgbClr>
                  </a:outerShdw>
                </a:effectLst>
              </a:rPr>
              <a:t> (GP)</a:t>
            </a:r>
            <a:endParaRPr lang="fr-FR" sz="1400"/>
          </a:p>
        </p:txBody>
      </p:sp>
      <p:sp>
        <p:nvSpPr>
          <p:cNvPr id="58" name="AutoShape 11">
            <a:hlinkClick r:id="rId3" action="ppaction://hlinksldjump"/>
          </p:cNvPr>
          <p:cNvSpPr>
            <a:spLocks noChangeArrowheads="1"/>
          </p:cNvSpPr>
          <p:nvPr/>
        </p:nvSpPr>
        <p:spPr bwMode="auto">
          <a:xfrm rot="10800000">
            <a:off x="1884471" y="635474"/>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RESILIE</a:t>
            </a:r>
          </a:p>
          <a:p>
            <a:pPr algn="ctr" eaLnBrk="0" hangingPunct="0"/>
            <a:r>
              <a:rPr lang="fr-FR" sz="600" dirty="0"/>
              <a:t>(RDGU)</a:t>
            </a:r>
            <a:endParaRPr lang="fr-FR" sz="600"/>
          </a:p>
        </p:txBody>
      </p:sp>
      <p:sp>
        <p:nvSpPr>
          <p:cNvPr id="142" name="AutoShape 14"/>
          <p:cNvSpPr>
            <a:spLocks noChangeArrowheads="1"/>
          </p:cNvSpPr>
          <p:nvPr/>
        </p:nvSpPr>
        <p:spPr bwMode="auto">
          <a:xfrm>
            <a:off x="1820866" y="1050461"/>
            <a:ext cx="1198769" cy="16594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00032_RESILIE_DEXTER</a:t>
            </a:r>
          </a:p>
        </p:txBody>
      </p:sp>
      <p:sp>
        <p:nvSpPr>
          <p:cNvPr id="150" name="AutoShape 73"/>
          <p:cNvSpPr>
            <a:spLocks noChangeArrowheads="1"/>
          </p:cNvSpPr>
          <p:nvPr/>
        </p:nvSpPr>
        <p:spPr bwMode="auto">
          <a:xfrm>
            <a:off x="1949622" y="1649128"/>
            <a:ext cx="909772" cy="442101"/>
          </a:xfrm>
          <a:prstGeom prst="flowChartDecision">
            <a:avLst/>
          </a:prstGeom>
          <a:gradFill flip="none" rotWithShape="1">
            <a:gsLst>
              <a:gs pos="0">
                <a:srgbClr val="CCFFFF">
                  <a:shade val="30000"/>
                  <a:satMod val="115000"/>
                  <a:lumMod val="52000"/>
                  <a:lumOff val="48000"/>
                </a:srgbClr>
              </a:gs>
              <a:gs pos="18000">
                <a:srgbClr val="CCFFFF">
                  <a:shade val="67500"/>
                  <a:satMod val="115000"/>
                </a:srgbClr>
              </a:gs>
              <a:gs pos="100000">
                <a:srgbClr val="CCFFFF">
                  <a:shade val="100000"/>
                  <a:satMod val="115000"/>
                </a:srgb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RESILIE </a:t>
            </a:r>
          </a:p>
          <a:p>
            <a:pPr algn="ctr" eaLnBrk="0" hangingPunct="0"/>
            <a:r>
              <a:rPr lang="fr-FR" sz="600"/>
              <a:t>DEXTER</a:t>
            </a:r>
          </a:p>
        </p:txBody>
      </p:sp>
      <p:cxnSp>
        <p:nvCxnSpPr>
          <p:cNvPr id="2049" name="Connecteur droit 2048"/>
          <p:cNvCxnSpPr>
            <a:cxnSpLocks/>
            <a:stCxn id="142" idx="2"/>
            <a:endCxn id="150" idx="0"/>
          </p:cNvCxnSpPr>
          <p:nvPr/>
        </p:nvCxnSpPr>
        <p:spPr bwMode="auto">
          <a:xfrm flipH="1">
            <a:off x="2404508" y="1216402"/>
            <a:ext cx="15743" cy="4327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7" name="Connecteur droit 2056"/>
          <p:cNvCxnSpPr>
            <a:cxnSpLocks/>
            <a:stCxn id="58" idx="0"/>
            <a:endCxn id="142" idx="0"/>
          </p:cNvCxnSpPr>
          <p:nvPr/>
        </p:nvCxnSpPr>
        <p:spPr bwMode="auto">
          <a:xfrm flipH="1">
            <a:off x="2420251" y="995474"/>
            <a:ext cx="1" cy="549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31">
            <a:hlinkClick r:id="" action="ppaction://noaction"/>
          </p:cNvPr>
          <p:cNvSpPr>
            <a:spLocks noChangeArrowheads="1"/>
          </p:cNvSpPr>
          <p:nvPr/>
        </p:nvSpPr>
        <p:spPr bwMode="auto">
          <a:xfrm>
            <a:off x="1943208" y="1257694"/>
            <a:ext cx="1005680"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FIXE_RESILIE_DEXTER</a:t>
            </a:r>
          </a:p>
        </p:txBody>
      </p:sp>
      <p:sp>
        <p:nvSpPr>
          <p:cNvPr id="27" name="Text Box 154">
            <a:extLst>
              <a:ext uri="{FF2B5EF4-FFF2-40B4-BE49-F238E27FC236}">
                <a16:creationId xmlns:a16="http://schemas.microsoft.com/office/drawing/2014/main" id="{28564EF8-D6CB-D6E0-2235-2F414B2CC308}"/>
              </a:ext>
            </a:extLst>
          </p:cNvPr>
          <p:cNvSpPr txBox="1">
            <a:spLocks noChangeArrowheads="1"/>
          </p:cNvSpPr>
          <p:nvPr/>
        </p:nvSpPr>
        <p:spPr bwMode="auto">
          <a:xfrm>
            <a:off x="2292542" y="3464130"/>
            <a:ext cx="80696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Sans choix </a:t>
            </a:r>
            <a:r>
              <a:rPr lang="fr-FR" altLang="fr-FR" sz="600" b="0" dirty="0"/>
              <a:t>7</a:t>
            </a:r>
            <a:endParaRPr lang="fr-FR" altLang="fr-FR" sz="600" b="0"/>
          </a:p>
        </p:txBody>
      </p:sp>
      <p:sp>
        <p:nvSpPr>
          <p:cNvPr id="2" name="ZoneTexte 1">
            <a:extLst>
              <a:ext uri="{FF2B5EF4-FFF2-40B4-BE49-F238E27FC236}">
                <a16:creationId xmlns:a16="http://schemas.microsoft.com/office/drawing/2014/main" id="{56844AD6-DA2A-9B04-8E8C-A1B3CDBAC2A8}"/>
              </a:ext>
            </a:extLst>
          </p:cNvPr>
          <p:cNvSpPr txBox="1"/>
          <p:nvPr/>
        </p:nvSpPr>
        <p:spPr>
          <a:xfrm>
            <a:off x="2524189" y="1933169"/>
            <a:ext cx="361326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500"/>
              <a:t>Si offre priorisation retenue sur DEXTER à un statut résilié et définition :"</a:t>
            </a:r>
            <a:r>
              <a:rPr lang="fr-FR" sz="500" err="1"/>
              <a:t>code_action</a:t>
            </a:r>
            <a:r>
              <a:rPr lang="fr-FR" sz="500"/>
              <a:t>": "</a:t>
            </a:r>
            <a:r>
              <a:rPr lang="fr-FR" sz="500" err="1"/>
              <a:t>Résil</a:t>
            </a:r>
            <a:r>
              <a:rPr lang="fr-FR" sz="500"/>
              <a:t>", "</a:t>
            </a:r>
            <a:r>
              <a:rPr lang="fr-FR" sz="500" err="1"/>
              <a:t>statut_action</a:t>
            </a:r>
            <a:r>
              <a:rPr lang="fr-FR" sz="500"/>
              <a:t>": "Traité«  "</a:t>
            </a:r>
            <a:r>
              <a:rPr lang="fr-FR" sz="500" err="1"/>
              <a:t>statut":"Inactive</a:t>
            </a:r>
            <a:r>
              <a:rPr lang="fr-FR" sz="500"/>
              <a:t> »  </a:t>
            </a:r>
            <a:endParaRPr lang="fr-FR" sz="1600"/>
          </a:p>
        </p:txBody>
      </p:sp>
      <p:sp>
        <p:nvSpPr>
          <p:cNvPr id="30" name="AutoShape 14">
            <a:extLst>
              <a:ext uri="{FF2B5EF4-FFF2-40B4-BE49-F238E27FC236}">
                <a16:creationId xmlns:a16="http://schemas.microsoft.com/office/drawing/2014/main" id="{6C6880AE-02DD-21A7-0F27-0EDF320312B3}"/>
              </a:ext>
            </a:extLst>
          </p:cNvPr>
          <p:cNvSpPr>
            <a:spLocks noChangeArrowheads="1"/>
          </p:cNvSpPr>
          <p:nvPr/>
        </p:nvSpPr>
        <p:spPr bwMode="auto">
          <a:xfrm>
            <a:off x="3951728" y="4215327"/>
            <a:ext cx="1400920" cy="16594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00032_MENU_RESILIE_DEXTER</a:t>
            </a:r>
          </a:p>
        </p:txBody>
      </p:sp>
      <p:sp>
        <p:nvSpPr>
          <p:cNvPr id="7" name="Rectangle 6">
            <a:extLst>
              <a:ext uri="{FF2B5EF4-FFF2-40B4-BE49-F238E27FC236}">
                <a16:creationId xmlns:a16="http://schemas.microsoft.com/office/drawing/2014/main" id="{6093B206-E553-AAE9-9BE2-429FA39EA21F}"/>
              </a:ext>
            </a:extLst>
          </p:cNvPr>
          <p:cNvSpPr/>
          <p:nvPr/>
        </p:nvSpPr>
        <p:spPr bwMode="auto">
          <a:xfrm>
            <a:off x="6633982" y="616150"/>
            <a:ext cx="2029013" cy="619273"/>
          </a:xfrm>
          <a:prstGeom prst="rect">
            <a:avLst/>
          </a:prstGeom>
          <a:solidFill>
            <a:srgbClr val="FF99CC"/>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fr-FR" b="1"/>
              <a:t>SLIDE MODIFIE</a:t>
            </a:r>
            <a:endParaRPr kumimoji="0" lang="fr-FR" sz="1800" b="1" i="0" u="none" strike="noStrike" cap="none" normalizeH="0" baseline="0">
              <a:ln>
                <a:noFill/>
              </a:ln>
              <a:solidFill>
                <a:schemeClr val="tx1"/>
              </a:solidFill>
              <a:effectLst/>
              <a:latin typeface="Arial" charset="0"/>
            </a:endParaRPr>
          </a:p>
        </p:txBody>
      </p:sp>
      <p:sp>
        <p:nvSpPr>
          <p:cNvPr id="44" name="AutoShape 14">
            <a:extLst>
              <a:ext uri="{FF2B5EF4-FFF2-40B4-BE49-F238E27FC236}">
                <a16:creationId xmlns:a16="http://schemas.microsoft.com/office/drawing/2014/main" id="{836C9CB6-F745-D80B-7E36-F22DF443D3D4}"/>
              </a:ext>
            </a:extLst>
          </p:cNvPr>
          <p:cNvSpPr>
            <a:spLocks noChangeArrowheads="1"/>
          </p:cNvSpPr>
          <p:nvPr/>
        </p:nvSpPr>
        <p:spPr bwMode="auto">
          <a:xfrm>
            <a:off x="2990492" y="1797394"/>
            <a:ext cx="1465603" cy="1484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00032_RESILIE_HORS_PREMIETRE</a:t>
            </a:r>
          </a:p>
        </p:txBody>
      </p:sp>
      <p:sp>
        <p:nvSpPr>
          <p:cNvPr id="45" name="AutoShape 31">
            <a:hlinkClick r:id="" action="ppaction://noaction"/>
            <a:extLst>
              <a:ext uri="{FF2B5EF4-FFF2-40B4-BE49-F238E27FC236}">
                <a16:creationId xmlns:a16="http://schemas.microsoft.com/office/drawing/2014/main" id="{F20A372F-204E-AD4D-E753-C85DF8CA2306}"/>
              </a:ext>
            </a:extLst>
          </p:cNvPr>
          <p:cNvSpPr>
            <a:spLocks noChangeArrowheads="1"/>
          </p:cNvSpPr>
          <p:nvPr/>
        </p:nvSpPr>
        <p:spPr bwMode="auto">
          <a:xfrm>
            <a:off x="4572000" y="1788487"/>
            <a:ext cx="1309119" cy="157347"/>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FIXE_RESILIE_HORS_PERIMETRE</a:t>
            </a:r>
          </a:p>
        </p:txBody>
      </p:sp>
      <p:sp>
        <p:nvSpPr>
          <p:cNvPr id="46" name="Rectangle 5">
            <a:extLst>
              <a:ext uri="{FF2B5EF4-FFF2-40B4-BE49-F238E27FC236}">
                <a16:creationId xmlns:a16="http://schemas.microsoft.com/office/drawing/2014/main" id="{F97AA938-4608-276E-5DC0-4A9A4D08C3B6}"/>
              </a:ext>
            </a:extLst>
          </p:cNvPr>
          <p:cNvSpPr>
            <a:spLocks noChangeArrowheads="1"/>
          </p:cNvSpPr>
          <p:nvPr/>
        </p:nvSpPr>
        <p:spPr bwMode="auto">
          <a:xfrm>
            <a:off x="6001331" y="1671849"/>
            <a:ext cx="1609697" cy="369332"/>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b="1">
                <a:solidFill>
                  <a:srgbClr val="D31E05"/>
                </a:solidFill>
              </a:rPr>
              <a:t>FIXE RESILIE HORS PERIMETRE</a:t>
            </a:r>
          </a:p>
          <a:p>
            <a:pPr algn="ctr"/>
            <a:r>
              <a:rPr lang="fr-FR" sz="600"/>
              <a:t>Votre ligne est résiliée, pour souscrire à une nouvelle offre, Tapez *</a:t>
            </a:r>
          </a:p>
        </p:txBody>
      </p:sp>
      <p:sp>
        <p:nvSpPr>
          <p:cNvPr id="60" name="AutoShape 52">
            <a:extLst>
              <a:ext uri="{FF2B5EF4-FFF2-40B4-BE49-F238E27FC236}">
                <a16:creationId xmlns:a16="http://schemas.microsoft.com/office/drawing/2014/main" id="{EB3A7421-7FB4-1405-3E6E-3DA733D2F76E}"/>
              </a:ext>
            </a:extLst>
          </p:cNvPr>
          <p:cNvSpPr>
            <a:spLocks noChangeArrowheads="1"/>
          </p:cNvSpPr>
          <p:nvPr/>
        </p:nvSpPr>
        <p:spPr bwMode="auto">
          <a:xfrm>
            <a:off x="6549051" y="2138136"/>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61" name="AutoShape 19">
            <a:extLst>
              <a:ext uri="{FF2B5EF4-FFF2-40B4-BE49-F238E27FC236}">
                <a16:creationId xmlns:a16="http://schemas.microsoft.com/office/drawing/2014/main" id="{FE6CAA1C-E5C9-A4EB-D46C-D89151E991B6}"/>
              </a:ext>
            </a:extLst>
          </p:cNvPr>
          <p:cNvSpPr>
            <a:spLocks noChangeArrowheads="1"/>
          </p:cNvSpPr>
          <p:nvPr/>
        </p:nvSpPr>
        <p:spPr bwMode="auto">
          <a:xfrm>
            <a:off x="7741538" y="2826962"/>
            <a:ext cx="147794" cy="10134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sz="600"/>
          </a:p>
        </p:txBody>
      </p:sp>
      <p:sp>
        <p:nvSpPr>
          <p:cNvPr id="62" name="AutoShape 17">
            <a:extLst>
              <a:ext uri="{FF2B5EF4-FFF2-40B4-BE49-F238E27FC236}">
                <a16:creationId xmlns:a16="http://schemas.microsoft.com/office/drawing/2014/main" id="{525F4D9F-CCB6-F837-AD39-7045C9BA1B94}"/>
              </a:ext>
            </a:extLst>
          </p:cNvPr>
          <p:cNvSpPr>
            <a:spLocks noChangeArrowheads="1"/>
          </p:cNvSpPr>
          <p:nvPr/>
        </p:nvSpPr>
        <p:spPr bwMode="auto">
          <a:xfrm>
            <a:off x="6395964" y="2451013"/>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a:t>
            </a:r>
          </a:p>
        </p:txBody>
      </p:sp>
      <p:sp>
        <p:nvSpPr>
          <p:cNvPr id="63" name="AutoShape 14">
            <a:extLst>
              <a:ext uri="{FF2B5EF4-FFF2-40B4-BE49-F238E27FC236}">
                <a16:creationId xmlns:a16="http://schemas.microsoft.com/office/drawing/2014/main" id="{05294F45-18AA-3A3D-3A5D-A9892C3A07AB}"/>
              </a:ext>
            </a:extLst>
          </p:cNvPr>
          <p:cNvSpPr>
            <a:spLocks noChangeArrowheads="1"/>
          </p:cNvSpPr>
          <p:nvPr/>
        </p:nvSpPr>
        <p:spPr bwMode="auto">
          <a:xfrm>
            <a:off x="5916946" y="2724477"/>
            <a:ext cx="1173936" cy="1531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00032_RESILIE_SOUSCR_TLV</a:t>
            </a:r>
          </a:p>
        </p:txBody>
      </p:sp>
      <p:sp>
        <p:nvSpPr>
          <p:cNvPr id="64" name="AutoShape 46">
            <a:hlinkClick r:id="rId4" action="ppaction://hlinksldjump"/>
            <a:extLst>
              <a:ext uri="{FF2B5EF4-FFF2-40B4-BE49-F238E27FC236}">
                <a16:creationId xmlns:a16="http://schemas.microsoft.com/office/drawing/2014/main" id="{2E5DFA3B-C10B-673D-7693-25683B88F66E}"/>
              </a:ext>
            </a:extLst>
          </p:cNvPr>
          <p:cNvSpPr>
            <a:spLocks noChangeArrowheads="1"/>
          </p:cNvSpPr>
          <p:nvPr/>
        </p:nvSpPr>
        <p:spPr bwMode="auto">
          <a:xfrm rot="10800000">
            <a:off x="6063617" y="3000046"/>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TLV 1099</a:t>
            </a:r>
          </a:p>
        </p:txBody>
      </p:sp>
      <p:sp>
        <p:nvSpPr>
          <p:cNvPr id="65" name="AutoShape 14">
            <a:extLst>
              <a:ext uri="{FF2B5EF4-FFF2-40B4-BE49-F238E27FC236}">
                <a16:creationId xmlns:a16="http://schemas.microsoft.com/office/drawing/2014/main" id="{B470F111-8174-DF3A-4717-A005B45FF513}"/>
              </a:ext>
            </a:extLst>
          </p:cNvPr>
          <p:cNvSpPr>
            <a:spLocks noChangeArrowheads="1"/>
          </p:cNvSpPr>
          <p:nvPr/>
        </p:nvSpPr>
        <p:spPr bwMode="auto">
          <a:xfrm>
            <a:off x="7243260" y="2479253"/>
            <a:ext cx="1130546" cy="1531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00032_RESILIE_DISSUASION</a:t>
            </a:r>
          </a:p>
        </p:txBody>
      </p:sp>
      <p:cxnSp>
        <p:nvCxnSpPr>
          <p:cNvPr id="67" name="Connecteur droit 66">
            <a:extLst>
              <a:ext uri="{FF2B5EF4-FFF2-40B4-BE49-F238E27FC236}">
                <a16:creationId xmlns:a16="http://schemas.microsoft.com/office/drawing/2014/main" id="{413B51B2-24F6-9B60-E9C2-FFE479D638CB}"/>
              </a:ext>
            </a:extLst>
          </p:cNvPr>
          <p:cNvCxnSpPr>
            <a:stCxn id="150" idx="3"/>
            <a:endCxn id="44" idx="1"/>
          </p:cNvCxnSpPr>
          <p:nvPr/>
        </p:nvCxnSpPr>
        <p:spPr bwMode="auto">
          <a:xfrm>
            <a:off x="2859394" y="1870179"/>
            <a:ext cx="131098" cy="14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Connecteur droit 71">
            <a:extLst>
              <a:ext uri="{FF2B5EF4-FFF2-40B4-BE49-F238E27FC236}">
                <a16:creationId xmlns:a16="http://schemas.microsoft.com/office/drawing/2014/main" id="{CCF6A421-6605-226D-DF33-F2A98CAA4E27}"/>
              </a:ext>
            </a:extLst>
          </p:cNvPr>
          <p:cNvCxnSpPr>
            <a:stCxn id="44" idx="3"/>
            <a:endCxn id="45" idx="1"/>
          </p:cNvCxnSpPr>
          <p:nvPr/>
        </p:nvCxnSpPr>
        <p:spPr bwMode="auto">
          <a:xfrm flipV="1">
            <a:off x="4456095" y="1867161"/>
            <a:ext cx="115905" cy="44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Connecteur droit 76">
            <a:extLst>
              <a:ext uri="{FF2B5EF4-FFF2-40B4-BE49-F238E27FC236}">
                <a16:creationId xmlns:a16="http://schemas.microsoft.com/office/drawing/2014/main" id="{78A8C85E-3C9F-4F42-C76D-E7249E62C4E5}"/>
              </a:ext>
            </a:extLst>
          </p:cNvPr>
          <p:cNvCxnSpPr>
            <a:stCxn id="45" idx="3"/>
            <a:endCxn id="46" idx="1"/>
          </p:cNvCxnSpPr>
          <p:nvPr/>
        </p:nvCxnSpPr>
        <p:spPr bwMode="auto">
          <a:xfrm flipV="1">
            <a:off x="5881119" y="1856515"/>
            <a:ext cx="120212" cy="106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Connecteur droit 84">
            <a:extLst>
              <a:ext uri="{FF2B5EF4-FFF2-40B4-BE49-F238E27FC236}">
                <a16:creationId xmlns:a16="http://schemas.microsoft.com/office/drawing/2014/main" id="{FC0F93A2-F5BF-33BA-B516-58B0BDD7B3F9}"/>
              </a:ext>
            </a:extLst>
          </p:cNvPr>
          <p:cNvCxnSpPr>
            <a:stCxn id="46" idx="2"/>
            <a:endCxn id="60" idx="0"/>
          </p:cNvCxnSpPr>
          <p:nvPr/>
        </p:nvCxnSpPr>
        <p:spPr bwMode="auto">
          <a:xfrm>
            <a:off x="6806180" y="2041181"/>
            <a:ext cx="4015" cy="969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Connecteur : en angle 88">
            <a:extLst>
              <a:ext uri="{FF2B5EF4-FFF2-40B4-BE49-F238E27FC236}">
                <a16:creationId xmlns:a16="http://schemas.microsoft.com/office/drawing/2014/main" id="{C1168D3F-4B86-9916-8179-74CE1AB86C7F}"/>
              </a:ext>
            </a:extLst>
          </p:cNvPr>
          <p:cNvCxnSpPr>
            <a:stCxn id="60" idx="2"/>
            <a:endCxn id="62" idx="6"/>
          </p:cNvCxnSpPr>
          <p:nvPr/>
        </p:nvCxnSpPr>
        <p:spPr bwMode="auto">
          <a:xfrm rot="5400000">
            <a:off x="6625235" y="2266053"/>
            <a:ext cx="63640" cy="30628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Connecteur : en angle 90">
            <a:extLst>
              <a:ext uri="{FF2B5EF4-FFF2-40B4-BE49-F238E27FC236}">
                <a16:creationId xmlns:a16="http://schemas.microsoft.com/office/drawing/2014/main" id="{52428C7C-00A5-4373-A5EC-CDFA125B7669}"/>
              </a:ext>
            </a:extLst>
          </p:cNvPr>
          <p:cNvCxnSpPr>
            <a:cxnSpLocks/>
            <a:stCxn id="60" idx="2"/>
            <a:endCxn id="65" idx="0"/>
          </p:cNvCxnSpPr>
          <p:nvPr/>
        </p:nvCxnSpPr>
        <p:spPr bwMode="auto">
          <a:xfrm rot="16200000" flipH="1">
            <a:off x="7263424" y="1934144"/>
            <a:ext cx="91880" cy="99833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Connecteur droit 93">
            <a:extLst>
              <a:ext uri="{FF2B5EF4-FFF2-40B4-BE49-F238E27FC236}">
                <a16:creationId xmlns:a16="http://schemas.microsoft.com/office/drawing/2014/main" id="{8B4B32D0-A5DD-1343-C856-C30496BFF8F0}"/>
              </a:ext>
            </a:extLst>
          </p:cNvPr>
          <p:cNvCxnSpPr>
            <a:cxnSpLocks/>
            <a:stCxn id="62" idx="2"/>
            <a:endCxn id="63" idx="0"/>
          </p:cNvCxnSpPr>
          <p:nvPr/>
        </p:nvCxnSpPr>
        <p:spPr bwMode="auto">
          <a:xfrm>
            <a:off x="6503914" y="2627226"/>
            <a:ext cx="0" cy="972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Connecteur droit avec flèche 95">
            <a:extLst>
              <a:ext uri="{FF2B5EF4-FFF2-40B4-BE49-F238E27FC236}">
                <a16:creationId xmlns:a16="http://schemas.microsoft.com/office/drawing/2014/main" id="{6EA533BF-E3C8-8633-C96D-F25F79B13A96}"/>
              </a:ext>
            </a:extLst>
          </p:cNvPr>
          <p:cNvCxnSpPr>
            <a:cxnSpLocks/>
            <a:stCxn id="63" idx="2"/>
            <a:endCxn id="64" idx="2"/>
          </p:cNvCxnSpPr>
          <p:nvPr/>
        </p:nvCxnSpPr>
        <p:spPr bwMode="auto">
          <a:xfrm>
            <a:off x="6503914" y="2877636"/>
            <a:ext cx="0" cy="12241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Connecteur droit avec flèche 117">
            <a:extLst>
              <a:ext uri="{FF2B5EF4-FFF2-40B4-BE49-F238E27FC236}">
                <a16:creationId xmlns:a16="http://schemas.microsoft.com/office/drawing/2014/main" id="{09A40E1B-F54A-EC53-40B1-4A2B72D4C965}"/>
              </a:ext>
            </a:extLst>
          </p:cNvPr>
          <p:cNvCxnSpPr>
            <a:cxnSpLocks/>
            <a:stCxn id="65" idx="2"/>
            <a:endCxn id="61" idx="0"/>
          </p:cNvCxnSpPr>
          <p:nvPr/>
        </p:nvCxnSpPr>
        <p:spPr bwMode="auto">
          <a:xfrm>
            <a:off x="7808533" y="2632412"/>
            <a:ext cx="6902" cy="19455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Rectangle 98">
            <a:extLst>
              <a:ext uri="{FF2B5EF4-FFF2-40B4-BE49-F238E27FC236}">
                <a16:creationId xmlns:a16="http://schemas.microsoft.com/office/drawing/2014/main" id="{00B25CD6-7647-E114-9317-11F09EBFD3DB}"/>
              </a:ext>
            </a:extLst>
          </p:cNvPr>
          <p:cNvSpPr>
            <a:spLocks noChangeArrowheads="1"/>
          </p:cNvSpPr>
          <p:nvPr/>
        </p:nvSpPr>
        <p:spPr bwMode="auto">
          <a:xfrm>
            <a:off x="2037372" y="2507046"/>
            <a:ext cx="2187493" cy="246221"/>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500" b="1" i="1"/>
              <a:t>Prompt énumération des 10 digits du </a:t>
            </a:r>
            <a:r>
              <a:rPr lang="fr-FR" sz="500" b="1" i="1" err="1"/>
              <a:t>n°RESSOURCE</a:t>
            </a:r>
            <a:r>
              <a:rPr lang="fr-FR" sz="500" b="1" i="1"/>
              <a:t> PRINCIPAL ou NUM CONTACT</a:t>
            </a:r>
          </a:p>
        </p:txBody>
      </p:sp>
      <p:sp>
        <p:nvSpPr>
          <p:cNvPr id="131" name="Rectangle 5">
            <a:extLst>
              <a:ext uri="{FF2B5EF4-FFF2-40B4-BE49-F238E27FC236}">
                <a16:creationId xmlns:a16="http://schemas.microsoft.com/office/drawing/2014/main" id="{F25DA987-7B56-E2CE-05DC-7A784A76AB05}"/>
              </a:ext>
            </a:extLst>
          </p:cNvPr>
          <p:cNvSpPr>
            <a:spLocks noChangeArrowheads="1"/>
          </p:cNvSpPr>
          <p:nvPr/>
        </p:nvSpPr>
        <p:spPr bwMode="auto">
          <a:xfrm>
            <a:off x="3548141" y="4591375"/>
            <a:ext cx="2233707" cy="40011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FIXE MENU RESILIE</a:t>
            </a:r>
            <a:endParaRPr lang="fr-FR" sz="600">
              <a:solidFill>
                <a:schemeClr val="accent2"/>
              </a:solidFill>
            </a:endParaRPr>
          </a:p>
          <a:p>
            <a:pPr algn="ctr"/>
            <a:r>
              <a:rPr lang="fr-FR" sz="700">
                <a:ea typeface="ＭＳ Ｐゴシック" pitchFamily="-80" charset="-128"/>
              </a:rPr>
              <a:t>Pour régler votre facture par carte bancaire, tapez 1</a:t>
            </a:r>
          </a:p>
          <a:p>
            <a:pPr algn="ctr"/>
            <a:r>
              <a:rPr lang="fr-FR" sz="700">
                <a:ea typeface="ＭＳ Ｐゴシック" pitchFamily="-80" charset="-128"/>
              </a:rPr>
              <a:t>Pour toute autre demande, tapez 2</a:t>
            </a:r>
          </a:p>
        </p:txBody>
      </p:sp>
      <p:sp>
        <p:nvSpPr>
          <p:cNvPr id="137" name="AutoShape 52">
            <a:extLst>
              <a:ext uri="{FF2B5EF4-FFF2-40B4-BE49-F238E27FC236}">
                <a16:creationId xmlns:a16="http://schemas.microsoft.com/office/drawing/2014/main" id="{2DBBB377-68BF-381F-DEAC-8192352EFEEB}"/>
              </a:ext>
            </a:extLst>
          </p:cNvPr>
          <p:cNvSpPr>
            <a:spLocks noChangeArrowheads="1"/>
          </p:cNvSpPr>
          <p:nvPr/>
        </p:nvSpPr>
        <p:spPr bwMode="auto">
          <a:xfrm>
            <a:off x="4403850" y="5084344"/>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cxnSp>
        <p:nvCxnSpPr>
          <p:cNvPr id="149" name="Connecteur droit avec flèche 148">
            <a:extLst>
              <a:ext uri="{FF2B5EF4-FFF2-40B4-BE49-F238E27FC236}">
                <a16:creationId xmlns:a16="http://schemas.microsoft.com/office/drawing/2014/main" id="{30CC393E-9F22-06FD-DE32-BC01D684F1D5}"/>
              </a:ext>
            </a:extLst>
          </p:cNvPr>
          <p:cNvCxnSpPr>
            <a:cxnSpLocks/>
            <a:stCxn id="30" idx="2"/>
            <a:endCxn id="131" idx="0"/>
          </p:cNvCxnSpPr>
          <p:nvPr/>
        </p:nvCxnSpPr>
        <p:spPr bwMode="auto">
          <a:xfrm>
            <a:off x="4652188" y="4381268"/>
            <a:ext cx="12807" cy="21010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Connecteur droit 154">
            <a:extLst>
              <a:ext uri="{FF2B5EF4-FFF2-40B4-BE49-F238E27FC236}">
                <a16:creationId xmlns:a16="http://schemas.microsoft.com/office/drawing/2014/main" id="{F67F008C-55B7-0B17-B175-DDF7286D3DF5}"/>
              </a:ext>
            </a:extLst>
          </p:cNvPr>
          <p:cNvCxnSpPr>
            <a:cxnSpLocks/>
            <a:stCxn id="131" idx="2"/>
            <a:endCxn id="137" idx="0"/>
          </p:cNvCxnSpPr>
          <p:nvPr/>
        </p:nvCxnSpPr>
        <p:spPr bwMode="auto">
          <a:xfrm flipH="1">
            <a:off x="4664994" y="4991485"/>
            <a:ext cx="1" cy="928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82" name="AutoShape 105">
            <a:extLst>
              <a:ext uri="{FF2B5EF4-FFF2-40B4-BE49-F238E27FC236}">
                <a16:creationId xmlns:a16="http://schemas.microsoft.com/office/drawing/2014/main" id="{69DD9B15-18C8-8928-67D1-0FCAB7235416}"/>
              </a:ext>
            </a:extLst>
          </p:cNvPr>
          <p:cNvSpPr>
            <a:spLocks noChangeArrowheads="1"/>
          </p:cNvSpPr>
          <p:nvPr/>
        </p:nvSpPr>
        <p:spPr bwMode="auto">
          <a:xfrm>
            <a:off x="8477936" y="5951358"/>
            <a:ext cx="142875" cy="14128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fr-FR"/>
          </a:p>
        </p:txBody>
      </p:sp>
      <p:sp>
        <p:nvSpPr>
          <p:cNvPr id="2083" name="Rectangle 2082">
            <a:extLst>
              <a:ext uri="{FF2B5EF4-FFF2-40B4-BE49-F238E27FC236}">
                <a16:creationId xmlns:a16="http://schemas.microsoft.com/office/drawing/2014/main" id="{DE153B02-5DF5-DD1B-F6C2-4E06EA6596FB}"/>
              </a:ext>
            </a:extLst>
          </p:cNvPr>
          <p:cNvSpPr>
            <a:spLocks noChangeArrowheads="1"/>
          </p:cNvSpPr>
          <p:nvPr/>
        </p:nvSpPr>
        <p:spPr bwMode="auto">
          <a:xfrm>
            <a:off x="8082504" y="5513204"/>
            <a:ext cx="933741" cy="3231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500" dirty="0">
                <a:solidFill>
                  <a:srgbClr val="D31E05"/>
                </a:solidFill>
              </a:rPr>
              <a:t>QUIT</a:t>
            </a:r>
          </a:p>
          <a:p>
            <a:pPr algn="ctr" eaLnBrk="0" hangingPunct="0"/>
            <a:r>
              <a:rPr lang="fr-FR" sz="500" dirty="0"/>
              <a:t>Désolé, nous n’avons pas compris votre demande. </a:t>
            </a:r>
          </a:p>
        </p:txBody>
      </p:sp>
      <p:cxnSp>
        <p:nvCxnSpPr>
          <p:cNvPr id="2084" name="AutoShape 5">
            <a:extLst>
              <a:ext uri="{FF2B5EF4-FFF2-40B4-BE49-F238E27FC236}">
                <a16:creationId xmlns:a16="http://schemas.microsoft.com/office/drawing/2014/main" id="{7844332B-B300-96F9-F4BB-70592A2997DA}"/>
              </a:ext>
            </a:extLst>
          </p:cNvPr>
          <p:cNvCxnSpPr>
            <a:cxnSpLocks noChangeShapeType="1"/>
            <a:stCxn id="2083" idx="2"/>
            <a:endCxn id="2082" idx="0"/>
          </p:cNvCxnSpPr>
          <p:nvPr/>
        </p:nvCxnSpPr>
        <p:spPr bwMode="auto">
          <a:xfrm flipH="1">
            <a:off x="8549374" y="5836369"/>
            <a:ext cx="1" cy="114989"/>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85" name="AutoShape 27">
            <a:extLst>
              <a:ext uri="{FF2B5EF4-FFF2-40B4-BE49-F238E27FC236}">
                <a16:creationId xmlns:a16="http://schemas.microsoft.com/office/drawing/2014/main" id="{8089BDCD-1B85-336C-D84A-B3219C885AB3}"/>
              </a:ext>
            </a:extLst>
          </p:cNvPr>
          <p:cNvSpPr>
            <a:spLocks noChangeArrowheads="1"/>
          </p:cNvSpPr>
          <p:nvPr/>
        </p:nvSpPr>
        <p:spPr bwMode="auto">
          <a:xfrm>
            <a:off x="7318289" y="5230292"/>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2086" name="Rectangle 68">
            <a:extLst>
              <a:ext uri="{FF2B5EF4-FFF2-40B4-BE49-F238E27FC236}">
                <a16:creationId xmlns:a16="http://schemas.microsoft.com/office/drawing/2014/main" id="{29560CAC-9A16-74E2-ABAD-74EB9652B680}"/>
              </a:ext>
            </a:extLst>
          </p:cNvPr>
          <p:cNvSpPr>
            <a:spLocks noChangeArrowheads="1"/>
          </p:cNvSpPr>
          <p:nvPr/>
        </p:nvSpPr>
        <p:spPr bwMode="auto">
          <a:xfrm>
            <a:off x="5941225" y="4540030"/>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2088" name="AutoShape 37">
            <a:extLst>
              <a:ext uri="{FF2B5EF4-FFF2-40B4-BE49-F238E27FC236}">
                <a16:creationId xmlns:a16="http://schemas.microsoft.com/office/drawing/2014/main" id="{60D39C1F-E51F-D243-C7D8-116B3C3F242F}"/>
              </a:ext>
            </a:extLst>
          </p:cNvPr>
          <p:cNvSpPr>
            <a:spLocks noChangeArrowheads="1"/>
          </p:cNvSpPr>
          <p:nvPr/>
        </p:nvSpPr>
        <p:spPr bwMode="auto">
          <a:xfrm>
            <a:off x="8116598" y="5241109"/>
            <a:ext cx="865554"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00902_RESILIE_NMNI2</a:t>
            </a:r>
            <a:endParaRPr lang="fr-FR" sz="600">
              <a:solidFill>
                <a:srgbClr val="FF0000"/>
              </a:solidFill>
            </a:endParaRPr>
          </a:p>
        </p:txBody>
      </p:sp>
      <p:sp>
        <p:nvSpPr>
          <p:cNvPr id="2089" name="AutoShape 37">
            <a:extLst>
              <a:ext uri="{FF2B5EF4-FFF2-40B4-BE49-F238E27FC236}">
                <a16:creationId xmlns:a16="http://schemas.microsoft.com/office/drawing/2014/main" id="{1000A9D9-8149-B50C-D8F5-AA301715AE9C}"/>
              </a:ext>
            </a:extLst>
          </p:cNvPr>
          <p:cNvSpPr>
            <a:spLocks noChangeArrowheads="1"/>
          </p:cNvSpPr>
          <p:nvPr/>
        </p:nvSpPr>
        <p:spPr bwMode="auto">
          <a:xfrm>
            <a:off x="7267581" y="4873396"/>
            <a:ext cx="761816"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00902_RESILIE_NMNI</a:t>
            </a:r>
            <a:endParaRPr lang="fr-FR" sz="600">
              <a:solidFill>
                <a:srgbClr val="FF0000"/>
              </a:solidFill>
            </a:endParaRPr>
          </a:p>
        </p:txBody>
      </p:sp>
      <p:cxnSp>
        <p:nvCxnSpPr>
          <p:cNvPr id="2090" name="Connecteur droit 2089">
            <a:extLst>
              <a:ext uri="{FF2B5EF4-FFF2-40B4-BE49-F238E27FC236}">
                <a16:creationId xmlns:a16="http://schemas.microsoft.com/office/drawing/2014/main" id="{53983D6F-40C8-BBAC-3F7C-BBA276ECDA98}"/>
              </a:ext>
            </a:extLst>
          </p:cNvPr>
          <p:cNvCxnSpPr>
            <a:stCxn id="2085" idx="0"/>
            <a:endCxn id="2088" idx="1"/>
          </p:cNvCxnSpPr>
          <p:nvPr/>
        </p:nvCxnSpPr>
        <p:spPr bwMode="auto">
          <a:xfrm>
            <a:off x="7978689" y="5331098"/>
            <a:ext cx="137909" cy="24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1" name="Connecteur droit 2090">
            <a:extLst>
              <a:ext uri="{FF2B5EF4-FFF2-40B4-BE49-F238E27FC236}">
                <a16:creationId xmlns:a16="http://schemas.microsoft.com/office/drawing/2014/main" id="{2D1550A6-4A3F-D45B-ED5E-9F75FD491AC8}"/>
              </a:ext>
            </a:extLst>
          </p:cNvPr>
          <p:cNvCxnSpPr>
            <a:cxnSpLocks/>
            <a:stCxn id="2088" idx="2"/>
            <a:endCxn id="2083" idx="0"/>
          </p:cNvCxnSpPr>
          <p:nvPr/>
        </p:nvCxnSpPr>
        <p:spPr bwMode="auto">
          <a:xfrm>
            <a:off x="8549375" y="5426053"/>
            <a:ext cx="0" cy="871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3" name="Connecteur droit 2092">
            <a:extLst>
              <a:ext uri="{FF2B5EF4-FFF2-40B4-BE49-F238E27FC236}">
                <a16:creationId xmlns:a16="http://schemas.microsoft.com/office/drawing/2014/main" id="{20E95708-3BE7-DBC8-78EC-D0DE973F24CF}"/>
              </a:ext>
            </a:extLst>
          </p:cNvPr>
          <p:cNvCxnSpPr>
            <a:stCxn id="2089" idx="2"/>
            <a:endCxn id="2085" idx="6"/>
          </p:cNvCxnSpPr>
          <p:nvPr/>
        </p:nvCxnSpPr>
        <p:spPr bwMode="auto">
          <a:xfrm>
            <a:off x="7648489" y="5058340"/>
            <a:ext cx="0" cy="17195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27" name="AutoShape 73">
            <a:extLst>
              <a:ext uri="{FF2B5EF4-FFF2-40B4-BE49-F238E27FC236}">
                <a16:creationId xmlns:a16="http://schemas.microsoft.com/office/drawing/2014/main" id="{16E1395E-BD42-1124-FC30-0A1F9D758BE4}"/>
              </a:ext>
            </a:extLst>
          </p:cNvPr>
          <p:cNvSpPr>
            <a:spLocks noChangeArrowheads="1"/>
          </p:cNvSpPr>
          <p:nvPr/>
        </p:nvSpPr>
        <p:spPr bwMode="auto">
          <a:xfrm>
            <a:off x="1446390" y="4087863"/>
            <a:ext cx="650331" cy="370129"/>
          </a:xfrm>
          <a:prstGeom prst="flowChartDecision">
            <a:avLst/>
          </a:prstGeom>
          <a:gradFill flip="none" rotWithShape="1">
            <a:gsLst>
              <a:gs pos="0">
                <a:srgbClr val="CCFFFF">
                  <a:shade val="30000"/>
                  <a:satMod val="115000"/>
                  <a:lumMod val="52000"/>
                  <a:lumOff val="48000"/>
                </a:srgbClr>
              </a:gs>
              <a:gs pos="18000">
                <a:srgbClr val="CCFFFF">
                  <a:shade val="67500"/>
                  <a:satMod val="115000"/>
                </a:srgbClr>
              </a:gs>
              <a:gs pos="100000">
                <a:srgbClr val="CCFFFF">
                  <a:shade val="100000"/>
                  <a:satMod val="115000"/>
                </a:srgb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SAISIE LIGNE</a:t>
            </a:r>
          </a:p>
        </p:txBody>
      </p:sp>
      <p:sp>
        <p:nvSpPr>
          <p:cNvPr id="2196" name="Rectangle 99">
            <a:extLst>
              <a:ext uri="{FF2B5EF4-FFF2-40B4-BE49-F238E27FC236}">
                <a16:creationId xmlns:a16="http://schemas.microsoft.com/office/drawing/2014/main" id="{2DE27786-24A9-F5D0-4E90-F8D109EEB43F}"/>
              </a:ext>
            </a:extLst>
          </p:cNvPr>
          <p:cNvSpPr>
            <a:spLocks noChangeArrowheads="1"/>
          </p:cNvSpPr>
          <p:nvPr/>
        </p:nvSpPr>
        <p:spPr bwMode="auto">
          <a:xfrm>
            <a:off x="2224112" y="2823209"/>
            <a:ext cx="1792176"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CONFIRMATION NUMERO</a:t>
            </a:r>
          </a:p>
          <a:p>
            <a:pPr algn="ctr" eaLnBrk="0" hangingPunct="0"/>
            <a:r>
              <a:rPr lang="fr-FR" sz="600"/>
              <a:t>Est résiliée.</a:t>
            </a:r>
          </a:p>
          <a:p>
            <a:pPr algn="ctr" eaLnBrk="0" hangingPunct="0"/>
            <a:r>
              <a:rPr lang="fr-FR" sz="600"/>
              <a:t>Pour confirmer que votre demande concerne ce numéro tapez</a:t>
            </a:r>
            <a:r>
              <a:rPr lang="fr-FR" sz="600" dirty="0"/>
              <a:t> </a:t>
            </a:r>
            <a:r>
              <a:rPr lang="fr-FR" sz="600"/>
              <a:t>7</a:t>
            </a:r>
          </a:p>
        </p:txBody>
      </p:sp>
      <p:sp>
        <p:nvSpPr>
          <p:cNvPr id="2197" name="AutoShape 52">
            <a:extLst>
              <a:ext uri="{FF2B5EF4-FFF2-40B4-BE49-F238E27FC236}">
                <a16:creationId xmlns:a16="http://schemas.microsoft.com/office/drawing/2014/main" id="{0C947FDC-508F-0A80-D8D3-1703A0080230}"/>
              </a:ext>
            </a:extLst>
          </p:cNvPr>
          <p:cNvSpPr>
            <a:spLocks noChangeArrowheads="1"/>
          </p:cNvSpPr>
          <p:nvPr/>
        </p:nvSpPr>
        <p:spPr bwMode="auto">
          <a:xfrm>
            <a:off x="2859394" y="3333928"/>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2198" name="AutoShape 17">
            <a:extLst>
              <a:ext uri="{FF2B5EF4-FFF2-40B4-BE49-F238E27FC236}">
                <a16:creationId xmlns:a16="http://schemas.microsoft.com/office/drawing/2014/main" id="{DA5E1FCC-0A74-A88F-6054-06CA49ABE9D8}"/>
              </a:ext>
            </a:extLst>
          </p:cNvPr>
          <p:cNvSpPr>
            <a:spLocks noChangeArrowheads="1"/>
          </p:cNvSpPr>
          <p:nvPr/>
        </p:nvSpPr>
        <p:spPr bwMode="auto">
          <a:xfrm>
            <a:off x="4539494" y="3651425"/>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dirty="0"/>
              <a:t>7</a:t>
            </a:r>
            <a:endParaRPr lang="fr-FR" sz="600"/>
          </a:p>
        </p:txBody>
      </p:sp>
      <p:cxnSp>
        <p:nvCxnSpPr>
          <p:cNvPr id="2200" name="Connecteur : en angle 2199">
            <a:extLst>
              <a:ext uri="{FF2B5EF4-FFF2-40B4-BE49-F238E27FC236}">
                <a16:creationId xmlns:a16="http://schemas.microsoft.com/office/drawing/2014/main" id="{D085727E-DBC6-E2A9-99BD-30634CF586CE}"/>
              </a:ext>
            </a:extLst>
          </p:cNvPr>
          <p:cNvCxnSpPr>
            <a:stCxn id="2197" idx="2"/>
            <a:endCxn id="2198" idx="6"/>
          </p:cNvCxnSpPr>
          <p:nvPr/>
        </p:nvCxnSpPr>
        <p:spPr bwMode="auto">
          <a:xfrm rot="16200000" flipH="1">
            <a:off x="3849861" y="2853842"/>
            <a:ext cx="68260" cy="152690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3" name="Connecteur droit 2202">
            <a:extLst>
              <a:ext uri="{FF2B5EF4-FFF2-40B4-BE49-F238E27FC236}">
                <a16:creationId xmlns:a16="http://schemas.microsoft.com/office/drawing/2014/main" id="{ED1525A7-63DF-4C9E-DBF1-6508E486A240}"/>
              </a:ext>
            </a:extLst>
          </p:cNvPr>
          <p:cNvCxnSpPr>
            <a:stCxn id="121" idx="2"/>
            <a:endCxn id="2196" idx="0"/>
          </p:cNvCxnSpPr>
          <p:nvPr/>
        </p:nvCxnSpPr>
        <p:spPr bwMode="auto">
          <a:xfrm flipH="1">
            <a:off x="3120200" y="2753267"/>
            <a:ext cx="10919" cy="699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6" name="Connecteur droit 2205">
            <a:extLst>
              <a:ext uri="{FF2B5EF4-FFF2-40B4-BE49-F238E27FC236}">
                <a16:creationId xmlns:a16="http://schemas.microsoft.com/office/drawing/2014/main" id="{0FB19FFA-C4C7-3370-6369-3F7BDECCEE58}"/>
              </a:ext>
            </a:extLst>
          </p:cNvPr>
          <p:cNvCxnSpPr>
            <a:stCxn id="2196" idx="2"/>
            <a:endCxn id="2197" idx="0"/>
          </p:cNvCxnSpPr>
          <p:nvPr/>
        </p:nvCxnSpPr>
        <p:spPr bwMode="auto">
          <a:xfrm>
            <a:off x="3120200" y="3284874"/>
            <a:ext cx="338" cy="490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5" name="Text Box 154">
            <a:extLst>
              <a:ext uri="{FF2B5EF4-FFF2-40B4-BE49-F238E27FC236}">
                <a16:creationId xmlns:a16="http://schemas.microsoft.com/office/drawing/2014/main" id="{EE0D0222-2AEF-DB58-E084-2B4F01B2BD53}"/>
              </a:ext>
            </a:extLst>
          </p:cNvPr>
          <p:cNvSpPr txBox="1">
            <a:spLocks noChangeArrowheads="1"/>
          </p:cNvSpPr>
          <p:nvPr/>
        </p:nvSpPr>
        <p:spPr bwMode="auto">
          <a:xfrm>
            <a:off x="2481474" y="1569581"/>
            <a:ext cx="380073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Si dans DEXTER aucune Ligne OFFRES ou paramètre date IRIS + flag IMPAYE SEARCH = false</a:t>
            </a:r>
          </a:p>
        </p:txBody>
      </p:sp>
      <p:sp>
        <p:nvSpPr>
          <p:cNvPr id="2217" name="Rectangle 99">
            <a:extLst>
              <a:ext uri="{FF2B5EF4-FFF2-40B4-BE49-F238E27FC236}">
                <a16:creationId xmlns:a16="http://schemas.microsoft.com/office/drawing/2014/main" id="{44054858-75BD-61A6-C88E-3730BEAA44A7}"/>
              </a:ext>
            </a:extLst>
          </p:cNvPr>
          <p:cNvSpPr>
            <a:spLocks noChangeArrowheads="1"/>
          </p:cNvSpPr>
          <p:nvPr/>
        </p:nvSpPr>
        <p:spPr bwMode="auto">
          <a:xfrm>
            <a:off x="1122862" y="3659430"/>
            <a:ext cx="1297389"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NUMERO</a:t>
            </a:r>
          </a:p>
          <a:p>
            <a:pPr algn="ctr" eaLnBrk="0" hangingPunct="0"/>
            <a:r>
              <a:rPr lang="fr-FR" sz="600"/>
              <a:t>Veuillez saisir la ligne concernée par votre demande</a:t>
            </a:r>
          </a:p>
        </p:txBody>
      </p:sp>
      <p:cxnSp>
        <p:nvCxnSpPr>
          <p:cNvPr id="2227" name="Connecteur : en angle 2226">
            <a:extLst>
              <a:ext uri="{FF2B5EF4-FFF2-40B4-BE49-F238E27FC236}">
                <a16:creationId xmlns:a16="http://schemas.microsoft.com/office/drawing/2014/main" id="{C80F3C0B-D77E-7090-5060-41AF39E10980}"/>
              </a:ext>
            </a:extLst>
          </p:cNvPr>
          <p:cNvCxnSpPr>
            <a:stCxn id="2197" idx="2"/>
            <a:endCxn id="2217" idx="0"/>
          </p:cNvCxnSpPr>
          <p:nvPr/>
        </p:nvCxnSpPr>
        <p:spPr bwMode="auto">
          <a:xfrm rot="5400000">
            <a:off x="2407916" y="2946807"/>
            <a:ext cx="76265" cy="134898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3" name="Connecteur droit avec flèche 2272">
            <a:extLst>
              <a:ext uri="{FF2B5EF4-FFF2-40B4-BE49-F238E27FC236}">
                <a16:creationId xmlns:a16="http://schemas.microsoft.com/office/drawing/2014/main" id="{4C846D5D-7F1C-CB6C-D385-B2D646B1EDDA}"/>
              </a:ext>
            </a:extLst>
          </p:cNvPr>
          <p:cNvCxnSpPr>
            <a:cxnSpLocks/>
            <a:stCxn id="2086" idx="1"/>
            <a:endCxn id="131" idx="3"/>
          </p:cNvCxnSpPr>
          <p:nvPr/>
        </p:nvCxnSpPr>
        <p:spPr bwMode="auto">
          <a:xfrm flipH="1" flipV="1">
            <a:off x="5781848" y="4791430"/>
            <a:ext cx="159377" cy="25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93" name="Text Box 154">
            <a:extLst>
              <a:ext uri="{FF2B5EF4-FFF2-40B4-BE49-F238E27FC236}">
                <a16:creationId xmlns:a16="http://schemas.microsoft.com/office/drawing/2014/main" id="{8639329C-C975-1751-882D-D30703B9B849}"/>
              </a:ext>
            </a:extLst>
          </p:cNvPr>
          <p:cNvSpPr txBox="1">
            <a:spLocks noChangeArrowheads="1"/>
          </p:cNvSpPr>
          <p:nvPr/>
        </p:nvSpPr>
        <p:spPr bwMode="auto">
          <a:xfrm>
            <a:off x="1768233" y="4390088"/>
            <a:ext cx="80696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Saisie ligne active</a:t>
            </a:r>
          </a:p>
        </p:txBody>
      </p:sp>
      <p:sp>
        <p:nvSpPr>
          <p:cNvPr id="2294" name="Text Box 154">
            <a:extLst>
              <a:ext uri="{FF2B5EF4-FFF2-40B4-BE49-F238E27FC236}">
                <a16:creationId xmlns:a16="http://schemas.microsoft.com/office/drawing/2014/main" id="{A5123F72-39A0-A3AA-1A3C-EE9079605C14}"/>
              </a:ext>
            </a:extLst>
          </p:cNvPr>
          <p:cNvSpPr txBox="1">
            <a:spLocks noChangeArrowheads="1"/>
          </p:cNvSpPr>
          <p:nvPr/>
        </p:nvSpPr>
        <p:spPr bwMode="auto">
          <a:xfrm>
            <a:off x="1943208" y="4041579"/>
            <a:ext cx="1644661"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Saisie même ligne ou autre ligne resiliée</a:t>
            </a:r>
          </a:p>
        </p:txBody>
      </p:sp>
      <p:sp>
        <p:nvSpPr>
          <p:cNvPr id="2296" name="Text Box 154">
            <a:extLst>
              <a:ext uri="{FF2B5EF4-FFF2-40B4-BE49-F238E27FC236}">
                <a16:creationId xmlns:a16="http://schemas.microsoft.com/office/drawing/2014/main" id="{446E7D98-B71D-5BC8-328D-66B61904CEC5}"/>
              </a:ext>
            </a:extLst>
          </p:cNvPr>
          <p:cNvSpPr txBox="1">
            <a:spLocks noChangeArrowheads="1"/>
          </p:cNvSpPr>
          <p:nvPr/>
        </p:nvSpPr>
        <p:spPr bwMode="auto">
          <a:xfrm>
            <a:off x="759624" y="4079755"/>
            <a:ext cx="102806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Pas de saisie de ligne</a:t>
            </a:r>
          </a:p>
        </p:txBody>
      </p:sp>
      <p:sp>
        <p:nvSpPr>
          <p:cNvPr id="2357" name="AutoShape 17">
            <a:extLst>
              <a:ext uri="{FF2B5EF4-FFF2-40B4-BE49-F238E27FC236}">
                <a16:creationId xmlns:a16="http://schemas.microsoft.com/office/drawing/2014/main" id="{9359FB44-E759-F10B-66E4-4FA926556D32}"/>
              </a:ext>
            </a:extLst>
          </p:cNvPr>
          <p:cNvSpPr>
            <a:spLocks noChangeArrowheads="1"/>
          </p:cNvSpPr>
          <p:nvPr/>
        </p:nvSpPr>
        <p:spPr bwMode="auto">
          <a:xfrm>
            <a:off x="3888701" y="5558520"/>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2358" name="AutoShape 17">
            <a:extLst>
              <a:ext uri="{FF2B5EF4-FFF2-40B4-BE49-F238E27FC236}">
                <a16:creationId xmlns:a16="http://schemas.microsoft.com/office/drawing/2014/main" id="{48DBD084-0817-A848-A6EB-BF4AD0C306EA}"/>
              </a:ext>
            </a:extLst>
          </p:cNvPr>
          <p:cNvSpPr>
            <a:spLocks noChangeArrowheads="1"/>
          </p:cNvSpPr>
          <p:nvPr/>
        </p:nvSpPr>
        <p:spPr bwMode="auto">
          <a:xfrm>
            <a:off x="5461149" y="5548576"/>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2359" name="AutoShape 10">
            <a:extLst>
              <a:ext uri="{FF2B5EF4-FFF2-40B4-BE49-F238E27FC236}">
                <a16:creationId xmlns:a16="http://schemas.microsoft.com/office/drawing/2014/main" id="{71EB6337-6249-48A3-7CEB-9F20C2036C62}"/>
              </a:ext>
            </a:extLst>
          </p:cNvPr>
          <p:cNvCxnSpPr>
            <a:cxnSpLocks noChangeShapeType="1"/>
            <a:stCxn id="137" idx="2"/>
            <a:endCxn id="2357" idx="6"/>
          </p:cNvCxnSpPr>
          <p:nvPr/>
        </p:nvCxnSpPr>
        <p:spPr bwMode="auto">
          <a:xfrm rot="5400000">
            <a:off x="4218354" y="5111879"/>
            <a:ext cx="224939" cy="66834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0" name="AutoShape 10">
            <a:extLst>
              <a:ext uri="{FF2B5EF4-FFF2-40B4-BE49-F238E27FC236}">
                <a16:creationId xmlns:a16="http://schemas.microsoft.com/office/drawing/2014/main" id="{865C0A8F-6154-050C-AFF4-FEBEEEE394BB}"/>
              </a:ext>
            </a:extLst>
          </p:cNvPr>
          <p:cNvCxnSpPr>
            <a:cxnSpLocks noChangeShapeType="1"/>
            <a:stCxn id="137" idx="2"/>
            <a:endCxn id="2358" idx="6"/>
          </p:cNvCxnSpPr>
          <p:nvPr/>
        </p:nvCxnSpPr>
        <p:spPr bwMode="auto">
          <a:xfrm rot="16200000" flipH="1">
            <a:off x="5009549" y="4989025"/>
            <a:ext cx="214995" cy="90410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1" name="Connecteur droit 2360">
            <a:extLst>
              <a:ext uri="{FF2B5EF4-FFF2-40B4-BE49-F238E27FC236}">
                <a16:creationId xmlns:a16="http://schemas.microsoft.com/office/drawing/2014/main" id="{EE68F147-1DA3-BA22-A604-97FD2EE9221A}"/>
              </a:ext>
            </a:extLst>
          </p:cNvPr>
          <p:cNvCxnSpPr>
            <a:cxnSpLocks/>
            <a:stCxn id="2357" idx="2"/>
            <a:endCxn id="2362" idx="0"/>
          </p:cNvCxnSpPr>
          <p:nvPr/>
        </p:nvCxnSpPr>
        <p:spPr bwMode="auto">
          <a:xfrm>
            <a:off x="3996651" y="5734733"/>
            <a:ext cx="0" cy="662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62" name="AutoShape 31">
            <a:hlinkClick r:id="" action="ppaction://noaction"/>
            <a:extLst>
              <a:ext uri="{FF2B5EF4-FFF2-40B4-BE49-F238E27FC236}">
                <a16:creationId xmlns:a16="http://schemas.microsoft.com/office/drawing/2014/main" id="{EECFB8F4-62D3-C5E7-DAB5-A004A6F2BAF9}"/>
              </a:ext>
            </a:extLst>
          </p:cNvPr>
          <p:cNvSpPr>
            <a:spLocks noChangeArrowheads="1"/>
          </p:cNvSpPr>
          <p:nvPr/>
        </p:nvSpPr>
        <p:spPr bwMode="auto">
          <a:xfrm>
            <a:off x="3493811" y="5801005"/>
            <a:ext cx="1005680"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FIXE_RESILIE_PCB</a:t>
            </a:r>
          </a:p>
        </p:txBody>
      </p:sp>
      <p:cxnSp>
        <p:nvCxnSpPr>
          <p:cNvPr id="2363" name="Connecteur droit 2362">
            <a:extLst>
              <a:ext uri="{FF2B5EF4-FFF2-40B4-BE49-F238E27FC236}">
                <a16:creationId xmlns:a16="http://schemas.microsoft.com/office/drawing/2014/main" id="{8116AD9B-8AF8-8603-EFC2-0B1B518C86AF}"/>
              </a:ext>
            </a:extLst>
          </p:cNvPr>
          <p:cNvCxnSpPr>
            <a:cxnSpLocks/>
            <a:stCxn id="2358" idx="2"/>
            <a:endCxn id="2364" idx="0"/>
          </p:cNvCxnSpPr>
          <p:nvPr/>
        </p:nvCxnSpPr>
        <p:spPr bwMode="auto">
          <a:xfrm>
            <a:off x="5569099" y="5724789"/>
            <a:ext cx="0" cy="244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64" name="AutoShape 14">
            <a:extLst>
              <a:ext uri="{FF2B5EF4-FFF2-40B4-BE49-F238E27FC236}">
                <a16:creationId xmlns:a16="http://schemas.microsoft.com/office/drawing/2014/main" id="{5D1A92A3-3CFC-EE23-537E-69A75F344CFF}"/>
              </a:ext>
            </a:extLst>
          </p:cNvPr>
          <p:cNvSpPr>
            <a:spLocks noChangeArrowheads="1"/>
          </p:cNvSpPr>
          <p:nvPr/>
        </p:nvSpPr>
        <p:spPr bwMode="auto">
          <a:xfrm>
            <a:off x="5039284" y="5749243"/>
            <a:ext cx="1059630"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00202_RESILIE_AUTRE</a:t>
            </a:r>
          </a:p>
        </p:txBody>
      </p:sp>
      <p:sp>
        <p:nvSpPr>
          <p:cNvPr id="2365" name="AutoShape 73">
            <a:extLst>
              <a:ext uri="{FF2B5EF4-FFF2-40B4-BE49-F238E27FC236}">
                <a16:creationId xmlns:a16="http://schemas.microsoft.com/office/drawing/2014/main" id="{5F373BCA-27D5-B79E-C774-7472B6DBE83D}"/>
              </a:ext>
            </a:extLst>
          </p:cNvPr>
          <p:cNvSpPr>
            <a:spLocks noChangeArrowheads="1"/>
          </p:cNvSpPr>
          <p:nvPr/>
        </p:nvSpPr>
        <p:spPr bwMode="auto">
          <a:xfrm>
            <a:off x="5133478" y="600908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2366" name="AutoShape 14">
            <a:extLst>
              <a:ext uri="{FF2B5EF4-FFF2-40B4-BE49-F238E27FC236}">
                <a16:creationId xmlns:a16="http://schemas.microsoft.com/office/drawing/2014/main" id="{C6FF145C-52CA-7AE3-6753-3F2CDE30A4F6}"/>
              </a:ext>
            </a:extLst>
          </p:cNvPr>
          <p:cNvSpPr>
            <a:spLocks noChangeArrowheads="1"/>
          </p:cNvSpPr>
          <p:nvPr/>
        </p:nvSpPr>
        <p:spPr bwMode="auto">
          <a:xfrm>
            <a:off x="4602750" y="6323051"/>
            <a:ext cx="901546" cy="1827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dirty="0"/>
              <a:t>00202_RESILIE_HNO_COM</a:t>
            </a:r>
          </a:p>
        </p:txBody>
      </p:sp>
      <p:sp>
        <p:nvSpPr>
          <p:cNvPr id="2368" name="AutoShape 11">
            <a:hlinkClick r:id="rId5" action="ppaction://hlinksldjump"/>
            <a:extLst>
              <a:ext uri="{FF2B5EF4-FFF2-40B4-BE49-F238E27FC236}">
                <a16:creationId xmlns:a16="http://schemas.microsoft.com/office/drawing/2014/main" id="{4937FF36-436B-AC81-88D1-430966741621}"/>
              </a:ext>
            </a:extLst>
          </p:cNvPr>
          <p:cNvSpPr>
            <a:spLocks noChangeArrowheads="1"/>
          </p:cNvSpPr>
          <p:nvPr/>
        </p:nvSpPr>
        <p:spPr bwMode="auto">
          <a:xfrm rot="10800000">
            <a:off x="4684864" y="6606066"/>
            <a:ext cx="784238" cy="234338"/>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cxnSp>
        <p:nvCxnSpPr>
          <p:cNvPr id="2369" name="Connecteur en angle 112">
            <a:extLst>
              <a:ext uri="{FF2B5EF4-FFF2-40B4-BE49-F238E27FC236}">
                <a16:creationId xmlns:a16="http://schemas.microsoft.com/office/drawing/2014/main" id="{8E32A9CE-75DD-38E4-93EE-AEC1D710A125}"/>
              </a:ext>
            </a:extLst>
          </p:cNvPr>
          <p:cNvCxnSpPr>
            <a:cxnSpLocks/>
            <a:stCxn id="2365" idx="1"/>
            <a:endCxn id="2366" idx="0"/>
          </p:cNvCxnSpPr>
          <p:nvPr/>
        </p:nvCxnSpPr>
        <p:spPr bwMode="auto">
          <a:xfrm rot="10800000" flipV="1">
            <a:off x="5053524" y="6200895"/>
            <a:ext cx="79955" cy="12215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2" name="Connecteur droit 2371">
            <a:extLst>
              <a:ext uri="{FF2B5EF4-FFF2-40B4-BE49-F238E27FC236}">
                <a16:creationId xmlns:a16="http://schemas.microsoft.com/office/drawing/2014/main" id="{23FE755B-31A1-FCE6-76D2-7799BF29ED75}"/>
              </a:ext>
            </a:extLst>
          </p:cNvPr>
          <p:cNvCxnSpPr>
            <a:stCxn id="2362" idx="2"/>
            <a:endCxn id="2373" idx="2"/>
          </p:cNvCxnSpPr>
          <p:nvPr/>
        </p:nvCxnSpPr>
        <p:spPr bwMode="auto">
          <a:xfrm>
            <a:off x="3996651" y="5990147"/>
            <a:ext cx="0" cy="82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3" name="AutoShape 10">
            <a:extLst>
              <a:ext uri="{FF2B5EF4-FFF2-40B4-BE49-F238E27FC236}">
                <a16:creationId xmlns:a16="http://schemas.microsoft.com/office/drawing/2014/main" id="{9B356A6F-C842-A22E-74FA-85CB154A9189}"/>
              </a:ext>
            </a:extLst>
          </p:cNvPr>
          <p:cNvSpPr>
            <a:spLocks noChangeArrowheads="1"/>
          </p:cNvSpPr>
          <p:nvPr/>
        </p:nvSpPr>
        <p:spPr bwMode="auto">
          <a:xfrm rot="10800000">
            <a:off x="3456651" y="6072765"/>
            <a:ext cx="1080000" cy="360000"/>
          </a:xfrm>
          <a:prstGeom prst="upArrowCallout">
            <a:avLst>
              <a:gd name="adj1" fmla="val 40900"/>
              <a:gd name="adj2" fmla="val 4090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chemeClr val="bg1"/>
                </a:solidFill>
                <a:ea typeface="ＭＳ Ｐゴシック" charset="0"/>
              </a:rPr>
              <a:t>SVI PAIEMENT</a:t>
            </a:r>
          </a:p>
        </p:txBody>
      </p:sp>
      <p:sp>
        <p:nvSpPr>
          <p:cNvPr id="2376" name="ZoneTexte 2375">
            <a:extLst>
              <a:ext uri="{FF2B5EF4-FFF2-40B4-BE49-F238E27FC236}">
                <a16:creationId xmlns:a16="http://schemas.microsoft.com/office/drawing/2014/main" id="{25FC6B24-D4EB-2B52-DB82-328780DB6022}"/>
              </a:ext>
            </a:extLst>
          </p:cNvPr>
          <p:cNvSpPr txBox="1"/>
          <p:nvPr/>
        </p:nvSpPr>
        <p:spPr>
          <a:xfrm>
            <a:off x="5806385" y="5942706"/>
            <a:ext cx="340342" cy="215444"/>
          </a:xfrm>
          <a:prstGeom prst="rect">
            <a:avLst/>
          </a:prstGeom>
          <a:noFill/>
        </p:spPr>
        <p:txBody>
          <a:bodyPr wrap="square" rtlCol="0">
            <a:spAutoFit/>
          </a:bodyPr>
          <a:lstStyle/>
          <a:p>
            <a:r>
              <a:rPr lang="fr-FR" sz="800"/>
              <a:t>HO</a:t>
            </a:r>
          </a:p>
        </p:txBody>
      </p:sp>
      <p:sp>
        <p:nvSpPr>
          <p:cNvPr id="2377" name="ZoneTexte 2376">
            <a:extLst>
              <a:ext uri="{FF2B5EF4-FFF2-40B4-BE49-F238E27FC236}">
                <a16:creationId xmlns:a16="http://schemas.microsoft.com/office/drawing/2014/main" id="{98F2B99F-1825-D1FA-E006-B83AA655AE7E}"/>
              </a:ext>
            </a:extLst>
          </p:cNvPr>
          <p:cNvSpPr txBox="1"/>
          <p:nvPr/>
        </p:nvSpPr>
        <p:spPr>
          <a:xfrm>
            <a:off x="4894977" y="5979973"/>
            <a:ext cx="457671" cy="215444"/>
          </a:xfrm>
          <a:prstGeom prst="rect">
            <a:avLst/>
          </a:prstGeom>
          <a:noFill/>
        </p:spPr>
        <p:txBody>
          <a:bodyPr wrap="square" rtlCol="0">
            <a:spAutoFit/>
          </a:bodyPr>
          <a:lstStyle/>
          <a:p>
            <a:r>
              <a:rPr lang="fr-FR" sz="800"/>
              <a:t>HNO</a:t>
            </a:r>
          </a:p>
        </p:txBody>
      </p:sp>
      <p:cxnSp>
        <p:nvCxnSpPr>
          <p:cNvPr id="2389" name="Connecteur : en angle 2388">
            <a:extLst>
              <a:ext uri="{FF2B5EF4-FFF2-40B4-BE49-F238E27FC236}">
                <a16:creationId xmlns:a16="http://schemas.microsoft.com/office/drawing/2014/main" id="{E24B7AB3-1A1F-DDC0-49DB-16766818AE23}"/>
              </a:ext>
            </a:extLst>
          </p:cNvPr>
          <p:cNvCxnSpPr>
            <a:stCxn id="137" idx="3"/>
            <a:endCxn id="2085" idx="5"/>
          </p:cNvCxnSpPr>
          <p:nvPr/>
        </p:nvCxnSpPr>
        <p:spPr bwMode="auto">
          <a:xfrm>
            <a:off x="4926137" y="5208963"/>
            <a:ext cx="2417354" cy="12213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2" name="AutoShape 14">
            <a:extLst>
              <a:ext uri="{FF2B5EF4-FFF2-40B4-BE49-F238E27FC236}">
                <a16:creationId xmlns:a16="http://schemas.microsoft.com/office/drawing/2014/main" id="{D4402336-525F-77C1-8C3C-6DB87837480C}"/>
              </a:ext>
            </a:extLst>
          </p:cNvPr>
          <p:cNvSpPr>
            <a:spLocks noChangeArrowheads="1"/>
          </p:cNvSpPr>
          <p:nvPr/>
        </p:nvSpPr>
        <p:spPr bwMode="auto">
          <a:xfrm>
            <a:off x="6954031" y="6297750"/>
            <a:ext cx="1030270"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00202_RESILIE_HO_COM</a:t>
            </a:r>
          </a:p>
        </p:txBody>
      </p:sp>
      <p:sp>
        <p:nvSpPr>
          <p:cNvPr id="2423" name="AutoShape 31">
            <a:hlinkClick r:id="" action="ppaction://noaction"/>
            <a:extLst>
              <a:ext uri="{FF2B5EF4-FFF2-40B4-BE49-F238E27FC236}">
                <a16:creationId xmlns:a16="http://schemas.microsoft.com/office/drawing/2014/main" id="{251C2022-53F1-EF22-942A-771C9294667A}"/>
              </a:ext>
            </a:extLst>
          </p:cNvPr>
          <p:cNvSpPr>
            <a:spLocks noChangeArrowheads="1"/>
          </p:cNvSpPr>
          <p:nvPr/>
        </p:nvSpPr>
        <p:spPr bwMode="auto">
          <a:xfrm>
            <a:off x="6212802" y="6117023"/>
            <a:ext cx="905424"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dirty="0">
                <a:solidFill>
                  <a:srgbClr val="D31E05"/>
                </a:solidFill>
              </a:rPr>
              <a:t>FIXE_RESILIE_AUTRE</a:t>
            </a:r>
          </a:p>
        </p:txBody>
      </p:sp>
      <p:sp>
        <p:nvSpPr>
          <p:cNvPr id="2424" name="AutoShape 143">
            <a:extLst>
              <a:ext uri="{FF2B5EF4-FFF2-40B4-BE49-F238E27FC236}">
                <a16:creationId xmlns:a16="http://schemas.microsoft.com/office/drawing/2014/main" id="{732326A6-2705-BBF6-B76E-CDAF738FA19C}"/>
              </a:ext>
            </a:extLst>
          </p:cNvPr>
          <p:cNvSpPr>
            <a:spLocks noChangeArrowheads="1"/>
          </p:cNvSpPr>
          <p:nvPr/>
        </p:nvSpPr>
        <p:spPr bwMode="auto">
          <a:xfrm>
            <a:off x="6954031" y="6539340"/>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a:solidFill>
                <a:srgbClr val="2C842C"/>
              </a:solidFill>
            </a:endParaRPr>
          </a:p>
          <a:p>
            <a:pPr algn="ctr" eaLnBrk="0" hangingPunct="0"/>
            <a:r>
              <a:rPr lang="fr-FR" sz="600"/>
              <a:t>RESILIE_AUTRE</a:t>
            </a:r>
            <a:endParaRPr lang="fr-FR" sz="600" b="1">
              <a:solidFill>
                <a:srgbClr val="2C842C"/>
              </a:solidFill>
            </a:endParaRPr>
          </a:p>
        </p:txBody>
      </p:sp>
      <p:cxnSp>
        <p:nvCxnSpPr>
          <p:cNvPr id="2430" name="Connecteur droit avec flèche 2429">
            <a:extLst>
              <a:ext uri="{FF2B5EF4-FFF2-40B4-BE49-F238E27FC236}">
                <a16:creationId xmlns:a16="http://schemas.microsoft.com/office/drawing/2014/main" id="{AC0249AB-D1B4-0073-53D3-7CA2DA5D4B7D}"/>
              </a:ext>
            </a:extLst>
          </p:cNvPr>
          <p:cNvCxnSpPr>
            <a:cxnSpLocks/>
            <a:stCxn id="2366" idx="2"/>
            <a:endCxn id="2368" idx="2"/>
          </p:cNvCxnSpPr>
          <p:nvPr/>
        </p:nvCxnSpPr>
        <p:spPr bwMode="auto">
          <a:xfrm>
            <a:off x="5053523" y="6505760"/>
            <a:ext cx="23460" cy="10030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0" name="Connecteur droit 2439">
            <a:extLst>
              <a:ext uri="{FF2B5EF4-FFF2-40B4-BE49-F238E27FC236}">
                <a16:creationId xmlns:a16="http://schemas.microsoft.com/office/drawing/2014/main" id="{58D8A35B-9B0D-A4B1-8703-EB0991FDEC88}"/>
              </a:ext>
            </a:extLst>
          </p:cNvPr>
          <p:cNvCxnSpPr>
            <a:cxnSpLocks/>
            <a:stCxn id="2365" idx="3"/>
            <a:endCxn id="2423" idx="1"/>
          </p:cNvCxnSpPr>
          <p:nvPr/>
        </p:nvCxnSpPr>
        <p:spPr bwMode="auto">
          <a:xfrm>
            <a:off x="6011975" y="6200895"/>
            <a:ext cx="200827"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0" name="AutoShape 73">
            <a:extLst>
              <a:ext uri="{FF2B5EF4-FFF2-40B4-BE49-F238E27FC236}">
                <a16:creationId xmlns:a16="http://schemas.microsoft.com/office/drawing/2014/main" id="{762E6EA2-4C24-E377-2EA3-5E93CA86E638}"/>
              </a:ext>
            </a:extLst>
          </p:cNvPr>
          <p:cNvSpPr>
            <a:spLocks noChangeArrowheads="1"/>
          </p:cNvSpPr>
          <p:nvPr/>
        </p:nvSpPr>
        <p:spPr bwMode="auto">
          <a:xfrm>
            <a:off x="4354597" y="3866828"/>
            <a:ext cx="576148" cy="257511"/>
          </a:xfrm>
          <a:prstGeom prst="flowChartDecision">
            <a:avLst/>
          </a:prstGeom>
          <a:gradFill flip="none" rotWithShape="1">
            <a:gsLst>
              <a:gs pos="0">
                <a:srgbClr val="CCFFFF">
                  <a:shade val="30000"/>
                  <a:satMod val="115000"/>
                  <a:lumMod val="52000"/>
                  <a:lumOff val="48000"/>
                </a:srgbClr>
              </a:gs>
              <a:gs pos="18000">
                <a:srgbClr val="CCFFFF">
                  <a:shade val="67500"/>
                  <a:satMod val="115000"/>
                </a:srgbClr>
              </a:gs>
              <a:gs pos="100000">
                <a:srgbClr val="CCFFFF">
                  <a:shade val="100000"/>
                  <a:satMod val="115000"/>
                </a:srgb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SEARCH</a:t>
            </a:r>
          </a:p>
        </p:txBody>
      </p:sp>
      <p:cxnSp>
        <p:nvCxnSpPr>
          <p:cNvPr id="2452" name="Connecteur droit 2451">
            <a:extLst>
              <a:ext uri="{FF2B5EF4-FFF2-40B4-BE49-F238E27FC236}">
                <a16:creationId xmlns:a16="http://schemas.microsoft.com/office/drawing/2014/main" id="{2D904CCC-6063-FAD3-6A71-D5B43731873B}"/>
              </a:ext>
            </a:extLst>
          </p:cNvPr>
          <p:cNvCxnSpPr>
            <a:stCxn id="2198" idx="2"/>
            <a:endCxn id="2450" idx="0"/>
          </p:cNvCxnSpPr>
          <p:nvPr/>
        </p:nvCxnSpPr>
        <p:spPr bwMode="auto">
          <a:xfrm flipH="1">
            <a:off x="4642671" y="3827638"/>
            <a:ext cx="4773" cy="391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8" name="Connecteur droit 2457">
            <a:extLst>
              <a:ext uri="{FF2B5EF4-FFF2-40B4-BE49-F238E27FC236}">
                <a16:creationId xmlns:a16="http://schemas.microsoft.com/office/drawing/2014/main" id="{6F003D18-7578-94CC-1F02-591720D84EED}"/>
              </a:ext>
            </a:extLst>
          </p:cNvPr>
          <p:cNvCxnSpPr>
            <a:stCxn id="2450" idx="2"/>
            <a:endCxn id="30" idx="0"/>
          </p:cNvCxnSpPr>
          <p:nvPr/>
        </p:nvCxnSpPr>
        <p:spPr bwMode="auto">
          <a:xfrm>
            <a:off x="4642671" y="4124339"/>
            <a:ext cx="9517" cy="909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9" name="Text Box 154">
            <a:extLst>
              <a:ext uri="{FF2B5EF4-FFF2-40B4-BE49-F238E27FC236}">
                <a16:creationId xmlns:a16="http://schemas.microsoft.com/office/drawing/2014/main" id="{DC1F706E-AEAD-1B98-FC73-2CC8F6FDC867}"/>
              </a:ext>
            </a:extLst>
          </p:cNvPr>
          <p:cNvSpPr txBox="1">
            <a:spLocks noChangeArrowheads="1"/>
          </p:cNvSpPr>
          <p:nvPr/>
        </p:nvSpPr>
        <p:spPr bwMode="auto">
          <a:xfrm>
            <a:off x="4778716" y="3733320"/>
            <a:ext cx="119784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dirty="0"/>
              <a:t>Flag IMPAYE = false</a:t>
            </a:r>
          </a:p>
        </p:txBody>
      </p:sp>
      <p:sp>
        <p:nvSpPr>
          <p:cNvPr id="2460" name="AutoShape 31">
            <a:hlinkClick r:id="" action="ppaction://noaction"/>
            <a:extLst>
              <a:ext uri="{FF2B5EF4-FFF2-40B4-BE49-F238E27FC236}">
                <a16:creationId xmlns:a16="http://schemas.microsoft.com/office/drawing/2014/main" id="{E35D41CA-AE07-CF31-8901-28DE56B07D7C}"/>
              </a:ext>
            </a:extLst>
          </p:cNvPr>
          <p:cNvSpPr>
            <a:spLocks noChangeArrowheads="1"/>
          </p:cNvSpPr>
          <p:nvPr/>
        </p:nvSpPr>
        <p:spPr bwMode="auto">
          <a:xfrm>
            <a:off x="6188927" y="3904284"/>
            <a:ext cx="1066879"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dirty="0">
                <a:solidFill>
                  <a:srgbClr val="D31E05"/>
                </a:solidFill>
              </a:rPr>
              <a:t>FIXE_RESILIE_PAS_IMPAYE</a:t>
            </a:r>
          </a:p>
        </p:txBody>
      </p:sp>
      <p:sp>
        <p:nvSpPr>
          <p:cNvPr id="2461" name="AutoShape 143">
            <a:extLst>
              <a:ext uri="{FF2B5EF4-FFF2-40B4-BE49-F238E27FC236}">
                <a16:creationId xmlns:a16="http://schemas.microsoft.com/office/drawing/2014/main" id="{2874448A-E5A4-D90F-67D0-8B612EAFC467}"/>
              </a:ext>
            </a:extLst>
          </p:cNvPr>
          <p:cNvSpPr>
            <a:spLocks noChangeArrowheads="1"/>
          </p:cNvSpPr>
          <p:nvPr/>
        </p:nvSpPr>
        <p:spPr bwMode="auto">
          <a:xfrm>
            <a:off x="7472827" y="3844096"/>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a:solidFill>
                <a:srgbClr val="2C842C"/>
              </a:solidFill>
            </a:endParaRPr>
          </a:p>
          <a:p>
            <a:pPr algn="ctr" eaLnBrk="0" hangingPunct="0"/>
            <a:r>
              <a:rPr lang="fr-FR" sz="600"/>
              <a:t>RESILIE_AUTRE</a:t>
            </a:r>
            <a:endParaRPr lang="fr-FR" sz="600" b="1">
              <a:solidFill>
                <a:srgbClr val="2C842C"/>
              </a:solidFill>
            </a:endParaRPr>
          </a:p>
        </p:txBody>
      </p:sp>
      <p:sp>
        <p:nvSpPr>
          <p:cNvPr id="2462" name="AutoShape 14">
            <a:extLst>
              <a:ext uri="{FF2B5EF4-FFF2-40B4-BE49-F238E27FC236}">
                <a16:creationId xmlns:a16="http://schemas.microsoft.com/office/drawing/2014/main" id="{C27BC4AE-A3F4-7DB4-15B4-8FEC7AAD20E4}"/>
              </a:ext>
            </a:extLst>
          </p:cNvPr>
          <p:cNvSpPr>
            <a:spLocks noChangeArrowheads="1"/>
          </p:cNvSpPr>
          <p:nvPr/>
        </p:nvSpPr>
        <p:spPr bwMode="auto">
          <a:xfrm>
            <a:off x="5031773" y="3910710"/>
            <a:ext cx="1059630"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00202_RESILIE_PAS_IMPAYE</a:t>
            </a:r>
          </a:p>
        </p:txBody>
      </p:sp>
      <p:cxnSp>
        <p:nvCxnSpPr>
          <p:cNvPr id="2464" name="Connecteur droit 2463">
            <a:extLst>
              <a:ext uri="{FF2B5EF4-FFF2-40B4-BE49-F238E27FC236}">
                <a16:creationId xmlns:a16="http://schemas.microsoft.com/office/drawing/2014/main" id="{E83F29E0-A0C8-7C39-4938-1B206B2D4299}"/>
              </a:ext>
            </a:extLst>
          </p:cNvPr>
          <p:cNvCxnSpPr>
            <a:stCxn id="2450" idx="3"/>
            <a:endCxn id="2462" idx="1"/>
          </p:cNvCxnSpPr>
          <p:nvPr/>
        </p:nvCxnSpPr>
        <p:spPr bwMode="auto">
          <a:xfrm>
            <a:off x="4930745" y="3995584"/>
            <a:ext cx="101028" cy="31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6" name="Connecteur droit 2465">
            <a:extLst>
              <a:ext uri="{FF2B5EF4-FFF2-40B4-BE49-F238E27FC236}">
                <a16:creationId xmlns:a16="http://schemas.microsoft.com/office/drawing/2014/main" id="{55430B9D-64DF-82D9-31C1-DD5482BDB39D}"/>
              </a:ext>
            </a:extLst>
          </p:cNvPr>
          <p:cNvCxnSpPr>
            <a:stCxn id="2462" idx="3"/>
            <a:endCxn id="2460" idx="1"/>
          </p:cNvCxnSpPr>
          <p:nvPr/>
        </p:nvCxnSpPr>
        <p:spPr bwMode="auto">
          <a:xfrm flipV="1">
            <a:off x="6091403" y="3988156"/>
            <a:ext cx="97524" cy="105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1" name="Connecteur droit avec flèche 2470">
            <a:extLst>
              <a:ext uri="{FF2B5EF4-FFF2-40B4-BE49-F238E27FC236}">
                <a16:creationId xmlns:a16="http://schemas.microsoft.com/office/drawing/2014/main" id="{1CEAEDBB-1E1B-EC9F-A08C-F09248EAB521}"/>
              </a:ext>
            </a:extLst>
          </p:cNvPr>
          <p:cNvCxnSpPr>
            <a:stCxn id="2460" idx="3"/>
            <a:endCxn id="2461" idx="1"/>
          </p:cNvCxnSpPr>
          <p:nvPr/>
        </p:nvCxnSpPr>
        <p:spPr bwMode="auto">
          <a:xfrm flipV="1">
            <a:off x="7255806" y="3985907"/>
            <a:ext cx="217021" cy="22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9" name="Connecteur : en angle 2478">
            <a:extLst>
              <a:ext uri="{FF2B5EF4-FFF2-40B4-BE49-F238E27FC236}">
                <a16:creationId xmlns:a16="http://schemas.microsoft.com/office/drawing/2014/main" id="{B842027A-5B81-73AF-B8CB-651D4AE7169D}"/>
              </a:ext>
            </a:extLst>
          </p:cNvPr>
          <p:cNvCxnSpPr>
            <a:cxnSpLocks/>
            <a:stCxn id="2423" idx="3"/>
            <a:endCxn id="2422" idx="0"/>
          </p:cNvCxnSpPr>
          <p:nvPr/>
        </p:nvCxnSpPr>
        <p:spPr bwMode="auto">
          <a:xfrm>
            <a:off x="7118226" y="6200895"/>
            <a:ext cx="350940" cy="9685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5" name="Connecteur droit avec flèche 2484">
            <a:extLst>
              <a:ext uri="{FF2B5EF4-FFF2-40B4-BE49-F238E27FC236}">
                <a16:creationId xmlns:a16="http://schemas.microsoft.com/office/drawing/2014/main" id="{56E42E92-81CF-07A2-00B3-3901D715DF9F}"/>
              </a:ext>
            </a:extLst>
          </p:cNvPr>
          <p:cNvCxnSpPr>
            <a:stCxn id="2422" idx="2"/>
            <a:endCxn id="2424" idx="0"/>
          </p:cNvCxnSpPr>
          <p:nvPr/>
        </p:nvCxnSpPr>
        <p:spPr bwMode="auto">
          <a:xfrm>
            <a:off x="7469166" y="6445348"/>
            <a:ext cx="11395" cy="939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8" name="Connecteur droit 2547">
            <a:extLst>
              <a:ext uri="{FF2B5EF4-FFF2-40B4-BE49-F238E27FC236}">
                <a16:creationId xmlns:a16="http://schemas.microsoft.com/office/drawing/2014/main" id="{EC8113C7-78CE-5E2C-C0DE-FE3964672E56}"/>
              </a:ext>
            </a:extLst>
          </p:cNvPr>
          <p:cNvCxnSpPr>
            <a:stCxn id="2364" idx="2"/>
            <a:endCxn id="2365" idx="0"/>
          </p:cNvCxnSpPr>
          <p:nvPr/>
        </p:nvCxnSpPr>
        <p:spPr bwMode="auto">
          <a:xfrm>
            <a:off x="5569099" y="5925256"/>
            <a:ext cx="3628" cy="838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52" name="Text Box 154">
            <a:extLst>
              <a:ext uri="{FF2B5EF4-FFF2-40B4-BE49-F238E27FC236}">
                <a16:creationId xmlns:a16="http://schemas.microsoft.com/office/drawing/2014/main" id="{CBF587C0-2673-30DB-B8F7-B73A76D4F496}"/>
              </a:ext>
            </a:extLst>
          </p:cNvPr>
          <p:cNvSpPr txBox="1">
            <a:spLocks noChangeArrowheads="1"/>
          </p:cNvSpPr>
          <p:nvPr/>
        </p:nvSpPr>
        <p:spPr bwMode="auto">
          <a:xfrm>
            <a:off x="3841444" y="4075894"/>
            <a:ext cx="119784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dirty="0"/>
              <a:t>Flag IMPAYE = </a:t>
            </a:r>
            <a:r>
              <a:rPr lang="fr-FR" altLang="fr-FR" sz="600" b="0" dirty="0" err="1"/>
              <a:t>true</a:t>
            </a:r>
            <a:endParaRPr lang="fr-FR" altLang="fr-FR" sz="600" b="0" dirty="0"/>
          </a:p>
        </p:txBody>
      </p:sp>
      <p:cxnSp>
        <p:nvCxnSpPr>
          <p:cNvPr id="2560" name="Connecteur droit 2559">
            <a:extLst>
              <a:ext uri="{FF2B5EF4-FFF2-40B4-BE49-F238E27FC236}">
                <a16:creationId xmlns:a16="http://schemas.microsoft.com/office/drawing/2014/main" id="{98504FB5-2FD8-3CAB-BF06-CDDA3C315997}"/>
              </a:ext>
            </a:extLst>
          </p:cNvPr>
          <p:cNvCxnSpPr>
            <a:stCxn id="2217" idx="2"/>
            <a:endCxn id="2127" idx="0"/>
          </p:cNvCxnSpPr>
          <p:nvPr/>
        </p:nvCxnSpPr>
        <p:spPr bwMode="auto">
          <a:xfrm flipH="1">
            <a:off x="1771556" y="4028762"/>
            <a:ext cx="1" cy="59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5" name="AutoShape 14">
            <a:extLst>
              <a:ext uri="{FF2B5EF4-FFF2-40B4-BE49-F238E27FC236}">
                <a16:creationId xmlns:a16="http://schemas.microsoft.com/office/drawing/2014/main" id="{3A148B02-30ED-04FC-ABA1-B71A2FE990D7}"/>
              </a:ext>
            </a:extLst>
          </p:cNvPr>
          <p:cNvSpPr>
            <a:spLocks noChangeArrowheads="1"/>
          </p:cNvSpPr>
          <p:nvPr/>
        </p:nvSpPr>
        <p:spPr bwMode="auto">
          <a:xfrm>
            <a:off x="2178754" y="4184163"/>
            <a:ext cx="1292620" cy="16594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00032_RESILIE_SAISIE_LIGNE</a:t>
            </a:r>
          </a:p>
        </p:txBody>
      </p:sp>
      <p:cxnSp>
        <p:nvCxnSpPr>
          <p:cNvPr id="2567" name="Connecteur : en angle 2566">
            <a:extLst>
              <a:ext uri="{FF2B5EF4-FFF2-40B4-BE49-F238E27FC236}">
                <a16:creationId xmlns:a16="http://schemas.microsoft.com/office/drawing/2014/main" id="{B98E97B4-D130-1776-7597-88D3C323E8F3}"/>
              </a:ext>
            </a:extLst>
          </p:cNvPr>
          <p:cNvCxnSpPr>
            <a:stCxn id="2089" idx="0"/>
            <a:endCxn id="2086" idx="3"/>
          </p:cNvCxnSpPr>
          <p:nvPr/>
        </p:nvCxnSpPr>
        <p:spPr bwMode="auto">
          <a:xfrm rot="16200000" flipV="1">
            <a:off x="7376875" y="4601781"/>
            <a:ext cx="79450" cy="46377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9" name="Connecteur droit 2568">
            <a:extLst>
              <a:ext uri="{FF2B5EF4-FFF2-40B4-BE49-F238E27FC236}">
                <a16:creationId xmlns:a16="http://schemas.microsoft.com/office/drawing/2014/main" id="{3480C86B-4188-CD92-6244-B009A48E3A93}"/>
              </a:ext>
            </a:extLst>
          </p:cNvPr>
          <p:cNvCxnSpPr>
            <a:cxnSpLocks/>
            <a:stCxn id="2127" idx="3"/>
            <a:endCxn id="2565" idx="1"/>
          </p:cNvCxnSpPr>
          <p:nvPr/>
        </p:nvCxnSpPr>
        <p:spPr bwMode="auto">
          <a:xfrm flipV="1">
            <a:off x="2096721" y="4267134"/>
            <a:ext cx="82033" cy="579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5" name="Connecteur : en angle 2574">
            <a:extLst>
              <a:ext uri="{FF2B5EF4-FFF2-40B4-BE49-F238E27FC236}">
                <a16:creationId xmlns:a16="http://schemas.microsoft.com/office/drawing/2014/main" id="{F1CF091F-523E-4915-B40B-ABE5C80F24AD}"/>
              </a:ext>
            </a:extLst>
          </p:cNvPr>
          <p:cNvCxnSpPr>
            <a:stCxn id="2565" idx="3"/>
            <a:endCxn id="2450" idx="0"/>
          </p:cNvCxnSpPr>
          <p:nvPr/>
        </p:nvCxnSpPr>
        <p:spPr bwMode="auto">
          <a:xfrm flipV="1">
            <a:off x="3471374" y="3866828"/>
            <a:ext cx="1171297" cy="400306"/>
          </a:xfrm>
          <a:prstGeom prst="bentConnector4">
            <a:avLst>
              <a:gd name="adj1" fmla="val 13415"/>
              <a:gd name="adj2" fmla="val 10571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78" name="AutoShape 27">
            <a:extLst>
              <a:ext uri="{FF2B5EF4-FFF2-40B4-BE49-F238E27FC236}">
                <a16:creationId xmlns:a16="http://schemas.microsoft.com/office/drawing/2014/main" id="{0DEDAAD7-EC95-4F20-6C73-41EA956FF7A6}"/>
              </a:ext>
            </a:extLst>
          </p:cNvPr>
          <p:cNvSpPr>
            <a:spLocks noChangeArrowheads="1"/>
          </p:cNvSpPr>
          <p:nvPr/>
        </p:nvSpPr>
        <p:spPr bwMode="auto">
          <a:xfrm>
            <a:off x="341207" y="4171875"/>
            <a:ext cx="506473"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cxnSp>
        <p:nvCxnSpPr>
          <p:cNvPr id="2580" name="Connecteur droit 2579">
            <a:extLst>
              <a:ext uri="{FF2B5EF4-FFF2-40B4-BE49-F238E27FC236}">
                <a16:creationId xmlns:a16="http://schemas.microsoft.com/office/drawing/2014/main" id="{15905C9F-7757-3C93-2177-643A572F2C1A}"/>
              </a:ext>
            </a:extLst>
          </p:cNvPr>
          <p:cNvCxnSpPr>
            <a:cxnSpLocks/>
            <a:stCxn id="2127" idx="1"/>
            <a:endCxn id="2578" idx="0"/>
          </p:cNvCxnSpPr>
          <p:nvPr/>
        </p:nvCxnSpPr>
        <p:spPr bwMode="auto">
          <a:xfrm flipH="1" flipV="1">
            <a:off x="847680" y="4272681"/>
            <a:ext cx="598710" cy="24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86" name="Rectangle 68">
            <a:extLst>
              <a:ext uri="{FF2B5EF4-FFF2-40B4-BE49-F238E27FC236}">
                <a16:creationId xmlns:a16="http://schemas.microsoft.com/office/drawing/2014/main" id="{242D4E6E-8D0D-1816-19AA-2A98AE333261}"/>
              </a:ext>
            </a:extLst>
          </p:cNvPr>
          <p:cNvSpPr>
            <a:spLocks noChangeArrowheads="1"/>
          </p:cNvSpPr>
          <p:nvPr/>
        </p:nvSpPr>
        <p:spPr bwMode="auto">
          <a:xfrm>
            <a:off x="62376" y="3133511"/>
            <a:ext cx="1049622" cy="446276"/>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500">
                <a:solidFill>
                  <a:srgbClr val="CC3300"/>
                </a:solidFill>
              </a:rPr>
              <a:t>ERREUR_SAISIE_NOUVEAU</a:t>
            </a:r>
          </a:p>
          <a:p>
            <a:pPr algn="ctr" eaLnBrk="0" hangingPunct="0"/>
            <a:r>
              <a:rPr lang="fr-FR" sz="600">
                <a:ea typeface="ＭＳ Ｐゴシック" pitchFamily="-80" charset="-128"/>
              </a:rPr>
              <a:t>Désolé, nous n’avons pas compris votre choix.</a:t>
            </a:r>
          </a:p>
          <a:p>
            <a:pPr algn="ctr" eaLnBrk="0" hangingPunct="0"/>
            <a:r>
              <a:rPr lang="fr-FR" sz="600">
                <a:ea typeface="ＭＳ Ｐゴシック" pitchFamily="-80" charset="-128"/>
              </a:rPr>
              <a:t>De nouveau :</a:t>
            </a:r>
          </a:p>
        </p:txBody>
      </p:sp>
      <p:sp>
        <p:nvSpPr>
          <p:cNvPr id="2587" name="AutoShape 37">
            <a:extLst>
              <a:ext uri="{FF2B5EF4-FFF2-40B4-BE49-F238E27FC236}">
                <a16:creationId xmlns:a16="http://schemas.microsoft.com/office/drawing/2014/main" id="{B7765763-9440-DB55-9A44-CEEB8D7CD3C6}"/>
              </a:ext>
            </a:extLst>
          </p:cNvPr>
          <p:cNvSpPr>
            <a:spLocks noChangeArrowheads="1"/>
          </p:cNvSpPr>
          <p:nvPr/>
        </p:nvSpPr>
        <p:spPr bwMode="auto">
          <a:xfrm>
            <a:off x="119536" y="3751550"/>
            <a:ext cx="935303" cy="1846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a:t>00902_RESILIE_SAISIE_NMNI</a:t>
            </a:r>
            <a:endParaRPr lang="fr-FR" sz="500">
              <a:solidFill>
                <a:srgbClr val="FF0000"/>
              </a:solidFill>
            </a:endParaRPr>
          </a:p>
        </p:txBody>
      </p:sp>
      <p:cxnSp>
        <p:nvCxnSpPr>
          <p:cNvPr id="2589" name="Connecteur droit 2588">
            <a:extLst>
              <a:ext uri="{FF2B5EF4-FFF2-40B4-BE49-F238E27FC236}">
                <a16:creationId xmlns:a16="http://schemas.microsoft.com/office/drawing/2014/main" id="{759614B4-6035-0C9A-54A2-F9C95EF5E5BF}"/>
              </a:ext>
            </a:extLst>
          </p:cNvPr>
          <p:cNvCxnSpPr>
            <a:stCxn id="2578" idx="6"/>
            <a:endCxn id="2587" idx="2"/>
          </p:cNvCxnSpPr>
          <p:nvPr/>
        </p:nvCxnSpPr>
        <p:spPr bwMode="auto">
          <a:xfrm flipH="1" flipV="1">
            <a:off x="587188" y="3936216"/>
            <a:ext cx="7256" cy="2356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4" name="Connecteur droit 2593">
            <a:extLst>
              <a:ext uri="{FF2B5EF4-FFF2-40B4-BE49-F238E27FC236}">
                <a16:creationId xmlns:a16="http://schemas.microsoft.com/office/drawing/2014/main" id="{31AC447F-D91C-30EE-FDAD-270537110425}"/>
              </a:ext>
            </a:extLst>
          </p:cNvPr>
          <p:cNvCxnSpPr>
            <a:stCxn id="2587" idx="0"/>
            <a:endCxn id="2586" idx="2"/>
          </p:cNvCxnSpPr>
          <p:nvPr/>
        </p:nvCxnSpPr>
        <p:spPr bwMode="auto">
          <a:xfrm flipH="1" flipV="1">
            <a:off x="587187" y="3579787"/>
            <a:ext cx="1" cy="1717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2" name="Connecteur : en angle 2601">
            <a:extLst>
              <a:ext uri="{FF2B5EF4-FFF2-40B4-BE49-F238E27FC236}">
                <a16:creationId xmlns:a16="http://schemas.microsoft.com/office/drawing/2014/main" id="{F8377561-52DC-2F42-14AC-B92E1534E56E}"/>
              </a:ext>
            </a:extLst>
          </p:cNvPr>
          <p:cNvCxnSpPr>
            <a:stCxn id="2586" idx="3"/>
            <a:endCxn id="2217" idx="0"/>
          </p:cNvCxnSpPr>
          <p:nvPr/>
        </p:nvCxnSpPr>
        <p:spPr bwMode="auto">
          <a:xfrm>
            <a:off x="1111998" y="3356649"/>
            <a:ext cx="659559" cy="30278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03" name="AutoShape 37">
            <a:extLst>
              <a:ext uri="{FF2B5EF4-FFF2-40B4-BE49-F238E27FC236}">
                <a16:creationId xmlns:a16="http://schemas.microsoft.com/office/drawing/2014/main" id="{7901DFE5-28F2-B6B6-04EE-6E943DB7F985}"/>
              </a:ext>
            </a:extLst>
          </p:cNvPr>
          <p:cNvSpPr>
            <a:spLocks noChangeArrowheads="1"/>
          </p:cNvSpPr>
          <p:nvPr/>
        </p:nvSpPr>
        <p:spPr bwMode="auto">
          <a:xfrm>
            <a:off x="126794" y="4521676"/>
            <a:ext cx="935303" cy="1846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a:t>00902_RESILIE_SAISIE_NMNI2</a:t>
            </a:r>
            <a:endParaRPr lang="fr-FR" sz="500">
              <a:solidFill>
                <a:srgbClr val="FF0000"/>
              </a:solidFill>
            </a:endParaRPr>
          </a:p>
        </p:txBody>
      </p:sp>
      <p:sp>
        <p:nvSpPr>
          <p:cNvPr id="2604" name="AutoShape 105">
            <a:extLst>
              <a:ext uri="{FF2B5EF4-FFF2-40B4-BE49-F238E27FC236}">
                <a16:creationId xmlns:a16="http://schemas.microsoft.com/office/drawing/2014/main" id="{6941E305-71DD-B96E-A173-667E3B97E6AB}"/>
              </a:ext>
            </a:extLst>
          </p:cNvPr>
          <p:cNvSpPr>
            <a:spLocks noChangeArrowheads="1"/>
          </p:cNvSpPr>
          <p:nvPr/>
        </p:nvSpPr>
        <p:spPr bwMode="auto">
          <a:xfrm>
            <a:off x="523007" y="5291802"/>
            <a:ext cx="142875" cy="14128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fr-FR"/>
          </a:p>
        </p:txBody>
      </p:sp>
      <p:sp>
        <p:nvSpPr>
          <p:cNvPr id="2605" name="Rectangle 2604">
            <a:extLst>
              <a:ext uri="{FF2B5EF4-FFF2-40B4-BE49-F238E27FC236}">
                <a16:creationId xmlns:a16="http://schemas.microsoft.com/office/drawing/2014/main" id="{03E3BE19-ACDF-C89E-BF1A-B7338978DA1C}"/>
              </a:ext>
            </a:extLst>
          </p:cNvPr>
          <p:cNvSpPr>
            <a:spLocks noChangeArrowheads="1"/>
          </p:cNvSpPr>
          <p:nvPr/>
        </p:nvSpPr>
        <p:spPr bwMode="auto">
          <a:xfrm>
            <a:off x="128356" y="4842243"/>
            <a:ext cx="933741" cy="3231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500">
                <a:solidFill>
                  <a:srgbClr val="D31E05"/>
                </a:solidFill>
              </a:rPr>
              <a:t>QUIT</a:t>
            </a:r>
          </a:p>
          <a:p>
            <a:pPr algn="ctr" eaLnBrk="0" hangingPunct="0"/>
            <a:r>
              <a:rPr lang="fr-FR" sz="500"/>
              <a:t>Désolé, nous n’avons pas compris votre demande. </a:t>
            </a:r>
          </a:p>
        </p:txBody>
      </p:sp>
      <p:cxnSp>
        <p:nvCxnSpPr>
          <p:cNvPr id="2609" name="Connecteur droit avec flèche 2608">
            <a:extLst>
              <a:ext uri="{FF2B5EF4-FFF2-40B4-BE49-F238E27FC236}">
                <a16:creationId xmlns:a16="http://schemas.microsoft.com/office/drawing/2014/main" id="{34FE0098-1786-3EFE-7F79-93AC6215D6B5}"/>
              </a:ext>
            </a:extLst>
          </p:cNvPr>
          <p:cNvCxnSpPr>
            <a:stCxn id="2578" idx="2"/>
            <a:endCxn id="2603" idx="0"/>
          </p:cNvCxnSpPr>
          <p:nvPr/>
        </p:nvCxnSpPr>
        <p:spPr bwMode="auto">
          <a:xfrm>
            <a:off x="594444" y="4373487"/>
            <a:ext cx="2" cy="14818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5" name="Connecteur droit 2614">
            <a:extLst>
              <a:ext uri="{FF2B5EF4-FFF2-40B4-BE49-F238E27FC236}">
                <a16:creationId xmlns:a16="http://schemas.microsoft.com/office/drawing/2014/main" id="{65C9222F-9E0D-F0BA-767C-C8395AD16CFA}"/>
              </a:ext>
            </a:extLst>
          </p:cNvPr>
          <p:cNvCxnSpPr>
            <a:stCxn id="2603" idx="2"/>
            <a:endCxn id="2605" idx="0"/>
          </p:cNvCxnSpPr>
          <p:nvPr/>
        </p:nvCxnSpPr>
        <p:spPr bwMode="auto">
          <a:xfrm>
            <a:off x="594446" y="4706342"/>
            <a:ext cx="781" cy="1359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7" name="Connecteur droit avec flèche 2616">
            <a:extLst>
              <a:ext uri="{FF2B5EF4-FFF2-40B4-BE49-F238E27FC236}">
                <a16:creationId xmlns:a16="http://schemas.microsoft.com/office/drawing/2014/main" id="{00BFCDEB-DAAB-B106-D694-D253882C4422}"/>
              </a:ext>
            </a:extLst>
          </p:cNvPr>
          <p:cNvCxnSpPr>
            <a:stCxn id="2605" idx="2"/>
            <a:endCxn id="2604" idx="0"/>
          </p:cNvCxnSpPr>
          <p:nvPr/>
        </p:nvCxnSpPr>
        <p:spPr bwMode="auto">
          <a:xfrm flipH="1">
            <a:off x="594445" y="5165408"/>
            <a:ext cx="782" cy="12639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9" name="AutoShape 11">
            <a:hlinkClick r:id="rId6" action="ppaction://hlinksldjump"/>
            <a:extLst>
              <a:ext uri="{FF2B5EF4-FFF2-40B4-BE49-F238E27FC236}">
                <a16:creationId xmlns:a16="http://schemas.microsoft.com/office/drawing/2014/main" id="{80DDD213-A606-A162-BFC7-4E5F2707EF3D}"/>
              </a:ext>
            </a:extLst>
          </p:cNvPr>
          <p:cNvSpPr>
            <a:spLocks noChangeArrowheads="1"/>
          </p:cNvSpPr>
          <p:nvPr/>
        </p:nvSpPr>
        <p:spPr bwMode="auto">
          <a:xfrm rot="10800000">
            <a:off x="1384648" y="4908740"/>
            <a:ext cx="784238" cy="234338"/>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 GP</a:t>
            </a:r>
          </a:p>
        </p:txBody>
      </p:sp>
      <p:sp>
        <p:nvSpPr>
          <p:cNvPr id="2623" name="ZoneTexte 2622">
            <a:extLst>
              <a:ext uri="{FF2B5EF4-FFF2-40B4-BE49-F238E27FC236}">
                <a16:creationId xmlns:a16="http://schemas.microsoft.com/office/drawing/2014/main" id="{71AFC999-6B7D-F11D-3E13-F4E4A780C194}"/>
              </a:ext>
            </a:extLst>
          </p:cNvPr>
          <p:cNvSpPr txBox="1"/>
          <p:nvPr/>
        </p:nvSpPr>
        <p:spPr>
          <a:xfrm>
            <a:off x="4217400" y="2483034"/>
            <a:ext cx="114117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500"/>
              <a:t>Si </a:t>
            </a:r>
            <a:r>
              <a:rPr lang="fr-FR" sz="500" err="1"/>
              <a:t>n°RESSOURCE</a:t>
            </a:r>
            <a:r>
              <a:rPr lang="fr-FR" sz="500"/>
              <a:t> PRINCIPAL != de 10 digits alors jouer le </a:t>
            </a:r>
            <a:r>
              <a:rPr lang="fr-FR" sz="500" err="1"/>
              <a:t>num</a:t>
            </a:r>
            <a:r>
              <a:rPr lang="fr-FR" sz="500"/>
              <a:t> contact </a:t>
            </a:r>
            <a:endParaRPr lang="fr-FR" sz="1600"/>
          </a:p>
        </p:txBody>
      </p:sp>
      <p:sp>
        <p:nvSpPr>
          <p:cNvPr id="2629" name="AutoShape 14">
            <a:extLst>
              <a:ext uri="{FF2B5EF4-FFF2-40B4-BE49-F238E27FC236}">
                <a16:creationId xmlns:a16="http://schemas.microsoft.com/office/drawing/2014/main" id="{D2E2C812-E6C4-94C9-7969-CB10E0100D51}"/>
              </a:ext>
            </a:extLst>
          </p:cNvPr>
          <p:cNvSpPr>
            <a:spLocks noChangeArrowheads="1"/>
          </p:cNvSpPr>
          <p:nvPr/>
        </p:nvSpPr>
        <p:spPr bwMode="auto">
          <a:xfrm>
            <a:off x="1127630" y="4563599"/>
            <a:ext cx="1292620" cy="16594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00032_RESILIE_LIGNE_ACTIVE</a:t>
            </a:r>
          </a:p>
        </p:txBody>
      </p:sp>
      <p:cxnSp>
        <p:nvCxnSpPr>
          <p:cNvPr id="2631" name="Connecteur droit 2630">
            <a:extLst>
              <a:ext uri="{FF2B5EF4-FFF2-40B4-BE49-F238E27FC236}">
                <a16:creationId xmlns:a16="http://schemas.microsoft.com/office/drawing/2014/main" id="{8EED083C-F395-2359-4A3B-95B78840F1CB}"/>
              </a:ext>
            </a:extLst>
          </p:cNvPr>
          <p:cNvCxnSpPr>
            <a:stCxn id="2629" idx="0"/>
            <a:endCxn id="2127" idx="2"/>
          </p:cNvCxnSpPr>
          <p:nvPr/>
        </p:nvCxnSpPr>
        <p:spPr bwMode="auto">
          <a:xfrm flipH="1" flipV="1">
            <a:off x="1771556" y="4457992"/>
            <a:ext cx="2384" cy="10560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6" name="Connecteur droit avec flèche 2635">
            <a:extLst>
              <a:ext uri="{FF2B5EF4-FFF2-40B4-BE49-F238E27FC236}">
                <a16:creationId xmlns:a16="http://schemas.microsoft.com/office/drawing/2014/main" id="{08710389-7156-BFDB-464B-EE89DC4C522B}"/>
              </a:ext>
            </a:extLst>
          </p:cNvPr>
          <p:cNvCxnSpPr>
            <a:stCxn id="2629" idx="2"/>
            <a:endCxn id="2619" idx="2"/>
          </p:cNvCxnSpPr>
          <p:nvPr/>
        </p:nvCxnSpPr>
        <p:spPr bwMode="auto">
          <a:xfrm>
            <a:off x="1773940" y="4729540"/>
            <a:ext cx="2827" cy="1792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47" name="Rectangle 99">
            <a:extLst>
              <a:ext uri="{FF2B5EF4-FFF2-40B4-BE49-F238E27FC236}">
                <a16:creationId xmlns:a16="http://schemas.microsoft.com/office/drawing/2014/main" id="{8B89DDCA-77C9-9213-A0BF-41AF7CDC5181}"/>
              </a:ext>
            </a:extLst>
          </p:cNvPr>
          <p:cNvSpPr>
            <a:spLocks noChangeArrowheads="1"/>
          </p:cNvSpPr>
          <p:nvPr/>
        </p:nvSpPr>
        <p:spPr bwMode="auto">
          <a:xfrm>
            <a:off x="2135799" y="2204265"/>
            <a:ext cx="1968802" cy="246221"/>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500" b="1">
                <a:solidFill>
                  <a:srgbClr val="CC3300"/>
                </a:solidFill>
              </a:rPr>
              <a:t>MESSAGE AVANT PROMPT NUM</a:t>
            </a:r>
          </a:p>
          <a:p>
            <a:pPr algn="ctr" eaLnBrk="0" hangingPunct="0"/>
            <a:r>
              <a:rPr lang="fr-FR" sz="500"/>
              <a:t>Votre ligne : </a:t>
            </a:r>
          </a:p>
        </p:txBody>
      </p:sp>
      <p:cxnSp>
        <p:nvCxnSpPr>
          <p:cNvPr id="2651" name="Connecteur : en angle 2650">
            <a:extLst>
              <a:ext uri="{FF2B5EF4-FFF2-40B4-BE49-F238E27FC236}">
                <a16:creationId xmlns:a16="http://schemas.microsoft.com/office/drawing/2014/main" id="{3988CBAB-4553-E4EE-D14B-E5E8416F1557}"/>
              </a:ext>
            </a:extLst>
          </p:cNvPr>
          <p:cNvCxnSpPr>
            <a:stCxn id="150" idx="2"/>
            <a:endCxn id="2647" idx="0"/>
          </p:cNvCxnSpPr>
          <p:nvPr/>
        </p:nvCxnSpPr>
        <p:spPr bwMode="auto">
          <a:xfrm rot="16200000" flipH="1">
            <a:off x="2705836" y="1789901"/>
            <a:ext cx="113036" cy="71569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3" name="Connecteur droit 2652">
            <a:extLst>
              <a:ext uri="{FF2B5EF4-FFF2-40B4-BE49-F238E27FC236}">
                <a16:creationId xmlns:a16="http://schemas.microsoft.com/office/drawing/2014/main" id="{26C538FC-17CC-669E-B0A3-56B165BD9A68}"/>
              </a:ext>
            </a:extLst>
          </p:cNvPr>
          <p:cNvCxnSpPr>
            <a:stCxn id="2647" idx="2"/>
            <a:endCxn id="121" idx="0"/>
          </p:cNvCxnSpPr>
          <p:nvPr/>
        </p:nvCxnSpPr>
        <p:spPr bwMode="auto">
          <a:xfrm>
            <a:off x="3120200" y="2450486"/>
            <a:ext cx="10919" cy="565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6697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p:cNvSpPr/>
          <p:nvPr/>
        </p:nvSpPr>
        <p:spPr bwMode="auto">
          <a:xfrm>
            <a:off x="2689785" y="4691419"/>
            <a:ext cx="727137" cy="12981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4" name="Espace réservé du numéro de diapositive 3"/>
          <p:cNvSpPr>
            <a:spLocks noGrp="1"/>
          </p:cNvSpPr>
          <p:nvPr>
            <p:ph type="sldNum" sz="quarter" idx="10"/>
          </p:nvPr>
        </p:nvSpPr>
        <p:spPr>
          <a:xfrm>
            <a:off x="8634774" y="349250"/>
            <a:ext cx="476250" cy="158750"/>
          </a:xfrm>
        </p:spPr>
        <p:txBody>
          <a:bodyPr/>
          <a:lstStyle/>
          <a:p>
            <a:pPr>
              <a:defRPr/>
            </a:pPr>
            <a:fld id="{3328B884-BB66-4D70-B39E-B74023A95CDC}" type="slidenum">
              <a:rPr lang="fr-FR" smtClean="0">
                <a:latin typeface="+mj-lt"/>
              </a:rPr>
              <a:pPr>
                <a:defRPr/>
              </a:pPr>
              <a:t>4</a:t>
            </a:fld>
            <a:endParaRPr lang="fr-FR">
              <a:latin typeface="+mj-lt"/>
            </a:endParaRPr>
          </a:p>
        </p:txBody>
      </p:sp>
      <p:sp>
        <p:nvSpPr>
          <p:cNvPr id="42" name="AutoShape 89"/>
          <p:cNvSpPr>
            <a:spLocks noChangeArrowheads="1"/>
          </p:cNvSpPr>
          <p:nvPr/>
        </p:nvSpPr>
        <p:spPr bwMode="auto">
          <a:xfrm>
            <a:off x="2810111" y="1792041"/>
            <a:ext cx="574325"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SEARCH</a:t>
            </a:r>
          </a:p>
        </p:txBody>
      </p:sp>
      <p:sp>
        <p:nvSpPr>
          <p:cNvPr id="43" name="AutoShape 68">
            <a:hlinkClick r:id="" action="ppaction://noaction"/>
          </p:cNvPr>
          <p:cNvSpPr>
            <a:spLocks noChangeArrowheads="1"/>
          </p:cNvSpPr>
          <p:nvPr/>
        </p:nvSpPr>
        <p:spPr bwMode="auto">
          <a:xfrm>
            <a:off x="3763292" y="187591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SUSPENDU ?</a:t>
            </a:r>
          </a:p>
        </p:txBody>
      </p:sp>
      <p:grpSp>
        <p:nvGrpSpPr>
          <p:cNvPr id="44" name="Group 73"/>
          <p:cNvGrpSpPr>
            <a:grpSpLocks/>
          </p:cNvGrpSpPr>
          <p:nvPr/>
        </p:nvGrpSpPr>
        <p:grpSpPr bwMode="auto">
          <a:xfrm>
            <a:off x="3474917" y="1912330"/>
            <a:ext cx="196850" cy="93663"/>
            <a:chOff x="1920" y="715"/>
            <a:chExt cx="270" cy="139"/>
          </a:xfrm>
        </p:grpSpPr>
        <p:sp>
          <p:nvSpPr>
            <p:cNvPr id="45"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46"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47" name="AutoShape 98">
            <a:hlinkClick r:id="rId2" action="ppaction://hlinksldjump"/>
          </p:cNvPr>
          <p:cNvSpPr>
            <a:spLocks noChangeArrowheads="1"/>
          </p:cNvSpPr>
          <p:nvPr/>
        </p:nvSpPr>
        <p:spPr bwMode="auto">
          <a:xfrm rot="10800000">
            <a:off x="3752290" y="739832"/>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a:t>
            </a:r>
          </a:p>
        </p:txBody>
      </p:sp>
      <p:sp>
        <p:nvSpPr>
          <p:cNvPr id="57" name="AutoShape 87">
            <a:hlinkClick r:id="rId3" action="ppaction://hlinksldjump"/>
          </p:cNvPr>
          <p:cNvSpPr>
            <a:spLocks noChangeArrowheads="1"/>
          </p:cNvSpPr>
          <p:nvPr/>
        </p:nvSpPr>
        <p:spPr bwMode="auto">
          <a:xfrm rot="10800000">
            <a:off x="8392396" y="2120745"/>
            <a:ext cx="674608"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SUSPENDU</a:t>
            </a:r>
          </a:p>
        </p:txBody>
      </p:sp>
      <p:cxnSp>
        <p:nvCxnSpPr>
          <p:cNvPr id="58" name="Connecteur en angle 57"/>
          <p:cNvCxnSpPr>
            <a:stCxn id="60" idx="3"/>
            <a:endCxn id="57" idx="2"/>
          </p:cNvCxnSpPr>
          <p:nvPr/>
        </p:nvCxnSpPr>
        <p:spPr bwMode="auto">
          <a:xfrm>
            <a:off x="6060674" y="2037954"/>
            <a:ext cx="2669026" cy="8279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AutoShape 6"/>
          <p:cNvSpPr>
            <a:spLocks noChangeArrowheads="1"/>
          </p:cNvSpPr>
          <p:nvPr/>
        </p:nvSpPr>
        <p:spPr bwMode="auto">
          <a:xfrm>
            <a:off x="5108968" y="1965722"/>
            <a:ext cx="951706"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00070_F_SUSPENDU</a:t>
            </a:r>
          </a:p>
        </p:txBody>
      </p:sp>
      <p:sp>
        <p:nvSpPr>
          <p:cNvPr id="64" name="AutoShape 87">
            <a:hlinkClick r:id="rId4" action="ppaction://hlinksldjump"/>
          </p:cNvPr>
          <p:cNvSpPr>
            <a:spLocks noChangeArrowheads="1"/>
          </p:cNvSpPr>
          <p:nvPr/>
        </p:nvSpPr>
        <p:spPr bwMode="auto">
          <a:xfrm rot="10800000">
            <a:off x="3752603" y="5758031"/>
            <a:ext cx="828000" cy="360000"/>
          </a:xfrm>
          <a:prstGeom prst="upArrowCallout">
            <a:avLst>
              <a:gd name="adj1" fmla="val 56438"/>
              <a:gd name="adj2" fmla="val 56438"/>
              <a:gd name="adj3" fmla="val 16667"/>
              <a:gd name="adj4" fmla="val 68903"/>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MENU PRINCIPAL</a:t>
            </a:r>
          </a:p>
        </p:txBody>
      </p:sp>
      <p:cxnSp>
        <p:nvCxnSpPr>
          <p:cNvPr id="74" name="AutoShape 47"/>
          <p:cNvCxnSpPr>
            <a:cxnSpLocks noChangeShapeType="1"/>
            <a:stCxn id="60" idx="1"/>
            <a:endCxn id="43" idx="3"/>
          </p:cNvCxnSpPr>
          <p:nvPr/>
        </p:nvCxnSpPr>
        <p:spPr bwMode="auto">
          <a:xfrm rot="10800000">
            <a:off x="4544342" y="2036258"/>
            <a:ext cx="564626" cy="169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Text Box 157"/>
          <p:cNvSpPr txBox="1">
            <a:spLocks noChangeArrowheads="1"/>
          </p:cNvSpPr>
          <p:nvPr/>
        </p:nvSpPr>
        <p:spPr bwMode="auto">
          <a:xfrm>
            <a:off x="4462979" y="134855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3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89" name="Titre 88"/>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ENTREE GP SUITE</a:t>
            </a:r>
            <a:endParaRPr lang="fr-FR" sz="1400"/>
          </a:p>
        </p:txBody>
      </p:sp>
      <p:sp>
        <p:nvSpPr>
          <p:cNvPr id="109" name="AutoShape 187"/>
          <p:cNvSpPr>
            <a:spLocks noChangeArrowheads="1"/>
          </p:cNvSpPr>
          <p:nvPr/>
        </p:nvSpPr>
        <p:spPr bwMode="auto">
          <a:xfrm>
            <a:off x="3771471" y="1329957"/>
            <a:ext cx="790093" cy="379186"/>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r>
              <a:rPr lang="fr-FR" altLang="fr-FR" sz="600">
                <a:solidFill>
                  <a:schemeClr val="bg1"/>
                </a:solidFill>
                <a:ea typeface="ＭＳ Ｐゴシック" charset="0"/>
              </a:rPr>
              <a:t>MARQUEUR C2OL</a:t>
            </a:r>
          </a:p>
        </p:txBody>
      </p:sp>
      <p:grpSp>
        <p:nvGrpSpPr>
          <p:cNvPr id="113" name="Group 188"/>
          <p:cNvGrpSpPr>
            <a:grpSpLocks/>
          </p:cNvGrpSpPr>
          <p:nvPr/>
        </p:nvGrpSpPr>
        <p:grpSpPr bwMode="auto">
          <a:xfrm>
            <a:off x="3375418" y="1479269"/>
            <a:ext cx="279400" cy="130175"/>
            <a:chOff x="1920" y="715"/>
            <a:chExt cx="270" cy="139"/>
          </a:xfrm>
          <a:effectLst>
            <a:outerShdw blurRad="50800" dist="38100" dir="2700000" algn="tl" rotWithShape="0">
              <a:prstClr val="black">
                <a:alpha val="40000"/>
              </a:prstClr>
            </a:outerShdw>
          </a:effectLst>
        </p:grpSpPr>
        <p:sp>
          <p:nvSpPr>
            <p:cNvPr id="123"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24"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32" name="AutoShape 191"/>
          <p:cNvSpPr>
            <a:spLocks noChangeArrowheads="1"/>
          </p:cNvSpPr>
          <p:nvPr/>
        </p:nvSpPr>
        <p:spPr bwMode="auto">
          <a:xfrm>
            <a:off x="2659418" y="1364190"/>
            <a:ext cx="567892" cy="340886"/>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t>PAWS / C2OL</a:t>
            </a:r>
          </a:p>
        </p:txBody>
      </p:sp>
      <p:sp>
        <p:nvSpPr>
          <p:cNvPr id="134" name="Text Box 68"/>
          <p:cNvSpPr txBox="1">
            <a:spLocks noChangeArrowheads="1"/>
          </p:cNvSpPr>
          <p:nvPr/>
        </p:nvSpPr>
        <p:spPr bwMode="auto">
          <a:xfrm>
            <a:off x="1348393" y="1417051"/>
            <a:ext cx="14382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r>
              <a:rPr lang="fr-FR" altLang="fr-FR" sz="600" b="0"/>
              <a:t>Si désactivé pas de récupération des marqueurs C2OL via PAWS</a:t>
            </a:r>
          </a:p>
        </p:txBody>
      </p:sp>
      <p:cxnSp>
        <p:nvCxnSpPr>
          <p:cNvPr id="3" name="Connecteur en angle 2"/>
          <p:cNvCxnSpPr>
            <a:stCxn id="106" idx="2"/>
            <a:endCxn id="43" idx="0"/>
          </p:cNvCxnSpPr>
          <p:nvPr/>
        </p:nvCxnSpPr>
        <p:spPr bwMode="auto">
          <a:xfrm rot="5400000">
            <a:off x="4788666" y="951803"/>
            <a:ext cx="289267" cy="155896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311"/>
          <p:cNvSpPr>
            <a:spLocks noChangeArrowheads="1"/>
          </p:cNvSpPr>
          <p:nvPr/>
        </p:nvSpPr>
        <p:spPr bwMode="auto">
          <a:xfrm>
            <a:off x="5105725" y="1465933"/>
            <a:ext cx="1214111" cy="12071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80001_C2OL_FIND_CLIENT_HS</a:t>
            </a:r>
          </a:p>
        </p:txBody>
      </p:sp>
      <p:sp>
        <p:nvSpPr>
          <p:cNvPr id="141" name="Text Box 68"/>
          <p:cNvSpPr txBox="1">
            <a:spLocks noChangeArrowheads="1"/>
          </p:cNvSpPr>
          <p:nvPr/>
        </p:nvSpPr>
        <p:spPr bwMode="auto">
          <a:xfrm>
            <a:off x="4766843" y="1349659"/>
            <a:ext cx="291001"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r>
              <a:rPr lang="fr-FR" altLang="fr-FR" sz="600" b="0"/>
              <a:t>HS</a:t>
            </a:r>
          </a:p>
        </p:txBody>
      </p:sp>
      <p:sp>
        <p:nvSpPr>
          <p:cNvPr id="2" name="ZoneTexte 1"/>
          <p:cNvSpPr txBox="1"/>
          <p:nvPr/>
        </p:nvSpPr>
        <p:spPr>
          <a:xfrm>
            <a:off x="4345539" y="1809260"/>
            <a:ext cx="3001143" cy="184666"/>
          </a:xfrm>
          <a:prstGeom prst="rect">
            <a:avLst/>
          </a:prstGeom>
          <a:noFill/>
        </p:spPr>
        <p:txBody>
          <a:bodyPr wrap="none" rtlCol="0">
            <a:spAutoFit/>
          </a:bodyPr>
          <a:lstStyle/>
          <a:p>
            <a:r>
              <a:rPr lang="fr-FR" sz="600" err="1"/>
              <a:t>statutService</a:t>
            </a:r>
            <a:r>
              <a:rPr lang="fr-FR" sz="600"/>
              <a:t> = SUSPENDU (SEARCH) OU (WCBDIGITAL =1 ET </a:t>
            </a:r>
            <a:r>
              <a:rPr lang="fr-FR" sz="600" err="1"/>
              <a:t>Codemotif</a:t>
            </a:r>
            <a:r>
              <a:rPr lang="fr-FR" sz="600"/>
              <a:t> = 10)</a:t>
            </a:r>
            <a:endParaRPr lang="fr-FR" sz="600" b="1"/>
          </a:p>
        </p:txBody>
      </p:sp>
      <p:cxnSp>
        <p:nvCxnSpPr>
          <p:cNvPr id="59" name="Connecteur droit 58"/>
          <p:cNvCxnSpPr>
            <a:stCxn id="142" idx="2"/>
            <a:endCxn id="19" idx="0"/>
          </p:cNvCxnSpPr>
          <p:nvPr/>
        </p:nvCxnSpPr>
        <p:spPr bwMode="auto">
          <a:xfrm>
            <a:off x="4156844" y="2811762"/>
            <a:ext cx="11654" cy="4452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AutoShape 87">
            <a:hlinkClick r:id="rId5" action="ppaction://hlinksldjump"/>
          </p:cNvPr>
          <p:cNvSpPr>
            <a:spLocks noChangeArrowheads="1"/>
          </p:cNvSpPr>
          <p:nvPr/>
        </p:nvSpPr>
        <p:spPr bwMode="auto">
          <a:xfrm rot="10800000">
            <a:off x="8199373" y="3489801"/>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IMPAYE</a:t>
            </a:r>
          </a:p>
        </p:txBody>
      </p:sp>
      <p:cxnSp>
        <p:nvCxnSpPr>
          <p:cNvPr id="154" name="Connecteur en angle 153"/>
          <p:cNvCxnSpPr>
            <a:cxnSpLocks/>
            <a:stCxn id="155" idx="3"/>
            <a:endCxn id="143" idx="2"/>
          </p:cNvCxnSpPr>
          <p:nvPr/>
        </p:nvCxnSpPr>
        <p:spPr bwMode="auto">
          <a:xfrm>
            <a:off x="5791200" y="2647996"/>
            <a:ext cx="2822173" cy="8418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AutoShape 6"/>
          <p:cNvSpPr>
            <a:spLocks noChangeArrowheads="1"/>
          </p:cNvSpPr>
          <p:nvPr/>
        </p:nvSpPr>
        <p:spPr bwMode="auto">
          <a:xfrm>
            <a:off x="4839494" y="2575764"/>
            <a:ext cx="951706"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00080_F_IMPAYE</a:t>
            </a:r>
          </a:p>
        </p:txBody>
      </p:sp>
      <p:cxnSp>
        <p:nvCxnSpPr>
          <p:cNvPr id="156" name="AutoShape 47"/>
          <p:cNvCxnSpPr>
            <a:cxnSpLocks noChangeShapeType="1"/>
            <a:stCxn id="155" idx="1"/>
            <a:endCxn id="142" idx="3"/>
          </p:cNvCxnSpPr>
          <p:nvPr/>
        </p:nvCxnSpPr>
        <p:spPr bwMode="auto">
          <a:xfrm rot="10800000" flipV="1">
            <a:off x="4547370" y="2647995"/>
            <a:ext cx="292125" cy="342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8" name="Group 73"/>
          <p:cNvGrpSpPr>
            <a:grpSpLocks/>
          </p:cNvGrpSpPr>
          <p:nvPr/>
        </p:nvGrpSpPr>
        <p:grpSpPr bwMode="auto">
          <a:xfrm rot="1410657">
            <a:off x="3543892" y="2454586"/>
            <a:ext cx="196850" cy="93663"/>
            <a:chOff x="1920" y="715"/>
            <a:chExt cx="270" cy="139"/>
          </a:xfrm>
        </p:grpSpPr>
        <p:sp>
          <p:nvSpPr>
            <p:cNvPr id="159"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61"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62" name="Text Box 157"/>
          <p:cNvSpPr txBox="1">
            <a:spLocks noChangeArrowheads="1"/>
          </p:cNvSpPr>
          <p:nvPr/>
        </p:nvSpPr>
        <p:spPr bwMode="auto">
          <a:xfrm>
            <a:off x="4548669" y="2367801"/>
            <a:ext cx="3216081" cy="184666"/>
          </a:xfrm>
          <a:prstGeom prst="rect">
            <a:avLst/>
          </a:prstGeom>
          <a:noFill/>
          <a:ln>
            <a:solidFill>
              <a:schemeClr val="tx1"/>
            </a:solid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a:t>Si  « TYPE_SCENARIO » = « 2-Relance 1 » ou « 3-Relance 2 » ou « 5-Contentieux »</a:t>
            </a:r>
          </a:p>
        </p:txBody>
      </p:sp>
      <p:sp>
        <p:nvSpPr>
          <p:cNvPr id="142" name="AutoShape 68">
            <a:hlinkClick r:id="" action="ppaction://noaction"/>
          </p:cNvPr>
          <p:cNvSpPr>
            <a:spLocks noChangeArrowheads="1"/>
          </p:cNvSpPr>
          <p:nvPr/>
        </p:nvSpPr>
        <p:spPr bwMode="auto">
          <a:xfrm>
            <a:off x="3766319" y="2491087"/>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IMPAYE ?</a:t>
            </a:r>
          </a:p>
        </p:txBody>
      </p:sp>
      <p:sp>
        <p:nvSpPr>
          <p:cNvPr id="153" name="Text Box 157"/>
          <p:cNvSpPr txBox="1">
            <a:spLocks noChangeArrowheads="1"/>
          </p:cNvSpPr>
          <p:nvPr/>
        </p:nvSpPr>
        <p:spPr bwMode="auto">
          <a:xfrm>
            <a:off x="4174012" y="232966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66" name="Text Box 157"/>
          <p:cNvSpPr txBox="1">
            <a:spLocks noChangeArrowheads="1"/>
          </p:cNvSpPr>
          <p:nvPr/>
        </p:nvSpPr>
        <p:spPr bwMode="auto">
          <a:xfrm>
            <a:off x="4149166" y="362713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17" name="AutoShape 113"/>
          <p:cNvSpPr>
            <a:spLocks noChangeArrowheads="1"/>
          </p:cNvSpPr>
          <p:nvPr/>
        </p:nvSpPr>
        <p:spPr bwMode="auto">
          <a:xfrm>
            <a:off x="2792853" y="5527362"/>
            <a:ext cx="45720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SEARCH</a:t>
            </a:r>
          </a:p>
        </p:txBody>
      </p:sp>
      <p:sp>
        <p:nvSpPr>
          <p:cNvPr id="118" name="AutoShape 104">
            <a:hlinkClick r:id="rId6" action="ppaction://hlinksldjump"/>
          </p:cNvPr>
          <p:cNvSpPr>
            <a:spLocks noChangeArrowheads="1"/>
          </p:cNvSpPr>
          <p:nvPr/>
        </p:nvSpPr>
        <p:spPr bwMode="auto">
          <a:xfrm rot="10800000">
            <a:off x="7564396" y="5674701"/>
            <a:ext cx="828000" cy="31484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PREMIUM</a:t>
            </a:r>
          </a:p>
        </p:txBody>
      </p:sp>
      <p:sp>
        <p:nvSpPr>
          <p:cNvPr id="165" name="AutoShape 239"/>
          <p:cNvSpPr>
            <a:spLocks noChangeArrowheads="1"/>
          </p:cNvSpPr>
          <p:nvPr/>
        </p:nvSpPr>
        <p:spPr bwMode="auto">
          <a:xfrm>
            <a:off x="3756061" y="5343745"/>
            <a:ext cx="857674" cy="358757"/>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PREMIUM ?</a:t>
            </a:r>
          </a:p>
        </p:txBody>
      </p:sp>
      <p:sp>
        <p:nvSpPr>
          <p:cNvPr id="167" name="Text Box 157"/>
          <p:cNvSpPr txBox="1">
            <a:spLocks noChangeArrowheads="1"/>
          </p:cNvSpPr>
          <p:nvPr/>
        </p:nvSpPr>
        <p:spPr bwMode="auto">
          <a:xfrm>
            <a:off x="4243818" y="556411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grpSp>
        <p:nvGrpSpPr>
          <p:cNvPr id="168" name="Group 73"/>
          <p:cNvGrpSpPr>
            <a:grpSpLocks/>
          </p:cNvGrpSpPr>
          <p:nvPr/>
        </p:nvGrpSpPr>
        <p:grpSpPr bwMode="auto">
          <a:xfrm rot="20914567">
            <a:off x="3399818" y="5337137"/>
            <a:ext cx="351114" cy="287358"/>
            <a:chOff x="1920" y="715"/>
            <a:chExt cx="270" cy="139"/>
          </a:xfrm>
        </p:grpSpPr>
        <p:sp>
          <p:nvSpPr>
            <p:cNvPr id="169"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72"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cxnSp>
        <p:nvCxnSpPr>
          <p:cNvPr id="173" name="Connecteur en angle 172"/>
          <p:cNvCxnSpPr>
            <a:stCxn id="165" idx="3"/>
            <a:endCxn id="174" idx="1"/>
          </p:cNvCxnSpPr>
          <p:nvPr/>
        </p:nvCxnSpPr>
        <p:spPr bwMode="auto">
          <a:xfrm flipV="1">
            <a:off x="4613735" y="5519494"/>
            <a:ext cx="1900232" cy="363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311"/>
          <p:cNvSpPr>
            <a:spLocks noChangeArrowheads="1"/>
          </p:cNvSpPr>
          <p:nvPr/>
        </p:nvSpPr>
        <p:spPr bwMode="auto">
          <a:xfrm>
            <a:off x="6513967" y="5447262"/>
            <a:ext cx="117475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00060_F_PREMIUM</a:t>
            </a:r>
          </a:p>
        </p:txBody>
      </p:sp>
      <p:cxnSp>
        <p:nvCxnSpPr>
          <p:cNvPr id="176" name="Connecteur en angle 175"/>
          <p:cNvCxnSpPr>
            <a:stCxn id="165" idx="2"/>
            <a:endCxn id="64" idx="2"/>
          </p:cNvCxnSpPr>
          <p:nvPr/>
        </p:nvCxnSpPr>
        <p:spPr bwMode="auto">
          <a:xfrm rot="5400000">
            <a:off x="4147987" y="5721119"/>
            <a:ext cx="55529" cy="1829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AutoShape 191"/>
          <p:cNvSpPr>
            <a:spLocks noChangeArrowheads="1"/>
          </p:cNvSpPr>
          <p:nvPr/>
        </p:nvSpPr>
        <p:spPr bwMode="auto">
          <a:xfrm>
            <a:off x="2731060" y="5106376"/>
            <a:ext cx="567892" cy="340886"/>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t>PAWS / C2OL</a:t>
            </a:r>
          </a:p>
        </p:txBody>
      </p:sp>
      <p:cxnSp>
        <p:nvCxnSpPr>
          <p:cNvPr id="22" name="Connecteur droit 21"/>
          <p:cNvCxnSpPr>
            <a:stCxn id="109" idx="3"/>
            <a:endCxn id="106" idx="1"/>
          </p:cNvCxnSpPr>
          <p:nvPr/>
        </p:nvCxnSpPr>
        <p:spPr bwMode="auto">
          <a:xfrm>
            <a:off x="4561564" y="1519550"/>
            <a:ext cx="544161" cy="6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68">
            <a:hlinkClick r:id="" action="ppaction://noaction"/>
          </p:cNvPr>
          <p:cNvSpPr>
            <a:spLocks noChangeArrowheads="1"/>
          </p:cNvSpPr>
          <p:nvPr/>
        </p:nvSpPr>
        <p:spPr bwMode="auto">
          <a:xfrm>
            <a:off x="3784018" y="3993666"/>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179" name="AutoShape 87">
            <a:hlinkClick r:id="rId7" action="ppaction://hlinksldjump"/>
          </p:cNvPr>
          <p:cNvSpPr>
            <a:spLocks noChangeArrowheads="1"/>
          </p:cNvSpPr>
          <p:nvPr/>
        </p:nvSpPr>
        <p:spPr bwMode="auto">
          <a:xfrm rot="10800000">
            <a:off x="7831139" y="4272834"/>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WCB DIGITAL</a:t>
            </a:r>
          </a:p>
        </p:txBody>
      </p:sp>
      <p:cxnSp>
        <p:nvCxnSpPr>
          <p:cNvPr id="180" name="Connecteur en angle 179"/>
          <p:cNvCxnSpPr>
            <a:stCxn id="178" idx="3"/>
            <a:endCxn id="179" idx="2"/>
          </p:cNvCxnSpPr>
          <p:nvPr/>
        </p:nvCxnSpPr>
        <p:spPr bwMode="auto">
          <a:xfrm>
            <a:off x="4565068" y="4154004"/>
            <a:ext cx="3680071" cy="118830"/>
          </a:xfrm>
          <a:prstGeom prst="bentConnector2">
            <a:avLst/>
          </a:prstGeom>
          <a:solidFill>
            <a:schemeClr val="accent1"/>
          </a:solidFill>
          <a:ln w="9525" cap="flat" cmpd="sng" algn="ctr">
            <a:solidFill>
              <a:srgbClr val="3333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Text Box 157"/>
          <p:cNvSpPr txBox="1">
            <a:spLocks noChangeArrowheads="1"/>
          </p:cNvSpPr>
          <p:nvPr/>
        </p:nvSpPr>
        <p:spPr bwMode="auto">
          <a:xfrm>
            <a:off x="4538613" y="3985693"/>
            <a:ext cx="104547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IDENT WCBDIGITAL OK</a:t>
            </a:r>
          </a:p>
        </p:txBody>
      </p:sp>
      <p:sp>
        <p:nvSpPr>
          <p:cNvPr id="182" name="AutoShape 6"/>
          <p:cNvSpPr>
            <a:spLocks noChangeArrowheads="1"/>
          </p:cNvSpPr>
          <p:nvPr/>
        </p:nvSpPr>
        <p:spPr bwMode="auto">
          <a:xfrm>
            <a:off x="5561860" y="4054588"/>
            <a:ext cx="951706"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00090_F_WCB</a:t>
            </a:r>
          </a:p>
        </p:txBody>
      </p:sp>
      <p:cxnSp>
        <p:nvCxnSpPr>
          <p:cNvPr id="183" name="Connecteur droit avec flèche 182"/>
          <p:cNvCxnSpPr>
            <a:stCxn id="229" idx="2"/>
            <a:endCxn id="217" idx="0"/>
          </p:cNvCxnSpPr>
          <p:nvPr/>
        </p:nvCxnSpPr>
        <p:spPr bwMode="auto">
          <a:xfrm>
            <a:off x="4165103" y="4776095"/>
            <a:ext cx="9579" cy="19319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AutoShape 113"/>
          <p:cNvSpPr>
            <a:spLocks noChangeArrowheads="1"/>
          </p:cNvSpPr>
          <p:nvPr/>
        </p:nvSpPr>
        <p:spPr bwMode="auto">
          <a:xfrm>
            <a:off x="2752912" y="4733798"/>
            <a:ext cx="523138"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DEXTER</a:t>
            </a:r>
          </a:p>
        </p:txBody>
      </p:sp>
      <p:sp>
        <p:nvSpPr>
          <p:cNvPr id="187" name="AutoShape 311"/>
          <p:cNvSpPr>
            <a:spLocks noChangeArrowheads="1"/>
          </p:cNvSpPr>
          <p:nvPr/>
        </p:nvSpPr>
        <p:spPr bwMode="auto">
          <a:xfrm>
            <a:off x="4843957" y="5035166"/>
            <a:ext cx="1053689" cy="18028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00060_COLLAB_ DEXTER</a:t>
            </a:r>
          </a:p>
        </p:txBody>
      </p:sp>
      <p:sp>
        <p:nvSpPr>
          <p:cNvPr id="203" name="AutoShape 31">
            <a:hlinkClick r:id="" action="ppaction://noaction"/>
          </p:cNvPr>
          <p:cNvSpPr>
            <a:spLocks noChangeArrowheads="1"/>
          </p:cNvSpPr>
          <p:nvPr/>
        </p:nvSpPr>
        <p:spPr bwMode="auto">
          <a:xfrm>
            <a:off x="6395796" y="1977050"/>
            <a:ext cx="1018945" cy="15813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FIXE_SUSPENDU_ENTREE</a:t>
            </a:r>
          </a:p>
        </p:txBody>
      </p:sp>
      <p:sp>
        <p:nvSpPr>
          <p:cNvPr id="204" name="AutoShape 31">
            <a:hlinkClick r:id="" action="ppaction://noaction"/>
          </p:cNvPr>
          <p:cNvSpPr>
            <a:spLocks noChangeArrowheads="1"/>
          </p:cNvSpPr>
          <p:nvPr/>
        </p:nvSpPr>
        <p:spPr bwMode="auto">
          <a:xfrm>
            <a:off x="6393605" y="2564046"/>
            <a:ext cx="923192" cy="15839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FIXE_IMPAYE_ENTREE</a:t>
            </a:r>
          </a:p>
        </p:txBody>
      </p:sp>
      <p:sp>
        <p:nvSpPr>
          <p:cNvPr id="205" name="AutoShape 31">
            <a:hlinkClick r:id="" action="ppaction://noaction"/>
          </p:cNvPr>
          <p:cNvSpPr>
            <a:spLocks noChangeArrowheads="1"/>
          </p:cNvSpPr>
          <p:nvPr/>
        </p:nvSpPr>
        <p:spPr bwMode="auto">
          <a:xfrm>
            <a:off x="6679954" y="4064259"/>
            <a:ext cx="771809" cy="15878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FIXE_WCB</a:t>
            </a:r>
          </a:p>
        </p:txBody>
      </p:sp>
      <p:sp>
        <p:nvSpPr>
          <p:cNvPr id="217" name="AutoShape 239"/>
          <p:cNvSpPr>
            <a:spLocks noChangeArrowheads="1"/>
          </p:cNvSpPr>
          <p:nvPr/>
        </p:nvSpPr>
        <p:spPr bwMode="auto">
          <a:xfrm>
            <a:off x="3745845" y="4969290"/>
            <a:ext cx="857674" cy="319663"/>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COLLAB  DEXTER?</a:t>
            </a:r>
          </a:p>
        </p:txBody>
      </p:sp>
      <p:cxnSp>
        <p:nvCxnSpPr>
          <p:cNvPr id="77" name="Connecteur droit 76"/>
          <p:cNvCxnSpPr>
            <a:cxnSpLocks/>
            <a:stCxn id="217" idx="3"/>
            <a:endCxn id="187" idx="1"/>
          </p:cNvCxnSpPr>
          <p:nvPr/>
        </p:nvCxnSpPr>
        <p:spPr bwMode="auto">
          <a:xfrm flipV="1">
            <a:off x="4603519" y="5125306"/>
            <a:ext cx="240438" cy="38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Connecteur en angle 78"/>
          <p:cNvCxnSpPr>
            <a:cxnSpLocks/>
            <a:stCxn id="187" idx="3"/>
            <a:endCxn id="174" idx="1"/>
          </p:cNvCxnSpPr>
          <p:nvPr/>
        </p:nvCxnSpPr>
        <p:spPr bwMode="auto">
          <a:xfrm>
            <a:off x="5897646" y="5125306"/>
            <a:ext cx="616321" cy="39418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Connecteur en angle 92"/>
          <p:cNvCxnSpPr>
            <a:stCxn id="174" idx="3"/>
            <a:endCxn id="118" idx="2"/>
          </p:cNvCxnSpPr>
          <p:nvPr/>
        </p:nvCxnSpPr>
        <p:spPr bwMode="auto">
          <a:xfrm>
            <a:off x="7688717" y="5519494"/>
            <a:ext cx="289679" cy="15520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Connecteur droit avec flèche 96"/>
          <p:cNvCxnSpPr>
            <a:stCxn id="217" idx="2"/>
            <a:endCxn id="165" idx="0"/>
          </p:cNvCxnSpPr>
          <p:nvPr/>
        </p:nvCxnSpPr>
        <p:spPr bwMode="auto">
          <a:xfrm>
            <a:off x="4174682" y="5288953"/>
            <a:ext cx="10216" cy="547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8" name="Group 73"/>
          <p:cNvGrpSpPr>
            <a:grpSpLocks/>
          </p:cNvGrpSpPr>
          <p:nvPr/>
        </p:nvGrpSpPr>
        <p:grpSpPr bwMode="auto">
          <a:xfrm rot="1462217">
            <a:off x="3418982" y="4939527"/>
            <a:ext cx="351114" cy="249606"/>
            <a:chOff x="1920" y="715"/>
            <a:chExt cx="270" cy="139"/>
          </a:xfrm>
        </p:grpSpPr>
        <p:sp>
          <p:nvSpPr>
            <p:cNvPr id="219"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220"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221" name="Text Box 157"/>
          <p:cNvSpPr txBox="1">
            <a:spLocks noChangeArrowheads="1"/>
          </p:cNvSpPr>
          <p:nvPr/>
        </p:nvSpPr>
        <p:spPr bwMode="auto">
          <a:xfrm>
            <a:off x="4374825" y="4890281"/>
            <a:ext cx="10454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DEXTER COLLAB = OUI</a:t>
            </a:r>
          </a:p>
        </p:txBody>
      </p:sp>
      <p:sp>
        <p:nvSpPr>
          <p:cNvPr id="222" name="Text Box 157"/>
          <p:cNvSpPr txBox="1">
            <a:spLocks noChangeArrowheads="1"/>
          </p:cNvSpPr>
          <p:nvPr/>
        </p:nvSpPr>
        <p:spPr bwMode="auto">
          <a:xfrm>
            <a:off x="4430362" y="534374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23" name="Text Box 157"/>
          <p:cNvSpPr txBox="1">
            <a:spLocks noChangeArrowheads="1"/>
          </p:cNvSpPr>
          <p:nvPr/>
        </p:nvSpPr>
        <p:spPr bwMode="auto">
          <a:xfrm>
            <a:off x="4161671" y="426407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24" name="Text Box 157"/>
          <p:cNvSpPr txBox="1">
            <a:spLocks noChangeArrowheads="1"/>
          </p:cNvSpPr>
          <p:nvPr/>
        </p:nvSpPr>
        <p:spPr bwMode="auto">
          <a:xfrm>
            <a:off x="4207157" y="5251754"/>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7" name="Connecteur droit avec flèche 6"/>
          <p:cNvCxnSpPr>
            <a:stCxn id="109" idx="2"/>
            <a:endCxn id="43" idx="0"/>
          </p:cNvCxnSpPr>
          <p:nvPr/>
        </p:nvCxnSpPr>
        <p:spPr bwMode="auto">
          <a:xfrm flipH="1">
            <a:off x="4153817" y="1709143"/>
            <a:ext cx="12701" cy="16677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8" name="Rectangle 227"/>
          <p:cNvSpPr>
            <a:spLocks noChangeArrowheads="1"/>
          </p:cNvSpPr>
          <p:nvPr/>
        </p:nvSpPr>
        <p:spPr bwMode="auto">
          <a:xfrm>
            <a:off x="38591" y="4168238"/>
            <a:ext cx="2649478" cy="240065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91440" tIns="45720" rIns="91440" bIns="45720" anchor="t">
            <a:spAutoFit/>
          </a:bodyPr>
          <a:lstStyle/>
          <a:p>
            <a:r>
              <a:rPr lang="fr-FR" sz="600" b="1" u="sng" dirty="0"/>
              <a:t>ELIGIBILITE PREMIUM :</a:t>
            </a:r>
          </a:p>
          <a:p>
            <a:endParaRPr lang="fr-FR" sz="600" dirty="0"/>
          </a:p>
          <a:p>
            <a:r>
              <a:rPr lang="fr-FR" sz="600" b="1" dirty="0">
                <a:solidFill>
                  <a:srgbClr val="FF0000"/>
                </a:solidFill>
              </a:rPr>
              <a:t>SEARCH</a:t>
            </a:r>
          </a:p>
          <a:p>
            <a:r>
              <a:rPr lang="fr-FR" sz="600" dirty="0">
                <a:solidFill>
                  <a:schemeClr val="tx1"/>
                </a:solidFill>
              </a:rPr>
              <a:t>Si </a:t>
            </a:r>
            <a:r>
              <a:rPr lang="fr-FR" sz="600" dirty="0" err="1">
                <a:solidFill>
                  <a:schemeClr val="tx1"/>
                </a:solidFill>
              </a:rPr>
              <a:t>titulaireType</a:t>
            </a:r>
            <a:r>
              <a:rPr lang="fr-FR" sz="600" dirty="0">
                <a:solidFill>
                  <a:schemeClr val="tx1"/>
                </a:solidFill>
              </a:rPr>
              <a:t>=</a:t>
            </a:r>
            <a:r>
              <a:rPr lang="fr-FR" sz="600" dirty="0" err="1">
                <a:solidFill>
                  <a:schemeClr val="tx1"/>
                </a:solidFill>
              </a:rPr>
              <a:t>PersonnePhysique</a:t>
            </a:r>
            <a:r>
              <a:rPr lang="fr-FR" sz="600" dirty="0">
                <a:solidFill>
                  <a:schemeClr val="tx1"/>
                </a:solidFill>
              </a:rPr>
              <a:t> et </a:t>
            </a:r>
          </a:p>
          <a:p>
            <a:r>
              <a:rPr lang="fr-FR" sz="600" dirty="0" err="1">
                <a:solidFill>
                  <a:schemeClr val="tx1"/>
                </a:solidFill>
              </a:rPr>
              <a:t>niveauQualificationPro</a:t>
            </a:r>
            <a:r>
              <a:rPr lang="fr-FR" sz="600" dirty="0">
                <a:solidFill>
                  <a:schemeClr val="tx1"/>
                </a:solidFill>
              </a:rPr>
              <a:t> = 05]</a:t>
            </a:r>
            <a:br>
              <a:rPr lang="fr-FR" sz="600" dirty="0">
                <a:solidFill>
                  <a:schemeClr val="tx1"/>
                </a:solidFill>
              </a:rPr>
            </a:br>
            <a:r>
              <a:rPr lang="fr-FR" sz="600" dirty="0">
                <a:solidFill>
                  <a:schemeClr val="tx1"/>
                </a:solidFill>
              </a:rPr>
              <a:t>OU [si </a:t>
            </a:r>
            <a:r>
              <a:rPr lang="fr-FR" sz="600" dirty="0" err="1">
                <a:solidFill>
                  <a:schemeClr val="tx1"/>
                </a:solidFill>
              </a:rPr>
              <a:t>titulaireType</a:t>
            </a:r>
            <a:r>
              <a:rPr lang="fr-FR" sz="600" dirty="0">
                <a:solidFill>
                  <a:schemeClr val="tx1"/>
                </a:solidFill>
              </a:rPr>
              <a:t>= moral]</a:t>
            </a:r>
            <a:br>
              <a:rPr lang="fr-FR" sz="600" dirty="0">
                <a:solidFill>
                  <a:schemeClr val="tx1"/>
                </a:solidFill>
              </a:rPr>
            </a:br>
            <a:r>
              <a:rPr lang="fr-FR" sz="600" dirty="0">
                <a:solidFill>
                  <a:schemeClr val="tx1"/>
                </a:solidFill>
              </a:rPr>
              <a:t>OU </a:t>
            </a:r>
            <a:r>
              <a:rPr lang="fr-FR" sz="600" dirty="0" err="1">
                <a:solidFill>
                  <a:schemeClr val="tx1"/>
                </a:solidFill>
              </a:rPr>
              <a:t>classeCompteFacturation</a:t>
            </a:r>
            <a:r>
              <a:rPr lang="fr-FR" sz="600" dirty="0">
                <a:solidFill>
                  <a:schemeClr val="tx1"/>
                </a:solidFill>
              </a:rPr>
              <a:t> = S</a:t>
            </a:r>
          </a:p>
          <a:p>
            <a:endParaRPr lang="fr-FR" sz="600" dirty="0"/>
          </a:p>
          <a:p>
            <a:r>
              <a:rPr lang="fr-FR" sz="600" b="1" dirty="0">
                <a:solidFill>
                  <a:srgbClr val="D31E05"/>
                </a:solidFill>
              </a:rPr>
              <a:t>DEXTER : </a:t>
            </a:r>
          </a:p>
          <a:p>
            <a:r>
              <a:rPr lang="fr-FR" sz="600" dirty="0"/>
              <a:t>COLLAB = OUI </a:t>
            </a:r>
          </a:p>
          <a:p>
            <a:r>
              <a:rPr lang="fr-FR" sz="600" b="1" dirty="0">
                <a:solidFill>
                  <a:srgbClr val="FF0000"/>
                </a:solidFill>
                <a:cs typeface="Arial"/>
              </a:rPr>
              <a:t>"CACHE_SVI" et </a:t>
            </a:r>
            <a:r>
              <a:rPr lang="fr-FR" sz="600" b="1" dirty="0" err="1">
                <a:solidFill>
                  <a:srgbClr val="FF0000"/>
                </a:solidFill>
                <a:cs typeface="Arial"/>
              </a:rPr>
              <a:t>complement_caracteristique</a:t>
            </a:r>
            <a:r>
              <a:rPr lang="fr-FR" sz="600" b="1" dirty="0">
                <a:solidFill>
                  <a:srgbClr val="FF0000"/>
                </a:solidFill>
                <a:cs typeface="Arial"/>
              </a:rPr>
              <a:t> et statut = "Active" </a:t>
            </a:r>
            <a:endParaRPr lang="fr-FR" dirty="0"/>
          </a:p>
          <a:p>
            <a:r>
              <a:rPr lang="fr-FR" sz="600" dirty="0">
                <a:solidFill>
                  <a:schemeClr val="tx1"/>
                </a:solidFill>
              </a:rPr>
              <a:t>Ou pour Ambassadeur LPM :  REMISE_PARTENAIRE = OUI ET (CODE_APPORTEUR = 1055888 OU 1050508 OU CACHE_SVI = CQT_LPM)</a:t>
            </a:r>
          </a:p>
          <a:p>
            <a:r>
              <a:rPr lang="fr-FR" sz="600" dirty="0"/>
              <a:t>Collab=OUI</a:t>
            </a:r>
          </a:p>
          <a:p>
            <a:r>
              <a:rPr lang="fr-FR" sz="600" dirty="0"/>
              <a:t>Remise partenaire</a:t>
            </a:r>
          </a:p>
          <a:p>
            <a:r>
              <a:rPr lang="fr-FR" sz="600" b="1" dirty="0">
                <a:solidFill>
                  <a:srgbClr val="FF0000"/>
                </a:solidFill>
              </a:rPr>
              <a:t>"CACHE_SVI" et </a:t>
            </a:r>
            <a:r>
              <a:rPr lang="fr-FR" sz="600" b="1" dirty="0" err="1">
                <a:solidFill>
                  <a:srgbClr val="FF0000"/>
                </a:solidFill>
              </a:rPr>
              <a:t>complement_caracteristique</a:t>
            </a:r>
            <a:r>
              <a:rPr lang="fr-FR" sz="600" b="1" dirty="0">
                <a:solidFill>
                  <a:srgbClr val="FF0000"/>
                </a:solidFill>
              </a:rPr>
              <a:t> et statut = "Active" </a:t>
            </a:r>
          </a:p>
          <a:p>
            <a:endParaRPr lang="fr-FR" sz="600" dirty="0">
              <a:solidFill>
                <a:schemeClr val="tx1"/>
              </a:solidFill>
            </a:endParaRPr>
          </a:p>
          <a:p>
            <a:endParaRPr lang="fr-FR" sz="600" dirty="0"/>
          </a:p>
          <a:p>
            <a:r>
              <a:rPr lang="fr-FR" sz="600" b="1" dirty="0">
                <a:solidFill>
                  <a:srgbClr val="C00000"/>
                </a:solidFill>
              </a:rPr>
              <a:t>C2OL</a:t>
            </a:r>
            <a:r>
              <a:rPr lang="fr-FR" sz="600" b="1" dirty="0"/>
              <a:t> :</a:t>
            </a:r>
          </a:p>
          <a:p>
            <a:pPr>
              <a:buClr>
                <a:srgbClr val="D31E05"/>
              </a:buClr>
            </a:pPr>
            <a:r>
              <a:rPr lang="es-ES" altLang="fr-FR" sz="600" dirty="0" err="1"/>
              <a:t>Marqueur</a:t>
            </a:r>
            <a:r>
              <a:rPr lang="es-ES" altLang="fr-FR" sz="600" dirty="0"/>
              <a:t> : CELL_PREM </a:t>
            </a:r>
          </a:p>
          <a:p>
            <a:pPr>
              <a:buClr>
                <a:srgbClr val="D31E05"/>
              </a:buClr>
            </a:pPr>
            <a:r>
              <a:rPr lang="es-ES" altLang="fr-FR" sz="600" b="1" dirty="0"/>
              <a:t>ET</a:t>
            </a:r>
            <a:r>
              <a:rPr lang="es-ES" altLang="fr-FR" sz="600" dirty="0"/>
              <a:t> </a:t>
            </a:r>
            <a:r>
              <a:rPr lang="es-ES" altLang="fr-FR" sz="600" dirty="0" err="1"/>
              <a:t>valeur</a:t>
            </a:r>
            <a:r>
              <a:rPr lang="es-ES" altLang="fr-FR" sz="600" dirty="0"/>
              <a:t> 1 </a:t>
            </a:r>
            <a:r>
              <a:rPr lang="es-ES" altLang="fr-FR" sz="600" dirty="0" err="1"/>
              <a:t>commence</a:t>
            </a:r>
            <a:r>
              <a:rPr lang="es-ES" altLang="fr-FR" sz="600" dirty="0"/>
              <a:t> par :</a:t>
            </a:r>
          </a:p>
          <a:p>
            <a:pPr>
              <a:buClr>
                <a:srgbClr val="D31E05"/>
              </a:buClr>
            </a:pPr>
            <a:r>
              <a:rPr lang="es-ES" altLang="fr-FR" sz="600" dirty="0"/>
              <a:t>PRE_FID_F </a:t>
            </a:r>
          </a:p>
          <a:p>
            <a:pPr>
              <a:buClr>
                <a:srgbClr val="D31E05"/>
              </a:buClr>
            </a:pPr>
            <a:r>
              <a:rPr lang="es-ES" altLang="fr-FR" sz="600" b="1" dirty="0"/>
              <a:t>OU </a:t>
            </a:r>
            <a:r>
              <a:rPr lang="es-ES" altLang="fr-FR" sz="600" dirty="0"/>
              <a:t>PLATINE_00 </a:t>
            </a:r>
          </a:p>
          <a:p>
            <a:pPr>
              <a:buClr>
                <a:srgbClr val="D31E05"/>
              </a:buClr>
            </a:pPr>
            <a:r>
              <a:rPr lang="es-ES" altLang="fr-FR" sz="600" dirty="0"/>
              <a:t>OU PACKPRO_F (= </a:t>
            </a:r>
            <a:r>
              <a:rPr lang="es-ES" altLang="fr-FR" sz="600" b="1" dirty="0">
                <a:solidFill>
                  <a:srgbClr val="FF0000"/>
                </a:solidFill>
              </a:rPr>
              <a:t>PACKPRO</a:t>
            </a:r>
            <a:r>
              <a:rPr lang="es-ES" altLang="fr-FR" sz="600" dirty="0"/>
              <a:t>)</a:t>
            </a:r>
          </a:p>
        </p:txBody>
      </p:sp>
      <p:sp>
        <p:nvSpPr>
          <p:cNvPr id="157" name="AutoShape 113"/>
          <p:cNvSpPr>
            <a:spLocks noChangeArrowheads="1"/>
          </p:cNvSpPr>
          <p:nvPr/>
        </p:nvSpPr>
        <p:spPr bwMode="auto">
          <a:xfrm>
            <a:off x="2328926" y="2261368"/>
            <a:ext cx="1043140"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EXT_SVI_FACTURE.csv</a:t>
            </a:r>
          </a:p>
        </p:txBody>
      </p:sp>
      <p:sp>
        <p:nvSpPr>
          <p:cNvPr id="229" name="AutoShape 68">
            <a:hlinkClick r:id="" action="ppaction://noaction"/>
            <a:extLst>
              <a:ext uri="{FF2B5EF4-FFF2-40B4-BE49-F238E27FC236}">
                <a16:creationId xmlns:a16="http://schemas.microsoft.com/office/drawing/2014/main" id="{080D729D-8AE8-46DF-86D1-F2821277AC74}"/>
              </a:ext>
            </a:extLst>
          </p:cNvPr>
          <p:cNvSpPr>
            <a:spLocks noChangeArrowheads="1"/>
          </p:cNvSpPr>
          <p:nvPr/>
        </p:nvSpPr>
        <p:spPr bwMode="auto">
          <a:xfrm>
            <a:off x="3774578" y="4455420"/>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RDGU</a:t>
            </a:r>
          </a:p>
        </p:txBody>
      </p:sp>
      <p:sp>
        <p:nvSpPr>
          <p:cNvPr id="232" name="Text Box 157">
            <a:extLst>
              <a:ext uri="{FF2B5EF4-FFF2-40B4-BE49-F238E27FC236}">
                <a16:creationId xmlns:a16="http://schemas.microsoft.com/office/drawing/2014/main" id="{98A14205-A3BD-49F8-B26D-862611A2BC5B}"/>
              </a:ext>
            </a:extLst>
          </p:cNvPr>
          <p:cNvSpPr txBox="1">
            <a:spLocks noChangeArrowheads="1"/>
          </p:cNvSpPr>
          <p:nvPr/>
        </p:nvSpPr>
        <p:spPr bwMode="auto">
          <a:xfrm>
            <a:off x="4174682" y="476814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35" name="Text Box 157">
            <a:extLst>
              <a:ext uri="{FF2B5EF4-FFF2-40B4-BE49-F238E27FC236}">
                <a16:creationId xmlns:a16="http://schemas.microsoft.com/office/drawing/2014/main" id="{C700D645-05EA-437A-A9F6-F24EEAC7FC05}"/>
              </a:ext>
            </a:extLst>
          </p:cNvPr>
          <p:cNvSpPr txBox="1">
            <a:spLocks noChangeArrowheads="1"/>
          </p:cNvSpPr>
          <p:nvPr/>
        </p:nvSpPr>
        <p:spPr bwMode="auto">
          <a:xfrm>
            <a:off x="4658171" y="4373758"/>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RDGU = 1</a:t>
            </a:r>
          </a:p>
        </p:txBody>
      </p:sp>
      <p:sp>
        <p:nvSpPr>
          <p:cNvPr id="236" name="AutoShape 87">
            <a:hlinkClick r:id="rId8" action="ppaction://hlinksldjump"/>
            <a:extLst>
              <a:ext uri="{FF2B5EF4-FFF2-40B4-BE49-F238E27FC236}">
                <a16:creationId xmlns:a16="http://schemas.microsoft.com/office/drawing/2014/main" id="{2669CCC4-06F8-42B2-85DF-E5AA27D23337}"/>
              </a:ext>
            </a:extLst>
          </p:cNvPr>
          <p:cNvSpPr>
            <a:spLocks noChangeArrowheads="1"/>
          </p:cNvSpPr>
          <p:nvPr/>
        </p:nvSpPr>
        <p:spPr bwMode="auto">
          <a:xfrm rot="10800000">
            <a:off x="6714432" y="4741950"/>
            <a:ext cx="828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RDGU</a:t>
            </a:r>
          </a:p>
        </p:txBody>
      </p:sp>
      <p:sp>
        <p:nvSpPr>
          <p:cNvPr id="241" name="AutoShape 6">
            <a:extLst>
              <a:ext uri="{FF2B5EF4-FFF2-40B4-BE49-F238E27FC236}">
                <a16:creationId xmlns:a16="http://schemas.microsoft.com/office/drawing/2014/main" id="{FFF23E63-8F3C-4B5C-B328-F2BC06756BDA}"/>
              </a:ext>
            </a:extLst>
          </p:cNvPr>
          <p:cNvSpPr>
            <a:spLocks noChangeArrowheads="1"/>
          </p:cNvSpPr>
          <p:nvPr/>
        </p:nvSpPr>
        <p:spPr bwMode="auto">
          <a:xfrm>
            <a:off x="4675205" y="4538518"/>
            <a:ext cx="951706"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00050_F_RDGU</a:t>
            </a:r>
          </a:p>
        </p:txBody>
      </p:sp>
      <p:sp>
        <p:nvSpPr>
          <p:cNvPr id="243" name="AutoShape 31">
            <a:hlinkClick r:id="" action="ppaction://noaction"/>
            <a:extLst>
              <a:ext uri="{FF2B5EF4-FFF2-40B4-BE49-F238E27FC236}">
                <a16:creationId xmlns:a16="http://schemas.microsoft.com/office/drawing/2014/main" id="{68A24901-A9E1-45C4-A1EF-9BA1339635C2}"/>
              </a:ext>
            </a:extLst>
          </p:cNvPr>
          <p:cNvSpPr>
            <a:spLocks noChangeArrowheads="1"/>
          </p:cNvSpPr>
          <p:nvPr/>
        </p:nvSpPr>
        <p:spPr bwMode="auto">
          <a:xfrm>
            <a:off x="5779352" y="4534670"/>
            <a:ext cx="771809" cy="15878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FIXE_RDGU</a:t>
            </a:r>
          </a:p>
        </p:txBody>
      </p:sp>
      <p:cxnSp>
        <p:nvCxnSpPr>
          <p:cNvPr id="30" name="Connecteur : en angle 29">
            <a:extLst>
              <a:ext uri="{FF2B5EF4-FFF2-40B4-BE49-F238E27FC236}">
                <a16:creationId xmlns:a16="http://schemas.microsoft.com/office/drawing/2014/main" id="{FD5209E2-1C45-4EEC-B248-0874B4A970E8}"/>
              </a:ext>
            </a:extLst>
          </p:cNvPr>
          <p:cNvCxnSpPr>
            <a:stCxn id="243" idx="3"/>
            <a:endCxn id="236" idx="2"/>
          </p:cNvCxnSpPr>
          <p:nvPr/>
        </p:nvCxnSpPr>
        <p:spPr bwMode="auto">
          <a:xfrm>
            <a:off x="6551161" y="4614060"/>
            <a:ext cx="577271" cy="12789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Connecteur droit 244">
            <a:extLst>
              <a:ext uri="{FF2B5EF4-FFF2-40B4-BE49-F238E27FC236}">
                <a16:creationId xmlns:a16="http://schemas.microsoft.com/office/drawing/2014/main" id="{124E4C94-E49E-4FAB-9DDA-CD893C36C106}"/>
              </a:ext>
            </a:extLst>
          </p:cNvPr>
          <p:cNvCxnSpPr>
            <a:stCxn id="241" idx="3"/>
            <a:endCxn id="243" idx="1"/>
          </p:cNvCxnSpPr>
          <p:nvPr/>
        </p:nvCxnSpPr>
        <p:spPr bwMode="auto">
          <a:xfrm>
            <a:off x="5626911" y="4610750"/>
            <a:ext cx="152441" cy="33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Connecteur droit 253">
            <a:extLst>
              <a:ext uri="{FF2B5EF4-FFF2-40B4-BE49-F238E27FC236}">
                <a16:creationId xmlns:a16="http://schemas.microsoft.com/office/drawing/2014/main" id="{E839B5C7-06FC-416F-8741-CB568B77DC91}"/>
              </a:ext>
            </a:extLst>
          </p:cNvPr>
          <p:cNvCxnSpPr>
            <a:stCxn id="241" idx="1"/>
            <a:endCxn id="229" idx="3"/>
          </p:cNvCxnSpPr>
          <p:nvPr/>
        </p:nvCxnSpPr>
        <p:spPr bwMode="auto">
          <a:xfrm flipH="1">
            <a:off x="4555628" y="4610750"/>
            <a:ext cx="119577" cy="50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Connecteur droit avec flèche 270">
            <a:extLst>
              <a:ext uri="{FF2B5EF4-FFF2-40B4-BE49-F238E27FC236}">
                <a16:creationId xmlns:a16="http://schemas.microsoft.com/office/drawing/2014/main" id="{A4349AE7-F57C-450D-93CF-7279E67120B7}"/>
              </a:ext>
            </a:extLst>
          </p:cNvPr>
          <p:cNvCxnSpPr>
            <a:stCxn id="178" idx="2"/>
            <a:endCxn id="229" idx="0"/>
          </p:cNvCxnSpPr>
          <p:nvPr/>
        </p:nvCxnSpPr>
        <p:spPr bwMode="auto">
          <a:xfrm flipH="1">
            <a:off x="4165103" y="4314341"/>
            <a:ext cx="9440" cy="14107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droit 10">
            <a:extLst>
              <a:ext uri="{FF2B5EF4-FFF2-40B4-BE49-F238E27FC236}">
                <a16:creationId xmlns:a16="http://schemas.microsoft.com/office/drawing/2014/main" id="{817F3859-866F-4B78-86D6-49C2F29B9C57}"/>
              </a:ext>
            </a:extLst>
          </p:cNvPr>
          <p:cNvCxnSpPr>
            <a:stCxn id="47" idx="0"/>
            <a:endCxn id="109" idx="0"/>
          </p:cNvCxnSpPr>
          <p:nvPr/>
        </p:nvCxnSpPr>
        <p:spPr bwMode="auto">
          <a:xfrm>
            <a:off x="4166290" y="1099832"/>
            <a:ext cx="228" cy="2301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en angle 153">
            <a:extLst>
              <a:ext uri="{FF2B5EF4-FFF2-40B4-BE49-F238E27FC236}">
                <a16:creationId xmlns:a16="http://schemas.microsoft.com/office/drawing/2014/main" id="{E5E21AC4-8BE5-557A-3C5E-FB6F825A2ECB}"/>
              </a:ext>
            </a:extLst>
          </p:cNvPr>
          <p:cNvCxnSpPr>
            <a:cxnSpLocks/>
            <a:stCxn id="20" idx="3"/>
            <a:endCxn id="143" idx="2"/>
          </p:cNvCxnSpPr>
          <p:nvPr/>
        </p:nvCxnSpPr>
        <p:spPr bwMode="auto">
          <a:xfrm>
            <a:off x="7206757" y="3424621"/>
            <a:ext cx="1406616" cy="6518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6">
            <a:extLst>
              <a:ext uri="{FF2B5EF4-FFF2-40B4-BE49-F238E27FC236}">
                <a16:creationId xmlns:a16="http://schemas.microsoft.com/office/drawing/2014/main" id="{47729F41-4F22-371D-65E1-280BF123B05E}"/>
              </a:ext>
            </a:extLst>
          </p:cNvPr>
          <p:cNvSpPr>
            <a:spLocks noChangeArrowheads="1"/>
          </p:cNvSpPr>
          <p:nvPr/>
        </p:nvSpPr>
        <p:spPr bwMode="auto">
          <a:xfrm>
            <a:off x="4873371" y="3351003"/>
            <a:ext cx="951706"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00080_F_IMPAYE_SAP</a:t>
            </a:r>
          </a:p>
        </p:txBody>
      </p:sp>
      <p:grpSp>
        <p:nvGrpSpPr>
          <p:cNvPr id="15" name="Group 73">
            <a:extLst>
              <a:ext uri="{FF2B5EF4-FFF2-40B4-BE49-F238E27FC236}">
                <a16:creationId xmlns:a16="http://schemas.microsoft.com/office/drawing/2014/main" id="{A21B835F-58E7-8F51-7194-6D3248EA930C}"/>
              </a:ext>
            </a:extLst>
          </p:cNvPr>
          <p:cNvGrpSpPr>
            <a:grpSpLocks/>
          </p:cNvGrpSpPr>
          <p:nvPr/>
        </p:nvGrpSpPr>
        <p:grpSpPr bwMode="auto">
          <a:xfrm rot="1104836">
            <a:off x="3767433" y="3148908"/>
            <a:ext cx="196850" cy="93663"/>
            <a:chOff x="1920" y="715"/>
            <a:chExt cx="270" cy="139"/>
          </a:xfrm>
        </p:grpSpPr>
        <p:sp>
          <p:nvSpPr>
            <p:cNvPr id="16" name="AutoShape 74">
              <a:extLst>
                <a:ext uri="{FF2B5EF4-FFF2-40B4-BE49-F238E27FC236}">
                  <a16:creationId xmlns:a16="http://schemas.microsoft.com/office/drawing/2014/main" id="{1E9C6864-0B20-D85A-73A5-0B42F19A4A5A}"/>
                </a:ext>
              </a:extLst>
            </p:cNvPr>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7" name="AutoShape 75">
              <a:extLst>
                <a:ext uri="{FF2B5EF4-FFF2-40B4-BE49-F238E27FC236}">
                  <a16:creationId xmlns:a16="http://schemas.microsoft.com/office/drawing/2014/main" id="{FFED166A-FF08-F12C-DFDB-44D7DF281216}"/>
                </a:ext>
              </a:extLst>
            </p:cNvPr>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9" name="AutoShape 68">
            <a:hlinkClick r:id="" action="ppaction://noaction"/>
            <a:extLst>
              <a:ext uri="{FF2B5EF4-FFF2-40B4-BE49-F238E27FC236}">
                <a16:creationId xmlns:a16="http://schemas.microsoft.com/office/drawing/2014/main" id="{BBE52A99-B91E-C1CA-98C0-5F0FF1CE32A3}"/>
              </a:ext>
            </a:extLst>
          </p:cNvPr>
          <p:cNvSpPr>
            <a:spLocks noChangeArrowheads="1"/>
          </p:cNvSpPr>
          <p:nvPr/>
        </p:nvSpPr>
        <p:spPr bwMode="auto">
          <a:xfrm>
            <a:off x="3777973" y="3256977"/>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IMPAYE SAP</a:t>
            </a:r>
          </a:p>
        </p:txBody>
      </p:sp>
      <p:sp>
        <p:nvSpPr>
          <p:cNvPr id="20" name="AutoShape 31">
            <a:hlinkClick r:id="" action="ppaction://noaction"/>
            <a:extLst>
              <a:ext uri="{FF2B5EF4-FFF2-40B4-BE49-F238E27FC236}">
                <a16:creationId xmlns:a16="http://schemas.microsoft.com/office/drawing/2014/main" id="{D1CA7A9C-F556-0C9D-06BC-750DEF200E74}"/>
              </a:ext>
            </a:extLst>
          </p:cNvPr>
          <p:cNvSpPr>
            <a:spLocks noChangeArrowheads="1"/>
          </p:cNvSpPr>
          <p:nvPr/>
        </p:nvSpPr>
        <p:spPr bwMode="auto">
          <a:xfrm>
            <a:off x="6067596" y="3322812"/>
            <a:ext cx="1139161" cy="203617"/>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FIXE_IMPAYE_SAP_ENTREE</a:t>
            </a:r>
          </a:p>
        </p:txBody>
      </p:sp>
      <p:sp>
        <p:nvSpPr>
          <p:cNvPr id="21" name="AutoShape 113">
            <a:extLst>
              <a:ext uri="{FF2B5EF4-FFF2-40B4-BE49-F238E27FC236}">
                <a16:creationId xmlns:a16="http://schemas.microsoft.com/office/drawing/2014/main" id="{D8C15107-47D4-EDB8-762B-037A3242FC83}"/>
              </a:ext>
            </a:extLst>
          </p:cNvPr>
          <p:cNvSpPr>
            <a:spLocks noChangeArrowheads="1"/>
          </p:cNvSpPr>
          <p:nvPr/>
        </p:nvSpPr>
        <p:spPr bwMode="auto">
          <a:xfrm>
            <a:off x="2583488" y="2959687"/>
            <a:ext cx="1043140"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SAP_RMCA</a:t>
            </a:r>
          </a:p>
          <a:p>
            <a:pPr algn="ctr" eaLnBrk="0" hangingPunct="0">
              <a:defRPr/>
            </a:pPr>
            <a:r>
              <a:rPr lang="fr-FR" sz="600">
                <a:ea typeface="ＭＳ Ｐゴシック" charset="0"/>
              </a:rPr>
              <a:t>ContractDetails20</a:t>
            </a:r>
          </a:p>
        </p:txBody>
      </p:sp>
      <p:sp>
        <p:nvSpPr>
          <p:cNvPr id="41" name="Text Box 157">
            <a:extLst>
              <a:ext uri="{FF2B5EF4-FFF2-40B4-BE49-F238E27FC236}">
                <a16:creationId xmlns:a16="http://schemas.microsoft.com/office/drawing/2014/main" id="{0E9B41F1-9542-3F17-8496-BD83154DDDCB}"/>
              </a:ext>
            </a:extLst>
          </p:cNvPr>
          <p:cNvSpPr txBox="1">
            <a:spLocks noChangeArrowheads="1"/>
          </p:cNvSpPr>
          <p:nvPr/>
        </p:nvSpPr>
        <p:spPr bwMode="auto">
          <a:xfrm>
            <a:off x="4325703" y="274460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78" name="Connecteur droit 77">
            <a:extLst>
              <a:ext uri="{FF2B5EF4-FFF2-40B4-BE49-F238E27FC236}">
                <a16:creationId xmlns:a16="http://schemas.microsoft.com/office/drawing/2014/main" id="{71562953-61C4-6008-B964-2BEBFFB6A201}"/>
              </a:ext>
            </a:extLst>
          </p:cNvPr>
          <p:cNvCxnSpPr>
            <a:stCxn id="13" idx="3"/>
            <a:endCxn id="20" idx="1"/>
          </p:cNvCxnSpPr>
          <p:nvPr/>
        </p:nvCxnSpPr>
        <p:spPr bwMode="auto">
          <a:xfrm>
            <a:off x="5825077" y="3423235"/>
            <a:ext cx="242519" cy="13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Connecteur droit 95">
            <a:extLst>
              <a:ext uri="{FF2B5EF4-FFF2-40B4-BE49-F238E27FC236}">
                <a16:creationId xmlns:a16="http://schemas.microsoft.com/office/drawing/2014/main" id="{6B64A0B6-7B9A-D70D-C27C-7423ED518B72}"/>
              </a:ext>
            </a:extLst>
          </p:cNvPr>
          <p:cNvCxnSpPr>
            <a:stCxn id="153" idx="1"/>
            <a:endCxn id="153" idx="1"/>
          </p:cNvCxnSpPr>
          <p:nvPr/>
        </p:nvCxnSpPr>
        <p:spPr bwMode="auto">
          <a:xfrm>
            <a:off x="4174012" y="2421994"/>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Connecteur droit 98">
            <a:extLst>
              <a:ext uri="{FF2B5EF4-FFF2-40B4-BE49-F238E27FC236}">
                <a16:creationId xmlns:a16="http://schemas.microsoft.com/office/drawing/2014/main" id="{5A2C639B-86C2-954E-4890-14F1D92A7EF3}"/>
              </a:ext>
            </a:extLst>
          </p:cNvPr>
          <p:cNvCxnSpPr>
            <a:stCxn id="178" idx="0"/>
            <a:endCxn id="19" idx="2"/>
          </p:cNvCxnSpPr>
          <p:nvPr/>
        </p:nvCxnSpPr>
        <p:spPr bwMode="auto">
          <a:xfrm flipH="1" flipV="1">
            <a:off x="4168498" y="3577652"/>
            <a:ext cx="6045" cy="4160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Connecteur droit 101">
            <a:extLst>
              <a:ext uri="{FF2B5EF4-FFF2-40B4-BE49-F238E27FC236}">
                <a16:creationId xmlns:a16="http://schemas.microsoft.com/office/drawing/2014/main" id="{1E8299D7-AB7D-3A21-F550-F9F61D6D5D85}"/>
              </a:ext>
            </a:extLst>
          </p:cNvPr>
          <p:cNvCxnSpPr>
            <a:stCxn id="19" idx="3"/>
            <a:endCxn id="13" idx="1"/>
          </p:cNvCxnSpPr>
          <p:nvPr/>
        </p:nvCxnSpPr>
        <p:spPr bwMode="auto">
          <a:xfrm>
            <a:off x="4559023" y="3417315"/>
            <a:ext cx="314348" cy="59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AutoShape 6">
            <a:extLst>
              <a:ext uri="{FF2B5EF4-FFF2-40B4-BE49-F238E27FC236}">
                <a16:creationId xmlns:a16="http://schemas.microsoft.com/office/drawing/2014/main" id="{FDF69A08-D9C3-BBA5-542E-0D9B4302DB8A}"/>
              </a:ext>
            </a:extLst>
          </p:cNvPr>
          <p:cNvSpPr>
            <a:spLocks noChangeArrowheads="1"/>
          </p:cNvSpPr>
          <p:nvPr/>
        </p:nvSpPr>
        <p:spPr bwMode="auto">
          <a:xfrm>
            <a:off x="2567099" y="3339463"/>
            <a:ext cx="1043140" cy="179386"/>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00080_F_IMPAYE_SAP_KO</a:t>
            </a:r>
          </a:p>
        </p:txBody>
      </p:sp>
      <p:sp>
        <p:nvSpPr>
          <p:cNvPr id="122" name="AutoShape 31">
            <a:hlinkClick r:id="" action="ppaction://noaction"/>
            <a:extLst>
              <a:ext uri="{FF2B5EF4-FFF2-40B4-BE49-F238E27FC236}">
                <a16:creationId xmlns:a16="http://schemas.microsoft.com/office/drawing/2014/main" id="{BDA2DC0C-7A45-C80B-54E1-9CC092F103F4}"/>
              </a:ext>
            </a:extLst>
          </p:cNvPr>
          <p:cNvSpPr>
            <a:spLocks noChangeArrowheads="1"/>
          </p:cNvSpPr>
          <p:nvPr/>
        </p:nvSpPr>
        <p:spPr bwMode="auto">
          <a:xfrm>
            <a:off x="1427938" y="3362774"/>
            <a:ext cx="945309" cy="14960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FIXE_IMPAYE_SAP_KO</a:t>
            </a:r>
          </a:p>
        </p:txBody>
      </p:sp>
      <p:cxnSp>
        <p:nvCxnSpPr>
          <p:cNvPr id="133" name="Connecteur droit 132">
            <a:extLst>
              <a:ext uri="{FF2B5EF4-FFF2-40B4-BE49-F238E27FC236}">
                <a16:creationId xmlns:a16="http://schemas.microsoft.com/office/drawing/2014/main" id="{2A347778-4A3E-6D2E-3C47-01B05EE1FE4D}"/>
              </a:ext>
            </a:extLst>
          </p:cNvPr>
          <p:cNvCxnSpPr>
            <a:cxnSpLocks/>
            <a:stCxn id="121" idx="1"/>
            <a:endCxn id="122" idx="3"/>
          </p:cNvCxnSpPr>
          <p:nvPr/>
        </p:nvCxnSpPr>
        <p:spPr bwMode="auto">
          <a:xfrm flipH="1">
            <a:off x="2373247" y="3429156"/>
            <a:ext cx="193852" cy="84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droit 163">
            <a:extLst>
              <a:ext uri="{FF2B5EF4-FFF2-40B4-BE49-F238E27FC236}">
                <a16:creationId xmlns:a16="http://schemas.microsoft.com/office/drawing/2014/main" id="{C5AE45B2-0595-DA53-6C03-AAA965F60B47}"/>
              </a:ext>
            </a:extLst>
          </p:cNvPr>
          <p:cNvCxnSpPr>
            <a:stCxn id="19" idx="1"/>
            <a:endCxn id="121" idx="3"/>
          </p:cNvCxnSpPr>
          <p:nvPr/>
        </p:nvCxnSpPr>
        <p:spPr bwMode="auto">
          <a:xfrm flipH="1">
            <a:off x="3610239" y="3417315"/>
            <a:ext cx="167734" cy="118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Connecteur : en angle 185">
            <a:extLst>
              <a:ext uri="{FF2B5EF4-FFF2-40B4-BE49-F238E27FC236}">
                <a16:creationId xmlns:a16="http://schemas.microsoft.com/office/drawing/2014/main" id="{BBC44066-3DD4-738D-60AE-341F45678095}"/>
              </a:ext>
            </a:extLst>
          </p:cNvPr>
          <p:cNvCxnSpPr>
            <a:stCxn id="122" idx="1"/>
            <a:endCxn id="178" idx="0"/>
          </p:cNvCxnSpPr>
          <p:nvPr/>
        </p:nvCxnSpPr>
        <p:spPr bwMode="auto">
          <a:xfrm rot="10800000" flipH="1" flipV="1">
            <a:off x="1427937" y="3437576"/>
            <a:ext cx="2746605" cy="556090"/>
          </a:xfrm>
          <a:prstGeom prst="bentConnector4">
            <a:avLst>
              <a:gd name="adj1" fmla="val -8323"/>
              <a:gd name="adj2" fmla="val 5672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Text Box 157">
            <a:extLst>
              <a:ext uri="{FF2B5EF4-FFF2-40B4-BE49-F238E27FC236}">
                <a16:creationId xmlns:a16="http://schemas.microsoft.com/office/drawing/2014/main" id="{5B8D857A-11A8-A1D3-7AB4-38CE61278630}"/>
              </a:ext>
            </a:extLst>
          </p:cNvPr>
          <p:cNvSpPr txBox="1">
            <a:spLocks noChangeArrowheads="1"/>
          </p:cNvSpPr>
          <p:nvPr/>
        </p:nvSpPr>
        <p:spPr bwMode="auto">
          <a:xfrm>
            <a:off x="3615697" y="3433366"/>
            <a:ext cx="29527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KO</a:t>
            </a:r>
          </a:p>
        </p:txBody>
      </p:sp>
      <p:sp>
        <p:nvSpPr>
          <p:cNvPr id="10" name="Text Box 157">
            <a:extLst>
              <a:ext uri="{FF2B5EF4-FFF2-40B4-BE49-F238E27FC236}">
                <a16:creationId xmlns:a16="http://schemas.microsoft.com/office/drawing/2014/main" id="{B4318981-FF1D-7FE5-8F1E-CD8E8C210CFD}"/>
              </a:ext>
            </a:extLst>
          </p:cNvPr>
          <p:cNvSpPr txBox="1">
            <a:spLocks noChangeArrowheads="1"/>
          </p:cNvSpPr>
          <p:nvPr/>
        </p:nvSpPr>
        <p:spPr bwMode="auto">
          <a:xfrm flipH="1">
            <a:off x="4207157" y="3064398"/>
            <a:ext cx="373693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a:t>
            </a:r>
            <a:r>
              <a:rPr lang="fr-FR" sz="600" b="1" dirty="0" err="1"/>
              <a:t>DunningState</a:t>
            </a:r>
            <a:r>
              <a:rPr lang="fr-FR" sz="600" b="1" dirty="0"/>
              <a:t> = "En relance" OU </a:t>
            </a:r>
            <a:r>
              <a:rPr lang="fr-FR" sz="600" b="1" dirty="0" err="1"/>
              <a:t>Status</a:t>
            </a:r>
            <a:r>
              <a:rPr lang="fr-FR" sz="600" b="1" dirty="0"/>
              <a:t> = ("En relance" OU "Aux contentieux")) ET </a:t>
            </a:r>
            <a:r>
              <a:rPr lang="fr-FR" sz="600" b="1" dirty="0" err="1"/>
              <a:t>unpaid</a:t>
            </a:r>
            <a:r>
              <a:rPr lang="fr-FR" sz="600" b="1" dirty="0"/>
              <a:t> != 0 </a:t>
            </a:r>
          </a:p>
        </p:txBody>
      </p:sp>
      <p:cxnSp>
        <p:nvCxnSpPr>
          <p:cNvPr id="27" name="Connecteur droit 26">
            <a:extLst>
              <a:ext uri="{FF2B5EF4-FFF2-40B4-BE49-F238E27FC236}">
                <a16:creationId xmlns:a16="http://schemas.microsoft.com/office/drawing/2014/main" id="{DBE2A4EA-CE9B-5CCB-CC26-472789E937B4}"/>
              </a:ext>
            </a:extLst>
          </p:cNvPr>
          <p:cNvCxnSpPr>
            <a:stCxn id="43" idx="2"/>
            <a:endCxn id="142" idx="0"/>
          </p:cNvCxnSpPr>
          <p:nvPr/>
        </p:nvCxnSpPr>
        <p:spPr bwMode="auto">
          <a:xfrm>
            <a:off x="4153817" y="2196594"/>
            <a:ext cx="3027" cy="2944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157">
            <a:extLst>
              <a:ext uri="{FF2B5EF4-FFF2-40B4-BE49-F238E27FC236}">
                <a16:creationId xmlns:a16="http://schemas.microsoft.com/office/drawing/2014/main" id="{1045F794-8D8F-7475-3ECC-E12CBEAE4182}"/>
              </a:ext>
            </a:extLst>
          </p:cNvPr>
          <p:cNvSpPr txBox="1">
            <a:spLocks noChangeArrowheads="1"/>
          </p:cNvSpPr>
          <p:nvPr/>
        </p:nvSpPr>
        <p:spPr bwMode="auto">
          <a:xfrm>
            <a:off x="4482846" y="3235020"/>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80" name="ZoneTexte 79">
            <a:extLst>
              <a:ext uri="{FF2B5EF4-FFF2-40B4-BE49-F238E27FC236}">
                <a16:creationId xmlns:a16="http://schemas.microsoft.com/office/drawing/2014/main" id="{5D3B3E11-8C12-20AE-DDD5-F36AE031D11B}"/>
              </a:ext>
            </a:extLst>
          </p:cNvPr>
          <p:cNvSpPr txBox="1"/>
          <p:nvPr/>
        </p:nvSpPr>
        <p:spPr>
          <a:xfrm>
            <a:off x="72818" y="2641385"/>
            <a:ext cx="3650358" cy="215444"/>
          </a:xfrm>
          <a:prstGeom prst="rect">
            <a:avLst/>
          </a:prstGeom>
          <a:noFill/>
        </p:spPr>
        <p:txBody>
          <a:bodyPr wrap="none" rtlCol="0">
            <a:spAutoFit/>
          </a:bodyPr>
          <a:lstStyle/>
          <a:p>
            <a:r>
              <a:rPr lang="fr-FR" sz="800"/>
              <a:t>Interrogation SAP-RMCA-ContractDetails20 avec </a:t>
            </a:r>
            <a:r>
              <a:rPr lang="fr-FR" sz="800" err="1"/>
              <a:t>idFoncCompteFacturation</a:t>
            </a:r>
            <a:endParaRPr lang="fr-FR" sz="800"/>
          </a:p>
        </p:txBody>
      </p:sp>
      <p:graphicFrame>
        <p:nvGraphicFramePr>
          <p:cNvPr id="83" name="Tableau 82">
            <a:extLst>
              <a:ext uri="{FF2B5EF4-FFF2-40B4-BE49-F238E27FC236}">
                <a16:creationId xmlns:a16="http://schemas.microsoft.com/office/drawing/2014/main" id="{9A04C075-2AC8-9074-6411-375EC34EB6C3}"/>
              </a:ext>
            </a:extLst>
          </p:cNvPr>
          <p:cNvGraphicFramePr>
            <a:graphicFrameLocks noGrp="1"/>
          </p:cNvGraphicFramePr>
          <p:nvPr/>
        </p:nvGraphicFramePr>
        <p:xfrm>
          <a:off x="1779679" y="353817"/>
          <a:ext cx="4435292" cy="205180"/>
        </p:xfrm>
        <a:graphic>
          <a:graphicData uri="http://schemas.openxmlformats.org/drawingml/2006/table">
            <a:tbl>
              <a:tblPr/>
              <a:tblGrid>
                <a:gridCol w="4435292">
                  <a:extLst>
                    <a:ext uri="{9D8B030D-6E8A-4147-A177-3AD203B41FA5}">
                      <a16:colId xmlns:a16="http://schemas.microsoft.com/office/drawing/2014/main" val="1439783802"/>
                    </a:ext>
                  </a:extLst>
                </a:gridCol>
              </a:tblGrid>
              <a:tr h="204787">
                <a:tc>
                  <a:txBody>
                    <a:bodyPr/>
                    <a:lstStyle/>
                    <a:p>
                      <a:pPr algn="ctr" fontAlgn="t"/>
                      <a:r>
                        <a:rPr lang="fr-FR" sz="1000" err="1">
                          <a:effectLst/>
                        </a:rPr>
                        <a:t>idFoncCompteFacturation</a:t>
                      </a:r>
                      <a:r>
                        <a:rPr lang="fr-FR" sz="1000">
                          <a:effectLst/>
                        </a:rPr>
                        <a:t> SEARCH</a:t>
                      </a:r>
                    </a:p>
                  </a:txBody>
                  <a:tcPr marL="26390" marR="26390" marT="26390" marB="2639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AEAEA"/>
                    </a:solidFill>
                  </a:tcPr>
                </a:tc>
                <a:extLst>
                  <a:ext uri="{0D108BD9-81ED-4DB2-BD59-A6C34878D82A}">
                    <a16:rowId xmlns:a16="http://schemas.microsoft.com/office/drawing/2014/main" val="443900516"/>
                  </a:ext>
                </a:extLst>
              </a:tr>
            </a:tbl>
          </a:graphicData>
        </a:graphic>
      </p:graphicFrame>
      <p:sp>
        <p:nvSpPr>
          <p:cNvPr id="85" name="Rectangle 2">
            <a:extLst>
              <a:ext uri="{FF2B5EF4-FFF2-40B4-BE49-F238E27FC236}">
                <a16:creationId xmlns:a16="http://schemas.microsoft.com/office/drawing/2014/main" id="{B1985D2B-A569-1607-EABE-4A13CCB0535C}"/>
              </a:ext>
            </a:extLst>
          </p:cNvPr>
          <p:cNvSpPr>
            <a:spLocks noChangeArrowheads="1"/>
          </p:cNvSpPr>
          <p:nvPr/>
        </p:nvSpPr>
        <p:spPr bwMode="auto">
          <a:xfrm>
            <a:off x="1779588" y="354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graphicFrame>
        <p:nvGraphicFramePr>
          <p:cNvPr id="87" name="Tableau 86">
            <a:extLst>
              <a:ext uri="{FF2B5EF4-FFF2-40B4-BE49-F238E27FC236}">
                <a16:creationId xmlns:a16="http://schemas.microsoft.com/office/drawing/2014/main" id="{32918072-0169-5D4C-FF1A-976F3D8612E3}"/>
              </a:ext>
            </a:extLst>
          </p:cNvPr>
          <p:cNvGraphicFramePr>
            <a:graphicFrameLocks noGrp="1"/>
          </p:cNvGraphicFramePr>
          <p:nvPr/>
        </p:nvGraphicFramePr>
        <p:xfrm>
          <a:off x="1779679" y="353817"/>
          <a:ext cx="4435292" cy="205180"/>
        </p:xfrm>
        <a:graphic>
          <a:graphicData uri="http://schemas.openxmlformats.org/drawingml/2006/table">
            <a:tbl>
              <a:tblPr/>
              <a:tblGrid>
                <a:gridCol w="4435292">
                  <a:extLst>
                    <a:ext uri="{9D8B030D-6E8A-4147-A177-3AD203B41FA5}">
                      <a16:colId xmlns:a16="http://schemas.microsoft.com/office/drawing/2014/main" val="1595479805"/>
                    </a:ext>
                  </a:extLst>
                </a:gridCol>
              </a:tblGrid>
              <a:tr h="204787">
                <a:tc>
                  <a:txBody>
                    <a:bodyPr/>
                    <a:lstStyle/>
                    <a:p>
                      <a:pPr algn="ctr" fontAlgn="t"/>
                      <a:r>
                        <a:rPr lang="fr-FR" sz="1000" err="1">
                          <a:effectLst/>
                        </a:rPr>
                        <a:t>idFoncCompteFacturation</a:t>
                      </a:r>
                      <a:r>
                        <a:rPr lang="fr-FR" sz="1000">
                          <a:effectLst/>
                        </a:rPr>
                        <a:t> SEARCH</a:t>
                      </a:r>
                    </a:p>
                  </a:txBody>
                  <a:tcPr marL="26390" marR="26390" marT="26390" marB="26390">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EAEAEA"/>
                    </a:solidFill>
                  </a:tcPr>
                </a:tc>
                <a:extLst>
                  <a:ext uri="{0D108BD9-81ED-4DB2-BD59-A6C34878D82A}">
                    <a16:rowId xmlns:a16="http://schemas.microsoft.com/office/drawing/2014/main" val="4287890412"/>
                  </a:ext>
                </a:extLst>
              </a:tr>
            </a:tbl>
          </a:graphicData>
        </a:graphic>
      </p:graphicFrame>
      <p:sp>
        <p:nvSpPr>
          <p:cNvPr id="88" name="Rectangle 3">
            <a:extLst>
              <a:ext uri="{FF2B5EF4-FFF2-40B4-BE49-F238E27FC236}">
                <a16:creationId xmlns:a16="http://schemas.microsoft.com/office/drawing/2014/main" id="{45D9C90B-7951-40C9-D276-01D0DD0AC0B4}"/>
              </a:ext>
            </a:extLst>
          </p:cNvPr>
          <p:cNvSpPr>
            <a:spLocks noChangeArrowheads="1"/>
          </p:cNvSpPr>
          <p:nvPr/>
        </p:nvSpPr>
        <p:spPr bwMode="auto">
          <a:xfrm>
            <a:off x="1779588" y="354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6564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4A2E1BC-2944-49FF-887E-AAA79C3F7F15}" type="slidenum">
              <a:rPr lang="fr-FR" smtClean="0">
                <a:solidFill>
                  <a:srgbClr val="000000"/>
                </a:solidFill>
              </a:rPr>
              <a:pPr eaLnBrk="1" hangingPunct="1"/>
              <a:t>5</a:t>
            </a:fld>
            <a:endParaRPr lang="fr-FR">
              <a:solidFill>
                <a:srgbClr val="000000"/>
              </a:solidFill>
            </a:endParaRPr>
          </a:p>
        </p:txBody>
      </p:sp>
      <p:sp>
        <p:nvSpPr>
          <p:cNvPr id="135" name="Rectangle 5"/>
          <p:cNvSpPr>
            <a:spLocks noChangeArrowheads="1"/>
          </p:cNvSpPr>
          <p:nvPr/>
        </p:nvSpPr>
        <p:spPr bwMode="auto">
          <a:xfrm>
            <a:off x="2745833" y="2180405"/>
            <a:ext cx="2262743" cy="738970"/>
          </a:xfrm>
          <a:prstGeom prst="rect">
            <a:avLst/>
          </a:prstGeom>
          <a:solidFill>
            <a:srgbClr val="FF7C80"/>
          </a:solidFill>
          <a:ln w="9525">
            <a:noFill/>
            <a:miter lim="800000"/>
            <a:headEnd/>
            <a:tailEnd/>
          </a:ln>
          <a:effectLst>
            <a:outerShdw blurRad="50800" dist="38100" dir="2700000" algn="tl" rotWithShape="0">
              <a:prstClr val="black">
                <a:alpha val="40000"/>
              </a:prstClr>
            </a:outerShdw>
          </a:effectLst>
        </p:spPr>
        <p:txBody>
          <a:bodyPr anchor="ctr">
            <a:noAutofit/>
          </a:bodyPr>
          <a:lstStyle/>
          <a:p>
            <a:pPr algn="ctr"/>
            <a:r>
              <a:rPr lang="fr-FR" sz="600">
                <a:solidFill>
                  <a:srgbClr val="D31E05"/>
                </a:solidFill>
                <a:latin typeface="Arial"/>
              </a:rPr>
              <a:t>FIXE MENU PRINCIPAL</a:t>
            </a:r>
            <a:r>
              <a:rPr lang="fr-FR" sz="600">
                <a:solidFill>
                  <a:srgbClr val="333399"/>
                </a:solidFill>
                <a:latin typeface="Arial"/>
              </a:rPr>
              <a:t> </a:t>
            </a:r>
            <a:endParaRPr lang="fr-FR" sz="600">
              <a:solidFill>
                <a:srgbClr val="000000"/>
              </a:solidFill>
              <a:latin typeface="Arial"/>
              <a:ea typeface="ＭＳ Ｐゴシック" pitchFamily="-80" charset="-128"/>
            </a:endParaRPr>
          </a:p>
          <a:p>
            <a:pPr algn="ctr"/>
            <a:r>
              <a:rPr lang="fr-FR" sz="600">
                <a:solidFill>
                  <a:srgbClr val="000000"/>
                </a:solidFill>
                <a:latin typeface="Arial"/>
                <a:ea typeface="ＭＳ Ｐゴシック" pitchFamily="-80" charset="-128"/>
              </a:rPr>
              <a:t>Pour votre mot de passe sfr.fr ou payer votre facture, tapez 1</a:t>
            </a:r>
          </a:p>
          <a:p>
            <a:pPr algn="ctr"/>
            <a:r>
              <a:rPr lang="fr-FR" sz="600">
                <a:solidFill>
                  <a:srgbClr val="000000"/>
                </a:solidFill>
                <a:latin typeface="Arial"/>
                <a:ea typeface="ＭＳ Ｐゴシック" pitchFamily="-80" charset="-128"/>
              </a:rPr>
              <a:t>Pour une assistance technique, tapez 2</a:t>
            </a:r>
          </a:p>
          <a:p>
            <a:pPr algn="ctr"/>
            <a:r>
              <a:rPr lang="fr-FR" sz="600">
                <a:solidFill>
                  <a:srgbClr val="000000"/>
                </a:solidFill>
                <a:latin typeface="Arial"/>
                <a:ea typeface="ＭＳ Ｐゴシック" pitchFamily="-80" charset="-128"/>
              </a:rPr>
              <a:t>Pour votre déménagement, tapez 3</a:t>
            </a:r>
          </a:p>
          <a:p>
            <a:pPr algn="ctr"/>
            <a:r>
              <a:rPr lang="fr-FR" sz="600">
                <a:solidFill>
                  <a:srgbClr val="000000"/>
                </a:solidFill>
                <a:latin typeface="Arial"/>
                <a:ea typeface="ＭＳ Ｐゴシック" pitchFamily="-80" charset="-128"/>
              </a:rPr>
              <a:t>Pour une demande sur votre offre, votre facture ou votre contrat, tapez 4</a:t>
            </a:r>
            <a:endParaRPr lang="fr-FR" sz="600" strike="sngStrike">
              <a:solidFill>
                <a:srgbClr val="000000"/>
              </a:solidFill>
              <a:latin typeface="Arial"/>
              <a:ea typeface="ＭＳ Ｐゴシック" pitchFamily="-80" charset="-128"/>
            </a:endParaRPr>
          </a:p>
          <a:p>
            <a:pPr algn="ctr"/>
            <a:r>
              <a:rPr lang="fr-FR" sz="600">
                <a:latin typeface="Arial"/>
                <a:ea typeface="ＭＳ Ｐゴシック" pitchFamily="-80" charset="-128"/>
              </a:rPr>
              <a:t>Pour résilier, tapez 5</a:t>
            </a:r>
          </a:p>
        </p:txBody>
      </p:sp>
      <p:cxnSp>
        <p:nvCxnSpPr>
          <p:cNvPr id="80" name="AutoShape 47"/>
          <p:cNvCxnSpPr>
            <a:cxnSpLocks noChangeShapeType="1"/>
            <a:stCxn id="86" idx="0"/>
            <a:endCxn id="83" idx="0"/>
          </p:cNvCxnSpPr>
          <p:nvPr/>
        </p:nvCxnSpPr>
        <p:spPr bwMode="auto">
          <a:xfrm flipH="1">
            <a:off x="3858885" y="702044"/>
            <a:ext cx="8732" cy="6457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AutoShape 7"/>
          <p:cNvSpPr>
            <a:spLocks noChangeArrowheads="1"/>
          </p:cNvSpPr>
          <p:nvPr/>
        </p:nvSpPr>
        <p:spPr bwMode="auto">
          <a:xfrm>
            <a:off x="3354060" y="766617"/>
            <a:ext cx="100965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000000"/>
                </a:solidFill>
                <a:latin typeface="Arial"/>
                <a:ea typeface="ＭＳ Ｐゴシック" charset="-128"/>
              </a:rPr>
              <a:t>00002_F_ENTREE_MENU</a:t>
            </a:r>
          </a:p>
        </p:txBody>
      </p:sp>
      <p:sp>
        <p:nvSpPr>
          <p:cNvPr id="86" name="AutoShape 11">
            <a:hlinkClick r:id="rId3" action="ppaction://hlinksldjump"/>
          </p:cNvPr>
          <p:cNvSpPr>
            <a:spLocks noChangeArrowheads="1"/>
          </p:cNvSpPr>
          <p:nvPr/>
        </p:nvSpPr>
        <p:spPr bwMode="auto">
          <a:xfrm rot="10800000">
            <a:off x="3327617" y="342044"/>
            <a:ext cx="1080000"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ENTREE GP SUITE</a:t>
            </a:r>
          </a:p>
        </p:txBody>
      </p:sp>
      <p:sp>
        <p:nvSpPr>
          <p:cNvPr id="10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MENU PRINCIPAL</a:t>
            </a:r>
            <a:endParaRPr lang="fr-FR" sz="1400"/>
          </a:p>
        </p:txBody>
      </p:sp>
      <p:sp>
        <p:nvSpPr>
          <p:cNvPr id="44" name="AutoShape 31">
            <a:hlinkClick r:id="" action="ppaction://noaction"/>
            <a:extLst>
              <a:ext uri="{FF2B5EF4-FFF2-40B4-BE49-F238E27FC236}">
                <a16:creationId xmlns:a16="http://schemas.microsoft.com/office/drawing/2014/main" id="{AE785AC6-88E9-C63E-F64D-26F966BDA62C}"/>
              </a:ext>
            </a:extLst>
          </p:cNvPr>
          <p:cNvSpPr>
            <a:spLocks noChangeArrowheads="1"/>
          </p:cNvSpPr>
          <p:nvPr/>
        </p:nvSpPr>
        <p:spPr bwMode="auto">
          <a:xfrm>
            <a:off x="4610043" y="1066644"/>
            <a:ext cx="857361" cy="12947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dirty="0">
                <a:solidFill>
                  <a:srgbClr val="D31E05"/>
                </a:solidFill>
              </a:rPr>
              <a:t>FIXE_ABTEST_MENU</a:t>
            </a:r>
          </a:p>
        </p:txBody>
      </p:sp>
      <p:sp>
        <p:nvSpPr>
          <p:cNvPr id="45" name="Text Box 157">
            <a:extLst>
              <a:ext uri="{FF2B5EF4-FFF2-40B4-BE49-F238E27FC236}">
                <a16:creationId xmlns:a16="http://schemas.microsoft.com/office/drawing/2014/main" id="{7D50A30F-C92E-533F-BC7D-013A534AB39C}"/>
              </a:ext>
            </a:extLst>
          </p:cNvPr>
          <p:cNvSpPr txBox="1">
            <a:spLocks noChangeArrowheads="1"/>
          </p:cNvSpPr>
          <p:nvPr/>
        </p:nvSpPr>
        <p:spPr bwMode="auto">
          <a:xfrm>
            <a:off x="3816997" y="863753"/>
            <a:ext cx="125731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 + flash présent pour l’appel </a:t>
            </a:r>
          </a:p>
        </p:txBody>
      </p:sp>
      <p:sp>
        <p:nvSpPr>
          <p:cNvPr id="46" name="Text Box 157">
            <a:extLst>
              <a:ext uri="{FF2B5EF4-FFF2-40B4-BE49-F238E27FC236}">
                <a16:creationId xmlns:a16="http://schemas.microsoft.com/office/drawing/2014/main" id="{18312403-688F-5611-0093-968AEED6070F}"/>
              </a:ext>
            </a:extLst>
          </p:cNvPr>
          <p:cNvSpPr txBox="1">
            <a:spLocks noChangeArrowheads="1"/>
          </p:cNvSpPr>
          <p:nvPr/>
        </p:nvSpPr>
        <p:spPr bwMode="auto">
          <a:xfrm>
            <a:off x="2570054" y="1218881"/>
            <a:ext cx="1424172"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 / Non éligible au flash</a:t>
            </a:r>
          </a:p>
        </p:txBody>
      </p:sp>
      <p:sp>
        <p:nvSpPr>
          <p:cNvPr id="47" name="AutoShape 68">
            <a:hlinkClick r:id="" action="ppaction://noaction"/>
            <a:extLst>
              <a:ext uri="{FF2B5EF4-FFF2-40B4-BE49-F238E27FC236}">
                <a16:creationId xmlns:a16="http://schemas.microsoft.com/office/drawing/2014/main" id="{187A03B9-3367-C539-9293-171C80451A40}"/>
              </a:ext>
            </a:extLst>
          </p:cNvPr>
          <p:cNvSpPr>
            <a:spLocks noChangeArrowheads="1"/>
          </p:cNvSpPr>
          <p:nvPr/>
        </p:nvSpPr>
        <p:spPr bwMode="auto">
          <a:xfrm>
            <a:off x="3471491" y="96537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AB_TEST_MENU</a:t>
            </a:r>
          </a:p>
        </p:txBody>
      </p:sp>
      <p:cxnSp>
        <p:nvCxnSpPr>
          <p:cNvPr id="49" name="Connecteur droit 48">
            <a:extLst>
              <a:ext uri="{FF2B5EF4-FFF2-40B4-BE49-F238E27FC236}">
                <a16:creationId xmlns:a16="http://schemas.microsoft.com/office/drawing/2014/main" id="{8CD33C9F-0E44-87BB-1F89-F2393AF4FE42}"/>
              </a:ext>
            </a:extLst>
          </p:cNvPr>
          <p:cNvCxnSpPr>
            <a:cxnSpLocks/>
            <a:stCxn id="47" idx="3"/>
            <a:endCxn id="44" idx="1"/>
          </p:cNvCxnSpPr>
          <p:nvPr/>
        </p:nvCxnSpPr>
        <p:spPr bwMode="auto">
          <a:xfrm>
            <a:off x="4252541" y="1125717"/>
            <a:ext cx="357502" cy="56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AutoShape 87">
            <a:hlinkClick r:id="rId4" action="ppaction://hlinksldjump"/>
            <a:extLst>
              <a:ext uri="{FF2B5EF4-FFF2-40B4-BE49-F238E27FC236}">
                <a16:creationId xmlns:a16="http://schemas.microsoft.com/office/drawing/2014/main" id="{2D1A6911-4131-2E76-17E6-8598F20F0F1C}"/>
              </a:ext>
            </a:extLst>
          </p:cNvPr>
          <p:cNvSpPr>
            <a:spLocks noChangeArrowheads="1"/>
          </p:cNvSpPr>
          <p:nvPr/>
        </p:nvSpPr>
        <p:spPr bwMode="auto">
          <a:xfrm rot="10800000">
            <a:off x="6706203" y="1189887"/>
            <a:ext cx="715004" cy="21978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solidFill>
                  <a:srgbClr val="000000"/>
                </a:solidFill>
                <a:latin typeface="Arial"/>
                <a:ea typeface="ＭＳ Ｐゴシック" charset="0"/>
              </a:rPr>
              <a:t>MENU ACCUEIL- </a:t>
            </a:r>
          </a:p>
          <a:p>
            <a:pPr algn="ctr" eaLnBrk="0" hangingPunct="0"/>
            <a:r>
              <a:rPr lang="fr-FR" sz="500">
                <a:solidFill>
                  <a:srgbClr val="000000"/>
                </a:solidFill>
                <a:latin typeface="Arial"/>
                <a:ea typeface="ＭＳ Ｐゴシック" charset="0"/>
              </a:rPr>
              <a:t>AB Test</a:t>
            </a:r>
          </a:p>
        </p:txBody>
      </p:sp>
      <p:sp>
        <p:nvSpPr>
          <p:cNvPr id="79" name="Explosion 1 53">
            <a:extLst>
              <a:ext uri="{FF2B5EF4-FFF2-40B4-BE49-F238E27FC236}">
                <a16:creationId xmlns:a16="http://schemas.microsoft.com/office/drawing/2014/main" id="{B0C2A7EB-44EB-13C8-7DE8-54A82C822FC8}"/>
              </a:ext>
            </a:extLst>
          </p:cNvPr>
          <p:cNvSpPr/>
          <p:nvPr/>
        </p:nvSpPr>
        <p:spPr bwMode="auto">
          <a:xfrm>
            <a:off x="7050395" y="449124"/>
            <a:ext cx="1217613" cy="834166"/>
          </a:xfrm>
          <a:prstGeom prst="irregularSeal1">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eaLnBrk="0" hangingPunct="0"/>
            <a:r>
              <a:rPr lang="fr-FR" sz="600" b="1"/>
              <a:t>FLASH</a:t>
            </a:r>
          </a:p>
          <a:p>
            <a:pPr algn="ctr" eaLnBrk="0" hangingPunct="0"/>
            <a:r>
              <a:rPr lang="fr-FR" sz="500" i="1"/>
              <a:t>Critère CRM : NDI DIGITS </a:t>
            </a:r>
          </a:p>
          <a:p>
            <a:pPr algn="ctr" eaLnBrk="0" hangingPunct="0"/>
            <a:r>
              <a:rPr lang="fr-FR" sz="500" i="1"/>
              <a:t>Le flash est dépendant du filtre</a:t>
            </a:r>
          </a:p>
        </p:txBody>
      </p:sp>
      <p:cxnSp>
        <p:nvCxnSpPr>
          <p:cNvPr id="82" name="Connecteur : en angle 81">
            <a:extLst>
              <a:ext uri="{FF2B5EF4-FFF2-40B4-BE49-F238E27FC236}">
                <a16:creationId xmlns:a16="http://schemas.microsoft.com/office/drawing/2014/main" id="{752AFAC5-07A7-5F11-887B-42E8A678EAEB}"/>
              </a:ext>
            </a:extLst>
          </p:cNvPr>
          <p:cNvCxnSpPr>
            <a:cxnSpLocks/>
            <a:stCxn id="44" idx="0"/>
            <a:endCxn id="79" idx="1"/>
          </p:cNvCxnSpPr>
          <p:nvPr/>
        </p:nvCxnSpPr>
        <p:spPr bwMode="auto">
          <a:xfrm rot="5400000" flipH="1" flipV="1">
            <a:off x="5902150" y="-81600"/>
            <a:ext cx="284819" cy="201167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AutoShape 7">
            <a:extLst>
              <a:ext uri="{FF2B5EF4-FFF2-40B4-BE49-F238E27FC236}">
                <a16:creationId xmlns:a16="http://schemas.microsoft.com/office/drawing/2014/main" id="{3CFAC62C-09B0-A206-F79A-F11FD4DB3948}"/>
              </a:ext>
            </a:extLst>
          </p:cNvPr>
          <p:cNvSpPr>
            <a:spLocks noChangeArrowheads="1"/>
          </p:cNvSpPr>
          <p:nvPr/>
        </p:nvSpPr>
        <p:spPr bwMode="auto">
          <a:xfrm>
            <a:off x="5585550" y="1059749"/>
            <a:ext cx="1086143"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500">
                <a:solidFill>
                  <a:srgbClr val="000000"/>
                </a:solidFill>
                <a:latin typeface="Arial"/>
                <a:ea typeface="ＭＳ Ｐゴシック" charset="-128"/>
              </a:rPr>
              <a:t>00002_F_ENTREE_MENU_ABTEST</a:t>
            </a:r>
          </a:p>
        </p:txBody>
      </p:sp>
      <p:cxnSp>
        <p:nvCxnSpPr>
          <p:cNvPr id="96" name="Connecteur droit 95">
            <a:extLst>
              <a:ext uri="{FF2B5EF4-FFF2-40B4-BE49-F238E27FC236}">
                <a16:creationId xmlns:a16="http://schemas.microsoft.com/office/drawing/2014/main" id="{E1555B3A-89C0-791A-DC97-AE3C297A5845}"/>
              </a:ext>
            </a:extLst>
          </p:cNvPr>
          <p:cNvCxnSpPr>
            <a:stCxn id="44" idx="3"/>
            <a:endCxn id="58" idx="1"/>
          </p:cNvCxnSpPr>
          <p:nvPr/>
        </p:nvCxnSpPr>
        <p:spPr bwMode="auto">
          <a:xfrm>
            <a:off x="5467404" y="1131380"/>
            <a:ext cx="118146" cy="3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Connecteur : en angle 100">
            <a:extLst>
              <a:ext uri="{FF2B5EF4-FFF2-40B4-BE49-F238E27FC236}">
                <a16:creationId xmlns:a16="http://schemas.microsoft.com/office/drawing/2014/main" id="{E7FC763E-6FDA-162F-2982-36A685A1A408}"/>
              </a:ext>
            </a:extLst>
          </p:cNvPr>
          <p:cNvCxnSpPr>
            <a:stCxn id="58" idx="3"/>
            <a:endCxn id="52" idx="2"/>
          </p:cNvCxnSpPr>
          <p:nvPr/>
        </p:nvCxnSpPr>
        <p:spPr bwMode="auto">
          <a:xfrm>
            <a:off x="6671693" y="1131749"/>
            <a:ext cx="392012" cy="5813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AutoShape 68">
            <a:hlinkClick r:id="" action="ppaction://noaction"/>
            <a:extLst>
              <a:ext uri="{FF2B5EF4-FFF2-40B4-BE49-F238E27FC236}">
                <a16:creationId xmlns:a16="http://schemas.microsoft.com/office/drawing/2014/main" id="{D1A7B744-F09D-58AA-C04A-96570F545DA9}"/>
              </a:ext>
            </a:extLst>
          </p:cNvPr>
          <p:cNvSpPr>
            <a:spLocks noChangeArrowheads="1"/>
          </p:cNvSpPr>
          <p:nvPr/>
        </p:nvSpPr>
        <p:spPr bwMode="auto">
          <a:xfrm>
            <a:off x="3468360" y="143876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LN_FULL</a:t>
            </a:r>
          </a:p>
        </p:txBody>
      </p:sp>
      <p:cxnSp>
        <p:nvCxnSpPr>
          <p:cNvPr id="74" name="Connecteur droit 73">
            <a:extLst>
              <a:ext uri="{FF2B5EF4-FFF2-40B4-BE49-F238E27FC236}">
                <a16:creationId xmlns:a16="http://schemas.microsoft.com/office/drawing/2014/main" id="{3285961B-3D84-9C74-0607-0FE6CD81F732}"/>
              </a:ext>
            </a:extLst>
          </p:cNvPr>
          <p:cNvCxnSpPr>
            <a:stCxn id="47" idx="0"/>
            <a:endCxn id="83" idx="2"/>
          </p:cNvCxnSpPr>
          <p:nvPr/>
        </p:nvCxnSpPr>
        <p:spPr bwMode="auto">
          <a:xfrm flipH="1" flipV="1">
            <a:off x="3858885" y="910617"/>
            <a:ext cx="3131" cy="547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 Box 157">
            <a:extLst>
              <a:ext uri="{FF2B5EF4-FFF2-40B4-BE49-F238E27FC236}">
                <a16:creationId xmlns:a16="http://schemas.microsoft.com/office/drawing/2014/main" id="{6858A7D8-E92C-A825-47D9-5488F82A38C2}"/>
              </a:ext>
            </a:extLst>
          </p:cNvPr>
          <p:cNvSpPr txBox="1">
            <a:spLocks noChangeArrowheads="1"/>
          </p:cNvSpPr>
          <p:nvPr/>
        </p:nvSpPr>
        <p:spPr bwMode="auto">
          <a:xfrm>
            <a:off x="3807931" y="1283944"/>
            <a:ext cx="1166778"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 + flash présent pour l’appel </a:t>
            </a:r>
          </a:p>
        </p:txBody>
      </p:sp>
      <p:sp>
        <p:nvSpPr>
          <p:cNvPr id="94" name="AutoShape 31">
            <a:hlinkClick r:id="" action="ppaction://noaction"/>
            <a:extLst>
              <a:ext uri="{FF2B5EF4-FFF2-40B4-BE49-F238E27FC236}">
                <a16:creationId xmlns:a16="http://schemas.microsoft.com/office/drawing/2014/main" id="{E098D803-7B16-436D-4B24-DC5F946685BC}"/>
              </a:ext>
            </a:extLst>
          </p:cNvPr>
          <p:cNvSpPr>
            <a:spLocks noChangeArrowheads="1"/>
          </p:cNvSpPr>
          <p:nvPr/>
        </p:nvSpPr>
        <p:spPr bwMode="auto">
          <a:xfrm>
            <a:off x="4489895" y="1531079"/>
            <a:ext cx="857361" cy="12947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500">
                <a:solidFill>
                  <a:srgbClr val="D31E05"/>
                </a:solidFill>
              </a:rPr>
              <a:t>FIXE_LN_FULL_ENTREE</a:t>
            </a:r>
          </a:p>
        </p:txBody>
      </p:sp>
      <p:sp>
        <p:nvSpPr>
          <p:cNvPr id="95" name="AutoShape 7">
            <a:extLst>
              <a:ext uri="{FF2B5EF4-FFF2-40B4-BE49-F238E27FC236}">
                <a16:creationId xmlns:a16="http://schemas.microsoft.com/office/drawing/2014/main" id="{620A1011-B52E-E3BB-6755-BF37D4ED5031}"/>
              </a:ext>
            </a:extLst>
          </p:cNvPr>
          <p:cNvSpPr>
            <a:spLocks noChangeArrowheads="1"/>
          </p:cNvSpPr>
          <p:nvPr/>
        </p:nvSpPr>
        <p:spPr bwMode="auto">
          <a:xfrm>
            <a:off x="5549716" y="1523595"/>
            <a:ext cx="1086143"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500">
                <a:solidFill>
                  <a:srgbClr val="000000"/>
                </a:solidFill>
                <a:latin typeface="Arial"/>
                <a:ea typeface="ＭＳ Ｐゴシック" charset="-128"/>
              </a:rPr>
              <a:t>00002_F_ENTREE_LN_FULL</a:t>
            </a:r>
          </a:p>
        </p:txBody>
      </p:sp>
      <p:sp>
        <p:nvSpPr>
          <p:cNvPr id="98" name="AutoShape 87">
            <a:hlinkClick r:id="rId5" action="ppaction://hlinksldjump"/>
            <a:extLst>
              <a:ext uri="{FF2B5EF4-FFF2-40B4-BE49-F238E27FC236}">
                <a16:creationId xmlns:a16="http://schemas.microsoft.com/office/drawing/2014/main" id="{9C3937CC-CB51-0F6C-5212-308A0F76F7C2}"/>
              </a:ext>
            </a:extLst>
          </p:cNvPr>
          <p:cNvSpPr>
            <a:spLocks noChangeArrowheads="1"/>
          </p:cNvSpPr>
          <p:nvPr/>
        </p:nvSpPr>
        <p:spPr bwMode="auto">
          <a:xfrm rot="10800000">
            <a:off x="6731917" y="1694332"/>
            <a:ext cx="715004" cy="21978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solidFill>
                  <a:srgbClr val="000000"/>
                </a:solidFill>
                <a:latin typeface="Arial"/>
                <a:ea typeface="ＭＳ Ｐゴシック" charset="0"/>
              </a:rPr>
              <a:t>ENTREE GIA LN FULL</a:t>
            </a:r>
          </a:p>
        </p:txBody>
      </p:sp>
      <p:cxnSp>
        <p:nvCxnSpPr>
          <p:cNvPr id="100" name="Connecteur : en angle 99">
            <a:extLst>
              <a:ext uri="{FF2B5EF4-FFF2-40B4-BE49-F238E27FC236}">
                <a16:creationId xmlns:a16="http://schemas.microsoft.com/office/drawing/2014/main" id="{B5DD18FF-95E5-7DF1-FA4D-3F75B8D64680}"/>
              </a:ext>
            </a:extLst>
          </p:cNvPr>
          <p:cNvCxnSpPr>
            <a:stCxn id="95" idx="3"/>
            <a:endCxn id="98" idx="2"/>
          </p:cNvCxnSpPr>
          <p:nvPr/>
        </p:nvCxnSpPr>
        <p:spPr bwMode="auto">
          <a:xfrm>
            <a:off x="6635859" y="1595595"/>
            <a:ext cx="453560" cy="9873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Connecteur : en angle 101">
            <a:extLst>
              <a:ext uri="{FF2B5EF4-FFF2-40B4-BE49-F238E27FC236}">
                <a16:creationId xmlns:a16="http://schemas.microsoft.com/office/drawing/2014/main" id="{C60DAD58-A3BF-8367-6E19-4DED9AF590C8}"/>
              </a:ext>
            </a:extLst>
          </p:cNvPr>
          <p:cNvCxnSpPr>
            <a:cxnSpLocks/>
            <a:stCxn id="94" idx="0"/>
            <a:endCxn id="79" idx="2"/>
          </p:cNvCxnSpPr>
          <p:nvPr/>
        </p:nvCxnSpPr>
        <p:spPr bwMode="auto">
          <a:xfrm rot="5400000" flipH="1" flipV="1">
            <a:off x="6099745" y="102122"/>
            <a:ext cx="247789" cy="261012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Connecteur droit 107">
            <a:extLst>
              <a:ext uri="{FF2B5EF4-FFF2-40B4-BE49-F238E27FC236}">
                <a16:creationId xmlns:a16="http://schemas.microsoft.com/office/drawing/2014/main" id="{10718D3B-7094-D829-D7C5-3EA462B075D7}"/>
              </a:ext>
            </a:extLst>
          </p:cNvPr>
          <p:cNvCxnSpPr>
            <a:stCxn id="47" idx="2"/>
            <a:endCxn id="72" idx="0"/>
          </p:cNvCxnSpPr>
          <p:nvPr/>
        </p:nvCxnSpPr>
        <p:spPr bwMode="auto">
          <a:xfrm flipH="1">
            <a:off x="3858885" y="1286054"/>
            <a:ext cx="3131" cy="1527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Connecteur droit 116">
            <a:extLst>
              <a:ext uri="{FF2B5EF4-FFF2-40B4-BE49-F238E27FC236}">
                <a16:creationId xmlns:a16="http://schemas.microsoft.com/office/drawing/2014/main" id="{15F91F2A-7805-9698-5206-2240A08C484F}"/>
              </a:ext>
            </a:extLst>
          </p:cNvPr>
          <p:cNvCxnSpPr>
            <a:stCxn id="72" idx="3"/>
            <a:endCxn id="94" idx="1"/>
          </p:cNvCxnSpPr>
          <p:nvPr/>
        </p:nvCxnSpPr>
        <p:spPr bwMode="auto">
          <a:xfrm flipV="1">
            <a:off x="4249410" y="1595815"/>
            <a:ext cx="240485" cy="32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Connecteur droit 131">
            <a:extLst>
              <a:ext uri="{FF2B5EF4-FFF2-40B4-BE49-F238E27FC236}">
                <a16:creationId xmlns:a16="http://schemas.microsoft.com/office/drawing/2014/main" id="{132BD48E-B1F7-F9A2-976C-F19F2E19CD40}"/>
              </a:ext>
            </a:extLst>
          </p:cNvPr>
          <p:cNvCxnSpPr>
            <a:stCxn id="94" idx="3"/>
            <a:endCxn id="95" idx="1"/>
          </p:cNvCxnSpPr>
          <p:nvPr/>
        </p:nvCxnSpPr>
        <p:spPr bwMode="auto">
          <a:xfrm flipV="1">
            <a:off x="5347256" y="1595595"/>
            <a:ext cx="202460" cy="2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Text Box 157">
            <a:extLst>
              <a:ext uri="{FF2B5EF4-FFF2-40B4-BE49-F238E27FC236}">
                <a16:creationId xmlns:a16="http://schemas.microsoft.com/office/drawing/2014/main" id="{9E194C1C-F7EA-5F1A-D8A3-F4D7A9CCCCB2}"/>
              </a:ext>
            </a:extLst>
          </p:cNvPr>
          <p:cNvSpPr txBox="1">
            <a:spLocks noChangeArrowheads="1"/>
          </p:cNvSpPr>
          <p:nvPr/>
        </p:nvSpPr>
        <p:spPr bwMode="auto">
          <a:xfrm>
            <a:off x="3843165" y="1736907"/>
            <a:ext cx="140068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 / Non éligible au flash</a:t>
            </a:r>
          </a:p>
        </p:txBody>
      </p:sp>
      <p:cxnSp>
        <p:nvCxnSpPr>
          <p:cNvPr id="183" name="Connecteur droit 182">
            <a:extLst>
              <a:ext uri="{FF2B5EF4-FFF2-40B4-BE49-F238E27FC236}">
                <a16:creationId xmlns:a16="http://schemas.microsoft.com/office/drawing/2014/main" id="{5C949DB2-52CF-5FDE-072E-17205EE199DE}"/>
              </a:ext>
            </a:extLst>
          </p:cNvPr>
          <p:cNvCxnSpPr>
            <a:cxnSpLocks/>
            <a:stCxn id="72" idx="2"/>
            <a:endCxn id="135" idx="0"/>
          </p:cNvCxnSpPr>
          <p:nvPr/>
        </p:nvCxnSpPr>
        <p:spPr bwMode="auto">
          <a:xfrm>
            <a:off x="3858885" y="1759444"/>
            <a:ext cx="18320" cy="4209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a:extLst>
              <a:ext uri="{FF2B5EF4-FFF2-40B4-BE49-F238E27FC236}">
                <a16:creationId xmlns:a16="http://schemas.microsoft.com/office/drawing/2014/main" id="{D7FBB895-190B-346F-0953-A64F42C1166F}"/>
              </a:ext>
            </a:extLst>
          </p:cNvPr>
          <p:cNvSpPr>
            <a:spLocks noChangeArrowheads="1"/>
          </p:cNvSpPr>
          <p:nvPr/>
        </p:nvSpPr>
        <p:spPr bwMode="auto">
          <a:xfrm>
            <a:off x="8149498" y="3034460"/>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Arial"/>
              </a:rPr>
              <a:t>NM NI = 3</a:t>
            </a:r>
          </a:p>
        </p:txBody>
      </p:sp>
      <p:sp>
        <p:nvSpPr>
          <p:cNvPr id="197" name="AutoShape 55">
            <a:extLst>
              <a:ext uri="{FF2B5EF4-FFF2-40B4-BE49-F238E27FC236}">
                <a16:creationId xmlns:a16="http://schemas.microsoft.com/office/drawing/2014/main" id="{7C6CC870-3337-6677-DF37-0E5B7F23D453}"/>
              </a:ext>
            </a:extLst>
          </p:cNvPr>
          <p:cNvSpPr>
            <a:spLocks noChangeArrowheads="1"/>
          </p:cNvSpPr>
          <p:nvPr/>
        </p:nvSpPr>
        <p:spPr bwMode="auto">
          <a:xfrm>
            <a:off x="8125109" y="3410378"/>
            <a:ext cx="709177" cy="835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90003_NMNI_X3</a:t>
            </a:r>
          </a:p>
        </p:txBody>
      </p:sp>
      <p:sp>
        <p:nvSpPr>
          <p:cNvPr id="198" name="Rectangle 68">
            <a:extLst>
              <a:ext uri="{FF2B5EF4-FFF2-40B4-BE49-F238E27FC236}">
                <a16:creationId xmlns:a16="http://schemas.microsoft.com/office/drawing/2014/main" id="{8C95B938-FA59-A63E-223E-2AF6CDA97F2E}"/>
              </a:ext>
            </a:extLst>
          </p:cNvPr>
          <p:cNvSpPr>
            <a:spLocks noChangeArrowheads="1"/>
          </p:cNvSpPr>
          <p:nvPr/>
        </p:nvSpPr>
        <p:spPr bwMode="auto">
          <a:xfrm>
            <a:off x="7847597" y="2071488"/>
            <a:ext cx="1243485" cy="4616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latin typeface="Arial"/>
              </a:rPr>
              <a:t>ERREUR_SAISIE_NOUVEAU</a:t>
            </a:r>
          </a:p>
          <a:p>
            <a:pPr algn="ctr" eaLnBrk="0" hangingPunct="0"/>
            <a:r>
              <a:rPr lang="fr-FR" sz="600">
                <a:solidFill>
                  <a:srgbClr val="000000"/>
                </a:solidFill>
                <a:latin typeface="Arial"/>
                <a:ea typeface="ＭＳ Ｐゴシック" pitchFamily="-80" charset="-128"/>
              </a:rPr>
              <a:t>Désolé, nous n’avons pas compris votre choix.</a:t>
            </a:r>
          </a:p>
          <a:p>
            <a:pPr algn="ctr" eaLnBrk="0" hangingPunct="0"/>
            <a:r>
              <a:rPr lang="fr-FR" sz="600">
                <a:solidFill>
                  <a:srgbClr val="000000"/>
                </a:solidFill>
                <a:latin typeface="Arial"/>
                <a:ea typeface="ＭＳ Ｐゴシック" pitchFamily="-80" charset="-128"/>
              </a:rPr>
              <a:t>De nouveau :</a:t>
            </a:r>
          </a:p>
        </p:txBody>
      </p:sp>
      <p:sp>
        <p:nvSpPr>
          <p:cNvPr id="199" name="AutoShape 37">
            <a:extLst>
              <a:ext uri="{FF2B5EF4-FFF2-40B4-BE49-F238E27FC236}">
                <a16:creationId xmlns:a16="http://schemas.microsoft.com/office/drawing/2014/main" id="{1C8BC151-0C2A-8DB2-75EB-4A76B2F894CB}"/>
              </a:ext>
            </a:extLst>
          </p:cNvPr>
          <p:cNvSpPr>
            <a:spLocks noChangeArrowheads="1"/>
          </p:cNvSpPr>
          <p:nvPr/>
        </p:nvSpPr>
        <p:spPr bwMode="auto">
          <a:xfrm>
            <a:off x="7625081" y="2750943"/>
            <a:ext cx="705408" cy="940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90001_NMNI</a:t>
            </a:r>
            <a:endParaRPr lang="fr-FR" sz="600">
              <a:solidFill>
                <a:srgbClr val="FF0000"/>
              </a:solidFill>
              <a:latin typeface="Arial"/>
            </a:endParaRPr>
          </a:p>
        </p:txBody>
      </p:sp>
      <p:sp>
        <p:nvSpPr>
          <p:cNvPr id="200" name="Rectangle 55">
            <a:extLst>
              <a:ext uri="{FF2B5EF4-FFF2-40B4-BE49-F238E27FC236}">
                <a16:creationId xmlns:a16="http://schemas.microsoft.com/office/drawing/2014/main" id="{242445D1-3279-EF75-025A-AE9910E82B86}"/>
              </a:ext>
            </a:extLst>
          </p:cNvPr>
          <p:cNvSpPr>
            <a:spLocks noChangeArrowheads="1"/>
          </p:cNvSpPr>
          <p:nvPr/>
        </p:nvSpPr>
        <p:spPr bwMode="auto">
          <a:xfrm>
            <a:off x="8015987" y="3577173"/>
            <a:ext cx="945465" cy="317558"/>
          </a:xfrm>
          <a:prstGeom prst="rect">
            <a:avLst/>
          </a:prstGeom>
          <a:solidFill>
            <a:schemeClr val="bg1">
              <a:lumMod val="65000"/>
            </a:schemeClr>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D31E05"/>
                </a:solidFill>
                <a:latin typeface="Arial"/>
              </a:rPr>
              <a:t>QUIT</a:t>
            </a:r>
            <a:endParaRPr lang="fr-FR" sz="600">
              <a:solidFill>
                <a:srgbClr val="FF0000"/>
              </a:solidFill>
              <a:latin typeface="Arial"/>
              <a:ea typeface="ＭＳ Ｐゴシック" charset="0"/>
            </a:endParaRPr>
          </a:p>
          <a:p>
            <a:pPr algn="ctr">
              <a:defRPr/>
            </a:pPr>
            <a:r>
              <a:rPr lang="fr-FR" sz="600">
                <a:solidFill>
                  <a:srgbClr val="000000"/>
                </a:solidFill>
                <a:latin typeface="Arial"/>
                <a:ea typeface="ＭＳ Ｐゴシック" charset="0"/>
              </a:rPr>
              <a:t>SFR vous remercie de votre appel</a:t>
            </a:r>
          </a:p>
        </p:txBody>
      </p:sp>
      <p:cxnSp>
        <p:nvCxnSpPr>
          <p:cNvPr id="201" name="AutoShape 56">
            <a:extLst>
              <a:ext uri="{FF2B5EF4-FFF2-40B4-BE49-F238E27FC236}">
                <a16:creationId xmlns:a16="http://schemas.microsoft.com/office/drawing/2014/main" id="{F4DE283C-CCD7-6BDE-A04E-8B3239172520}"/>
              </a:ext>
            </a:extLst>
          </p:cNvPr>
          <p:cNvCxnSpPr>
            <a:cxnSpLocks noChangeShapeType="1"/>
            <a:stCxn id="200" idx="2"/>
            <a:endCxn id="202" idx="0"/>
          </p:cNvCxnSpPr>
          <p:nvPr/>
        </p:nvCxnSpPr>
        <p:spPr bwMode="auto">
          <a:xfrm>
            <a:off x="8488720" y="3894731"/>
            <a:ext cx="21238" cy="151224"/>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2" name="AutoShape 19">
            <a:extLst>
              <a:ext uri="{FF2B5EF4-FFF2-40B4-BE49-F238E27FC236}">
                <a16:creationId xmlns:a16="http://schemas.microsoft.com/office/drawing/2014/main" id="{9A6A221D-0D0E-3526-A889-6DAC66B13E3A}"/>
              </a:ext>
            </a:extLst>
          </p:cNvPr>
          <p:cNvSpPr>
            <a:spLocks noChangeArrowheads="1"/>
          </p:cNvSpPr>
          <p:nvPr/>
        </p:nvSpPr>
        <p:spPr bwMode="auto">
          <a:xfrm>
            <a:off x="8425623" y="4045955"/>
            <a:ext cx="168670" cy="143016"/>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sz="600">
              <a:solidFill>
                <a:srgbClr val="000000"/>
              </a:solidFill>
            </a:endParaRPr>
          </a:p>
        </p:txBody>
      </p:sp>
      <p:cxnSp>
        <p:nvCxnSpPr>
          <p:cNvPr id="203" name="AutoShape 69">
            <a:extLst>
              <a:ext uri="{FF2B5EF4-FFF2-40B4-BE49-F238E27FC236}">
                <a16:creationId xmlns:a16="http://schemas.microsoft.com/office/drawing/2014/main" id="{72288DCE-A684-1EFA-577B-0DCAA3C4C78D}"/>
              </a:ext>
            </a:extLst>
          </p:cNvPr>
          <p:cNvCxnSpPr>
            <a:cxnSpLocks noChangeShapeType="1"/>
            <a:stCxn id="196" idx="2"/>
            <a:endCxn id="197" idx="0"/>
          </p:cNvCxnSpPr>
          <p:nvPr/>
        </p:nvCxnSpPr>
        <p:spPr bwMode="auto">
          <a:xfrm>
            <a:off x="8479698" y="3236072"/>
            <a:ext cx="0" cy="17430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AutoShape 69">
            <a:extLst>
              <a:ext uri="{FF2B5EF4-FFF2-40B4-BE49-F238E27FC236}">
                <a16:creationId xmlns:a16="http://schemas.microsoft.com/office/drawing/2014/main" id="{05576CB3-DBBC-E4EF-B7FD-8B98247012CA}"/>
              </a:ext>
            </a:extLst>
          </p:cNvPr>
          <p:cNvCxnSpPr>
            <a:cxnSpLocks noChangeShapeType="1"/>
            <a:stCxn id="197" idx="2"/>
            <a:endCxn id="200" idx="0"/>
          </p:cNvCxnSpPr>
          <p:nvPr/>
        </p:nvCxnSpPr>
        <p:spPr bwMode="auto">
          <a:xfrm>
            <a:off x="8479698" y="3493944"/>
            <a:ext cx="9022" cy="8322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AutoShape 55">
            <a:extLst>
              <a:ext uri="{FF2B5EF4-FFF2-40B4-BE49-F238E27FC236}">
                <a16:creationId xmlns:a16="http://schemas.microsoft.com/office/drawing/2014/main" id="{53441D57-F254-BCF3-0359-F3E72E6A5639}"/>
              </a:ext>
            </a:extLst>
          </p:cNvPr>
          <p:cNvSpPr>
            <a:spLocks noChangeArrowheads="1"/>
          </p:cNvSpPr>
          <p:nvPr/>
        </p:nvSpPr>
        <p:spPr bwMode="auto">
          <a:xfrm>
            <a:off x="8425623" y="2774801"/>
            <a:ext cx="709177" cy="835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90002_NMNI_X2</a:t>
            </a:r>
          </a:p>
        </p:txBody>
      </p:sp>
      <p:cxnSp>
        <p:nvCxnSpPr>
          <p:cNvPr id="206" name="Connecteur : en angle 205">
            <a:extLst>
              <a:ext uri="{FF2B5EF4-FFF2-40B4-BE49-F238E27FC236}">
                <a16:creationId xmlns:a16="http://schemas.microsoft.com/office/drawing/2014/main" id="{3568DE48-4695-27B2-CA8C-BEBF26488904}"/>
              </a:ext>
            </a:extLst>
          </p:cNvPr>
          <p:cNvCxnSpPr>
            <a:cxnSpLocks/>
            <a:stCxn id="196" idx="6"/>
            <a:endCxn id="199" idx="2"/>
          </p:cNvCxnSpPr>
          <p:nvPr/>
        </p:nvCxnSpPr>
        <p:spPr bwMode="auto">
          <a:xfrm rot="16200000" flipV="1">
            <a:off x="8134017" y="2688778"/>
            <a:ext cx="189450" cy="50191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Connecteur : en angle 206">
            <a:extLst>
              <a:ext uri="{FF2B5EF4-FFF2-40B4-BE49-F238E27FC236}">
                <a16:creationId xmlns:a16="http://schemas.microsoft.com/office/drawing/2014/main" id="{8329471D-1A44-0240-895C-44880675BB4B}"/>
              </a:ext>
            </a:extLst>
          </p:cNvPr>
          <p:cNvCxnSpPr>
            <a:cxnSpLocks/>
            <a:stCxn id="196" idx="6"/>
            <a:endCxn id="205" idx="2"/>
          </p:cNvCxnSpPr>
          <p:nvPr/>
        </p:nvCxnSpPr>
        <p:spPr bwMode="auto">
          <a:xfrm rot="5400000" flipH="1" flipV="1">
            <a:off x="8541909" y="2796157"/>
            <a:ext cx="176093" cy="30051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Connecteur : en angle 207">
            <a:extLst>
              <a:ext uri="{FF2B5EF4-FFF2-40B4-BE49-F238E27FC236}">
                <a16:creationId xmlns:a16="http://schemas.microsoft.com/office/drawing/2014/main" id="{8EBA0A64-8FF1-B178-D9E1-78AF551E8E18}"/>
              </a:ext>
            </a:extLst>
          </p:cNvPr>
          <p:cNvCxnSpPr>
            <a:stCxn id="199" idx="0"/>
            <a:endCxn id="198" idx="2"/>
          </p:cNvCxnSpPr>
          <p:nvPr/>
        </p:nvCxnSpPr>
        <p:spPr bwMode="auto">
          <a:xfrm rot="5400000" flipH="1" flipV="1">
            <a:off x="8114667" y="2396271"/>
            <a:ext cx="217790" cy="491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Connecteur : en angle 213">
            <a:extLst>
              <a:ext uri="{FF2B5EF4-FFF2-40B4-BE49-F238E27FC236}">
                <a16:creationId xmlns:a16="http://schemas.microsoft.com/office/drawing/2014/main" id="{C89CC194-826F-59F2-6A75-15D05CC4CEC2}"/>
              </a:ext>
            </a:extLst>
          </p:cNvPr>
          <p:cNvCxnSpPr>
            <a:cxnSpLocks/>
            <a:stCxn id="205" idx="0"/>
            <a:endCxn id="198" idx="2"/>
          </p:cNvCxnSpPr>
          <p:nvPr/>
        </p:nvCxnSpPr>
        <p:spPr bwMode="auto">
          <a:xfrm rot="16200000" flipV="1">
            <a:off x="8503952" y="2498541"/>
            <a:ext cx="241648" cy="310872"/>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 name="Text Box 157">
            <a:extLst>
              <a:ext uri="{FF2B5EF4-FFF2-40B4-BE49-F238E27FC236}">
                <a16:creationId xmlns:a16="http://schemas.microsoft.com/office/drawing/2014/main" id="{31482D1E-13C9-EC86-CF8F-EC437D35B709}"/>
              </a:ext>
            </a:extLst>
          </p:cNvPr>
          <p:cNvSpPr txBox="1">
            <a:spLocks noChangeArrowheads="1"/>
          </p:cNvSpPr>
          <p:nvPr/>
        </p:nvSpPr>
        <p:spPr bwMode="auto">
          <a:xfrm>
            <a:off x="7867374" y="290877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16" name="Text Box 157">
            <a:extLst>
              <a:ext uri="{FF2B5EF4-FFF2-40B4-BE49-F238E27FC236}">
                <a16:creationId xmlns:a16="http://schemas.microsoft.com/office/drawing/2014/main" id="{CFCC0D99-56B3-DFB2-4289-4A1F87A8D8A3}"/>
              </a:ext>
            </a:extLst>
          </p:cNvPr>
          <p:cNvSpPr txBox="1">
            <a:spLocks noChangeArrowheads="1"/>
          </p:cNvSpPr>
          <p:nvPr/>
        </p:nvSpPr>
        <p:spPr bwMode="auto">
          <a:xfrm>
            <a:off x="8469339" y="3241581"/>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20" name="AutoShape 8">
            <a:extLst>
              <a:ext uri="{FF2B5EF4-FFF2-40B4-BE49-F238E27FC236}">
                <a16:creationId xmlns:a16="http://schemas.microsoft.com/office/drawing/2014/main" id="{E62C7395-05E7-0B79-D7A6-13773C961B5B}"/>
              </a:ext>
            </a:extLst>
          </p:cNvPr>
          <p:cNvSpPr>
            <a:spLocks noChangeArrowheads="1"/>
          </p:cNvSpPr>
          <p:nvPr/>
        </p:nvSpPr>
        <p:spPr bwMode="auto">
          <a:xfrm>
            <a:off x="3625133" y="2996614"/>
            <a:ext cx="504143" cy="291394"/>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sp>
        <p:nvSpPr>
          <p:cNvPr id="221" name="AutoShape 13">
            <a:extLst>
              <a:ext uri="{FF2B5EF4-FFF2-40B4-BE49-F238E27FC236}">
                <a16:creationId xmlns:a16="http://schemas.microsoft.com/office/drawing/2014/main" id="{02EBB19F-71EC-55AD-16C2-79E137B1F2D5}"/>
              </a:ext>
            </a:extLst>
          </p:cNvPr>
          <p:cNvSpPr>
            <a:spLocks noChangeArrowheads="1"/>
          </p:cNvSpPr>
          <p:nvPr/>
        </p:nvSpPr>
        <p:spPr bwMode="auto">
          <a:xfrm>
            <a:off x="5623077" y="3771305"/>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4</a:t>
            </a:r>
            <a:endParaRPr lang="fr-FR" sz="1000"/>
          </a:p>
        </p:txBody>
      </p:sp>
      <p:sp>
        <p:nvSpPr>
          <p:cNvPr id="222" name="AutoShape 17">
            <a:extLst>
              <a:ext uri="{FF2B5EF4-FFF2-40B4-BE49-F238E27FC236}">
                <a16:creationId xmlns:a16="http://schemas.microsoft.com/office/drawing/2014/main" id="{0E161CBA-759C-6556-9D79-3F1D0CAA6DBF}"/>
              </a:ext>
            </a:extLst>
          </p:cNvPr>
          <p:cNvSpPr>
            <a:spLocks noChangeArrowheads="1"/>
          </p:cNvSpPr>
          <p:nvPr/>
        </p:nvSpPr>
        <p:spPr bwMode="auto">
          <a:xfrm>
            <a:off x="2004198" y="3887587"/>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2</a:t>
            </a:r>
          </a:p>
        </p:txBody>
      </p:sp>
      <p:sp>
        <p:nvSpPr>
          <p:cNvPr id="223" name="AutoShape 17">
            <a:extLst>
              <a:ext uri="{FF2B5EF4-FFF2-40B4-BE49-F238E27FC236}">
                <a16:creationId xmlns:a16="http://schemas.microsoft.com/office/drawing/2014/main" id="{8CD034D1-AB22-2963-EA21-D165849F1A48}"/>
              </a:ext>
            </a:extLst>
          </p:cNvPr>
          <p:cNvSpPr>
            <a:spLocks noChangeArrowheads="1"/>
          </p:cNvSpPr>
          <p:nvPr/>
        </p:nvSpPr>
        <p:spPr bwMode="auto">
          <a:xfrm>
            <a:off x="449076" y="3798420"/>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sp>
        <p:nvSpPr>
          <p:cNvPr id="224" name="AutoShape 52">
            <a:extLst>
              <a:ext uri="{FF2B5EF4-FFF2-40B4-BE49-F238E27FC236}">
                <a16:creationId xmlns:a16="http://schemas.microsoft.com/office/drawing/2014/main" id="{DEB4DAB3-94F5-2619-6A7F-03DCC39E462A}"/>
              </a:ext>
            </a:extLst>
          </p:cNvPr>
          <p:cNvSpPr>
            <a:spLocks noChangeArrowheads="1"/>
          </p:cNvSpPr>
          <p:nvPr/>
        </p:nvSpPr>
        <p:spPr bwMode="auto">
          <a:xfrm>
            <a:off x="295140" y="3453300"/>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225" name="AutoShape 13">
            <a:extLst>
              <a:ext uri="{FF2B5EF4-FFF2-40B4-BE49-F238E27FC236}">
                <a16:creationId xmlns:a16="http://schemas.microsoft.com/office/drawing/2014/main" id="{D20C5795-61AF-207C-311F-D7E7F13D1EA0}"/>
              </a:ext>
            </a:extLst>
          </p:cNvPr>
          <p:cNvSpPr>
            <a:spLocks noChangeArrowheads="1"/>
          </p:cNvSpPr>
          <p:nvPr/>
        </p:nvSpPr>
        <p:spPr bwMode="auto">
          <a:xfrm>
            <a:off x="3920687" y="3771305"/>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3</a:t>
            </a:r>
            <a:endParaRPr lang="fr-FR" sz="1000"/>
          </a:p>
        </p:txBody>
      </p:sp>
      <p:sp>
        <p:nvSpPr>
          <p:cNvPr id="226" name="AutoShape 52">
            <a:extLst>
              <a:ext uri="{FF2B5EF4-FFF2-40B4-BE49-F238E27FC236}">
                <a16:creationId xmlns:a16="http://schemas.microsoft.com/office/drawing/2014/main" id="{4EABA571-0985-3F11-C050-051FBCFF426E}"/>
              </a:ext>
            </a:extLst>
          </p:cNvPr>
          <p:cNvSpPr>
            <a:spLocks noChangeArrowheads="1"/>
          </p:cNvSpPr>
          <p:nvPr/>
        </p:nvSpPr>
        <p:spPr bwMode="auto">
          <a:xfrm>
            <a:off x="1850260" y="3462410"/>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228" name="AutoShape 52">
            <a:extLst>
              <a:ext uri="{FF2B5EF4-FFF2-40B4-BE49-F238E27FC236}">
                <a16:creationId xmlns:a16="http://schemas.microsoft.com/office/drawing/2014/main" id="{651303C1-E290-FA82-9F4E-52ACE6D8A98A}"/>
              </a:ext>
            </a:extLst>
          </p:cNvPr>
          <p:cNvSpPr>
            <a:spLocks noChangeArrowheads="1"/>
          </p:cNvSpPr>
          <p:nvPr/>
        </p:nvSpPr>
        <p:spPr bwMode="auto">
          <a:xfrm>
            <a:off x="3765113" y="344393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229" name="AutoShape 52">
            <a:extLst>
              <a:ext uri="{FF2B5EF4-FFF2-40B4-BE49-F238E27FC236}">
                <a16:creationId xmlns:a16="http://schemas.microsoft.com/office/drawing/2014/main" id="{1FA092B4-1ED6-67A5-D17F-44DADC562297}"/>
              </a:ext>
            </a:extLst>
          </p:cNvPr>
          <p:cNvSpPr>
            <a:spLocks noChangeArrowheads="1"/>
          </p:cNvSpPr>
          <p:nvPr/>
        </p:nvSpPr>
        <p:spPr bwMode="auto">
          <a:xfrm>
            <a:off x="5465119" y="344871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232" name="Connecteur : en angle 231">
            <a:extLst>
              <a:ext uri="{FF2B5EF4-FFF2-40B4-BE49-F238E27FC236}">
                <a16:creationId xmlns:a16="http://schemas.microsoft.com/office/drawing/2014/main" id="{B2A7B570-0A2A-55ED-DFD8-7F14AF9A14A7}"/>
              </a:ext>
            </a:extLst>
          </p:cNvPr>
          <p:cNvCxnSpPr>
            <a:cxnSpLocks/>
            <a:stCxn id="220" idx="2"/>
            <a:endCxn id="224" idx="0"/>
          </p:cNvCxnSpPr>
          <p:nvPr/>
        </p:nvCxnSpPr>
        <p:spPr bwMode="auto">
          <a:xfrm rot="5400000">
            <a:off x="2134099" y="1710194"/>
            <a:ext cx="165292" cy="332092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Connecteur : en angle 232">
            <a:extLst>
              <a:ext uri="{FF2B5EF4-FFF2-40B4-BE49-F238E27FC236}">
                <a16:creationId xmlns:a16="http://schemas.microsoft.com/office/drawing/2014/main" id="{27E3ECF8-E62A-5536-95EC-F0847D10FD80}"/>
              </a:ext>
            </a:extLst>
          </p:cNvPr>
          <p:cNvCxnSpPr>
            <a:stCxn id="220" idx="2"/>
            <a:endCxn id="226" idx="0"/>
          </p:cNvCxnSpPr>
          <p:nvPr/>
        </p:nvCxnSpPr>
        <p:spPr bwMode="auto">
          <a:xfrm rot="5400000">
            <a:off x="2907104" y="2492309"/>
            <a:ext cx="174402" cy="176580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Connecteur : en angle 234">
            <a:extLst>
              <a:ext uri="{FF2B5EF4-FFF2-40B4-BE49-F238E27FC236}">
                <a16:creationId xmlns:a16="http://schemas.microsoft.com/office/drawing/2014/main" id="{36BF5B86-A516-345D-4618-10A8DF09DBEB}"/>
              </a:ext>
            </a:extLst>
          </p:cNvPr>
          <p:cNvCxnSpPr>
            <a:stCxn id="220" idx="2"/>
            <a:endCxn id="228" idx="0"/>
          </p:cNvCxnSpPr>
          <p:nvPr/>
        </p:nvCxnSpPr>
        <p:spPr bwMode="auto">
          <a:xfrm rot="16200000" flipH="1">
            <a:off x="3873766" y="3291447"/>
            <a:ext cx="155931" cy="14905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Connecteur : en angle 235">
            <a:extLst>
              <a:ext uri="{FF2B5EF4-FFF2-40B4-BE49-F238E27FC236}">
                <a16:creationId xmlns:a16="http://schemas.microsoft.com/office/drawing/2014/main" id="{9C4B2569-E5F4-50D3-CDDB-7AAA926F6F13}"/>
              </a:ext>
            </a:extLst>
          </p:cNvPr>
          <p:cNvCxnSpPr>
            <a:stCxn id="220" idx="2"/>
            <a:endCxn id="229" idx="0"/>
          </p:cNvCxnSpPr>
          <p:nvPr/>
        </p:nvCxnSpPr>
        <p:spPr bwMode="auto">
          <a:xfrm rot="16200000" flipH="1">
            <a:off x="4721382" y="2443831"/>
            <a:ext cx="160705" cy="184905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1" name="Connecteur droit 240">
            <a:extLst>
              <a:ext uri="{FF2B5EF4-FFF2-40B4-BE49-F238E27FC236}">
                <a16:creationId xmlns:a16="http://schemas.microsoft.com/office/drawing/2014/main" id="{B9C0C2FD-1494-139C-DAF6-93E5B6E9BDCE}"/>
              </a:ext>
            </a:extLst>
          </p:cNvPr>
          <p:cNvCxnSpPr>
            <a:stCxn id="226" idx="2"/>
            <a:endCxn id="222" idx="6"/>
          </p:cNvCxnSpPr>
          <p:nvPr/>
        </p:nvCxnSpPr>
        <p:spPr bwMode="auto">
          <a:xfrm>
            <a:off x="2111404" y="3711647"/>
            <a:ext cx="1" cy="1759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Connecteur droit 242">
            <a:extLst>
              <a:ext uri="{FF2B5EF4-FFF2-40B4-BE49-F238E27FC236}">
                <a16:creationId xmlns:a16="http://schemas.microsoft.com/office/drawing/2014/main" id="{E06DDE63-1226-A0C4-7A13-F31533FDA808}"/>
              </a:ext>
            </a:extLst>
          </p:cNvPr>
          <p:cNvCxnSpPr>
            <a:cxnSpLocks/>
            <a:stCxn id="224" idx="2"/>
            <a:endCxn id="223" idx="7"/>
          </p:cNvCxnSpPr>
          <p:nvPr/>
        </p:nvCxnSpPr>
        <p:spPr bwMode="auto">
          <a:xfrm flipH="1">
            <a:off x="556283" y="3702537"/>
            <a:ext cx="1" cy="1210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Connecteur droit 243">
            <a:extLst>
              <a:ext uri="{FF2B5EF4-FFF2-40B4-BE49-F238E27FC236}">
                <a16:creationId xmlns:a16="http://schemas.microsoft.com/office/drawing/2014/main" id="{8344AA62-80D6-552D-7C67-5B8CCDB5D42A}"/>
              </a:ext>
            </a:extLst>
          </p:cNvPr>
          <p:cNvCxnSpPr>
            <a:stCxn id="228" idx="2"/>
            <a:endCxn id="225" idx="6"/>
          </p:cNvCxnSpPr>
          <p:nvPr/>
        </p:nvCxnSpPr>
        <p:spPr bwMode="auto">
          <a:xfrm flipH="1">
            <a:off x="4026256" y="3693176"/>
            <a:ext cx="1" cy="781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Connecteur droit 245">
            <a:extLst>
              <a:ext uri="{FF2B5EF4-FFF2-40B4-BE49-F238E27FC236}">
                <a16:creationId xmlns:a16="http://schemas.microsoft.com/office/drawing/2014/main" id="{3744E9A8-252D-C375-E11F-3F0E649A86E3}"/>
              </a:ext>
            </a:extLst>
          </p:cNvPr>
          <p:cNvCxnSpPr>
            <a:stCxn id="229" idx="2"/>
            <a:endCxn id="221" idx="6"/>
          </p:cNvCxnSpPr>
          <p:nvPr/>
        </p:nvCxnSpPr>
        <p:spPr bwMode="auto">
          <a:xfrm>
            <a:off x="5726263" y="3697950"/>
            <a:ext cx="2383" cy="733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 name="AutoShape 13">
            <a:extLst>
              <a:ext uri="{FF2B5EF4-FFF2-40B4-BE49-F238E27FC236}">
                <a16:creationId xmlns:a16="http://schemas.microsoft.com/office/drawing/2014/main" id="{490FDE46-050F-6227-21C4-DC44600AB4A8}"/>
              </a:ext>
            </a:extLst>
          </p:cNvPr>
          <p:cNvSpPr>
            <a:spLocks noChangeArrowheads="1"/>
          </p:cNvSpPr>
          <p:nvPr/>
        </p:nvSpPr>
        <p:spPr bwMode="auto">
          <a:xfrm>
            <a:off x="6839258" y="3768162"/>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5</a:t>
            </a:r>
            <a:endParaRPr lang="fr-FR" sz="1000"/>
          </a:p>
        </p:txBody>
      </p:sp>
      <p:sp>
        <p:nvSpPr>
          <p:cNvPr id="248" name="AutoShape 52">
            <a:extLst>
              <a:ext uri="{FF2B5EF4-FFF2-40B4-BE49-F238E27FC236}">
                <a16:creationId xmlns:a16="http://schemas.microsoft.com/office/drawing/2014/main" id="{9D13E133-C456-74AD-A65A-ADDD8299CBAF}"/>
              </a:ext>
            </a:extLst>
          </p:cNvPr>
          <p:cNvSpPr>
            <a:spLocks noChangeArrowheads="1"/>
          </p:cNvSpPr>
          <p:nvPr/>
        </p:nvSpPr>
        <p:spPr bwMode="auto">
          <a:xfrm>
            <a:off x="6686192" y="344493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249" name="Connecteur : en angle 248">
            <a:extLst>
              <a:ext uri="{FF2B5EF4-FFF2-40B4-BE49-F238E27FC236}">
                <a16:creationId xmlns:a16="http://schemas.microsoft.com/office/drawing/2014/main" id="{54B8794B-3031-2BA6-80AE-5BEE98E0A133}"/>
              </a:ext>
            </a:extLst>
          </p:cNvPr>
          <p:cNvCxnSpPr>
            <a:stCxn id="220" idx="2"/>
            <a:endCxn id="248" idx="0"/>
          </p:cNvCxnSpPr>
          <p:nvPr/>
        </p:nvCxnSpPr>
        <p:spPr bwMode="auto">
          <a:xfrm rot="16200000" flipH="1">
            <a:off x="5333808" y="1831404"/>
            <a:ext cx="156925" cy="307013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Connecteur droit 249">
            <a:extLst>
              <a:ext uri="{FF2B5EF4-FFF2-40B4-BE49-F238E27FC236}">
                <a16:creationId xmlns:a16="http://schemas.microsoft.com/office/drawing/2014/main" id="{99CEAD52-609A-DC03-2004-A9207AF77C38}"/>
              </a:ext>
            </a:extLst>
          </p:cNvPr>
          <p:cNvCxnSpPr>
            <a:stCxn id="248" idx="2"/>
            <a:endCxn id="247" idx="6"/>
          </p:cNvCxnSpPr>
          <p:nvPr/>
        </p:nvCxnSpPr>
        <p:spPr bwMode="auto">
          <a:xfrm flipH="1">
            <a:off x="6944827" y="3694170"/>
            <a:ext cx="2509" cy="739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Connecteur droit 277">
            <a:extLst>
              <a:ext uri="{FF2B5EF4-FFF2-40B4-BE49-F238E27FC236}">
                <a16:creationId xmlns:a16="http://schemas.microsoft.com/office/drawing/2014/main" id="{F3A92C4D-4F39-51A8-0B80-557B948FFF92}"/>
              </a:ext>
            </a:extLst>
          </p:cNvPr>
          <p:cNvCxnSpPr>
            <a:cxnSpLocks/>
            <a:stCxn id="135" idx="2"/>
            <a:endCxn id="220" idx="0"/>
          </p:cNvCxnSpPr>
          <p:nvPr/>
        </p:nvCxnSpPr>
        <p:spPr bwMode="auto">
          <a:xfrm>
            <a:off x="3877205" y="2919375"/>
            <a:ext cx="0" cy="7723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 name="AutoShape 42">
            <a:extLst>
              <a:ext uri="{FF2B5EF4-FFF2-40B4-BE49-F238E27FC236}">
                <a16:creationId xmlns:a16="http://schemas.microsoft.com/office/drawing/2014/main" id="{200F1C2E-2957-35AE-B3AC-DA55A677E653}"/>
              </a:ext>
            </a:extLst>
          </p:cNvPr>
          <p:cNvSpPr>
            <a:spLocks noChangeArrowheads="1"/>
          </p:cNvSpPr>
          <p:nvPr/>
        </p:nvSpPr>
        <p:spPr bwMode="auto">
          <a:xfrm>
            <a:off x="141741" y="4135956"/>
            <a:ext cx="829082" cy="1598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10000_SELFCARE</a:t>
            </a:r>
          </a:p>
        </p:txBody>
      </p:sp>
      <p:cxnSp>
        <p:nvCxnSpPr>
          <p:cNvPr id="304" name="Connecteur droit 303">
            <a:extLst>
              <a:ext uri="{FF2B5EF4-FFF2-40B4-BE49-F238E27FC236}">
                <a16:creationId xmlns:a16="http://schemas.microsoft.com/office/drawing/2014/main" id="{1847B050-F724-BFF9-D084-837F8F7DDC9C}"/>
              </a:ext>
            </a:extLst>
          </p:cNvPr>
          <p:cNvCxnSpPr>
            <a:stCxn id="223" idx="2"/>
            <a:endCxn id="302" idx="0"/>
          </p:cNvCxnSpPr>
          <p:nvPr/>
        </p:nvCxnSpPr>
        <p:spPr bwMode="auto">
          <a:xfrm flipH="1">
            <a:off x="556282" y="4000033"/>
            <a:ext cx="1" cy="1359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6" name="Rectangle à coins arrondis 1">
            <a:extLst>
              <a:ext uri="{FF2B5EF4-FFF2-40B4-BE49-F238E27FC236}">
                <a16:creationId xmlns:a16="http://schemas.microsoft.com/office/drawing/2014/main" id="{63045BF4-1CC8-54AA-BEBB-3B540A8DEB4D}"/>
              </a:ext>
            </a:extLst>
          </p:cNvPr>
          <p:cNvSpPr>
            <a:spLocks noChangeArrowheads="1"/>
          </p:cNvSpPr>
          <p:nvPr/>
        </p:nvSpPr>
        <p:spPr bwMode="auto">
          <a:xfrm>
            <a:off x="1568505" y="4163051"/>
            <a:ext cx="1095667" cy="518066"/>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solidFill>
                <a:srgbClr val="000000"/>
              </a:solidFill>
            </a:endParaRPr>
          </a:p>
        </p:txBody>
      </p:sp>
      <p:sp>
        <p:nvSpPr>
          <p:cNvPr id="307" name="AutoShape 41">
            <a:extLst>
              <a:ext uri="{FF2B5EF4-FFF2-40B4-BE49-F238E27FC236}">
                <a16:creationId xmlns:a16="http://schemas.microsoft.com/office/drawing/2014/main" id="{B275CBBE-841B-1B5F-E3F7-F64EFB107DA1}"/>
              </a:ext>
            </a:extLst>
          </p:cNvPr>
          <p:cNvSpPr>
            <a:spLocks noChangeArrowheads="1"/>
          </p:cNvSpPr>
          <p:nvPr/>
        </p:nvSpPr>
        <p:spPr bwMode="auto">
          <a:xfrm>
            <a:off x="1727390" y="4223533"/>
            <a:ext cx="762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FF0000"/>
                </a:solidFill>
                <a:latin typeface="Arial"/>
              </a:rPr>
              <a:t>20000_TECHNIQUE</a:t>
            </a:r>
          </a:p>
        </p:txBody>
      </p:sp>
      <p:sp>
        <p:nvSpPr>
          <p:cNvPr id="308" name="AutoShape 46">
            <a:hlinkClick r:id="rId6" action="ppaction://hlinksldjump"/>
            <a:extLst>
              <a:ext uri="{FF2B5EF4-FFF2-40B4-BE49-F238E27FC236}">
                <a16:creationId xmlns:a16="http://schemas.microsoft.com/office/drawing/2014/main" id="{FB4AE9B6-6C56-077F-45F8-F16431C71418}"/>
              </a:ext>
            </a:extLst>
          </p:cNvPr>
          <p:cNvSpPr>
            <a:spLocks noChangeArrowheads="1"/>
          </p:cNvSpPr>
          <p:nvPr/>
        </p:nvSpPr>
        <p:spPr bwMode="auto">
          <a:xfrm rot="10800000">
            <a:off x="2124172" y="6344040"/>
            <a:ext cx="1080000" cy="28119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TECHNIQUE 1</a:t>
            </a:r>
          </a:p>
        </p:txBody>
      </p:sp>
      <p:sp>
        <p:nvSpPr>
          <p:cNvPr id="309" name="AutoShape 31">
            <a:hlinkClick r:id="" action="ppaction://noaction"/>
            <a:extLst>
              <a:ext uri="{FF2B5EF4-FFF2-40B4-BE49-F238E27FC236}">
                <a16:creationId xmlns:a16="http://schemas.microsoft.com/office/drawing/2014/main" id="{19BA494B-3846-4F79-65A6-8E287C18BC5D}"/>
              </a:ext>
            </a:extLst>
          </p:cNvPr>
          <p:cNvSpPr>
            <a:spLocks noChangeArrowheads="1"/>
          </p:cNvSpPr>
          <p:nvPr/>
        </p:nvSpPr>
        <p:spPr bwMode="auto">
          <a:xfrm>
            <a:off x="2133985" y="6043563"/>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FIXE_TECHNIQUE</a:t>
            </a:r>
          </a:p>
        </p:txBody>
      </p:sp>
      <p:cxnSp>
        <p:nvCxnSpPr>
          <p:cNvPr id="310" name="AutoShape 18">
            <a:extLst>
              <a:ext uri="{FF2B5EF4-FFF2-40B4-BE49-F238E27FC236}">
                <a16:creationId xmlns:a16="http://schemas.microsoft.com/office/drawing/2014/main" id="{9F604DD1-BCE2-3F40-7715-78D1A2850511}"/>
              </a:ext>
            </a:extLst>
          </p:cNvPr>
          <p:cNvCxnSpPr>
            <a:cxnSpLocks noChangeShapeType="1"/>
            <a:stCxn id="309" idx="2"/>
            <a:endCxn id="308" idx="2"/>
          </p:cNvCxnSpPr>
          <p:nvPr/>
        </p:nvCxnSpPr>
        <p:spPr bwMode="auto">
          <a:xfrm flipH="1">
            <a:off x="2664172" y="6187563"/>
            <a:ext cx="11944" cy="156477"/>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1" name="AutoShape 41">
            <a:extLst>
              <a:ext uri="{FF2B5EF4-FFF2-40B4-BE49-F238E27FC236}">
                <a16:creationId xmlns:a16="http://schemas.microsoft.com/office/drawing/2014/main" id="{A9A467AC-BF08-B31A-2B53-74507AE318B2}"/>
              </a:ext>
            </a:extLst>
          </p:cNvPr>
          <p:cNvSpPr>
            <a:spLocks noChangeArrowheads="1"/>
          </p:cNvSpPr>
          <p:nvPr/>
        </p:nvSpPr>
        <p:spPr bwMode="auto">
          <a:xfrm>
            <a:off x="1755956" y="4435743"/>
            <a:ext cx="714498" cy="14095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19999_OFFRE *</a:t>
            </a:r>
          </a:p>
        </p:txBody>
      </p:sp>
      <p:cxnSp>
        <p:nvCxnSpPr>
          <p:cNvPr id="312" name="AutoShape 47">
            <a:extLst>
              <a:ext uri="{FF2B5EF4-FFF2-40B4-BE49-F238E27FC236}">
                <a16:creationId xmlns:a16="http://schemas.microsoft.com/office/drawing/2014/main" id="{19BB402F-7D3F-B450-A8F7-E509791ECAC4}"/>
              </a:ext>
            </a:extLst>
          </p:cNvPr>
          <p:cNvCxnSpPr>
            <a:cxnSpLocks noChangeShapeType="1"/>
            <a:stCxn id="307" idx="2"/>
            <a:endCxn id="311" idx="0"/>
          </p:cNvCxnSpPr>
          <p:nvPr/>
        </p:nvCxnSpPr>
        <p:spPr bwMode="auto">
          <a:xfrm>
            <a:off x="2108390" y="4367533"/>
            <a:ext cx="4815" cy="6821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Connecteur droit 312">
            <a:extLst>
              <a:ext uri="{FF2B5EF4-FFF2-40B4-BE49-F238E27FC236}">
                <a16:creationId xmlns:a16="http://schemas.microsoft.com/office/drawing/2014/main" id="{2E295D3C-BDA6-F4B4-9F71-C15B660AA140}"/>
              </a:ext>
            </a:extLst>
          </p:cNvPr>
          <p:cNvCxnSpPr>
            <a:stCxn id="3073" idx="2"/>
            <a:endCxn id="309" idx="0"/>
          </p:cNvCxnSpPr>
          <p:nvPr/>
        </p:nvCxnSpPr>
        <p:spPr bwMode="auto">
          <a:xfrm>
            <a:off x="2657542" y="5597892"/>
            <a:ext cx="18574" cy="4456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4" name="AutoShape 73">
            <a:extLst>
              <a:ext uri="{FF2B5EF4-FFF2-40B4-BE49-F238E27FC236}">
                <a16:creationId xmlns:a16="http://schemas.microsoft.com/office/drawing/2014/main" id="{ED983AD4-3ADB-01B1-EC3E-3A9A8EFC8AF2}"/>
              </a:ext>
            </a:extLst>
          </p:cNvPr>
          <p:cNvSpPr>
            <a:spLocks noChangeArrowheads="1"/>
          </p:cNvSpPr>
          <p:nvPr/>
        </p:nvSpPr>
        <p:spPr bwMode="auto">
          <a:xfrm>
            <a:off x="1682834" y="4725756"/>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TECH</a:t>
            </a:r>
          </a:p>
        </p:txBody>
      </p:sp>
      <p:sp>
        <p:nvSpPr>
          <p:cNvPr id="316" name="AutoShape 11">
            <a:hlinkClick r:id="rId7" action="ppaction://hlinksldjump"/>
            <a:extLst>
              <a:ext uri="{FF2B5EF4-FFF2-40B4-BE49-F238E27FC236}">
                <a16:creationId xmlns:a16="http://schemas.microsoft.com/office/drawing/2014/main" id="{0652F558-8A84-A7C9-EFDA-D9C52FAAEF18}"/>
              </a:ext>
            </a:extLst>
          </p:cNvPr>
          <p:cNvSpPr>
            <a:spLocks noChangeArrowheads="1"/>
          </p:cNvSpPr>
          <p:nvPr/>
        </p:nvSpPr>
        <p:spPr bwMode="auto">
          <a:xfrm rot="10800000">
            <a:off x="1224832" y="5171298"/>
            <a:ext cx="564037" cy="31547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TECH</a:t>
            </a:r>
          </a:p>
        </p:txBody>
      </p:sp>
      <p:cxnSp>
        <p:nvCxnSpPr>
          <p:cNvPr id="317" name="Connecteur en angle 20">
            <a:extLst>
              <a:ext uri="{FF2B5EF4-FFF2-40B4-BE49-F238E27FC236}">
                <a16:creationId xmlns:a16="http://schemas.microsoft.com/office/drawing/2014/main" id="{E165B6C8-E062-C2C1-2C2F-8576B2D44B3C}"/>
              </a:ext>
            </a:extLst>
          </p:cNvPr>
          <p:cNvCxnSpPr>
            <a:stCxn id="314" idx="1"/>
            <a:endCxn id="316" idx="2"/>
          </p:cNvCxnSpPr>
          <p:nvPr/>
        </p:nvCxnSpPr>
        <p:spPr bwMode="auto">
          <a:xfrm rot="10800000" flipV="1">
            <a:off x="1506850" y="4917562"/>
            <a:ext cx="175984" cy="25373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8" name="Text Box 156">
            <a:extLst>
              <a:ext uri="{FF2B5EF4-FFF2-40B4-BE49-F238E27FC236}">
                <a16:creationId xmlns:a16="http://schemas.microsoft.com/office/drawing/2014/main" id="{B635041F-A3C9-E7E5-9858-29238D15CE57}"/>
              </a:ext>
            </a:extLst>
          </p:cNvPr>
          <p:cNvSpPr txBox="1">
            <a:spLocks noChangeArrowheads="1"/>
          </p:cNvSpPr>
          <p:nvPr/>
        </p:nvSpPr>
        <p:spPr bwMode="auto">
          <a:xfrm>
            <a:off x="1419463" y="473793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319" name="Text Box 157">
            <a:extLst>
              <a:ext uri="{FF2B5EF4-FFF2-40B4-BE49-F238E27FC236}">
                <a16:creationId xmlns:a16="http://schemas.microsoft.com/office/drawing/2014/main" id="{CC59CF95-4F46-63DD-3C9D-6C5494022B74}"/>
              </a:ext>
            </a:extLst>
          </p:cNvPr>
          <p:cNvSpPr txBox="1">
            <a:spLocks noChangeArrowheads="1"/>
          </p:cNvSpPr>
          <p:nvPr/>
        </p:nvSpPr>
        <p:spPr bwMode="auto">
          <a:xfrm>
            <a:off x="2471873" y="4745109"/>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3072" name="AutoShape 14">
            <a:extLst>
              <a:ext uri="{FF2B5EF4-FFF2-40B4-BE49-F238E27FC236}">
                <a16:creationId xmlns:a16="http://schemas.microsoft.com/office/drawing/2014/main" id="{8C7FAC81-60E0-D5D8-2412-CD1621A603B7}"/>
              </a:ext>
            </a:extLst>
          </p:cNvPr>
          <p:cNvSpPr>
            <a:spLocks noChangeArrowheads="1"/>
          </p:cNvSpPr>
          <p:nvPr/>
        </p:nvSpPr>
        <p:spPr bwMode="auto">
          <a:xfrm>
            <a:off x="2223841" y="5235670"/>
            <a:ext cx="863515" cy="10830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20000_TECHNIQUE_HO</a:t>
            </a:r>
          </a:p>
        </p:txBody>
      </p:sp>
      <p:sp>
        <p:nvSpPr>
          <p:cNvPr id="3073" name="AutoShape 31">
            <a:hlinkClick r:id="" action="ppaction://noaction"/>
            <a:extLst>
              <a:ext uri="{FF2B5EF4-FFF2-40B4-BE49-F238E27FC236}">
                <a16:creationId xmlns:a16="http://schemas.microsoft.com/office/drawing/2014/main" id="{DD71B5A5-7B26-02A5-6339-1115E0C99AF5}"/>
              </a:ext>
            </a:extLst>
          </p:cNvPr>
          <p:cNvSpPr>
            <a:spLocks noChangeArrowheads="1"/>
          </p:cNvSpPr>
          <p:nvPr/>
        </p:nvSpPr>
        <p:spPr bwMode="auto">
          <a:xfrm>
            <a:off x="2150680" y="5477761"/>
            <a:ext cx="1013723" cy="120131"/>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a:t>
            </a:r>
          </a:p>
        </p:txBody>
      </p:sp>
      <p:sp>
        <p:nvSpPr>
          <p:cNvPr id="3074" name="AutoShape 87">
            <a:hlinkClick r:id="rId8" action="ppaction://hlinksldjump"/>
            <a:extLst>
              <a:ext uri="{FF2B5EF4-FFF2-40B4-BE49-F238E27FC236}">
                <a16:creationId xmlns:a16="http://schemas.microsoft.com/office/drawing/2014/main" id="{127C7C7C-9450-8239-3155-BAA6E62EFD49}"/>
              </a:ext>
            </a:extLst>
          </p:cNvPr>
          <p:cNvSpPr>
            <a:spLocks noChangeArrowheads="1"/>
          </p:cNvSpPr>
          <p:nvPr/>
        </p:nvSpPr>
        <p:spPr bwMode="auto">
          <a:xfrm rot="10800000">
            <a:off x="1257949" y="5768923"/>
            <a:ext cx="584117" cy="31816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solidFill>
                  <a:srgbClr val="000000"/>
                </a:solidFill>
                <a:ea typeface="ＭＳ Ｐゴシック" charset="0"/>
              </a:rPr>
              <a:t>INCIDENT</a:t>
            </a:r>
          </a:p>
        </p:txBody>
      </p:sp>
      <p:cxnSp>
        <p:nvCxnSpPr>
          <p:cNvPr id="3075" name="Connecteur en angle 16">
            <a:extLst>
              <a:ext uri="{FF2B5EF4-FFF2-40B4-BE49-F238E27FC236}">
                <a16:creationId xmlns:a16="http://schemas.microsoft.com/office/drawing/2014/main" id="{002C5862-CA24-C9ED-B9CD-5EAD94505EA5}"/>
              </a:ext>
            </a:extLst>
          </p:cNvPr>
          <p:cNvCxnSpPr>
            <a:cxnSpLocks/>
            <a:stCxn id="3073" idx="1"/>
            <a:endCxn id="3074" idx="2"/>
          </p:cNvCxnSpPr>
          <p:nvPr/>
        </p:nvCxnSpPr>
        <p:spPr bwMode="auto">
          <a:xfrm rot="10800000" flipV="1">
            <a:off x="1550008" y="5537827"/>
            <a:ext cx="600673" cy="23109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6" name="Connecteur en angle 28">
            <a:extLst>
              <a:ext uri="{FF2B5EF4-FFF2-40B4-BE49-F238E27FC236}">
                <a16:creationId xmlns:a16="http://schemas.microsoft.com/office/drawing/2014/main" id="{9B600A7F-E2D5-CB27-716B-C4BDA75936AA}"/>
              </a:ext>
            </a:extLst>
          </p:cNvPr>
          <p:cNvCxnSpPr>
            <a:stCxn id="3074" idx="0"/>
            <a:endCxn id="309" idx="1"/>
          </p:cNvCxnSpPr>
          <p:nvPr/>
        </p:nvCxnSpPr>
        <p:spPr bwMode="auto">
          <a:xfrm rot="16200000" flipH="1">
            <a:off x="1827759" y="5809337"/>
            <a:ext cx="28474" cy="58397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8" name="Text Box 157">
            <a:extLst>
              <a:ext uri="{FF2B5EF4-FFF2-40B4-BE49-F238E27FC236}">
                <a16:creationId xmlns:a16="http://schemas.microsoft.com/office/drawing/2014/main" id="{676970D2-A995-CFE1-5A92-0A5CE47A65B9}"/>
              </a:ext>
            </a:extLst>
          </p:cNvPr>
          <p:cNvSpPr txBox="1">
            <a:spLocks noChangeArrowheads="1"/>
          </p:cNvSpPr>
          <p:nvPr/>
        </p:nvSpPr>
        <p:spPr bwMode="auto">
          <a:xfrm>
            <a:off x="1813310" y="5367686"/>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OUI</a:t>
            </a:r>
          </a:p>
        </p:txBody>
      </p:sp>
      <p:sp>
        <p:nvSpPr>
          <p:cNvPr id="3079" name="Text Box 157">
            <a:extLst>
              <a:ext uri="{FF2B5EF4-FFF2-40B4-BE49-F238E27FC236}">
                <a16:creationId xmlns:a16="http://schemas.microsoft.com/office/drawing/2014/main" id="{5F87F948-51D2-842B-AC6E-CFB5E4D07A4A}"/>
              </a:ext>
            </a:extLst>
          </p:cNvPr>
          <p:cNvSpPr txBox="1">
            <a:spLocks noChangeArrowheads="1"/>
          </p:cNvSpPr>
          <p:nvPr/>
        </p:nvSpPr>
        <p:spPr bwMode="auto">
          <a:xfrm>
            <a:off x="2629569" y="562798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a:t>
            </a:r>
          </a:p>
        </p:txBody>
      </p:sp>
      <p:cxnSp>
        <p:nvCxnSpPr>
          <p:cNvPr id="3080" name="Connecteur en angle 3">
            <a:extLst>
              <a:ext uri="{FF2B5EF4-FFF2-40B4-BE49-F238E27FC236}">
                <a16:creationId xmlns:a16="http://schemas.microsoft.com/office/drawing/2014/main" id="{4149F1AA-A953-2B32-5003-49D60915D972}"/>
              </a:ext>
            </a:extLst>
          </p:cNvPr>
          <p:cNvCxnSpPr>
            <a:stCxn id="314" idx="3"/>
            <a:endCxn id="3072" idx="0"/>
          </p:cNvCxnSpPr>
          <p:nvPr/>
        </p:nvCxnSpPr>
        <p:spPr bwMode="auto">
          <a:xfrm>
            <a:off x="2551722" y="4917563"/>
            <a:ext cx="103877" cy="31810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1" name="Connecteur droit 3080">
            <a:extLst>
              <a:ext uri="{FF2B5EF4-FFF2-40B4-BE49-F238E27FC236}">
                <a16:creationId xmlns:a16="http://schemas.microsoft.com/office/drawing/2014/main" id="{10AA48CD-94DC-906E-A79F-9A326B15FACC}"/>
              </a:ext>
            </a:extLst>
          </p:cNvPr>
          <p:cNvCxnSpPr>
            <a:stCxn id="3072" idx="2"/>
            <a:endCxn id="3073" idx="0"/>
          </p:cNvCxnSpPr>
          <p:nvPr/>
        </p:nvCxnSpPr>
        <p:spPr bwMode="auto">
          <a:xfrm>
            <a:off x="2655599" y="5343972"/>
            <a:ext cx="1943" cy="1337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8" name="Connecteur droit 3087">
            <a:extLst>
              <a:ext uri="{FF2B5EF4-FFF2-40B4-BE49-F238E27FC236}">
                <a16:creationId xmlns:a16="http://schemas.microsoft.com/office/drawing/2014/main" id="{E41031ED-7061-793C-1F6D-EEE7952E35EE}"/>
              </a:ext>
            </a:extLst>
          </p:cNvPr>
          <p:cNvCxnSpPr>
            <a:stCxn id="222" idx="2"/>
            <a:endCxn id="307" idx="0"/>
          </p:cNvCxnSpPr>
          <p:nvPr/>
        </p:nvCxnSpPr>
        <p:spPr bwMode="auto">
          <a:xfrm flipH="1">
            <a:off x="2108390" y="4089200"/>
            <a:ext cx="3015" cy="1343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2" name="Connecteur droit 3091">
            <a:extLst>
              <a:ext uri="{FF2B5EF4-FFF2-40B4-BE49-F238E27FC236}">
                <a16:creationId xmlns:a16="http://schemas.microsoft.com/office/drawing/2014/main" id="{78ED2FD6-CC55-21F3-4B19-A0A7CCE13745}"/>
              </a:ext>
            </a:extLst>
          </p:cNvPr>
          <p:cNvCxnSpPr>
            <a:stCxn id="311" idx="2"/>
            <a:endCxn id="314" idx="0"/>
          </p:cNvCxnSpPr>
          <p:nvPr/>
        </p:nvCxnSpPr>
        <p:spPr bwMode="auto">
          <a:xfrm>
            <a:off x="2113205" y="4576699"/>
            <a:ext cx="4073" cy="1490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9" name="Connecteur en angle 53">
            <a:extLst>
              <a:ext uri="{FF2B5EF4-FFF2-40B4-BE49-F238E27FC236}">
                <a16:creationId xmlns:a16="http://schemas.microsoft.com/office/drawing/2014/main" id="{AF54341B-971C-7243-B6E7-F9562C6C8FDC}"/>
              </a:ext>
            </a:extLst>
          </p:cNvPr>
          <p:cNvCxnSpPr>
            <a:cxnSpLocks/>
            <a:stCxn id="3110" idx="0"/>
            <a:endCxn id="307" idx="1"/>
          </p:cNvCxnSpPr>
          <p:nvPr/>
        </p:nvCxnSpPr>
        <p:spPr bwMode="auto">
          <a:xfrm rot="16200000" flipH="1">
            <a:off x="881185" y="3449327"/>
            <a:ext cx="1154409" cy="538002"/>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10" name="AutoShape 46">
            <a:hlinkClick r:id="rId9" action="ppaction://hlinksldjump"/>
            <a:extLst>
              <a:ext uri="{FF2B5EF4-FFF2-40B4-BE49-F238E27FC236}">
                <a16:creationId xmlns:a16="http://schemas.microsoft.com/office/drawing/2014/main" id="{D2F2D467-A91B-FF9E-D002-65D580C54E2D}"/>
              </a:ext>
            </a:extLst>
          </p:cNvPr>
          <p:cNvSpPr>
            <a:spLocks noChangeArrowheads="1"/>
          </p:cNvSpPr>
          <p:nvPr/>
        </p:nvSpPr>
        <p:spPr bwMode="auto">
          <a:xfrm rot="10800000">
            <a:off x="828787" y="2666461"/>
            <a:ext cx="721202"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WCB DIGITAL</a:t>
            </a:r>
          </a:p>
          <a:p>
            <a:pPr algn="ctr" eaLnBrk="0" hangingPunct="0"/>
            <a:r>
              <a:rPr lang="fr-FR" sz="600">
                <a:solidFill>
                  <a:srgbClr val="000000"/>
                </a:solidFill>
              </a:rPr>
              <a:t>(TECH)</a:t>
            </a:r>
          </a:p>
        </p:txBody>
      </p:sp>
      <p:sp>
        <p:nvSpPr>
          <p:cNvPr id="3114" name="AutoShape 11">
            <a:hlinkClick r:id="rId10" action="ppaction://hlinksldjump"/>
            <a:extLst>
              <a:ext uri="{FF2B5EF4-FFF2-40B4-BE49-F238E27FC236}">
                <a16:creationId xmlns:a16="http://schemas.microsoft.com/office/drawing/2014/main" id="{2636A545-B688-B177-9D26-C0E5A453B0EF}"/>
              </a:ext>
            </a:extLst>
          </p:cNvPr>
          <p:cNvSpPr>
            <a:spLocks noChangeArrowheads="1"/>
          </p:cNvSpPr>
          <p:nvPr/>
        </p:nvSpPr>
        <p:spPr bwMode="auto">
          <a:xfrm rot="10800000">
            <a:off x="1194439" y="3614973"/>
            <a:ext cx="620322" cy="258534"/>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latin typeface="+mn-lt"/>
              </a:rPr>
              <a:t>MENU  PRINCIPAL-</a:t>
            </a:r>
          </a:p>
          <a:p>
            <a:pPr algn="ctr" eaLnBrk="0" hangingPunct="0"/>
            <a:r>
              <a:rPr lang="fr-FR" sz="500">
                <a:latin typeface="+mn-lt"/>
              </a:rPr>
              <a:t> AB Test</a:t>
            </a:r>
          </a:p>
        </p:txBody>
      </p:sp>
      <p:sp>
        <p:nvSpPr>
          <p:cNvPr id="3115" name="AutoShape 87">
            <a:hlinkClick r:id="rId11" action="ppaction://hlinksldjump"/>
            <a:extLst>
              <a:ext uri="{FF2B5EF4-FFF2-40B4-BE49-F238E27FC236}">
                <a16:creationId xmlns:a16="http://schemas.microsoft.com/office/drawing/2014/main" id="{809E8E8C-1254-8423-6A77-457B085D71E1}"/>
              </a:ext>
            </a:extLst>
          </p:cNvPr>
          <p:cNvSpPr>
            <a:spLocks noChangeArrowheads="1"/>
          </p:cNvSpPr>
          <p:nvPr/>
        </p:nvSpPr>
        <p:spPr bwMode="auto">
          <a:xfrm rot="10800000">
            <a:off x="2319998" y="3629610"/>
            <a:ext cx="607078" cy="242501"/>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latin typeface="+mn-lt"/>
              </a:rPr>
              <a:t>ROUTAGE LN CO</a:t>
            </a:r>
          </a:p>
          <a:p>
            <a:pPr algn="ctr" eaLnBrk="0" hangingPunct="0"/>
            <a:r>
              <a:rPr lang="fr-FR" sz="500">
                <a:latin typeface="+mn-lt"/>
              </a:rPr>
              <a:t>(</a:t>
            </a:r>
            <a:r>
              <a:rPr lang="fr-FR" sz="500" i="1">
                <a:latin typeface="+mn-lt"/>
              </a:rPr>
              <a:t>TECH</a:t>
            </a:r>
            <a:r>
              <a:rPr lang="fr-FR" sz="500">
                <a:latin typeface="+mn-lt"/>
              </a:rPr>
              <a:t>)</a:t>
            </a:r>
          </a:p>
        </p:txBody>
      </p:sp>
      <p:cxnSp>
        <p:nvCxnSpPr>
          <p:cNvPr id="3117" name="Connecteur : en angle 3116">
            <a:extLst>
              <a:ext uri="{FF2B5EF4-FFF2-40B4-BE49-F238E27FC236}">
                <a16:creationId xmlns:a16="http://schemas.microsoft.com/office/drawing/2014/main" id="{47DB1256-72BC-43C4-024F-4D5D0086E143}"/>
              </a:ext>
            </a:extLst>
          </p:cNvPr>
          <p:cNvCxnSpPr>
            <a:stCxn id="3114" idx="0"/>
            <a:endCxn id="222" idx="6"/>
          </p:cNvCxnSpPr>
          <p:nvPr/>
        </p:nvCxnSpPr>
        <p:spPr bwMode="auto">
          <a:xfrm rot="16200000" flipH="1">
            <a:off x="1800962" y="3577144"/>
            <a:ext cx="14080" cy="60680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20" name="Connecteur : en angle 3119">
            <a:extLst>
              <a:ext uri="{FF2B5EF4-FFF2-40B4-BE49-F238E27FC236}">
                <a16:creationId xmlns:a16="http://schemas.microsoft.com/office/drawing/2014/main" id="{FF6B226F-DE40-B268-11A3-1B91F5CEA688}"/>
              </a:ext>
            </a:extLst>
          </p:cNvPr>
          <p:cNvCxnSpPr>
            <a:stCxn id="3115" idx="0"/>
            <a:endCxn id="222" idx="6"/>
          </p:cNvCxnSpPr>
          <p:nvPr/>
        </p:nvCxnSpPr>
        <p:spPr bwMode="auto">
          <a:xfrm rot="5400000">
            <a:off x="2359733" y="3623783"/>
            <a:ext cx="15476" cy="51213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22" name="AutoShape 42">
            <a:extLst>
              <a:ext uri="{FF2B5EF4-FFF2-40B4-BE49-F238E27FC236}">
                <a16:creationId xmlns:a16="http://schemas.microsoft.com/office/drawing/2014/main" id="{E27A3BCE-AA1A-079F-E740-3A845196517D}"/>
              </a:ext>
            </a:extLst>
          </p:cNvPr>
          <p:cNvSpPr>
            <a:spLocks noChangeArrowheads="1"/>
          </p:cNvSpPr>
          <p:nvPr/>
        </p:nvSpPr>
        <p:spPr bwMode="auto">
          <a:xfrm>
            <a:off x="3547934" y="4103216"/>
            <a:ext cx="970756"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latin typeface="Arial"/>
              </a:rPr>
              <a:t>30000_DEMENAGEMENT</a:t>
            </a:r>
          </a:p>
        </p:txBody>
      </p:sp>
      <p:sp>
        <p:nvSpPr>
          <p:cNvPr id="3123" name="AutoShape 46">
            <a:hlinkClick r:id="rId12" action="ppaction://hlinksldjump"/>
            <a:extLst>
              <a:ext uri="{FF2B5EF4-FFF2-40B4-BE49-F238E27FC236}">
                <a16:creationId xmlns:a16="http://schemas.microsoft.com/office/drawing/2014/main" id="{BB4F271C-E779-5BCB-C000-F0A6193AF3FD}"/>
              </a:ext>
            </a:extLst>
          </p:cNvPr>
          <p:cNvSpPr>
            <a:spLocks noChangeArrowheads="1"/>
          </p:cNvSpPr>
          <p:nvPr/>
        </p:nvSpPr>
        <p:spPr bwMode="auto">
          <a:xfrm rot="10800000">
            <a:off x="4163850" y="5495322"/>
            <a:ext cx="1080000" cy="360000"/>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DEMENAGEMENT</a:t>
            </a:r>
          </a:p>
        </p:txBody>
      </p:sp>
      <p:cxnSp>
        <p:nvCxnSpPr>
          <p:cNvPr id="3124" name="AutoShape 47">
            <a:extLst>
              <a:ext uri="{FF2B5EF4-FFF2-40B4-BE49-F238E27FC236}">
                <a16:creationId xmlns:a16="http://schemas.microsoft.com/office/drawing/2014/main" id="{14FA52F3-BF40-3281-1670-02589C7C8A02}"/>
              </a:ext>
            </a:extLst>
          </p:cNvPr>
          <p:cNvCxnSpPr>
            <a:cxnSpLocks noChangeShapeType="1"/>
            <a:stCxn id="225" idx="2"/>
            <a:endCxn id="3122" idx="0"/>
          </p:cNvCxnSpPr>
          <p:nvPr/>
        </p:nvCxnSpPr>
        <p:spPr bwMode="auto">
          <a:xfrm>
            <a:off x="4026256" y="3972918"/>
            <a:ext cx="7056" cy="13029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25" name="AutoShape 31">
            <a:hlinkClick r:id="" action="ppaction://noaction"/>
            <a:extLst>
              <a:ext uri="{FF2B5EF4-FFF2-40B4-BE49-F238E27FC236}">
                <a16:creationId xmlns:a16="http://schemas.microsoft.com/office/drawing/2014/main" id="{1FA0BAE5-B292-F917-BFC4-1456E1A144B2}"/>
              </a:ext>
            </a:extLst>
          </p:cNvPr>
          <p:cNvSpPr>
            <a:spLocks noChangeArrowheads="1"/>
          </p:cNvSpPr>
          <p:nvPr/>
        </p:nvSpPr>
        <p:spPr bwMode="auto">
          <a:xfrm>
            <a:off x="4110422" y="5083974"/>
            <a:ext cx="1166608" cy="19053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FIXE_DEMENAGEMENT</a:t>
            </a:r>
          </a:p>
        </p:txBody>
      </p:sp>
      <p:cxnSp>
        <p:nvCxnSpPr>
          <p:cNvPr id="3126" name="AutoShape 18">
            <a:extLst>
              <a:ext uri="{FF2B5EF4-FFF2-40B4-BE49-F238E27FC236}">
                <a16:creationId xmlns:a16="http://schemas.microsoft.com/office/drawing/2014/main" id="{022D999C-44B2-20F6-DA05-6C5849956D60}"/>
              </a:ext>
            </a:extLst>
          </p:cNvPr>
          <p:cNvCxnSpPr>
            <a:cxnSpLocks noChangeShapeType="1"/>
            <a:stCxn id="3125" idx="2"/>
            <a:endCxn id="3123" idx="2"/>
          </p:cNvCxnSpPr>
          <p:nvPr/>
        </p:nvCxnSpPr>
        <p:spPr bwMode="auto">
          <a:xfrm>
            <a:off x="4693726" y="5274506"/>
            <a:ext cx="10124" cy="220816"/>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27" name="AutoShape 73">
            <a:extLst>
              <a:ext uri="{FF2B5EF4-FFF2-40B4-BE49-F238E27FC236}">
                <a16:creationId xmlns:a16="http://schemas.microsoft.com/office/drawing/2014/main" id="{0987707F-432F-F71B-66B4-478B4982DC12}"/>
              </a:ext>
            </a:extLst>
          </p:cNvPr>
          <p:cNvSpPr>
            <a:spLocks noChangeArrowheads="1"/>
          </p:cNvSpPr>
          <p:nvPr/>
        </p:nvSpPr>
        <p:spPr bwMode="auto">
          <a:xfrm>
            <a:off x="3604178" y="4472816"/>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DEM</a:t>
            </a:r>
          </a:p>
        </p:txBody>
      </p:sp>
      <p:cxnSp>
        <p:nvCxnSpPr>
          <p:cNvPr id="3128" name="Connecteur en angle 142">
            <a:extLst>
              <a:ext uri="{FF2B5EF4-FFF2-40B4-BE49-F238E27FC236}">
                <a16:creationId xmlns:a16="http://schemas.microsoft.com/office/drawing/2014/main" id="{F0B0DA5D-2F03-6DF3-54B2-27786F6C7CD1}"/>
              </a:ext>
            </a:extLst>
          </p:cNvPr>
          <p:cNvCxnSpPr>
            <a:stCxn id="3122" idx="2"/>
            <a:endCxn id="3127" idx="0"/>
          </p:cNvCxnSpPr>
          <p:nvPr/>
        </p:nvCxnSpPr>
        <p:spPr bwMode="auto">
          <a:xfrm rot="16200000" flipH="1">
            <a:off x="3923167" y="4357361"/>
            <a:ext cx="225600" cy="531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29" name="AutoShape 11">
            <a:hlinkClick r:id="rId13" action="ppaction://hlinksldjump"/>
            <a:extLst>
              <a:ext uri="{FF2B5EF4-FFF2-40B4-BE49-F238E27FC236}">
                <a16:creationId xmlns:a16="http://schemas.microsoft.com/office/drawing/2014/main" id="{2BAFDF0B-D046-60E9-044B-6B31FDC56EF1}"/>
              </a:ext>
            </a:extLst>
          </p:cNvPr>
          <p:cNvSpPr>
            <a:spLocks noChangeArrowheads="1"/>
          </p:cNvSpPr>
          <p:nvPr/>
        </p:nvSpPr>
        <p:spPr bwMode="auto">
          <a:xfrm rot="10800000">
            <a:off x="3218247" y="4894691"/>
            <a:ext cx="564037" cy="31547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DEM</a:t>
            </a:r>
          </a:p>
        </p:txBody>
      </p:sp>
      <p:cxnSp>
        <p:nvCxnSpPr>
          <p:cNvPr id="3130" name="Connecteur en angle 145">
            <a:extLst>
              <a:ext uri="{FF2B5EF4-FFF2-40B4-BE49-F238E27FC236}">
                <a16:creationId xmlns:a16="http://schemas.microsoft.com/office/drawing/2014/main" id="{3DC41CEC-567E-A4DF-19DD-D8FD60707FA8}"/>
              </a:ext>
            </a:extLst>
          </p:cNvPr>
          <p:cNvCxnSpPr>
            <a:stCxn id="3127" idx="1"/>
            <a:endCxn id="3129" idx="2"/>
          </p:cNvCxnSpPr>
          <p:nvPr/>
        </p:nvCxnSpPr>
        <p:spPr bwMode="auto">
          <a:xfrm rot="10800000" flipV="1">
            <a:off x="3500266" y="4664623"/>
            <a:ext cx="103913" cy="23006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1" name="Connecteur en angle 147">
            <a:extLst>
              <a:ext uri="{FF2B5EF4-FFF2-40B4-BE49-F238E27FC236}">
                <a16:creationId xmlns:a16="http://schemas.microsoft.com/office/drawing/2014/main" id="{BED7B423-CCDB-02B2-CDD8-3BA998BED260}"/>
              </a:ext>
            </a:extLst>
          </p:cNvPr>
          <p:cNvCxnSpPr>
            <a:stCxn id="3127" idx="3"/>
            <a:endCxn id="3125" idx="0"/>
          </p:cNvCxnSpPr>
          <p:nvPr/>
        </p:nvCxnSpPr>
        <p:spPr bwMode="auto">
          <a:xfrm>
            <a:off x="4473066" y="4664623"/>
            <a:ext cx="220660" cy="41935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32" name="Text Box 157">
            <a:extLst>
              <a:ext uri="{FF2B5EF4-FFF2-40B4-BE49-F238E27FC236}">
                <a16:creationId xmlns:a16="http://schemas.microsoft.com/office/drawing/2014/main" id="{55FF3779-47B3-12C0-C927-5BF37F5AC272}"/>
              </a:ext>
            </a:extLst>
          </p:cNvPr>
          <p:cNvSpPr txBox="1">
            <a:spLocks noChangeArrowheads="1"/>
          </p:cNvSpPr>
          <p:nvPr/>
        </p:nvSpPr>
        <p:spPr bwMode="auto">
          <a:xfrm>
            <a:off x="4409852" y="4474760"/>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3133" name="Text Box 156">
            <a:extLst>
              <a:ext uri="{FF2B5EF4-FFF2-40B4-BE49-F238E27FC236}">
                <a16:creationId xmlns:a16="http://schemas.microsoft.com/office/drawing/2014/main" id="{A5CB8FB6-6D68-7375-F788-1AC58682DD9D}"/>
              </a:ext>
            </a:extLst>
          </p:cNvPr>
          <p:cNvSpPr txBox="1">
            <a:spLocks noChangeArrowheads="1"/>
          </p:cNvSpPr>
          <p:nvPr/>
        </p:nvSpPr>
        <p:spPr bwMode="auto">
          <a:xfrm>
            <a:off x="3399126" y="446891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3134" name="AutoShape 14">
            <a:extLst>
              <a:ext uri="{FF2B5EF4-FFF2-40B4-BE49-F238E27FC236}">
                <a16:creationId xmlns:a16="http://schemas.microsoft.com/office/drawing/2014/main" id="{C1D729AA-231A-65E3-07AA-4EF69D074A3D}"/>
              </a:ext>
            </a:extLst>
          </p:cNvPr>
          <p:cNvSpPr>
            <a:spLocks noChangeArrowheads="1"/>
          </p:cNvSpPr>
          <p:nvPr/>
        </p:nvSpPr>
        <p:spPr bwMode="auto">
          <a:xfrm>
            <a:off x="4143603" y="4839169"/>
            <a:ext cx="1100247" cy="13308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dirty="0">
              <a:solidFill>
                <a:srgbClr val="FF0000"/>
              </a:solidFill>
            </a:endParaRPr>
          </a:p>
          <a:p>
            <a:pPr algn="ctr" eaLnBrk="0" hangingPunct="0"/>
            <a:r>
              <a:rPr lang="fr-FR" sz="600" dirty="0"/>
              <a:t>30000_DEMENAGEMENT_HO</a:t>
            </a:r>
          </a:p>
          <a:p>
            <a:pPr algn="ctr" eaLnBrk="0" hangingPunct="0"/>
            <a:endParaRPr lang="fr-FR" sz="600" dirty="0">
              <a:solidFill>
                <a:srgbClr val="FF0000"/>
              </a:solidFill>
            </a:endParaRPr>
          </a:p>
        </p:txBody>
      </p:sp>
      <p:cxnSp>
        <p:nvCxnSpPr>
          <p:cNvPr id="3135" name="Connecteur en angle 67">
            <a:extLst>
              <a:ext uri="{FF2B5EF4-FFF2-40B4-BE49-F238E27FC236}">
                <a16:creationId xmlns:a16="http://schemas.microsoft.com/office/drawing/2014/main" id="{51B3A809-12FA-9AAB-D982-4B7E2CD05945}"/>
              </a:ext>
            </a:extLst>
          </p:cNvPr>
          <p:cNvCxnSpPr>
            <a:cxnSpLocks/>
            <a:endCxn id="3122" idx="1"/>
          </p:cNvCxnSpPr>
          <p:nvPr/>
        </p:nvCxnSpPr>
        <p:spPr bwMode="auto">
          <a:xfrm rot="16200000" flipH="1">
            <a:off x="3379385" y="4006666"/>
            <a:ext cx="198399" cy="138699"/>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36" name="Text Box 157">
            <a:extLst>
              <a:ext uri="{FF2B5EF4-FFF2-40B4-BE49-F238E27FC236}">
                <a16:creationId xmlns:a16="http://schemas.microsoft.com/office/drawing/2014/main" id="{16082A70-9261-AF1B-D304-D35059F7E37D}"/>
              </a:ext>
            </a:extLst>
          </p:cNvPr>
          <p:cNvSpPr txBox="1">
            <a:spLocks noChangeArrowheads="1"/>
          </p:cNvSpPr>
          <p:nvPr/>
        </p:nvSpPr>
        <p:spPr bwMode="auto">
          <a:xfrm>
            <a:off x="2805860" y="3961731"/>
            <a:ext cx="702581" cy="246221"/>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500">
                <a:solidFill>
                  <a:srgbClr val="3333FF"/>
                </a:solidFill>
              </a:rPr>
              <a:t>WCBDIGITAL = 1 ET MOTIFS = 04</a:t>
            </a:r>
          </a:p>
        </p:txBody>
      </p:sp>
      <p:sp>
        <p:nvSpPr>
          <p:cNvPr id="3141" name="AutoShape 46">
            <a:hlinkClick r:id="rId9" action="ppaction://hlinksldjump"/>
            <a:extLst>
              <a:ext uri="{FF2B5EF4-FFF2-40B4-BE49-F238E27FC236}">
                <a16:creationId xmlns:a16="http://schemas.microsoft.com/office/drawing/2014/main" id="{BF13DACD-1D14-7394-D176-72DA7F4B8B0C}"/>
              </a:ext>
            </a:extLst>
          </p:cNvPr>
          <p:cNvSpPr>
            <a:spLocks noChangeArrowheads="1"/>
          </p:cNvSpPr>
          <p:nvPr/>
        </p:nvSpPr>
        <p:spPr bwMode="auto">
          <a:xfrm rot="10800000">
            <a:off x="3060787" y="3726732"/>
            <a:ext cx="721202" cy="272339"/>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WCB DIGITAL</a:t>
            </a:r>
          </a:p>
          <a:p>
            <a:pPr algn="ctr" eaLnBrk="0" hangingPunct="0"/>
            <a:r>
              <a:rPr lang="fr-FR" sz="600">
                <a:solidFill>
                  <a:srgbClr val="000000"/>
                </a:solidFill>
              </a:rPr>
              <a:t>(DEM)</a:t>
            </a:r>
          </a:p>
        </p:txBody>
      </p:sp>
      <p:sp>
        <p:nvSpPr>
          <p:cNvPr id="3158" name="AutoShape 11">
            <a:hlinkClick r:id="rId10" action="ppaction://hlinksldjump"/>
            <a:extLst>
              <a:ext uri="{FF2B5EF4-FFF2-40B4-BE49-F238E27FC236}">
                <a16:creationId xmlns:a16="http://schemas.microsoft.com/office/drawing/2014/main" id="{B8A18954-7F3D-FE9C-FCA9-D0ED6F960C1F}"/>
              </a:ext>
            </a:extLst>
          </p:cNvPr>
          <p:cNvSpPr>
            <a:spLocks noChangeArrowheads="1"/>
          </p:cNvSpPr>
          <p:nvPr/>
        </p:nvSpPr>
        <p:spPr bwMode="auto">
          <a:xfrm rot="10800000">
            <a:off x="4216350" y="3392346"/>
            <a:ext cx="620322" cy="258534"/>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latin typeface="+mn-lt"/>
              </a:rPr>
              <a:t>MENU  PRINCIPAL-</a:t>
            </a:r>
          </a:p>
          <a:p>
            <a:pPr algn="ctr" eaLnBrk="0" hangingPunct="0"/>
            <a:r>
              <a:rPr lang="fr-FR" sz="500">
                <a:latin typeface="+mn-lt"/>
              </a:rPr>
              <a:t> AB Test</a:t>
            </a:r>
          </a:p>
        </p:txBody>
      </p:sp>
      <p:cxnSp>
        <p:nvCxnSpPr>
          <p:cNvPr id="3160" name="Connecteur : en angle 3159">
            <a:extLst>
              <a:ext uri="{FF2B5EF4-FFF2-40B4-BE49-F238E27FC236}">
                <a16:creationId xmlns:a16="http://schemas.microsoft.com/office/drawing/2014/main" id="{6EAD4A5E-D5AC-5868-C4AC-7EFC4A4809D6}"/>
              </a:ext>
            </a:extLst>
          </p:cNvPr>
          <p:cNvCxnSpPr>
            <a:stCxn id="3158" idx="0"/>
            <a:endCxn id="3122" idx="0"/>
          </p:cNvCxnSpPr>
          <p:nvPr/>
        </p:nvCxnSpPr>
        <p:spPr bwMode="auto">
          <a:xfrm rot="5400000">
            <a:off x="4053744" y="3630449"/>
            <a:ext cx="452336" cy="493199"/>
          </a:xfrm>
          <a:prstGeom prst="bentConnector3">
            <a:avLst>
              <a:gd name="adj1" fmla="val 7647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6" name="Connecteur : en angle 3175">
            <a:extLst>
              <a:ext uri="{FF2B5EF4-FFF2-40B4-BE49-F238E27FC236}">
                <a16:creationId xmlns:a16="http://schemas.microsoft.com/office/drawing/2014/main" id="{B4B11BCD-B8B8-71E7-A8C7-DF4E67480EC1}"/>
              </a:ext>
            </a:extLst>
          </p:cNvPr>
          <p:cNvCxnSpPr>
            <a:stCxn id="196" idx="4"/>
            <a:endCxn id="220" idx="3"/>
          </p:cNvCxnSpPr>
          <p:nvPr/>
        </p:nvCxnSpPr>
        <p:spPr bwMode="auto">
          <a:xfrm rot="10800000" flipV="1">
            <a:off x="4129276" y="3135265"/>
            <a:ext cx="4020222" cy="704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80" name="AutoShape 42">
            <a:extLst>
              <a:ext uri="{FF2B5EF4-FFF2-40B4-BE49-F238E27FC236}">
                <a16:creationId xmlns:a16="http://schemas.microsoft.com/office/drawing/2014/main" id="{7FC52C85-2948-AB59-45E5-DCCBC8C68094}"/>
              </a:ext>
            </a:extLst>
          </p:cNvPr>
          <p:cNvSpPr>
            <a:spLocks noChangeArrowheads="1"/>
          </p:cNvSpPr>
          <p:nvPr/>
        </p:nvSpPr>
        <p:spPr bwMode="auto">
          <a:xfrm>
            <a:off x="5374599" y="4136800"/>
            <a:ext cx="727788" cy="1136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strike="sngStrike">
                <a:solidFill>
                  <a:srgbClr val="000000"/>
                </a:solidFill>
                <a:latin typeface="Arial"/>
              </a:rPr>
              <a:t>40000_AUTRE</a:t>
            </a:r>
          </a:p>
          <a:p>
            <a:pPr algn="ctr" eaLnBrk="0" hangingPunct="0"/>
            <a:r>
              <a:rPr lang="fr-FR" sz="600">
                <a:solidFill>
                  <a:srgbClr val="C00000"/>
                </a:solidFill>
                <a:latin typeface="Arial"/>
              </a:rPr>
              <a:t>40000_ADM_CO</a:t>
            </a:r>
          </a:p>
        </p:txBody>
      </p:sp>
      <p:sp>
        <p:nvSpPr>
          <p:cNvPr id="3181" name="AutoShape 46">
            <a:hlinkClick r:id="rId14" action="ppaction://hlinksldjump"/>
            <a:extLst>
              <a:ext uri="{FF2B5EF4-FFF2-40B4-BE49-F238E27FC236}">
                <a16:creationId xmlns:a16="http://schemas.microsoft.com/office/drawing/2014/main" id="{55E521B3-D714-5640-7E65-2A0466D53199}"/>
              </a:ext>
            </a:extLst>
          </p:cNvPr>
          <p:cNvSpPr>
            <a:spLocks noChangeArrowheads="1"/>
          </p:cNvSpPr>
          <p:nvPr/>
        </p:nvSpPr>
        <p:spPr bwMode="auto">
          <a:xfrm rot="10800000">
            <a:off x="5368075" y="6545189"/>
            <a:ext cx="721202" cy="288214"/>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ADMINISTRATIF</a:t>
            </a:r>
          </a:p>
        </p:txBody>
      </p:sp>
      <p:sp>
        <p:nvSpPr>
          <p:cNvPr id="3182" name="AutoShape 31">
            <a:hlinkClick r:id="" action="ppaction://noaction"/>
            <a:extLst>
              <a:ext uri="{FF2B5EF4-FFF2-40B4-BE49-F238E27FC236}">
                <a16:creationId xmlns:a16="http://schemas.microsoft.com/office/drawing/2014/main" id="{B5BFF55E-F9D9-71BC-7419-CF1C7DFF25F1}"/>
              </a:ext>
            </a:extLst>
          </p:cNvPr>
          <p:cNvSpPr>
            <a:spLocks noChangeArrowheads="1"/>
          </p:cNvSpPr>
          <p:nvPr/>
        </p:nvSpPr>
        <p:spPr bwMode="auto">
          <a:xfrm>
            <a:off x="5358543" y="4314596"/>
            <a:ext cx="762153" cy="14911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strike="sngStrike">
                <a:solidFill>
                  <a:srgbClr val="D31E05"/>
                </a:solidFill>
                <a:latin typeface="Arial"/>
              </a:rPr>
              <a:t>FIXE_AUTRE</a:t>
            </a:r>
          </a:p>
          <a:p>
            <a:pPr algn="ctr" defTabSz="379413" eaLnBrk="0" hangingPunct="0"/>
            <a:r>
              <a:rPr lang="fr-FR" sz="600">
                <a:solidFill>
                  <a:srgbClr val="D31E05"/>
                </a:solidFill>
                <a:latin typeface="Arial"/>
              </a:rPr>
              <a:t>FIXE_ADM_CO</a:t>
            </a:r>
          </a:p>
        </p:txBody>
      </p:sp>
      <p:sp>
        <p:nvSpPr>
          <p:cNvPr id="3184" name="AutoShape 68">
            <a:hlinkClick r:id="" action="ppaction://noaction"/>
            <a:extLst>
              <a:ext uri="{FF2B5EF4-FFF2-40B4-BE49-F238E27FC236}">
                <a16:creationId xmlns:a16="http://schemas.microsoft.com/office/drawing/2014/main" id="{B5DA4C46-6A9A-6A8F-F28F-03A799E5D2D8}"/>
              </a:ext>
            </a:extLst>
          </p:cNvPr>
          <p:cNvSpPr>
            <a:spLocks noChangeArrowheads="1"/>
          </p:cNvSpPr>
          <p:nvPr/>
        </p:nvSpPr>
        <p:spPr bwMode="auto">
          <a:xfrm>
            <a:off x="5441852" y="4506221"/>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a:t>
            </a:r>
          </a:p>
          <a:p>
            <a:pPr algn="ctr" eaLnBrk="0" hangingPunct="0">
              <a:defRPr/>
            </a:pPr>
            <a:r>
              <a:rPr lang="fr-FR" sz="500">
                <a:solidFill>
                  <a:srgbClr val="FFFFFF"/>
                </a:solidFill>
                <a:ea typeface="ＭＳ Ｐゴシック" charset="0"/>
              </a:rPr>
              <a:t>FCT</a:t>
            </a:r>
          </a:p>
        </p:txBody>
      </p:sp>
      <p:sp>
        <p:nvSpPr>
          <p:cNvPr id="3185" name="Text Box 156">
            <a:extLst>
              <a:ext uri="{FF2B5EF4-FFF2-40B4-BE49-F238E27FC236}">
                <a16:creationId xmlns:a16="http://schemas.microsoft.com/office/drawing/2014/main" id="{1DBA8E70-EB40-5F0A-2C23-AF96139DEC63}"/>
              </a:ext>
            </a:extLst>
          </p:cNvPr>
          <p:cNvSpPr txBox="1">
            <a:spLocks noChangeArrowheads="1"/>
          </p:cNvSpPr>
          <p:nvPr/>
        </p:nvSpPr>
        <p:spPr bwMode="auto">
          <a:xfrm>
            <a:off x="5276346" y="479370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3186" name="Connecteur en angle 129">
            <a:extLst>
              <a:ext uri="{FF2B5EF4-FFF2-40B4-BE49-F238E27FC236}">
                <a16:creationId xmlns:a16="http://schemas.microsoft.com/office/drawing/2014/main" id="{0B934E70-E8FE-787C-1352-B275664CFEFB}"/>
              </a:ext>
            </a:extLst>
          </p:cNvPr>
          <p:cNvCxnSpPr>
            <a:cxnSpLocks/>
            <a:stCxn id="3184" idx="3"/>
            <a:endCxn id="3188" idx="2"/>
          </p:cNvCxnSpPr>
          <p:nvPr/>
        </p:nvCxnSpPr>
        <p:spPr bwMode="auto">
          <a:xfrm>
            <a:off x="6029286" y="4673050"/>
            <a:ext cx="344477" cy="11555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87" name="Text Box 157">
            <a:extLst>
              <a:ext uri="{FF2B5EF4-FFF2-40B4-BE49-F238E27FC236}">
                <a16:creationId xmlns:a16="http://schemas.microsoft.com/office/drawing/2014/main" id="{AE528D73-113F-F53E-A755-52E2013B8DC3}"/>
              </a:ext>
            </a:extLst>
          </p:cNvPr>
          <p:cNvSpPr txBox="1">
            <a:spLocks noChangeArrowheads="1"/>
          </p:cNvSpPr>
          <p:nvPr/>
        </p:nvSpPr>
        <p:spPr bwMode="auto">
          <a:xfrm>
            <a:off x="5822303" y="4444570"/>
            <a:ext cx="861827"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 </a:t>
            </a:r>
            <a:r>
              <a:rPr lang="fr-FR" sz="600">
                <a:solidFill>
                  <a:srgbClr val="FF0000"/>
                </a:solidFill>
                <a:effectLst>
                  <a:outerShdw blurRad="38100" dist="38100" dir="2700000" algn="tl">
                    <a:srgbClr val="C0C0C0"/>
                  </a:outerShdw>
                </a:effectLst>
              </a:rPr>
              <a:t>+ exclusion LN FULL</a:t>
            </a:r>
          </a:p>
        </p:txBody>
      </p:sp>
      <p:sp>
        <p:nvSpPr>
          <p:cNvPr id="3188" name="AutoShape 87">
            <a:hlinkClick r:id="rId15" action="ppaction://hlinksldjump"/>
            <a:extLst>
              <a:ext uri="{FF2B5EF4-FFF2-40B4-BE49-F238E27FC236}">
                <a16:creationId xmlns:a16="http://schemas.microsoft.com/office/drawing/2014/main" id="{3BA2A48C-3DF0-FA2A-4E0D-C741E9A62696}"/>
              </a:ext>
            </a:extLst>
          </p:cNvPr>
          <p:cNvSpPr>
            <a:spLocks noChangeArrowheads="1"/>
          </p:cNvSpPr>
          <p:nvPr/>
        </p:nvSpPr>
        <p:spPr bwMode="auto">
          <a:xfrm rot="10800000">
            <a:off x="5998852" y="4788607"/>
            <a:ext cx="749822" cy="280245"/>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a:t>
            </a:r>
          </a:p>
          <a:p>
            <a:pPr algn="ctr" eaLnBrk="0" hangingPunct="0"/>
            <a:r>
              <a:rPr lang="fr-FR" sz="600" b="1">
                <a:solidFill>
                  <a:srgbClr val="000000"/>
                </a:solidFill>
                <a:latin typeface="Arial"/>
                <a:ea typeface="ＭＳ Ｐゴシック" charset="0"/>
              </a:rPr>
              <a:t>FCT</a:t>
            </a:r>
          </a:p>
        </p:txBody>
      </p:sp>
      <p:sp>
        <p:nvSpPr>
          <p:cNvPr id="3189" name="AutoShape 68">
            <a:hlinkClick r:id="" action="ppaction://noaction"/>
            <a:extLst>
              <a:ext uri="{FF2B5EF4-FFF2-40B4-BE49-F238E27FC236}">
                <a16:creationId xmlns:a16="http://schemas.microsoft.com/office/drawing/2014/main" id="{5CAB0799-FB35-95A5-B0C6-11BFD1D46B55}"/>
              </a:ext>
            </a:extLst>
          </p:cNvPr>
          <p:cNvSpPr>
            <a:spLocks noChangeArrowheads="1"/>
          </p:cNvSpPr>
          <p:nvPr/>
        </p:nvSpPr>
        <p:spPr bwMode="auto">
          <a:xfrm>
            <a:off x="5434959" y="5106585"/>
            <a:ext cx="587434"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2</a:t>
            </a:r>
          </a:p>
          <a:p>
            <a:pPr algn="ctr" eaLnBrk="0" hangingPunct="0">
              <a:defRPr/>
            </a:pPr>
            <a:r>
              <a:rPr lang="fr-FR" sz="500">
                <a:solidFill>
                  <a:srgbClr val="FFFFFF"/>
                </a:solidFill>
                <a:ea typeface="ＭＳ Ｐゴシック" charset="0"/>
              </a:rPr>
              <a:t>FCT</a:t>
            </a:r>
          </a:p>
        </p:txBody>
      </p:sp>
      <p:sp>
        <p:nvSpPr>
          <p:cNvPr id="3190" name="Text Box 156">
            <a:extLst>
              <a:ext uri="{FF2B5EF4-FFF2-40B4-BE49-F238E27FC236}">
                <a16:creationId xmlns:a16="http://schemas.microsoft.com/office/drawing/2014/main" id="{DEBC954B-0C9F-26D1-5397-44FADCA0C112}"/>
              </a:ext>
            </a:extLst>
          </p:cNvPr>
          <p:cNvSpPr txBox="1">
            <a:spLocks noChangeArrowheads="1"/>
          </p:cNvSpPr>
          <p:nvPr/>
        </p:nvSpPr>
        <p:spPr bwMode="auto">
          <a:xfrm>
            <a:off x="5267676" y="544384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3191" name="Connecteur en angle 138">
            <a:extLst>
              <a:ext uri="{FF2B5EF4-FFF2-40B4-BE49-F238E27FC236}">
                <a16:creationId xmlns:a16="http://schemas.microsoft.com/office/drawing/2014/main" id="{61F211EF-E1C3-EB2D-DD2B-0619C26080E4}"/>
              </a:ext>
            </a:extLst>
          </p:cNvPr>
          <p:cNvCxnSpPr>
            <a:cxnSpLocks/>
            <a:stCxn id="3189" idx="3"/>
            <a:endCxn id="3193" idx="2"/>
          </p:cNvCxnSpPr>
          <p:nvPr/>
        </p:nvCxnSpPr>
        <p:spPr bwMode="auto">
          <a:xfrm>
            <a:off x="6022393" y="5300969"/>
            <a:ext cx="395024" cy="5090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92" name="Text Box 157">
            <a:extLst>
              <a:ext uri="{FF2B5EF4-FFF2-40B4-BE49-F238E27FC236}">
                <a16:creationId xmlns:a16="http://schemas.microsoft.com/office/drawing/2014/main" id="{9ABE5655-CBBF-7468-FFBE-E7E6B0CF332D}"/>
              </a:ext>
            </a:extLst>
          </p:cNvPr>
          <p:cNvSpPr txBox="1">
            <a:spLocks noChangeArrowheads="1"/>
          </p:cNvSpPr>
          <p:nvPr/>
        </p:nvSpPr>
        <p:spPr bwMode="auto">
          <a:xfrm>
            <a:off x="5963522" y="5059935"/>
            <a:ext cx="833291"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solidFill>
                  <a:srgbClr val="000000"/>
                </a:solidFill>
                <a:effectLst>
                  <a:outerShdw blurRad="38100" dist="38100" dir="2700000" algn="tl">
                    <a:srgbClr val="C0C0C0"/>
                  </a:outerShdw>
                </a:effectLst>
              </a:rPr>
              <a:t>Activé </a:t>
            </a:r>
            <a:r>
              <a:rPr lang="fr-FR" sz="600" dirty="0">
                <a:effectLst>
                  <a:outerShdw blurRad="38100" dist="38100" dir="2700000" algn="tl">
                    <a:srgbClr val="C0C0C0"/>
                  </a:outerShdw>
                </a:effectLst>
              </a:rPr>
              <a:t>+ exclusion LN FULL</a:t>
            </a:r>
          </a:p>
        </p:txBody>
      </p:sp>
      <p:sp>
        <p:nvSpPr>
          <p:cNvPr id="3193" name="AutoShape 87">
            <a:hlinkClick r:id="rId16" action="ppaction://hlinksldjump"/>
            <a:extLst>
              <a:ext uri="{FF2B5EF4-FFF2-40B4-BE49-F238E27FC236}">
                <a16:creationId xmlns:a16="http://schemas.microsoft.com/office/drawing/2014/main" id="{B6EDB7B4-B0A2-30AF-CF04-6022A70C1D38}"/>
              </a:ext>
            </a:extLst>
          </p:cNvPr>
          <p:cNvSpPr>
            <a:spLocks noChangeArrowheads="1"/>
          </p:cNvSpPr>
          <p:nvPr/>
        </p:nvSpPr>
        <p:spPr bwMode="auto">
          <a:xfrm rot="10800000">
            <a:off x="6049659" y="5351872"/>
            <a:ext cx="735517" cy="29305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2</a:t>
            </a:r>
          </a:p>
          <a:p>
            <a:pPr algn="ctr" eaLnBrk="0" hangingPunct="0"/>
            <a:r>
              <a:rPr lang="fr-FR" sz="600" b="1">
                <a:solidFill>
                  <a:srgbClr val="000000"/>
                </a:solidFill>
                <a:latin typeface="Arial"/>
                <a:ea typeface="ＭＳ Ｐゴシック" charset="0"/>
              </a:rPr>
              <a:t>FCT</a:t>
            </a:r>
          </a:p>
        </p:txBody>
      </p:sp>
      <p:sp>
        <p:nvSpPr>
          <p:cNvPr id="3194" name="AutoShape 68">
            <a:hlinkClick r:id="" action="ppaction://noaction"/>
            <a:extLst>
              <a:ext uri="{FF2B5EF4-FFF2-40B4-BE49-F238E27FC236}">
                <a16:creationId xmlns:a16="http://schemas.microsoft.com/office/drawing/2014/main" id="{C6252880-7E5A-5DCF-80B8-EA6529201916}"/>
              </a:ext>
            </a:extLst>
          </p:cNvPr>
          <p:cNvSpPr>
            <a:spLocks noChangeArrowheads="1"/>
          </p:cNvSpPr>
          <p:nvPr/>
        </p:nvSpPr>
        <p:spPr bwMode="auto">
          <a:xfrm>
            <a:off x="5434959" y="5824396"/>
            <a:ext cx="587434" cy="42695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3</a:t>
            </a:r>
          </a:p>
          <a:p>
            <a:pPr algn="ctr" eaLnBrk="0" hangingPunct="0">
              <a:defRPr/>
            </a:pPr>
            <a:r>
              <a:rPr lang="fr-FR" sz="500">
                <a:solidFill>
                  <a:srgbClr val="FFFFFF"/>
                </a:solidFill>
                <a:ea typeface="ＭＳ Ｐゴシック" charset="0"/>
              </a:rPr>
              <a:t>FCT</a:t>
            </a:r>
          </a:p>
        </p:txBody>
      </p:sp>
      <p:sp>
        <p:nvSpPr>
          <p:cNvPr id="3195" name="Text Box 156">
            <a:extLst>
              <a:ext uri="{FF2B5EF4-FFF2-40B4-BE49-F238E27FC236}">
                <a16:creationId xmlns:a16="http://schemas.microsoft.com/office/drawing/2014/main" id="{FA3DF990-7208-B101-FE01-FBA63A5691C5}"/>
              </a:ext>
            </a:extLst>
          </p:cNvPr>
          <p:cNvSpPr txBox="1">
            <a:spLocks noChangeArrowheads="1"/>
          </p:cNvSpPr>
          <p:nvPr/>
        </p:nvSpPr>
        <p:spPr bwMode="auto">
          <a:xfrm>
            <a:off x="5269235" y="616885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3196" name="Connecteur en angle 152">
            <a:extLst>
              <a:ext uri="{FF2B5EF4-FFF2-40B4-BE49-F238E27FC236}">
                <a16:creationId xmlns:a16="http://schemas.microsoft.com/office/drawing/2014/main" id="{DA69DFE3-3FF7-5FC1-1840-A79D27E0C393}"/>
              </a:ext>
            </a:extLst>
          </p:cNvPr>
          <p:cNvCxnSpPr>
            <a:cxnSpLocks/>
            <a:stCxn id="3194" idx="3"/>
            <a:endCxn id="3198" idx="2"/>
          </p:cNvCxnSpPr>
          <p:nvPr/>
        </p:nvCxnSpPr>
        <p:spPr bwMode="auto">
          <a:xfrm>
            <a:off x="6022393" y="6037876"/>
            <a:ext cx="357775" cy="6160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97" name="Text Box 157">
            <a:extLst>
              <a:ext uri="{FF2B5EF4-FFF2-40B4-BE49-F238E27FC236}">
                <a16:creationId xmlns:a16="http://schemas.microsoft.com/office/drawing/2014/main" id="{9C06C7A0-676C-19B9-7DE0-1C3E44EC8971}"/>
              </a:ext>
            </a:extLst>
          </p:cNvPr>
          <p:cNvSpPr txBox="1">
            <a:spLocks noChangeArrowheads="1"/>
          </p:cNvSpPr>
          <p:nvPr/>
        </p:nvSpPr>
        <p:spPr bwMode="auto">
          <a:xfrm>
            <a:off x="5924968" y="5793857"/>
            <a:ext cx="80661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effectLst>
                  <a:outerShdw blurRad="38100" dist="38100" dir="2700000" algn="tl">
                    <a:srgbClr val="C0C0C0"/>
                  </a:outerShdw>
                </a:effectLst>
              </a:rPr>
              <a:t>Activé + exclusion LN FULL</a:t>
            </a:r>
          </a:p>
        </p:txBody>
      </p:sp>
      <p:sp>
        <p:nvSpPr>
          <p:cNvPr id="3198" name="AutoShape 87">
            <a:hlinkClick r:id="rId17" action="ppaction://hlinksldjump"/>
            <a:extLst>
              <a:ext uri="{FF2B5EF4-FFF2-40B4-BE49-F238E27FC236}">
                <a16:creationId xmlns:a16="http://schemas.microsoft.com/office/drawing/2014/main" id="{03B12817-072D-D82D-AF1E-60B334892AE2}"/>
              </a:ext>
            </a:extLst>
          </p:cNvPr>
          <p:cNvSpPr>
            <a:spLocks noChangeArrowheads="1"/>
          </p:cNvSpPr>
          <p:nvPr/>
        </p:nvSpPr>
        <p:spPr bwMode="auto">
          <a:xfrm rot="10800000">
            <a:off x="6047582" y="6099478"/>
            <a:ext cx="665173" cy="291938"/>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3</a:t>
            </a:r>
          </a:p>
          <a:p>
            <a:pPr algn="ctr" eaLnBrk="0" hangingPunct="0"/>
            <a:r>
              <a:rPr lang="fr-FR" sz="600" b="1">
                <a:solidFill>
                  <a:srgbClr val="000000"/>
                </a:solidFill>
                <a:latin typeface="Arial"/>
                <a:ea typeface="ＭＳ Ｐゴシック" charset="0"/>
              </a:rPr>
              <a:t>FCT</a:t>
            </a:r>
          </a:p>
        </p:txBody>
      </p:sp>
      <p:cxnSp>
        <p:nvCxnSpPr>
          <p:cNvPr id="3199" name="Connecteur droit 3198">
            <a:extLst>
              <a:ext uri="{FF2B5EF4-FFF2-40B4-BE49-F238E27FC236}">
                <a16:creationId xmlns:a16="http://schemas.microsoft.com/office/drawing/2014/main" id="{67B15852-2E4F-3EDB-7302-780A8D93604F}"/>
              </a:ext>
            </a:extLst>
          </p:cNvPr>
          <p:cNvCxnSpPr>
            <a:stCxn id="3184" idx="2"/>
            <a:endCxn id="3189" idx="0"/>
          </p:cNvCxnSpPr>
          <p:nvPr/>
        </p:nvCxnSpPr>
        <p:spPr bwMode="auto">
          <a:xfrm flipH="1">
            <a:off x="5728676" y="4839879"/>
            <a:ext cx="6893" cy="26670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0" name="Connecteur droit 3199">
            <a:extLst>
              <a:ext uri="{FF2B5EF4-FFF2-40B4-BE49-F238E27FC236}">
                <a16:creationId xmlns:a16="http://schemas.microsoft.com/office/drawing/2014/main" id="{76C2FE01-BD50-F86A-FEAB-184C2018905D}"/>
              </a:ext>
            </a:extLst>
          </p:cNvPr>
          <p:cNvCxnSpPr>
            <a:stCxn id="3189" idx="2"/>
            <a:endCxn id="3194" idx="0"/>
          </p:cNvCxnSpPr>
          <p:nvPr/>
        </p:nvCxnSpPr>
        <p:spPr bwMode="auto">
          <a:xfrm>
            <a:off x="5728676" y="5495352"/>
            <a:ext cx="0" cy="3290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1" name="Connecteur droit 3200">
            <a:extLst>
              <a:ext uri="{FF2B5EF4-FFF2-40B4-BE49-F238E27FC236}">
                <a16:creationId xmlns:a16="http://schemas.microsoft.com/office/drawing/2014/main" id="{6DDE5D0F-97E7-47A2-AEF2-04BC8EB29B3F}"/>
              </a:ext>
            </a:extLst>
          </p:cNvPr>
          <p:cNvCxnSpPr>
            <a:cxnSpLocks/>
            <a:stCxn id="3194" idx="2"/>
            <a:endCxn id="3181" idx="2"/>
          </p:cNvCxnSpPr>
          <p:nvPr/>
        </p:nvCxnSpPr>
        <p:spPr bwMode="auto">
          <a:xfrm>
            <a:off x="5728676" y="6251355"/>
            <a:ext cx="0" cy="2938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3" name="Connecteur en angle 229">
            <a:extLst>
              <a:ext uri="{FF2B5EF4-FFF2-40B4-BE49-F238E27FC236}">
                <a16:creationId xmlns:a16="http://schemas.microsoft.com/office/drawing/2014/main" id="{859622C1-9AD9-6195-E65E-6DA530D85F74}"/>
              </a:ext>
            </a:extLst>
          </p:cNvPr>
          <p:cNvCxnSpPr>
            <a:cxnSpLocks/>
            <a:stCxn id="3188" idx="0"/>
            <a:endCxn id="3189" idx="0"/>
          </p:cNvCxnSpPr>
          <p:nvPr/>
        </p:nvCxnSpPr>
        <p:spPr bwMode="auto">
          <a:xfrm rot="5400000">
            <a:off x="6032354" y="4765175"/>
            <a:ext cx="37733" cy="64508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4" name="Connecteur en angle 241">
            <a:extLst>
              <a:ext uri="{FF2B5EF4-FFF2-40B4-BE49-F238E27FC236}">
                <a16:creationId xmlns:a16="http://schemas.microsoft.com/office/drawing/2014/main" id="{226EFEEC-E50F-CBF3-1811-E23196FEB04D}"/>
              </a:ext>
            </a:extLst>
          </p:cNvPr>
          <p:cNvCxnSpPr>
            <a:cxnSpLocks/>
            <a:stCxn id="3193" idx="0"/>
            <a:endCxn id="3194" idx="0"/>
          </p:cNvCxnSpPr>
          <p:nvPr/>
        </p:nvCxnSpPr>
        <p:spPr bwMode="auto">
          <a:xfrm rot="5400000">
            <a:off x="5983315" y="5390293"/>
            <a:ext cx="179465" cy="68874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5" name="Connecteur en angle 244">
            <a:extLst>
              <a:ext uri="{FF2B5EF4-FFF2-40B4-BE49-F238E27FC236}">
                <a16:creationId xmlns:a16="http://schemas.microsoft.com/office/drawing/2014/main" id="{1FE0FD6A-F8A8-29BD-50C0-02C5C4C7CD6A}"/>
              </a:ext>
            </a:extLst>
          </p:cNvPr>
          <p:cNvCxnSpPr>
            <a:cxnSpLocks/>
            <a:stCxn id="3198" idx="0"/>
            <a:endCxn id="3181" idx="2"/>
          </p:cNvCxnSpPr>
          <p:nvPr/>
        </p:nvCxnSpPr>
        <p:spPr bwMode="auto">
          <a:xfrm rot="5400000">
            <a:off x="5977536" y="6142556"/>
            <a:ext cx="153773" cy="651492"/>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52" name="Connecteur droit 3251">
            <a:extLst>
              <a:ext uri="{FF2B5EF4-FFF2-40B4-BE49-F238E27FC236}">
                <a16:creationId xmlns:a16="http://schemas.microsoft.com/office/drawing/2014/main" id="{3ABDC733-85C7-EEF3-BA22-66B0CA562680}"/>
              </a:ext>
            </a:extLst>
          </p:cNvPr>
          <p:cNvCxnSpPr>
            <a:stCxn id="3182" idx="2"/>
            <a:endCxn id="3184" idx="0"/>
          </p:cNvCxnSpPr>
          <p:nvPr/>
        </p:nvCxnSpPr>
        <p:spPr bwMode="auto">
          <a:xfrm flipH="1">
            <a:off x="5735569" y="4463715"/>
            <a:ext cx="4051" cy="4250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55" name="Connecteur droit 3254">
            <a:extLst>
              <a:ext uri="{FF2B5EF4-FFF2-40B4-BE49-F238E27FC236}">
                <a16:creationId xmlns:a16="http://schemas.microsoft.com/office/drawing/2014/main" id="{1D346DC2-3E7F-33A3-167E-4F558C95272D}"/>
              </a:ext>
            </a:extLst>
          </p:cNvPr>
          <p:cNvCxnSpPr>
            <a:stCxn id="3180" idx="2"/>
            <a:endCxn id="3182" idx="0"/>
          </p:cNvCxnSpPr>
          <p:nvPr/>
        </p:nvCxnSpPr>
        <p:spPr bwMode="auto">
          <a:xfrm>
            <a:off x="5738493" y="4250490"/>
            <a:ext cx="1127" cy="6410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62" name="Connecteur droit 3261">
            <a:extLst>
              <a:ext uri="{FF2B5EF4-FFF2-40B4-BE49-F238E27FC236}">
                <a16:creationId xmlns:a16="http://schemas.microsoft.com/office/drawing/2014/main" id="{FA996285-CD61-93DD-47B0-148D84F294B7}"/>
              </a:ext>
            </a:extLst>
          </p:cNvPr>
          <p:cNvCxnSpPr>
            <a:stCxn id="221" idx="2"/>
            <a:endCxn id="3180" idx="0"/>
          </p:cNvCxnSpPr>
          <p:nvPr/>
        </p:nvCxnSpPr>
        <p:spPr bwMode="auto">
          <a:xfrm>
            <a:off x="5728646" y="3972918"/>
            <a:ext cx="9847" cy="1638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05" name="Connecteur droit 3304">
            <a:extLst>
              <a:ext uri="{FF2B5EF4-FFF2-40B4-BE49-F238E27FC236}">
                <a16:creationId xmlns:a16="http://schemas.microsoft.com/office/drawing/2014/main" id="{3887FE0F-6CD6-4EC0-A2A5-4CC93B245B75}"/>
              </a:ext>
            </a:extLst>
          </p:cNvPr>
          <p:cNvCxnSpPr>
            <a:cxnSpLocks/>
            <a:stCxn id="3307" idx="2"/>
            <a:endCxn id="3306" idx="0"/>
          </p:cNvCxnSpPr>
          <p:nvPr/>
        </p:nvCxnSpPr>
        <p:spPr bwMode="auto">
          <a:xfrm>
            <a:off x="6957090" y="4326158"/>
            <a:ext cx="3582" cy="308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06" name="AutoShape 31">
            <a:hlinkClick r:id="" action="ppaction://noaction"/>
            <a:extLst>
              <a:ext uri="{FF2B5EF4-FFF2-40B4-BE49-F238E27FC236}">
                <a16:creationId xmlns:a16="http://schemas.microsoft.com/office/drawing/2014/main" id="{1541C1B0-28B7-AECB-52FC-0264BBB3D7C0}"/>
              </a:ext>
            </a:extLst>
          </p:cNvPr>
          <p:cNvSpPr>
            <a:spLocks noChangeArrowheads="1"/>
          </p:cNvSpPr>
          <p:nvPr/>
        </p:nvSpPr>
        <p:spPr bwMode="auto">
          <a:xfrm>
            <a:off x="6533299" y="4356959"/>
            <a:ext cx="854745" cy="13477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FIXE_ADM_RET</a:t>
            </a:r>
            <a:endParaRPr lang="fr-FR" sz="600">
              <a:solidFill>
                <a:srgbClr val="D31E05"/>
              </a:solidFill>
            </a:endParaRPr>
          </a:p>
        </p:txBody>
      </p:sp>
      <p:sp>
        <p:nvSpPr>
          <p:cNvPr id="3307" name="AutoShape 333">
            <a:extLst>
              <a:ext uri="{FF2B5EF4-FFF2-40B4-BE49-F238E27FC236}">
                <a16:creationId xmlns:a16="http://schemas.microsoft.com/office/drawing/2014/main" id="{B0C2D271-B664-1BA7-EAE5-7BABB89D9BA1}"/>
              </a:ext>
            </a:extLst>
          </p:cNvPr>
          <p:cNvSpPr>
            <a:spLocks noChangeArrowheads="1"/>
          </p:cNvSpPr>
          <p:nvPr/>
        </p:nvSpPr>
        <p:spPr bwMode="auto">
          <a:xfrm>
            <a:off x="6463834" y="4183426"/>
            <a:ext cx="986511" cy="14273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b="1" dirty="0">
                <a:latin typeface="+mn-lt"/>
                <a:ea typeface="+mn-ea"/>
              </a:rPr>
              <a:t>50000_ADM_RET</a:t>
            </a:r>
          </a:p>
        </p:txBody>
      </p:sp>
      <p:sp>
        <p:nvSpPr>
          <p:cNvPr id="3309" name="AutoShape 87">
            <a:hlinkClick r:id="rId10" action="ppaction://hlinksldjump"/>
            <a:extLst>
              <a:ext uri="{FF2B5EF4-FFF2-40B4-BE49-F238E27FC236}">
                <a16:creationId xmlns:a16="http://schemas.microsoft.com/office/drawing/2014/main" id="{8F4791AD-99AF-6104-6571-5DD6E0158EE6}"/>
              </a:ext>
            </a:extLst>
          </p:cNvPr>
          <p:cNvSpPr>
            <a:spLocks noChangeArrowheads="1"/>
          </p:cNvSpPr>
          <p:nvPr/>
        </p:nvSpPr>
        <p:spPr bwMode="auto">
          <a:xfrm rot="10800000">
            <a:off x="7125145" y="3682360"/>
            <a:ext cx="713032" cy="211364"/>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400">
                <a:ea typeface="ＭＳ Ｐゴシック" charset="0"/>
              </a:rPr>
              <a:t>MENU PRINCIPAL – AB Test</a:t>
            </a:r>
          </a:p>
          <a:p>
            <a:pPr algn="ctr" eaLnBrk="0" hangingPunct="0">
              <a:defRPr/>
            </a:pPr>
            <a:r>
              <a:rPr lang="fr-FR" sz="300" i="1">
                <a:ea typeface="ＭＳ Ｐゴシック" charset="0"/>
              </a:rPr>
              <a:t>(Activité RET</a:t>
            </a:r>
            <a:r>
              <a:rPr lang="fr-FR" sz="400" i="1">
                <a:ea typeface="ＭＳ Ｐゴシック" charset="0"/>
              </a:rPr>
              <a:t>)</a:t>
            </a:r>
          </a:p>
        </p:txBody>
      </p:sp>
      <p:sp>
        <p:nvSpPr>
          <p:cNvPr id="3311" name="AutoShape 98">
            <a:hlinkClick r:id="rId11" action="ppaction://hlinksldjump"/>
            <a:extLst>
              <a:ext uri="{FF2B5EF4-FFF2-40B4-BE49-F238E27FC236}">
                <a16:creationId xmlns:a16="http://schemas.microsoft.com/office/drawing/2014/main" id="{539E8A4E-224B-26DD-874A-02B08A0002BA}"/>
              </a:ext>
            </a:extLst>
          </p:cNvPr>
          <p:cNvSpPr>
            <a:spLocks noChangeArrowheads="1"/>
          </p:cNvSpPr>
          <p:nvPr/>
        </p:nvSpPr>
        <p:spPr bwMode="auto">
          <a:xfrm rot="10800000">
            <a:off x="6036424" y="3640749"/>
            <a:ext cx="696848" cy="27026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ROUTAGE LN CO</a:t>
            </a:r>
          </a:p>
          <a:p>
            <a:pPr algn="ctr" eaLnBrk="0" hangingPunct="0"/>
            <a:r>
              <a:rPr lang="fr-FR" sz="600" i="1">
                <a:solidFill>
                  <a:srgbClr val="000000"/>
                </a:solidFill>
                <a:latin typeface="Arial"/>
                <a:ea typeface="ＭＳ Ｐゴシック" charset="0"/>
              </a:rPr>
              <a:t>(RET)</a:t>
            </a:r>
          </a:p>
        </p:txBody>
      </p:sp>
      <p:cxnSp>
        <p:nvCxnSpPr>
          <p:cNvPr id="3345" name="Connecteur droit 3344">
            <a:extLst>
              <a:ext uri="{FF2B5EF4-FFF2-40B4-BE49-F238E27FC236}">
                <a16:creationId xmlns:a16="http://schemas.microsoft.com/office/drawing/2014/main" id="{158A5EB4-76C5-A3B7-2053-8A2EC63117EC}"/>
              </a:ext>
            </a:extLst>
          </p:cNvPr>
          <p:cNvCxnSpPr>
            <a:stCxn id="247" idx="2"/>
            <a:endCxn id="3307" idx="0"/>
          </p:cNvCxnSpPr>
          <p:nvPr/>
        </p:nvCxnSpPr>
        <p:spPr bwMode="auto">
          <a:xfrm>
            <a:off x="6944827" y="3969775"/>
            <a:ext cx="12263" cy="2136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47" name="Connecteur : en angle 3346">
            <a:extLst>
              <a:ext uri="{FF2B5EF4-FFF2-40B4-BE49-F238E27FC236}">
                <a16:creationId xmlns:a16="http://schemas.microsoft.com/office/drawing/2014/main" id="{F0F17432-54D2-5023-1ED0-462E771210DC}"/>
              </a:ext>
            </a:extLst>
          </p:cNvPr>
          <p:cNvCxnSpPr>
            <a:stCxn id="3311" idx="0"/>
            <a:endCxn id="3307" idx="0"/>
          </p:cNvCxnSpPr>
          <p:nvPr/>
        </p:nvCxnSpPr>
        <p:spPr bwMode="auto">
          <a:xfrm rot="16200000" flipH="1">
            <a:off x="6534765" y="3761101"/>
            <a:ext cx="272408" cy="57224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56" name="Connecteur : en angle 3355">
            <a:extLst>
              <a:ext uri="{FF2B5EF4-FFF2-40B4-BE49-F238E27FC236}">
                <a16:creationId xmlns:a16="http://schemas.microsoft.com/office/drawing/2014/main" id="{A045B34F-8190-BA46-13B2-8C5B53BAA63A}"/>
              </a:ext>
            </a:extLst>
          </p:cNvPr>
          <p:cNvCxnSpPr>
            <a:cxnSpLocks/>
            <a:stCxn id="3309" idx="0"/>
            <a:endCxn id="3307" idx="0"/>
          </p:cNvCxnSpPr>
          <p:nvPr/>
        </p:nvCxnSpPr>
        <p:spPr bwMode="auto">
          <a:xfrm rot="5400000">
            <a:off x="7074525" y="3776290"/>
            <a:ext cx="289702" cy="52457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57" name="AutoShape 87">
            <a:hlinkClick r:id="rId10" action="ppaction://hlinksldjump"/>
            <a:extLst>
              <a:ext uri="{FF2B5EF4-FFF2-40B4-BE49-F238E27FC236}">
                <a16:creationId xmlns:a16="http://schemas.microsoft.com/office/drawing/2014/main" id="{C0781A8B-9215-7BE4-C104-07D495F90C35}"/>
              </a:ext>
            </a:extLst>
          </p:cNvPr>
          <p:cNvSpPr>
            <a:spLocks noChangeArrowheads="1"/>
          </p:cNvSpPr>
          <p:nvPr/>
        </p:nvSpPr>
        <p:spPr bwMode="auto">
          <a:xfrm rot="10800000">
            <a:off x="5002164" y="3383742"/>
            <a:ext cx="624981" cy="237007"/>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400">
                <a:ea typeface="ＭＳ Ｐゴシック" charset="0"/>
              </a:rPr>
              <a:t>MENU PRINCIPAL – AB Test</a:t>
            </a:r>
          </a:p>
          <a:p>
            <a:pPr algn="ctr" eaLnBrk="0" hangingPunct="0">
              <a:defRPr/>
            </a:pPr>
            <a:r>
              <a:rPr lang="fr-FR" sz="300" i="1">
                <a:ea typeface="ＭＳ Ｐゴシック" charset="0"/>
              </a:rPr>
              <a:t>(Activité COM</a:t>
            </a:r>
            <a:r>
              <a:rPr lang="fr-FR" sz="400" i="1">
                <a:ea typeface="ＭＳ Ｐゴシック" charset="0"/>
              </a:rPr>
              <a:t>)</a:t>
            </a:r>
          </a:p>
        </p:txBody>
      </p:sp>
      <p:cxnSp>
        <p:nvCxnSpPr>
          <p:cNvPr id="3370" name="Connecteur : en angle 3369">
            <a:extLst>
              <a:ext uri="{FF2B5EF4-FFF2-40B4-BE49-F238E27FC236}">
                <a16:creationId xmlns:a16="http://schemas.microsoft.com/office/drawing/2014/main" id="{18C5C6BA-26A6-7499-949A-34650919C800}"/>
              </a:ext>
            </a:extLst>
          </p:cNvPr>
          <p:cNvCxnSpPr>
            <a:cxnSpLocks/>
            <a:stCxn id="3357" idx="0"/>
            <a:endCxn id="3180" idx="0"/>
          </p:cNvCxnSpPr>
          <p:nvPr/>
        </p:nvCxnSpPr>
        <p:spPr bwMode="auto">
          <a:xfrm rot="16200000" flipH="1">
            <a:off x="5268548" y="3666854"/>
            <a:ext cx="516051" cy="423839"/>
          </a:xfrm>
          <a:prstGeom prst="bentConnector3">
            <a:avLst>
              <a:gd name="adj1" fmla="val 7847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72" name="AutoShape 46">
            <a:hlinkClick r:id="rId18" action="ppaction://hlinksldjump"/>
            <a:extLst>
              <a:ext uri="{FF2B5EF4-FFF2-40B4-BE49-F238E27FC236}">
                <a16:creationId xmlns:a16="http://schemas.microsoft.com/office/drawing/2014/main" id="{A720DE5C-691F-5398-C5A8-8AC6B56D3247}"/>
              </a:ext>
            </a:extLst>
          </p:cNvPr>
          <p:cNvSpPr>
            <a:spLocks noChangeArrowheads="1"/>
          </p:cNvSpPr>
          <p:nvPr/>
        </p:nvSpPr>
        <p:spPr bwMode="auto">
          <a:xfrm rot="10800000">
            <a:off x="6862639" y="4653584"/>
            <a:ext cx="721202" cy="288214"/>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RETENTION</a:t>
            </a:r>
          </a:p>
        </p:txBody>
      </p:sp>
      <p:cxnSp>
        <p:nvCxnSpPr>
          <p:cNvPr id="3374" name="Connecteur : en angle 3373">
            <a:extLst>
              <a:ext uri="{FF2B5EF4-FFF2-40B4-BE49-F238E27FC236}">
                <a16:creationId xmlns:a16="http://schemas.microsoft.com/office/drawing/2014/main" id="{D117C796-225A-9D47-4600-D873147C7338}"/>
              </a:ext>
            </a:extLst>
          </p:cNvPr>
          <p:cNvCxnSpPr>
            <a:stCxn id="3306" idx="2"/>
            <a:endCxn id="3372" idx="2"/>
          </p:cNvCxnSpPr>
          <p:nvPr/>
        </p:nvCxnSpPr>
        <p:spPr bwMode="auto">
          <a:xfrm rot="16200000" flipH="1">
            <a:off x="7011030" y="4441374"/>
            <a:ext cx="161852" cy="26256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76" name="AutoShape 87">
            <a:hlinkClick r:id="rId10" action="ppaction://hlinksldjump"/>
            <a:extLst>
              <a:ext uri="{FF2B5EF4-FFF2-40B4-BE49-F238E27FC236}">
                <a16:creationId xmlns:a16="http://schemas.microsoft.com/office/drawing/2014/main" id="{4421D3AB-C826-7B66-54FC-8FFEEACCF1EA}"/>
              </a:ext>
            </a:extLst>
          </p:cNvPr>
          <p:cNvSpPr>
            <a:spLocks noChangeArrowheads="1"/>
          </p:cNvSpPr>
          <p:nvPr/>
        </p:nvSpPr>
        <p:spPr bwMode="auto">
          <a:xfrm rot="10800000">
            <a:off x="2669429" y="1518939"/>
            <a:ext cx="715004" cy="21978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solidFill>
                  <a:srgbClr val="000000"/>
                </a:solidFill>
                <a:latin typeface="Arial"/>
                <a:ea typeface="ＭＳ Ｐゴシック" charset="0"/>
              </a:rPr>
              <a:t>ENTREE GIA LN FULL</a:t>
            </a:r>
          </a:p>
        </p:txBody>
      </p:sp>
      <p:cxnSp>
        <p:nvCxnSpPr>
          <p:cNvPr id="3378" name="Connecteur : en angle 3377">
            <a:extLst>
              <a:ext uri="{FF2B5EF4-FFF2-40B4-BE49-F238E27FC236}">
                <a16:creationId xmlns:a16="http://schemas.microsoft.com/office/drawing/2014/main" id="{0B17EF95-5335-A148-8A6F-E29C6BEA0B12}"/>
              </a:ext>
            </a:extLst>
          </p:cNvPr>
          <p:cNvCxnSpPr>
            <a:cxnSpLocks/>
            <a:stCxn id="3376" idx="0"/>
            <a:endCxn id="135" idx="0"/>
          </p:cNvCxnSpPr>
          <p:nvPr/>
        </p:nvCxnSpPr>
        <p:spPr bwMode="auto">
          <a:xfrm rot="16200000" flipH="1">
            <a:off x="3231228" y="1534428"/>
            <a:ext cx="441680" cy="85027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1" name="AutoShape 11">
            <a:hlinkClick r:id="rId10" action="ppaction://hlinksldjump"/>
            <a:extLst>
              <a:ext uri="{FF2B5EF4-FFF2-40B4-BE49-F238E27FC236}">
                <a16:creationId xmlns:a16="http://schemas.microsoft.com/office/drawing/2014/main" id="{C008D662-27B9-3012-8544-87854766EA59}"/>
              </a:ext>
            </a:extLst>
          </p:cNvPr>
          <p:cNvSpPr>
            <a:spLocks noChangeArrowheads="1"/>
          </p:cNvSpPr>
          <p:nvPr/>
        </p:nvSpPr>
        <p:spPr bwMode="auto">
          <a:xfrm rot="10800000">
            <a:off x="1454555" y="3048767"/>
            <a:ext cx="728537" cy="262498"/>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400">
                <a:solidFill>
                  <a:srgbClr val="000000"/>
                </a:solidFill>
                <a:latin typeface="Arial"/>
                <a:ea typeface="ＭＳ Ｐゴシック" charset="0"/>
              </a:rPr>
              <a:t>ENTREE GIA LN FULL</a:t>
            </a:r>
          </a:p>
          <a:p>
            <a:pPr algn="ctr" eaLnBrk="0" hangingPunct="0"/>
            <a:r>
              <a:rPr lang="fr-FR" sz="400">
                <a:solidFill>
                  <a:srgbClr val="000000"/>
                </a:solidFill>
                <a:latin typeface="Arial"/>
                <a:ea typeface="ＭＳ Ｐゴシック" charset="0"/>
              </a:rPr>
              <a:t>Tableau IRIS Type Catégorie</a:t>
            </a:r>
          </a:p>
        </p:txBody>
      </p:sp>
      <p:cxnSp>
        <p:nvCxnSpPr>
          <p:cNvPr id="3384" name="Connecteur : en angle 3383">
            <a:extLst>
              <a:ext uri="{FF2B5EF4-FFF2-40B4-BE49-F238E27FC236}">
                <a16:creationId xmlns:a16="http://schemas.microsoft.com/office/drawing/2014/main" id="{86267F61-5B0D-BAA7-1C5C-A2DC9A45A0A0}"/>
              </a:ext>
            </a:extLst>
          </p:cNvPr>
          <p:cNvCxnSpPr/>
          <p:nvPr/>
        </p:nvCxnSpPr>
        <p:spPr bwMode="auto">
          <a:xfrm rot="16200000" flipH="1">
            <a:off x="1682151" y="3453136"/>
            <a:ext cx="576322" cy="292582"/>
          </a:xfrm>
          <a:prstGeom prst="bentConnector3">
            <a:avLst>
              <a:gd name="adj1" fmla="val 9407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6" name="AutoShape 11">
            <a:hlinkClick r:id="rId10" action="ppaction://hlinksldjump"/>
            <a:extLst>
              <a:ext uri="{FF2B5EF4-FFF2-40B4-BE49-F238E27FC236}">
                <a16:creationId xmlns:a16="http://schemas.microsoft.com/office/drawing/2014/main" id="{83164AAB-0862-DBF6-F258-8C37AA19CD5E}"/>
              </a:ext>
            </a:extLst>
          </p:cNvPr>
          <p:cNvSpPr>
            <a:spLocks noChangeArrowheads="1"/>
          </p:cNvSpPr>
          <p:nvPr/>
        </p:nvSpPr>
        <p:spPr bwMode="auto">
          <a:xfrm rot="10800000">
            <a:off x="2839903" y="3056695"/>
            <a:ext cx="728537" cy="262498"/>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solidFill>
                  <a:srgbClr val="000000"/>
                </a:solidFill>
                <a:latin typeface="Arial"/>
                <a:ea typeface="ＭＳ Ｐゴシック" charset="0"/>
              </a:rPr>
              <a:t>ENTREE GIA LN FULL</a:t>
            </a:r>
          </a:p>
          <a:p>
            <a:pPr algn="ctr" eaLnBrk="0" hangingPunct="0"/>
            <a:r>
              <a:rPr lang="fr-FR" sz="500">
                <a:solidFill>
                  <a:srgbClr val="000000"/>
                </a:solidFill>
                <a:latin typeface="Arial"/>
                <a:ea typeface="ＭＳ Ｐゴシック" charset="0"/>
              </a:rPr>
              <a:t>Tableau IRIS Type Catégorie</a:t>
            </a:r>
          </a:p>
        </p:txBody>
      </p:sp>
      <p:cxnSp>
        <p:nvCxnSpPr>
          <p:cNvPr id="3388" name="Connecteur : en angle 3387">
            <a:extLst>
              <a:ext uri="{FF2B5EF4-FFF2-40B4-BE49-F238E27FC236}">
                <a16:creationId xmlns:a16="http://schemas.microsoft.com/office/drawing/2014/main" id="{C4B092EB-B3BB-A7B7-8600-5337E61D0487}"/>
              </a:ext>
            </a:extLst>
          </p:cNvPr>
          <p:cNvCxnSpPr>
            <a:stCxn id="3386" idx="0"/>
            <a:endCxn id="225" idx="6"/>
          </p:cNvCxnSpPr>
          <p:nvPr/>
        </p:nvCxnSpPr>
        <p:spPr bwMode="auto">
          <a:xfrm rot="16200000" flipH="1">
            <a:off x="3389157" y="3134206"/>
            <a:ext cx="452112" cy="822085"/>
          </a:xfrm>
          <a:prstGeom prst="bentConnector3">
            <a:avLst>
              <a:gd name="adj1" fmla="val 8732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90" name="AutoShape 11">
            <a:hlinkClick r:id="rId10" action="ppaction://hlinksldjump"/>
            <a:extLst>
              <a:ext uri="{FF2B5EF4-FFF2-40B4-BE49-F238E27FC236}">
                <a16:creationId xmlns:a16="http://schemas.microsoft.com/office/drawing/2014/main" id="{A8012219-F86F-F8E5-C163-B4121AF18425}"/>
              </a:ext>
            </a:extLst>
          </p:cNvPr>
          <p:cNvSpPr>
            <a:spLocks noChangeArrowheads="1"/>
          </p:cNvSpPr>
          <p:nvPr/>
        </p:nvSpPr>
        <p:spPr bwMode="auto">
          <a:xfrm rot="10800000">
            <a:off x="7559526" y="3909124"/>
            <a:ext cx="687589" cy="197622"/>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400">
                <a:solidFill>
                  <a:srgbClr val="000000"/>
                </a:solidFill>
                <a:latin typeface="Arial"/>
                <a:ea typeface="ＭＳ Ｐゴシック" charset="0"/>
              </a:rPr>
              <a:t>ENTREE GIA LN FULL</a:t>
            </a:r>
          </a:p>
          <a:p>
            <a:pPr algn="ctr" eaLnBrk="0" hangingPunct="0"/>
            <a:r>
              <a:rPr lang="fr-FR" sz="400">
                <a:solidFill>
                  <a:srgbClr val="000000"/>
                </a:solidFill>
                <a:latin typeface="Arial"/>
                <a:ea typeface="ＭＳ Ｐゴシック" charset="0"/>
              </a:rPr>
              <a:t>Tableau IRIS Type Catégorie</a:t>
            </a:r>
          </a:p>
        </p:txBody>
      </p:sp>
      <p:cxnSp>
        <p:nvCxnSpPr>
          <p:cNvPr id="3392" name="Connecteur : en angle 3391">
            <a:extLst>
              <a:ext uri="{FF2B5EF4-FFF2-40B4-BE49-F238E27FC236}">
                <a16:creationId xmlns:a16="http://schemas.microsoft.com/office/drawing/2014/main" id="{D6F0E956-7BF3-F975-4788-1C57968EB973}"/>
              </a:ext>
            </a:extLst>
          </p:cNvPr>
          <p:cNvCxnSpPr>
            <a:cxnSpLocks/>
            <a:stCxn id="3390" idx="0"/>
            <a:endCxn id="3307" idx="0"/>
          </p:cNvCxnSpPr>
          <p:nvPr/>
        </p:nvCxnSpPr>
        <p:spPr bwMode="auto">
          <a:xfrm rot="5400000">
            <a:off x="7391865" y="3671971"/>
            <a:ext cx="76680" cy="94623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11" name="AutoShape 11">
            <a:hlinkClick r:id="rId10" action="ppaction://hlinksldjump"/>
            <a:extLst>
              <a:ext uri="{FF2B5EF4-FFF2-40B4-BE49-F238E27FC236}">
                <a16:creationId xmlns:a16="http://schemas.microsoft.com/office/drawing/2014/main" id="{8C9E8C44-01AB-7F3A-124B-47B0DE94B503}"/>
              </a:ext>
            </a:extLst>
          </p:cNvPr>
          <p:cNvSpPr>
            <a:spLocks noChangeArrowheads="1"/>
          </p:cNvSpPr>
          <p:nvPr/>
        </p:nvSpPr>
        <p:spPr bwMode="auto">
          <a:xfrm rot="10800000">
            <a:off x="4591253" y="3629053"/>
            <a:ext cx="691832" cy="258534"/>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400">
                <a:solidFill>
                  <a:srgbClr val="000000"/>
                </a:solidFill>
                <a:latin typeface="Arial"/>
                <a:ea typeface="ＭＳ Ｐゴシック" charset="0"/>
              </a:rPr>
              <a:t>ENTREE GIA LN FULL</a:t>
            </a:r>
          </a:p>
          <a:p>
            <a:pPr algn="ctr" eaLnBrk="0" hangingPunct="0"/>
            <a:r>
              <a:rPr lang="fr-FR" sz="400">
                <a:solidFill>
                  <a:srgbClr val="000000"/>
                </a:solidFill>
                <a:latin typeface="Arial"/>
                <a:ea typeface="ＭＳ Ｐゴシック" charset="0"/>
              </a:rPr>
              <a:t>Tableau IRIS Type Catégorie</a:t>
            </a:r>
          </a:p>
        </p:txBody>
      </p:sp>
      <p:cxnSp>
        <p:nvCxnSpPr>
          <p:cNvPr id="3433" name="Connecteur : en angle 3432">
            <a:extLst>
              <a:ext uri="{FF2B5EF4-FFF2-40B4-BE49-F238E27FC236}">
                <a16:creationId xmlns:a16="http://schemas.microsoft.com/office/drawing/2014/main" id="{17913587-F472-A724-210C-45340C19588A}"/>
              </a:ext>
            </a:extLst>
          </p:cNvPr>
          <p:cNvCxnSpPr>
            <a:stCxn id="3411" idx="0"/>
            <a:endCxn id="3180" idx="0"/>
          </p:cNvCxnSpPr>
          <p:nvPr/>
        </p:nvCxnSpPr>
        <p:spPr bwMode="auto">
          <a:xfrm rot="16200000" flipH="1">
            <a:off x="5213225" y="3611531"/>
            <a:ext cx="249213" cy="801324"/>
          </a:xfrm>
          <a:prstGeom prst="bentConnector3">
            <a:avLst>
              <a:gd name="adj1" fmla="val 6528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31">
            <a:hlinkClick r:id="" action="ppaction://noaction"/>
            <a:extLst>
              <a:ext uri="{FF2B5EF4-FFF2-40B4-BE49-F238E27FC236}">
                <a16:creationId xmlns:a16="http://schemas.microsoft.com/office/drawing/2014/main" id="{A2B5347E-8AE7-DD78-4EC2-2C45967B8ADD}"/>
              </a:ext>
            </a:extLst>
          </p:cNvPr>
          <p:cNvSpPr>
            <a:spLocks noChangeArrowheads="1"/>
          </p:cNvSpPr>
          <p:nvPr/>
        </p:nvSpPr>
        <p:spPr bwMode="auto">
          <a:xfrm>
            <a:off x="84750" y="4422084"/>
            <a:ext cx="938378" cy="12705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FIXE_SELFCARE</a:t>
            </a:r>
          </a:p>
        </p:txBody>
      </p:sp>
      <p:sp>
        <p:nvSpPr>
          <p:cNvPr id="14" name="AutoShape 46">
            <a:hlinkClick r:id="rId19" action="ppaction://hlinksldjump"/>
            <a:extLst>
              <a:ext uri="{FF2B5EF4-FFF2-40B4-BE49-F238E27FC236}">
                <a16:creationId xmlns:a16="http://schemas.microsoft.com/office/drawing/2014/main" id="{30FD72FA-EE7C-B38F-186E-DC2069FF3D21}"/>
              </a:ext>
            </a:extLst>
          </p:cNvPr>
          <p:cNvSpPr>
            <a:spLocks noChangeArrowheads="1"/>
          </p:cNvSpPr>
          <p:nvPr/>
        </p:nvSpPr>
        <p:spPr bwMode="auto">
          <a:xfrm rot="10800000">
            <a:off x="94491" y="4673050"/>
            <a:ext cx="929566" cy="28119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rPr>
              <a:t>SELFCARE</a:t>
            </a:r>
          </a:p>
        </p:txBody>
      </p:sp>
      <p:cxnSp>
        <p:nvCxnSpPr>
          <p:cNvPr id="16" name="Connecteur droit 15">
            <a:extLst>
              <a:ext uri="{FF2B5EF4-FFF2-40B4-BE49-F238E27FC236}">
                <a16:creationId xmlns:a16="http://schemas.microsoft.com/office/drawing/2014/main" id="{1E1922A8-00CC-5FAE-C841-F36063048995}"/>
              </a:ext>
            </a:extLst>
          </p:cNvPr>
          <p:cNvCxnSpPr>
            <a:stCxn id="302" idx="2"/>
            <a:endCxn id="13" idx="0"/>
          </p:cNvCxnSpPr>
          <p:nvPr/>
        </p:nvCxnSpPr>
        <p:spPr bwMode="auto">
          <a:xfrm flipH="1">
            <a:off x="553939" y="4295756"/>
            <a:ext cx="2343" cy="1263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avec flèche 18">
            <a:extLst>
              <a:ext uri="{FF2B5EF4-FFF2-40B4-BE49-F238E27FC236}">
                <a16:creationId xmlns:a16="http://schemas.microsoft.com/office/drawing/2014/main" id="{92FAF3C5-87D1-D746-F742-E8C3D82EF768}"/>
              </a:ext>
            </a:extLst>
          </p:cNvPr>
          <p:cNvCxnSpPr>
            <a:stCxn id="13" idx="2"/>
            <a:endCxn id="14" idx="2"/>
          </p:cNvCxnSpPr>
          <p:nvPr/>
        </p:nvCxnSpPr>
        <p:spPr bwMode="auto">
          <a:xfrm>
            <a:off x="553939" y="4549140"/>
            <a:ext cx="5335" cy="12391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4" name="AutoShape 31">
            <a:hlinkClick r:id="" action="ppaction://noaction"/>
            <a:extLst>
              <a:ext uri="{FF2B5EF4-FFF2-40B4-BE49-F238E27FC236}">
                <a16:creationId xmlns:a16="http://schemas.microsoft.com/office/drawing/2014/main" id="{02004FE8-6FE9-DB12-91C4-BE2D6D4BF1A4}"/>
              </a:ext>
            </a:extLst>
          </p:cNvPr>
          <p:cNvSpPr>
            <a:spLocks noChangeArrowheads="1"/>
          </p:cNvSpPr>
          <p:nvPr/>
        </p:nvSpPr>
        <p:spPr bwMode="auto">
          <a:xfrm>
            <a:off x="3451496" y="1992762"/>
            <a:ext cx="857361" cy="12947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500">
                <a:solidFill>
                  <a:srgbClr val="D31E05"/>
                </a:solidFill>
              </a:rPr>
              <a:t>FIXE_MENU_PRINCIPAL</a:t>
            </a:r>
          </a:p>
        </p:txBody>
      </p:sp>
      <p:cxnSp>
        <p:nvCxnSpPr>
          <p:cNvPr id="30" name="Connecteur : en angle 29">
            <a:extLst>
              <a:ext uri="{FF2B5EF4-FFF2-40B4-BE49-F238E27FC236}">
                <a16:creationId xmlns:a16="http://schemas.microsoft.com/office/drawing/2014/main" id="{14E82B4A-7B43-3466-AE6B-7662056979A0}"/>
              </a:ext>
            </a:extLst>
          </p:cNvPr>
          <p:cNvCxnSpPr>
            <a:cxnSpLocks/>
            <a:stCxn id="198" idx="1"/>
            <a:endCxn id="135" idx="3"/>
          </p:cNvCxnSpPr>
          <p:nvPr/>
        </p:nvCxnSpPr>
        <p:spPr bwMode="auto">
          <a:xfrm rot="10800000" flipV="1">
            <a:off x="5008577" y="2302320"/>
            <a:ext cx="2839021" cy="24756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98635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6</a:t>
            </a:fld>
            <a:endParaRPr lang="fr-FR">
              <a:solidFill>
                <a:srgbClr val="000000"/>
              </a:solidFill>
            </a:endParaRPr>
          </a:p>
        </p:txBody>
      </p:sp>
      <p:sp>
        <p:nvSpPr>
          <p:cNvPr id="108" name="AutoShape 42"/>
          <p:cNvSpPr>
            <a:spLocks noChangeArrowheads="1"/>
          </p:cNvSpPr>
          <p:nvPr/>
        </p:nvSpPr>
        <p:spPr bwMode="auto">
          <a:xfrm>
            <a:off x="5123641" y="5000201"/>
            <a:ext cx="1676600" cy="1572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10040_LN_FULL_[</a:t>
            </a:r>
            <a:r>
              <a:rPr lang="fr-FR" sz="600" i="1"/>
              <a:t>CATEGORY</a:t>
            </a:r>
            <a:r>
              <a:rPr lang="fr-FR" sz="600"/>
              <a:t>]_</a:t>
            </a:r>
            <a:r>
              <a:rPr lang="fr-FR" sz="600" i="1"/>
              <a:t>[INTENTION]</a:t>
            </a:r>
            <a:endParaRPr lang="fr-FR" sz="600"/>
          </a:p>
        </p:txBody>
      </p: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a:t>ENTREE GIA LN FULL</a:t>
            </a:r>
          </a:p>
        </p:txBody>
      </p:sp>
      <p:sp>
        <p:nvSpPr>
          <p:cNvPr id="177" name="AutoShape 68">
            <a:hlinkClick r:id="rId3" action="ppaction://hlinksldjump"/>
            <a:extLst>
              <a:ext uri="{FF2B5EF4-FFF2-40B4-BE49-F238E27FC236}">
                <a16:creationId xmlns:a16="http://schemas.microsoft.com/office/drawing/2014/main" id="{03F8C1A2-FD31-48AE-AD49-EF6F13169CF3}"/>
              </a:ext>
            </a:extLst>
          </p:cNvPr>
          <p:cNvSpPr>
            <a:spLocks noChangeArrowheads="1"/>
          </p:cNvSpPr>
          <p:nvPr/>
        </p:nvSpPr>
        <p:spPr bwMode="auto">
          <a:xfrm>
            <a:off x="3842534" y="2696016"/>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LN Volumétrie</a:t>
            </a:r>
          </a:p>
          <a:p>
            <a:pPr algn="ctr" eaLnBrk="0" hangingPunct="0">
              <a:defRPr/>
            </a:pPr>
            <a:r>
              <a:rPr lang="fr-FR" sz="600">
                <a:solidFill>
                  <a:schemeClr val="bg1"/>
                </a:solidFill>
                <a:ea typeface="ＭＳ Ｐゴシック" charset="0"/>
              </a:rPr>
              <a:t>FULL</a:t>
            </a:r>
          </a:p>
        </p:txBody>
      </p:sp>
      <p:sp>
        <p:nvSpPr>
          <p:cNvPr id="178" name="Text Box 157">
            <a:extLst>
              <a:ext uri="{FF2B5EF4-FFF2-40B4-BE49-F238E27FC236}">
                <a16:creationId xmlns:a16="http://schemas.microsoft.com/office/drawing/2014/main" id="{941B40C8-E7EB-43F5-B855-7C381F3342C5}"/>
              </a:ext>
            </a:extLst>
          </p:cNvPr>
          <p:cNvSpPr txBox="1">
            <a:spLocks noChangeArrowheads="1"/>
          </p:cNvSpPr>
          <p:nvPr/>
        </p:nvSpPr>
        <p:spPr bwMode="auto">
          <a:xfrm>
            <a:off x="4518415" y="146161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79" name="Text Box 157">
            <a:extLst>
              <a:ext uri="{FF2B5EF4-FFF2-40B4-BE49-F238E27FC236}">
                <a16:creationId xmlns:a16="http://schemas.microsoft.com/office/drawing/2014/main" id="{031313D5-0E9F-4B79-8FB0-10B0FAEB7569}"/>
              </a:ext>
            </a:extLst>
          </p:cNvPr>
          <p:cNvSpPr txBox="1">
            <a:spLocks noChangeArrowheads="1"/>
          </p:cNvSpPr>
          <p:nvPr/>
        </p:nvSpPr>
        <p:spPr bwMode="auto">
          <a:xfrm>
            <a:off x="3664061" y="3224942"/>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87" name="AutoShape 113">
            <a:extLst>
              <a:ext uri="{FF2B5EF4-FFF2-40B4-BE49-F238E27FC236}">
                <a16:creationId xmlns:a16="http://schemas.microsoft.com/office/drawing/2014/main" id="{1310295B-F5E4-495B-9B4A-FF2AFF96C2B8}"/>
              </a:ext>
            </a:extLst>
          </p:cNvPr>
          <p:cNvSpPr>
            <a:spLocks noChangeArrowheads="1"/>
          </p:cNvSpPr>
          <p:nvPr/>
        </p:nvSpPr>
        <p:spPr bwMode="auto">
          <a:xfrm>
            <a:off x="5169592" y="1248325"/>
            <a:ext cx="457200" cy="204244"/>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TABLE_LN</a:t>
            </a:r>
          </a:p>
        </p:txBody>
      </p:sp>
      <p:grpSp>
        <p:nvGrpSpPr>
          <p:cNvPr id="188" name="Group 188">
            <a:extLst>
              <a:ext uri="{FF2B5EF4-FFF2-40B4-BE49-F238E27FC236}">
                <a16:creationId xmlns:a16="http://schemas.microsoft.com/office/drawing/2014/main" id="{529B24CB-146E-43F9-8388-9BA82411E8D1}"/>
              </a:ext>
            </a:extLst>
          </p:cNvPr>
          <p:cNvGrpSpPr>
            <a:grpSpLocks/>
          </p:cNvGrpSpPr>
          <p:nvPr/>
        </p:nvGrpSpPr>
        <p:grpSpPr bwMode="auto">
          <a:xfrm rot="9089149">
            <a:off x="4872680" y="1392959"/>
            <a:ext cx="279400" cy="130175"/>
            <a:chOff x="1920" y="715"/>
            <a:chExt cx="270" cy="139"/>
          </a:xfrm>
          <a:effectLst>
            <a:outerShdw blurRad="50800" dist="38100" dir="2700000" algn="tl" rotWithShape="0">
              <a:prstClr val="black">
                <a:alpha val="40000"/>
              </a:prstClr>
            </a:outerShdw>
          </a:effectLst>
        </p:grpSpPr>
        <p:sp>
          <p:nvSpPr>
            <p:cNvPr id="189" name="AutoShape 189">
              <a:extLst>
                <a:ext uri="{FF2B5EF4-FFF2-40B4-BE49-F238E27FC236}">
                  <a16:creationId xmlns:a16="http://schemas.microsoft.com/office/drawing/2014/main" id="{8A4D5D5F-37D8-4ACF-ADFC-9B96E63EAC20}"/>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0" name="AutoShape 190">
              <a:extLst>
                <a:ext uri="{FF2B5EF4-FFF2-40B4-BE49-F238E27FC236}">
                  <a16:creationId xmlns:a16="http://schemas.microsoft.com/office/drawing/2014/main" id="{53F13339-73D5-4480-AE30-CF55B194C264}"/>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2" name="AutoShape 113">
            <a:extLst>
              <a:ext uri="{FF2B5EF4-FFF2-40B4-BE49-F238E27FC236}">
                <a16:creationId xmlns:a16="http://schemas.microsoft.com/office/drawing/2014/main" id="{570A6AFA-78A6-46DB-AF78-C0A5B5FB24F7}"/>
              </a:ext>
            </a:extLst>
          </p:cNvPr>
          <p:cNvSpPr>
            <a:spLocks noChangeArrowheads="1"/>
          </p:cNvSpPr>
          <p:nvPr/>
        </p:nvSpPr>
        <p:spPr bwMode="auto">
          <a:xfrm>
            <a:off x="2575331" y="2286716"/>
            <a:ext cx="784917"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VOLUMETRIE LN</a:t>
            </a:r>
          </a:p>
        </p:txBody>
      </p:sp>
      <p:grpSp>
        <p:nvGrpSpPr>
          <p:cNvPr id="193" name="Group 188">
            <a:extLst>
              <a:ext uri="{FF2B5EF4-FFF2-40B4-BE49-F238E27FC236}">
                <a16:creationId xmlns:a16="http://schemas.microsoft.com/office/drawing/2014/main" id="{E9683096-E6A5-45AE-BAA6-6B528FB88472}"/>
              </a:ext>
            </a:extLst>
          </p:cNvPr>
          <p:cNvGrpSpPr>
            <a:grpSpLocks/>
          </p:cNvGrpSpPr>
          <p:nvPr/>
        </p:nvGrpSpPr>
        <p:grpSpPr bwMode="auto">
          <a:xfrm rot="13151045">
            <a:off x="3525393" y="2591052"/>
            <a:ext cx="351010" cy="136653"/>
            <a:chOff x="1920" y="715"/>
            <a:chExt cx="270" cy="139"/>
          </a:xfrm>
          <a:effectLst>
            <a:outerShdw blurRad="50800" dist="38100" dir="2700000" algn="tl" rotWithShape="0">
              <a:prstClr val="black">
                <a:alpha val="40000"/>
              </a:prstClr>
            </a:outerShdw>
          </a:effectLst>
        </p:grpSpPr>
        <p:sp>
          <p:nvSpPr>
            <p:cNvPr id="194" name="AutoShape 189">
              <a:extLst>
                <a:ext uri="{FF2B5EF4-FFF2-40B4-BE49-F238E27FC236}">
                  <a16:creationId xmlns:a16="http://schemas.microsoft.com/office/drawing/2014/main" id="{DF683EA3-5C95-48A6-9BE5-7C0C0D16CCF3}"/>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5" name="AutoShape 190">
              <a:extLst>
                <a:ext uri="{FF2B5EF4-FFF2-40B4-BE49-F238E27FC236}">
                  <a16:creationId xmlns:a16="http://schemas.microsoft.com/office/drawing/2014/main" id="{997B4D88-94B0-4A8F-9DCE-2492F937E0E8}"/>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8" name="Text Box 157">
            <a:extLst>
              <a:ext uri="{FF2B5EF4-FFF2-40B4-BE49-F238E27FC236}">
                <a16:creationId xmlns:a16="http://schemas.microsoft.com/office/drawing/2014/main" id="{7BFD2CB6-CA99-416A-8C0A-023B315ABC79}"/>
              </a:ext>
            </a:extLst>
          </p:cNvPr>
          <p:cNvSpPr txBox="1">
            <a:spLocks noChangeArrowheads="1"/>
          </p:cNvSpPr>
          <p:nvPr/>
        </p:nvSpPr>
        <p:spPr bwMode="auto">
          <a:xfrm>
            <a:off x="4942263" y="2979050"/>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215" name="AutoShape 98">
            <a:hlinkClick r:id="rId4" action="ppaction://hlinksldjump"/>
            <a:extLst>
              <a:ext uri="{FF2B5EF4-FFF2-40B4-BE49-F238E27FC236}">
                <a16:creationId xmlns:a16="http://schemas.microsoft.com/office/drawing/2014/main" id="{09ACCFA0-C25C-453C-A29E-2C471D7742D2}"/>
              </a:ext>
            </a:extLst>
          </p:cNvPr>
          <p:cNvSpPr>
            <a:spLocks noChangeArrowheads="1"/>
          </p:cNvSpPr>
          <p:nvPr/>
        </p:nvSpPr>
        <p:spPr bwMode="auto">
          <a:xfrm rot="10800000">
            <a:off x="3698030" y="627680"/>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PRINCIPAL</a:t>
            </a:r>
          </a:p>
        </p:txBody>
      </p:sp>
      <p:sp>
        <p:nvSpPr>
          <p:cNvPr id="117" name="AutoShape 41">
            <a:extLst>
              <a:ext uri="{FF2B5EF4-FFF2-40B4-BE49-F238E27FC236}">
                <a16:creationId xmlns:a16="http://schemas.microsoft.com/office/drawing/2014/main" id="{5B884DEC-49CC-467A-B364-F4DF4A3EAA62}"/>
              </a:ext>
            </a:extLst>
          </p:cNvPr>
          <p:cNvSpPr>
            <a:spLocks noChangeArrowheads="1"/>
          </p:cNvSpPr>
          <p:nvPr/>
        </p:nvSpPr>
        <p:spPr bwMode="auto">
          <a:xfrm>
            <a:off x="3726423" y="2052466"/>
            <a:ext cx="977151" cy="14485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10040_TABLE_LN_OUI</a:t>
            </a:r>
          </a:p>
        </p:txBody>
      </p:sp>
      <p:sp>
        <p:nvSpPr>
          <p:cNvPr id="118" name="AutoShape 41">
            <a:extLst>
              <a:ext uri="{FF2B5EF4-FFF2-40B4-BE49-F238E27FC236}">
                <a16:creationId xmlns:a16="http://schemas.microsoft.com/office/drawing/2014/main" id="{17FCF58F-6E3D-4742-831A-88D017AFCA0E}"/>
              </a:ext>
            </a:extLst>
          </p:cNvPr>
          <p:cNvSpPr>
            <a:spLocks noChangeArrowheads="1"/>
          </p:cNvSpPr>
          <p:nvPr/>
        </p:nvSpPr>
        <p:spPr bwMode="auto">
          <a:xfrm>
            <a:off x="4935147" y="1565081"/>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10040_TABLE_LN_NON</a:t>
            </a:r>
          </a:p>
        </p:txBody>
      </p:sp>
      <p:sp>
        <p:nvSpPr>
          <p:cNvPr id="144" name="AutoShape 41">
            <a:extLst>
              <a:ext uri="{FF2B5EF4-FFF2-40B4-BE49-F238E27FC236}">
                <a16:creationId xmlns:a16="http://schemas.microsoft.com/office/drawing/2014/main" id="{5B634D20-6D08-4524-A8F9-33D24AD6CA51}"/>
              </a:ext>
            </a:extLst>
          </p:cNvPr>
          <p:cNvSpPr>
            <a:spLocks noChangeArrowheads="1"/>
          </p:cNvSpPr>
          <p:nvPr/>
        </p:nvSpPr>
        <p:spPr bwMode="auto">
          <a:xfrm>
            <a:off x="3566973" y="3403613"/>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10040_VOLUMETRIE_LN_OUI</a:t>
            </a:r>
          </a:p>
        </p:txBody>
      </p:sp>
      <p:sp>
        <p:nvSpPr>
          <p:cNvPr id="186" name="AutoShape 41">
            <a:extLst>
              <a:ext uri="{FF2B5EF4-FFF2-40B4-BE49-F238E27FC236}">
                <a16:creationId xmlns:a16="http://schemas.microsoft.com/office/drawing/2014/main" id="{B62A0579-5C9C-4DB6-9E31-DD7AA010BB72}"/>
              </a:ext>
            </a:extLst>
          </p:cNvPr>
          <p:cNvSpPr>
            <a:spLocks noChangeArrowheads="1"/>
          </p:cNvSpPr>
          <p:nvPr/>
        </p:nvSpPr>
        <p:spPr bwMode="auto">
          <a:xfrm>
            <a:off x="5376199" y="3249812"/>
            <a:ext cx="1300131" cy="1336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10040_VOLUMETRIE_LN_HS</a:t>
            </a:r>
          </a:p>
        </p:txBody>
      </p:sp>
      <p:sp>
        <p:nvSpPr>
          <p:cNvPr id="203" name="AutoShape 41">
            <a:extLst>
              <a:ext uri="{FF2B5EF4-FFF2-40B4-BE49-F238E27FC236}">
                <a16:creationId xmlns:a16="http://schemas.microsoft.com/office/drawing/2014/main" id="{CD877C94-4871-4193-9B1C-7EB111850AED}"/>
              </a:ext>
            </a:extLst>
          </p:cNvPr>
          <p:cNvSpPr>
            <a:spLocks noChangeArrowheads="1"/>
          </p:cNvSpPr>
          <p:nvPr/>
        </p:nvSpPr>
        <p:spPr bwMode="auto">
          <a:xfrm>
            <a:off x="5483352" y="2930971"/>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10040_VOLUMETRIE_LN_OFF</a:t>
            </a:r>
          </a:p>
        </p:txBody>
      </p:sp>
      <p:cxnSp>
        <p:nvCxnSpPr>
          <p:cNvPr id="500" name="Connecteur : en angle 499">
            <a:extLst>
              <a:ext uri="{FF2B5EF4-FFF2-40B4-BE49-F238E27FC236}">
                <a16:creationId xmlns:a16="http://schemas.microsoft.com/office/drawing/2014/main" id="{B2125145-7559-4788-91D2-2959DD706698}"/>
              </a:ext>
            </a:extLst>
          </p:cNvPr>
          <p:cNvCxnSpPr>
            <a:cxnSpLocks/>
            <a:endCxn id="203" idx="1"/>
          </p:cNvCxnSpPr>
          <p:nvPr/>
        </p:nvCxnSpPr>
        <p:spPr bwMode="auto">
          <a:xfrm>
            <a:off x="4572000" y="2855422"/>
            <a:ext cx="911352" cy="150192"/>
          </a:xfrm>
          <a:prstGeom prst="bentConnector3">
            <a:avLst>
              <a:gd name="adj1" fmla="val 477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8" name="Connecteur : en angle 507">
            <a:extLst>
              <a:ext uri="{FF2B5EF4-FFF2-40B4-BE49-F238E27FC236}">
                <a16:creationId xmlns:a16="http://schemas.microsoft.com/office/drawing/2014/main" id="{DA57E9AE-F218-48B3-8612-FAA550C39D2D}"/>
              </a:ext>
            </a:extLst>
          </p:cNvPr>
          <p:cNvCxnSpPr>
            <a:cxnSpLocks/>
            <a:stCxn id="177" idx="3"/>
            <a:endCxn id="186" idx="1"/>
          </p:cNvCxnSpPr>
          <p:nvPr/>
        </p:nvCxnSpPr>
        <p:spPr bwMode="auto">
          <a:xfrm>
            <a:off x="4623584" y="2856354"/>
            <a:ext cx="752615" cy="46030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 name="AutoShape 98">
            <a:hlinkClick r:id="rId4" action="ppaction://hlinksldjump"/>
            <a:extLst>
              <a:ext uri="{FF2B5EF4-FFF2-40B4-BE49-F238E27FC236}">
                <a16:creationId xmlns:a16="http://schemas.microsoft.com/office/drawing/2014/main" id="{702046CF-2555-4A69-97F7-48C65F845FD2}"/>
              </a:ext>
            </a:extLst>
          </p:cNvPr>
          <p:cNvSpPr>
            <a:spLocks noChangeArrowheads="1"/>
          </p:cNvSpPr>
          <p:nvPr/>
        </p:nvSpPr>
        <p:spPr bwMode="auto">
          <a:xfrm rot="10800000">
            <a:off x="7931645" y="4111785"/>
            <a:ext cx="1154065"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PRINCIPAL</a:t>
            </a:r>
          </a:p>
        </p:txBody>
      </p:sp>
      <p:sp>
        <p:nvSpPr>
          <p:cNvPr id="231" name="Text Box 157">
            <a:extLst>
              <a:ext uri="{FF2B5EF4-FFF2-40B4-BE49-F238E27FC236}">
                <a16:creationId xmlns:a16="http://schemas.microsoft.com/office/drawing/2014/main" id="{5E734EBB-4DE3-4288-B139-DE10ADAB8070}"/>
              </a:ext>
            </a:extLst>
          </p:cNvPr>
          <p:cNvSpPr txBox="1">
            <a:spLocks noChangeArrowheads="1"/>
          </p:cNvSpPr>
          <p:nvPr/>
        </p:nvSpPr>
        <p:spPr bwMode="auto">
          <a:xfrm>
            <a:off x="4969634" y="3299661"/>
            <a:ext cx="29206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HS</a:t>
            </a:r>
          </a:p>
        </p:txBody>
      </p:sp>
      <p:sp>
        <p:nvSpPr>
          <p:cNvPr id="336" name="AutoShape 31">
            <a:hlinkClick r:id="" action="ppaction://noaction"/>
            <a:extLst>
              <a:ext uri="{FF2B5EF4-FFF2-40B4-BE49-F238E27FC236}">
                <a16:creationId xmlns:a16="http://schemas.microsoft.com/office/drawing/2014/main" id="{DC0F1EBC-E271-4A92-BBDF-630592E56A98}"/>
              </a:ext>
            </a:extLst>
          </p:cNvPr>
          <p:cNvSpPr>
            <a:spLocks noChangeArrowheads="1"/>
          </p:cNvSpPr>
          <p:nvPr/>
        </p:nvSpPr>
        <p:spPr bwMode="auto">
          <a:xfrm>
            <a:off x="3749660" y="2322802"/>
            <a:ext cx="926549" cy="1403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FIXE_TABLE_LN_OUI</a:t>
            </a:r>
          </a:p>
        </p:txBody>
      </p:sp>
      <p:sp>
        <p:nvSpPr>
          <p:cNvPr id="468" name="ZoneTexte 467">
            <a:extLst>
              <a:ext uri="{FF2B5EF4-FFF2-40B4-BE49-F238E27FC236}">
                <a16:creationId xmlns:a16="http://schemas.microsoft.com/office/drawing/2014/main" id="{D00AA840-9DA4-42DC-87AF-F57775E30518}"/>
              </a:ext>
            </a:extLst>
          </p:cNvPr>
          <p:cNvSpPr txBox="1"/>
          <p:nvPr/>
        </p:nvSpPr>
        <p:spPr>
          <a:xfrm>
            <a:off x="310260" y="3235782"/>
            <a:ext cx="1964508" cy="707886"/>
          </a:xfrm>
          <a:prstGeom prst="rect">
            <a:avLst/>
          </a:prstGeom>
          <a:noFill/>
          <a:ln>
            <a:solidFill>
              <a:schemeClr val="tx1"/>
            </a:solidFill>
          </a:ln>
        </p:spPr>
        <p:txBody>
          <a:bodyPr wrap="square" rtlCol="0">
            <a:spAutoFit/>
          </a:bodyPr>
          <a:lstStyle/>
          <a:p>
            <a:r>
              <a:rPr lang="fr-FR" sz="800" b="1"/>
              <a:t>Règle de la table volumétrie LN:</a:t>
            </a:r>
          </a:p>
          <a:p>
            <a:r>
              <a:rPr lang="fr-FR" sz="800" b="1"/>
              <a:t>1</a:t>
            </a:r>
            <a:r>
              <a:rPr lang="fr-FR" sz="800" b="1" baseline="30000"/>
              <a:t>er</a:t>
            </a:r>
            <a:r>
              <a:rPr lang="fr-FR" sz="800" b="1"/>
              <a:t> niveau </a:t>
            </a:r>
            <a:r>
              <a:rPr lang="fr-FR" sz="800"/>
              <a:t>Flash avec condition spécifique CRM sur les derniers digits</a:t>
            </a:r>
            <a:endParaRPr lang="fr-FR" sz="800" b="1"/>
          </a:p>
          <a:p>
            <a:r>
              <a:rPr lang="fr-FR" sz="800" b="1"/>
              <a:t>2</a:t>
            </a:r>
            <a:r>
              <a:rPr lang="fr-FR" sz="800" b="1" baseline="30000"/>
              <a:t>ème</a:t>
            </a:r>
            <a:r>
              <a:rPr lang="fr-FR" sz="800" b="1"/>
              <a:t> niveau </a:t>
            </a:r>
            <a:r>
              <a:rPr lang="fr-FR" sz="800"/>
              <a:t>pourcentage paramétrable dans Iris pour arriver aux 3500 appels</a:t>
            </a:r>
          </a:p>
        </p:txBody>
      </p:sp>
      <p:sp>
        <p:nvSpPr>
          <p:cNvPr id="181" name="AutoShape 68">
            <a:hlinkClick r:id="rId3" action="ppaction://hlinksldjump"/>
            <a:extLst>
              <a:ext uri="{FF2B5EF4-FFF2-40B4-BE49-F238E27FC236}">
                <a16:creationId xmlns:a16="http://schemas.microsoft.com/office/drawing/2014/main" id="{CB518CDF-4DE9-46F2-9E86-EC1AF912ACAF}"/>
              </a:ext>
            </a:extLst>
          </p:cNvPr>
          <p:cNvSpPr>
            <a:spLocks noChangeArrowheads="1"/>
          </p:cNvSpPr>
          <p:nvPr/>
        </p:nvSpPr>
        <p:spPr bwMode="auto">
          <a:xfrm>
            <a:off x="3808373" y="1472141"/>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LN</a:t>
            </a:r>
            <a:r>
              <a:rPr lang="fr-FR" sz="600">
                <a:solidFill>
                  <a:srgbClr val="FFFFFF"/>
                </a:solidFill>
                <a:ea typeface="ＭＳ Ｐゴシック" charset="0"/>
              </a:rPr>
              <a:t> Client</a:t>
            </a:r>
          </a:p>
          <a:p>
            <a:pPr algn="ctr" eaLnBrk="0" hangingPunct="0">
              <a:defRPr/>
            </a:pPr>
            <a:r>
              <a:rPr lang="fr-FR" sz="600">
                <a:solidFill>
                  <a:srgbClr val="FFFFFF"/>
                </a:solidFill>
                <a:ea typeface="ＭＳ Ｐゴシック" charset="0"/>
              </a:rPr>
              <a:t> « TABLE » ?</a:t>
            </a:r>
          </a:p>
        </p:txBody>
      </p:sp>
      <p:cxnSp>
        <p:nvCxnSpPr>
          <p:cNvPr id="46" name="Connecteur droit 45">
            <a:extLst>
              <a:ext uri="{FF2B5EF4-FFF2-40B4-BE49-F238E27FC236}">
                <a16:creationId xmlns:a16="http://schemas.microsoft.com/office/drawing/2014/main" id="{94B403F5-86F2-44DB-BAFC-AB01CA867750}"/>
              </a:ext>
            </a:extLst>
          </p:cNvPr>
          <p:cNvCxnSpPr>
            <a:cxnSpLocks/>
            <a:stCxn id="35" idx="0"/>
            <a:endCxn id="108" idx="0"/>
          </p:cNvCxnSpPr>
          <p:nvPr/>
        </p:nvCxnSpPr>
        <p:spPr bwMode="auto">
          <a:xfrm>
            <a:off x="5958632" y="4912814"/>
            <a:ext cx="3309" cy="873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 en angle 58">
            <a:extLst>
              <a:ext uri="{FF2B5EF4-FFF2-40B4-BE49-F238E27FC236}">
                <a16:creationId xmlns:a16="http://schemas.microsoft.com/office/drawing/2014/main" id="{C180B06F-C715-4EAC-9233-82925338A37D}"/>
              </a:ext>
            </a:extLst>
          </p:cNvPr>
          <p:cNvCxnSpPr>
            <a:cxnSpLocks/>
            <a:stCxn id="144" idx="2"/>
            <a:endCxn id="33" idx="2"/>
          </p:cNvCxnSpPr>
          <p:nvPr/>
        </p:nvCxnSpPr>
        <p:spPr bwMode="auto">
          <a:xfrm rot="16200000" flipH="1">
            <a:off x="4383179" y="3386758"/>
            <a:ext cx="558886" cy="89116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5" name="Connecteur droit 504">
            <a:extLst>
              <a:ext uri="{FF2B5EF4-FFF2-40B4-BE49-F238E27FC236}">
                <a16:creationId xmlns:a16="http://schemas.microsoft.com/office/drawing/2014/main" id="{FD55486D-BCA5-427C-A1D5-962AA4765CF8}"/>
              </a:ext>
            </a:extLst>
          </p:cNvPr>
          <p:cNvCxnSpPr>
            <a:cxnSpLocks/>
            <a:stCxn id="365" idx="2"/>
            <a:endCxn id="181" idx="0"/>
          </p:cNvCxnSpPr>
          <p:nvPr/>
        </p:nvCxnSpPr>
        <p:spPr bwMode="auto">
          <a:xfrm flipH="1">
            <a:off x="4198898" y="1171086"/>
            <a:ext cx="1146" cy="3010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0" name="Connecteur droit 4129">
            <a:extLst>
              <a:ext uri="{FF2B5EF4-FFF2-40B4-BE49-F238E27FC236}">
                <a16:creationId xmlns:a16="http://schemas.microsoft.com/office/drawing/2014/main" id="{7E8ED50E-5B3E-4082-84E9-D0A3662E000D}"/>
              </a:ext>
            </a:extLst>
          </p:cNvPr>
          <p:cNvCxnSpPr>
            <a:cxnSpLocks/>
            <a:stCxn id="181" idx="2"/>
            <a:endCxn id="117" idx="0"/>
          </p:cNvCxnSpPr>
          <p:nvPr/>
        </p:nvCxnSpPr>
        <p:spPr bwMode="auto">
          <a:xfrm>
            <a:off x="4198898" y="1792816"/>
            <a:ext cx="16101" cy="2596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4" name="Connecteur droit 4133">
            <a:extLst>
              <a:ext uri="{FF2B5EF4-FFF2-40B4-BE49-F238E27FC236}">
                <a16:creationId xmlns:a16="http://schemas.microsoft.com/office/drawing/2014/main" id="{DC76A05B-F4B7-4822-90E2-20328DEE4C99}"/>
              </a:ext>
            </a:extLst>
          </p:cNvPr>
          <p:cNvCxnSpPr>
            <a:cxnSpLocks/>
            <a:stCxn id="117" idx="2"/>
            <a:endCxn id="336" idx="0"/>
          </p:cNvCxnSpPr>
          <p:nvPr/>
        </p:nvCxnSpPr>
        <p:spPr bwMode="auto">
          <a:xfrm flipH="1">
            <a:off x="4212935" y="2197322"/>
            <a:ext cx="2064" cy="1254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Connecteur droit 87">
            <a:extLst>
              <a:ext uri="{FF2B5EF4-FFF2-40B4-BE49-F238E27FC236}">
                <a16:creationId xmlns:a16="http://schemas.microsoft.com/office/drawing/2014/main" id="{B0D92341-1C6D-475A-93FF-A13231DEAEB9}"/>
              </a:ext>
            </a:extLst>
          </p:cNvPr>
          <p:cNvCxnSpPr>
            <a:stCxn id="181" idx="3"/>
            <a:endCxn id="118" idx="1"/>
          </p:cNvCxnSpPr>
          <p:nvPr/>
        </p:nvCxnSpPr>
        <p:spPr bwMode="auto">
          <a:xfrm>
            <a:off x="4589423" y="1632479"/>
            <a:ext cx="345724" cy="72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Connecteur droit 92">
            <a:extLst>
              <a:ext uri="{FF2B5EF4-FFF2-40B4-BE49-F238E27FC236}">
                <a16:creationId xmlns:a16="http://schemas.microsoft.com/office/drawing/2014/main" id="{12251DD7-41D8-4055-A77B-CF115372B5B5}"/>
              </a:ext>
            </a:extLst>
          </p:cNvPr>
          <p:cNvCxnSpPr>
            <a:cxnSpLocks/>
            <a:stCxn id="336" idx="2"/>
            <a:endCxn id="177" idx="0"/>
          </p:cNvCxnSpPr>
          <p:nvPr/>
        </p:nvCxnSpPr>
        <p:spPr bwMode="auto">
          <a:xfrm>
            <a:off x="4212935" y="2463117"/>
            <a:ext cx="20124" cy="2328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Connecteur droit 217">
            <a:extLst>
              <a:ext uri="{FF2B5EF4-FFF2-40B4-BE49-F238E27FC236}">
                <a16:creationId xmlns:a16="http://schemas.microsoft.com/office/drawing/2014/main" id="{5B443A04-5315-442F-AB98-59BABCE828D5}"/>
              </a:ext>
            </a:extLst>
          </p:cNvPr>
          <p:cNvCxnSpPr>
            <a:stCxn id="177" idx="2"/>
            <a:endCxn id="144" idx="0"/>
          </p:cNvCxnSpPr>
          <p:nvPr/>
        </p:nvCxnSpPr>
        <p:spPr bwMode="auto">
          <a:xfrm flipH="1">
            <a:off x="4217039" y="3016691"/>
            <a:ext cx="16020" cy="3869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5" name="AutoShape 41">
            <a:extLst>
              <a:ext uri="{FF2B5EF4-FFF2-40B4-BE49-F238E27FC236}">
                <a16:creationId xmlns:a16="http://schemas.microsoft.com/office/drawing/2014/main" id="{19604244-644D-4B00-9A73-0DD1EF39A2BD}"/>
              </a:ext>
            </a:extLst>
          </p:cNvPr>
          <p:cNvSpPr>
            <a:spLocks noChangeArrowheads="1"/>
          </p:cNvSpPr>
          <p:nvPr/>
        </p:nvSpPr>
        <p:spPr bwMode="auto">
          <a:xfrm>
            <a:off x="3442173" y="964044"/>
            <a:ext cx="1515742" cy="2070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10040_FIXE_LN_FULL_FLASH_OK</a:t>
            </a:r>
          </a:p>
        </p:txBody>
      </p:sp>
      <p:cxnSp>
        <p:nvCxnSpPr>
          <p:cNvPr id="245" name="Connecteur droit 244">
            <a:extLst>
              <a:ext uri="{FF2B5EF4-FFF2-40B4-BE49-F238E27FC236}">
                <a16:creationId xmlns:a16="http://schemas.microsoft.com/office/drawing/2014/main" id="{AD29E422-0F8B-413A-9FBB-3110E9D516E2}"/>
              </a:ext>
            </a:extLst>
          </p:cNvPr>
          <p:cNvCxnSpPr>
            <a:cxnSpLocks/>
            <a:stCxn id="215" idx="0"/>
            <a:endCxn id="365" idx="0"/>
          </p:cNvCxnSpPr>
          <p:nvPr/>
        </p:nvCxnSpPr>
        <p:spPr bwMode="auto">
          <a:xfrm flipH="1">
            <a:off x="4200044" y="894063"/>
            <a:ext cx="1985" cy="699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8" name="AutoShape 31">
            <a:hlinkClick r:id="" action="ppaction://noaction"/>
            <a:extLst>
              <a:ext uri="{FF2B5EF4-FFF2-40B4-BE49-F238E27FC236}">
                <a16:creationId xmlns:a16="http://schemas.microsoft.com/office/drawing/2014/main" id="{B5504067-79E5-4C36-8E93-969831DE2A9E}"/>
              </a:ext>
            </a:extLst>
          </p:cNvPr>
          <p:cNvSpPr>
            <a:spLocks noChangeArrowheads="1"/>
          </p:cNvSpPr>
          <p:nvPr/>
        </p:nvSpPr>
        <p:spPr bwMode="auto">
          <a:xfrm>
            <a:off x="7892570" y="3777679"/>
            <a:ext cx="1199791" cy="20653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FIXE_LN_FULL_NON_ELIGIBLE</a:t>
            </a:r>
          </a:p>
        </p:txBody>
      </p:sp>
      <p:sp>
        <p:nvSpPr>
          <p:cNvPr id="138" name="Text Box 157">
            <a:extLst>
              <a:ext uri="{FF2B5EF4-FFF2-40B4-BE49-F238E27FC236}">
                <a16:creationId xmlns:a16="http://schemas.microsoft.com/office/drawing/2014/main" id="{07132889-2878-438E-A7DC-17155456BF78}"/>
              </a:ext>
            </a:extLst>
          </p:cNvPr>
          <p:cNvSpPr txBox="1">
            <a:spLocks noChangeArrowheads="1"/>
          </p:cNvSpPr>
          <p:nvPr/>
        </p:nvSpPr>
        <p:spPr bwMode="auto">
          <a:xfrm>
            <a:off x="3722653" y="1747877"/>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41" name="Text Box 157">
            <a:extLst>
              <a:ext uri="{FF2B5EF4-FFF2-40B4-BE49-F238E27FC236}">
                <a16:creationId xmlns:a16="http://schemas.microsoft.com/office/drawing/2014/main" id="{079EF544-D014-4FE1-952F-1D4DD19A11BE}"/>
              </a:ext>
            </a:extLst>
          </p:cNvPr>
          <p:cNvSpPr txBox="1">
            <a:spLocks noChangeArrowheads="1"/>
          </p:cNvSpPr>
          <p:nvPr/>
        </p:nvSpPr>
        <p:spPr bwMode="auto">
          <a:xfrm>
            <a:off x="4906256" y="2734322"/>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32" name="ZoneTexte 31">
            <a:extLst>
              <a:ext uri="{FF2B5EF4-FFF2-40B4-BE49-F238E27FC236}">
                <a16:creationId xmlns:a16="http://schemas.microsoft.com/office/drawing/2014/main" id="{453626F4-44B4-4DF2-B7D1-91D9B3B89AD1}"/>
              </a:ext>
            </a:extLst>
          </p:cNvPr>
          <p:cNvSpPr txBox="1"/>
          <p:nvPr/>
        </p:nvSpPr>
        <p:spPr>
          <a:xfrm>
            <a:off x="2119558" y="1446822"/>
            <a:ext cx="1687122" cy="369332"/>
          </a:xfrm>
          <a:prstGeom prst="rect">
            <a:avLst/>
          </a:prstGeom>
          <a:noFill/>
          <a:ln>
            <a:solidFill>
              <a:schemeClr val="tx1"/>
            </a:solidFill>
          </a:ln>
        </p:spPr>
        <p:txBody>
          <a:bodyPr wrap="square" rtlCol="0">
            <a:spAutoFit/>
          </a:bodyPr>
          <a:lstStyle/>
          <a:p>
            <a:r>
              <a:rPr lang="fr-FR" sz="600" b="1">
                <a:effectLst/>
                <a:latin typeface="Calibri" panose="020F0502020204030204" pitchFamily="34" charset="0"/>
                <a:ea typeface="Calibri" panose="020F0502020204030204" pitchFamily="34" charset="0"/>
                <a:cs typeface="Times New Roman" panose="02020603050405020304" pitchFamily="18" charset="0"/>
              </a:rPr>
              <a:t>OUI = Pas d’abandon sur le LN </a:t>
            </a:r>
            <a:r>
              <a:rPr lang="fr-FR" sz="600" b="1">
                <a:latin typeface="Calibri" panose="020F0502020204030204" pitchFamily="34" charset="0"/>
                <a:ea typeface="Calibri" panose="020F0502020204030204" pitchFamily="34" charset="0"/>
                <a:cs typeface="Times New Roman" panose="02020603050405020304" pitchFamily="18" charset="0"/>
              </a:rPr>
              <a:t>OU</a:t>
            </a:r>
            <a:r>
              <a:rPr lang="fr-FR" sz="600" b="1">
                <a:effectLst/>
                <a:latin typeface="Calibri" panose="020F0502020204030204" pitchFamily="34" charset="0"/>
                <a:ea typeface="Calibri" panose="020F0502020204030204" pitchFamily="34" charset="0"/>
                <a:cs typeface="Times New Roman" panose="02020603050405020304" pitchFamily="18" charset="0"/>
              </a:rPr>
              <a:t> </a:t>
            </a:r>
            <a:r>
              <a:rPr lang="fr-FR" sz="600" b="1">
                <a:latin typeface="Calibri" panose="020F0502020204030204" pitchFamily="34" charset="0"/>
                <a:ea typeface="Calibri" panose="020F0502020204030204" pitchFamily="34" charset="0"/>
                <a:cs typeface="Times New Roman" panose="02020603050405020304" pitchFamily="18" charset="0"/>
              </a:rPr>
              <a:t>n’est pas</a:t>
            </a:r>
            <a:r>
              <a:rPr lang="fr-FR" sz="600" b="1">
                <a:effectLst/>
                <a:latin typeface="Calibri" panose="020F0502020204030204" pitchFamily="34" charset="0"/>
                <a:ea typeface="Calibri" panose="020F0502020204030204" pitchFamily="34" charset="0"/>
                <a:cs typeface="Times New Roman" panose="02020603050405020304" pitchFamily="18" charset="0"/>
              </a:rPr>
              <a:t> sortie par une intention paramétrée dans le tableau IRIS (Tableau sortie GIA)</a:t>
            </a:r>
          </a:p>
        </p:txBody>
      </p:sp>
      <p:sp>
        <p:nvSpPr>
          <p:cNvPr id="5" name="ZoneTexte 4">
            <a:extLst>
              <a:ext uri="{FF2B5EF4-FFF2-40B4-BE49-F238E27FC236}">
                <a16:creationId xmlns:a16="http://schemas.microsoft.com/office/drawing/2014/main" id="{7E9EE7AB-3CCF-EF0E-71B9-AC601578641A}"/>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492" name="AutoShape 98">
            <a:hlinkClick r:id="rId4" action="ppaction://hlinksldjump"/>
            <a:extLst>
              <a:ext uri="{FF2B5EF4-FFF2-40B4-BE49-F238E27FC236}">
                <a16:creationId xmlns:a16="http://schemas.microsoft.com/office/drawing/2014/main" id="{EA443B0E-EAF2-5BA2-8EC7-2E011963ECE9}"/>
              </a:ext>
            </a:extLst>
          </p:cNvPr>
          <p:cNvSpPr>
            <a:spLocks noChangeArrowheads="1"/>
          </p:cNvSpPr>
          <p:nvPr/>
        </p:nvSpPr>
        <p:spPr bwMode="auto">
          <a:xfrm rot="10800000">
            <a:off x="5491449" y="5779062"/>
            <a:ext cx="934365" cy="331247"/>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PRINCIPAL</a:t>
            </a:r>
          </a:p>
          <a:p>
            <a:pPr algn="ctr" eaLnBrk="0" hangingPunct="0"/>
            <a:r>
              <a:rPr lang="fr-FR" sz="600">
                <a:solidFill>
                  <a:srgbClr val="000000"/>
                </a:solidFill>
                <a:latin typeface="Arial"/>
                <a:ea typeface="ＭＳ Ｐゴシック" charset="0"/>
              </a:rPr>
              <a:t> par CATEGORY</a:t>
            </a:r>
          </a:p>
        </p:txBody>
      </p:sp>
      <p:sp>
        <p:nvSpPr>
          <p:cNvPr id="33" name="AutoShape 221">
            <a:extLst>
              <a:ext uri="{FF2B5EF4-FFF2-40B4-BE49-F238E27FC236}">
                <a16:creationId xmlns:a16="http://schemas.microsoft.com/office/drawing/2014/main" id="{8820C252-148A-2A2F-8B34-793CBF68B8EB}"/>
              </a:ext>
            </a:extLst>
          </p:cNvPr>
          <p:cNvSpPr>
            <a:spLocks noChangeArrowheads="1"/>
          </p:cNvSpPr>
          <p:nvPr/>
        </p:nvSpPr>
        <p:spPr bwMode="auto">
          <a:xfrm rot="10800000">
            <a:off x="4676209" y="4111785"/>
            <a:ext cx="863995" cy="366155"/>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35" name="AutoShape 221">
            <a:extLst>
              <a:ext uri="{FF2B5EF4-FFF2-40B4-BE49-F238E27FC236}">
                <a16:creationId xmlns:a16="http://schemas.microsoft.com/office/drawing/2014/main" id="{A7275640-18DC-30DB-8A8D-DBA3CB0BB631}"/>
              </a:ext>
            </a:extLst>
          </p:cNvPr>
          <p:cNvSpPr>
            <a:spLocks noChangeArrowheads="1"/>
          </p:cNvSpPr>
          <p:nvPr/>
        </p:nvSpPr>
        <p:spPr bwMode="auto">
          <a:xfrm rot="10800000">
            <a:off x="5526635" y="4546659"/>
            <a:ext cx="863995" cy="366155"/>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4" name="ZoneTexte 3">
            <a:extLst>
              <a:ext uri="{FF2B5EF4-FFF2-40B4-BE49-F238E27FC236}">
                <a16:creationId xmlns:a16="http://schemas.microsoft.com/office/drawing/2014/main" id="{F42747A6-2E2B-B8C4-FADA-D111584E2A77}"/>
              </a:ext>
            </a:extLst>
          </p:cNvPr>
          <p:cNvSpPr txBox="1"/>
          <p:nvPr/>
        </p:nvSpPr>
        <p:spPr>
          <a:xfrm>
            <a:off x="140216" y="6125146"/>
            <a:ext cx="2741273" cy="369332"/>
          </a:xfrm>
          <a:prstGeom prst="rect">
            <a:avLst/>
          </a:prstGeom>
          <a:noFill/>
        </p:spPr>
        <p:txBody>
          <a:bodyPr wrap="square" rtlCol="0">
            <a:spAutoFit/>
          </a:bodyPr>
          <a:lstStyle/>
          <a:p>
            <a:r>
              <a:rPr lang="fr-FR" sz="900"/>
              <a:t>Ce tableau est non exhaustif, se référer au tableau Type de catégories présent dans IRIS</a:t>
            </a:r>
          </a:p>
        </p:txBody>
      </p:sp>
      <p:sp>
        <p:nvSpPr>
          <p:cNvPr id="11" name="AutoShape 41">
            <a:extLst>
              <a:ext uri="{FF2B5EF4-FFF2-40B4-BE49-F238E27FC236}">
                <a16:creationId xmlns:a16="http://schemas.microsoft.com/office/drawing/2014/main" id="{C61413F1-7875-8959-508E-101497A6B186}"/>
              </a:ext>
            </a:extLst>
          </p:cNvPr>
          <p:cNvSpPr>
            <a:spLocks noChangeArrowheads="1"/>
          </p:cNvSpPr>
          <p:nvPr/>
        </p:nvSpPr>
        <p:spPr bwMode="auto">
          <a:xfrm>
            <a:off x="5453954" y="2683140"/>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10040_VOLUMETRIE_LN_NON</a:t>
            </a:r>
          </a:p>
        </p:txBody>
      </p:sp>
      <p:cxnSp>
        <p:nvCxnSpPr>
          <p:cNvPr id="15" name="Connecteur : en angle 14">
            <a:extLst>
              <a:ext uri="{FF2B5EF4-FFF2-40B4-BE49-F238E27FC236}">
                <a16:creationId xmlns:a16="http://schemas.microsoft.com/office/drawing/2014/main" id="{1FA4184A-417B-74EA-EBEF-78C27BC24F30}"/>
              </a:ext>
            </a:extLst>
          </p:cNvPr>
          <p:cNvCxnSpPr>
            <a:stCxn id="177" idx="3"/>
            <a:endCxn id="11" idx="1"/>
          </p:cNvCxnSpPr>
          <p:nvPr/>
        </p:nvCxnSpPr>
        <p:spPr bwMode="auto">
          <a:xfrm flipV="1">
            <a:off x="4623584" y="2757783"/>
            <a:ext cx="830370" cy="98571"/>
          </a:xfrm>
          <a:prstGeom prst="bentConnector3">
            <a:avLst>
              <a:gd name="adj1" fmla="val 4518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AutoShape 41">
            <a:extLst>
              <a:ext uri="{FF2B5EF4-FFF2-40B4-BE49-F238E27FC236}">
                <a16:creationId xmlns:a16="http://schemas.microsoft.com/office/drawing/2014/main" id="{6B3C1EDF-1492-ADF9-5994-1988B18A824F}"/>
              </a:ext>
            </a:extLst>
          </p:cNvPr>
          <p:cNvSpPr>
            <a:spLocks noChangeArrowheads="1"/>
          </p:cNvSpPr>
          <p:nvPr/>
        </p:nvSpPr>
        <p:spPr bwMode="auto">
          <a:xfrm>
            <a:off x="4951378" y="1779508"/>
            <a:ext cx="1300131" cy="17596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10040_TABLE_LN_HS</a:t>
            </a:r>
          </a:p>
        </p:txBody>
      </p:sp>
      <p:sp>
        <p:nvSpPr>
          <p:cNvPr id="37" name="AutoShape 41">
            <a:extLst>
              <a:ext uri="{FF2B5EF4-FFF2-40B4-BE49-F238E27FC236}">
                <a16:creationId xmlns:a16="http://schemas.microsoft.com/office/drawing/2014/main" id="{7132F6F6-368F-01DD-7619-CAEECFD1B844}"/>
              </a:ext>
            </a:extLst>
          </p:cNvPr>
          <p:cNvSpPr>
            <a:spLocks noChangeArrowheads="1"/>
          </p:cNvSpPr>
          <p:nvPr/>
        </p:nvSpPr>
        <p:spPr bwMode="auto">
          <a:xfrm>
            <a:off x="4943482" y="2015422"/>
            <a:ext cx="1300131" cy="18466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10040_TABLE_LN_OFF</a:t>
            </a:r>
          </a:p>
        </p:txBody>
      </p:sp>
      <p:cxnSp>
        <p:nvCxnSpPr>
          <p:cNvPr id="51" name="Connecteur : en angle 50">
            <a:extLst>
              <a:ext uri="{FF2B5EF4-FFF2-40B4-BE49-F238E27FC236}">
                <a16:creationId xmlns:a16="http://schemas.microsoft.com/office/drawing/2014/main" id="{D5ECFC84-48FA-9163-56AF-6AA7F0FA2973}"/>
              </a:ext>
            </a:extLst>
          </p:cNvPr>
          <p:cNvCxnSpPr>
            <a:cxnSpLocks/>
            <a:stCxn id="118" idx="3"/>
            <a:endCxn id="388" idx="0"/>
          </p:cNvCxnSpPr>
          <p:nvPr/>
        </p:nvCxnSpPr>
        <p:spPr bwMode="auto">
          <a:xfrm>
            <a:off x="6235278" y="1639724"/>
            <a:ext cx="2257188" cy="213795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 en angle 53">
            <a:extLst>
              <a:ext uri="{FF2B5EF4-FFF2-40B4-BE49-F238E27FC236}">
                <a16:creationId xmlns:a16="http://schemas.microsoft.com/office/drawing/2014/main" id="{C3C94E03-7C7C-CA15-3351-98F346D741F9}"/>
              </a:ext>
            </a:extLst>
          </p:cNvPr>
          <p:cNvCxnSpPr>
            <a:cxnSpLocks/>
          </p:cNvCxnSpPr>
          <p:nvPr/>
        </p:nvCxnSpPr>
        <p:spPr bwMode="auto">
          <a:xfrm>
            <a:off x="6241283" y="1867488"/>
            <a:ext cx="2231766" cy="1907082"/>
          </a:xfrm>
          <a:prstGeom prst="bentConnector3">
            <a:avLst>
              <a:gd name="adj1" fmla="val 10040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Connecteur : en angle 56">
            <a:extLst>
              <a:ext uri="{FF2B5EF4-FFF2-40B4-BE49-F238E27FC236}">
                <a16:creationId xmlns:a16="http://schemas.microsoft.com/office/drawing/2014/main" id="{ACB63775-DE3B-393F-B162-FDAC22B97E49}"/>
              </a:ext>
            </a:extLst>
          </p:cNvPr>
          <p:cNvCxnSpPr>
            <a:cxnSpLocks/>
            <a:stCxn id="37" idx="3"/>
            <a:endCxn id="388" idx="0"/>
          </p:cNvCxnSpPr>
          <p:nvPr/>
        </p:nvCxnSpPr>
        <p:spPr bwMode="auto">
          <a:xfrm>
            <a:off x="6243613" y="2107756"/>
            <a:ext cx="2248853" cy="16699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Connecteur : en angle 60">
            <a:extLst>
              <a:ext uri="{FF2B5EF4-FFF2-40B4-BE49-F238E27FC236}">
                <a16:creationId xmlns:a16="http://schemas.microsoft.com/office/drawing/2014/main" id="{526AF780-B438-8EF3-B751-68B01424E643}"/>
              </a:ext>
            </a:extLst>
          </p:cNvPr>
          <p:cNvCxnSpPr>
            <a:cxnSpLocks/>
            <a:stCxn id="11" idx="3"/>
            <a:endCxn id="388" idx="0"/>
          </p:cNvCxnSpPr>
          <p:nvPr/>
        </p:nvCxnSpPr>
        <p:spPr bwMode="auto">
          <a:xfrm>
            <a:off x="6754085" y="2757783"/>
            <a:ext cx="1738381" cy="10198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Connecteur : en angle 62">
            <a:extLst>
              <a:ext uri="{FF2B5EF4-FFF2-40B4-BE49-F238E27FC236}">
                <a16:creationId xmlns:a16="http://schemas.microsoft.com/office/drawing/2014/main" id="{3986E1FE-1CE6-396E-93CD-665DE71DF5A4}"/>
              </a:ext>
            </a:extLst>
          </p:cNvPr>
          <p:cNvCxnSpPr>
            <a:cxnSpLocks/>
            <a:stCxn id="203" idx="3"/>
            <a:endCxn id="388" idx="0"/>
          </p:cNvCxnSpPr>
          <p:nvPr/>
        </p:nvCxnSpPr>
        <p:spPr bwMode="auto">
          <a:xfrm>
            <a:off x="6783483" y="3005614"/>
            <a:ext cx="1708983" cy="7720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9" name="Connecteur : en angle 448">
            <a:extLst>
              <a:ext uri="{FF2B5EF4-FFF2-40B4-BE49-F238E27FC236}">
                <a16:creationId xmlns:a16="http://schemas.microsoft.com/office/drawing/2014/main" id="{34B1C224-EA39-6A7D-A5A9-93AED9A836DA}"/>
              </a:ext>
            </a:extLst>
          </p:cNvPr>
          <p:cNvCxnSpPr>
            <a:stCxn id="186" idx="3"/>
            <a:endCxn id="388" idx="0"/>
          </p:cNvCxnSpPr>
          <p:nvPr/>
        </p:nvCxnSpPr>
        <p:spPr bwMode="auto">
          <a:xfrm>
            <a:off x="6676330" y="3316659"/>
            <a:ext cx="1816136" cy="46102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0" name="Connecteur droit avec flèche 469">
            <a:extLst>
              <a:ext uri="{FF2B5EF4-FFF2-40B4-BE49-F238E27FC236}">
                <a16:creationId xmlns:a16="http://schemas.microsoft.com/office/drawing/2014/main" id="{19FB4889-B7DA-C881-7A03-DD67680EDE75}"/>
              </a:ext>
            </a:extLst>
          </p:cNvPr>
          <p:cNvCxnSpPr>
            <a:stCxn id="388" idx="2"/>
            <a:endCxn id="204" idx="2"/>
          </p:cNvCxnSpPr>
          <p:nvPr/>
        </p:nvCxnSpPr>
        <p:spPr bwMode="auto">
          <a:xfrm>
            <a:off x="8492466" y="3984214"/>
            <a:ext cx="16211" cy="12757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 name="Tableau 5">
            <a:extLst>
              <a:ext uri="{FF2B5EF4-FFF2-40B4-BE49-F238E27FC236}">
                <a16:creationId xmlns:a16="http://schemas.microsoft.com/office/drawing/2014/main" id="{33DDDA51-575B-F45A-71BE-3A2335E86E4F}"/>
              </a:ext>
            </a:extLst>
          </p:cNvPr>
          <p:cNvGraphicFramePr>
            <a:graphicFrameLocks noGrp="1"/>
          </p:cNvGraphicFramePr>
          <p:nvPr>
            <p:extLst>
              <p:ext uri="{D42A27DB-BD31-4B8C-83A1-F6EECF244321}">
                <p14:modId xmlns:p14="http://schemas.microsoft.com/office/powerpoint/2010/main" val="1873846109"/>
              </p:ext>
            </p:extLst>
          </p:nvPr>
        </p:nvGraphicFramePr>
        <p:xfrm>
          <a:off x="231384" y="4111785"/>
          <a:ext cx="2690078" cy="2011680"/>
        </p:xfrm>
        <a:graphic>
          <a:graphicData uri="http://schemas.openxmlformats.org/drawingml/2006/table">
            <a:tbl>
              <a:tblPr firstRow="1" bandRow="1">
                <a:tableStyleId>{00A15C55-8517-42AA-B614-E9B94910E393}</a:tableStyleId>
              </a:tblPr>
              <a:tblGrid>
                <a:gridCol w="1192784">
                  <a:extLst>
                    <a:ext uri="{9D8B030D-6E8A-4147-A177-3AD203B41FA5}">
                      <a16:colId xmlns:a16="http://schemas.microsoft.com/office/drawing/2014/main" val="4180139610"/>
                    </a:ext>
                  </a:extLst>
                </a:gridCol>
                <a:gridCol w="1497294">
                  <a:extLst>
                    <a:ext uri="{9D8B030D-6E8A-4147-A177-3AD203B41FA5}">
                      <a16:colId xmlns:a16="http://schemas.microsoft.com/office/drawing/2014/main" val="2161501587"/>
                    </a:ext>
                  </a:extLst>
                </a:gridCol>
              </a:tblGrid>
              <a:tr h="209308">
                <a:tc>
                  <a:txBody>
                    <a:bodyPr/>
                    <a:lstStyle/>
                    <a:p>
                      <a:r>
                        <a:rPr lang="fr-FR" sz="1100" err="1"/>
                        <a:t>Category</a:t>
                      </a:r>
                      <a:endParaRPr lang="fr-FR" sz="1100"/>
                    </a:p>
                  </a:txBody>
                  <a:tcPr/>
                </a:tc>
                <a:tc>
                  <a:txBody>
                    <a:bodyPr/>
                    <a:lstStyle/>
                    <a:p>
                      <a:r>
                        <a:rPr lang="fr-FR" sz="1100"/>
                        <a:t>Branche SVI</a:t>
                      </a:r>
                    </a:p>
                  </a:txBody>
                  <a:tcPr/>
                </a:tc>
                <a:extLst>
                  <a:ext uri="{0D108BD9-81ED-4DB2-BD59-A6C34878D82A}">
                    <a16:rowId xmlns:a16="http://schemas.microsoft.com/office/drawing/2014/main" val="3502549886"/>
                  </a:ext>
                </a:extLst>
              </a:tr>
              <a:tr h="209308">
                <a:tc>
                  <a:txBody>
                    <a:bodyPr/>
                    <a:lstStyle/>
                    <a:p>
                      <a:pPr algn="l" eaLnBrk="0" hangingPunct="0"/>
                      <a:r>
                        <a:rPr lang="fr-FR" sz="800" err="1">
                          <a:solidFill>
                            <a:srgbClr val="000000"/>
                          </a:solidFill>
                          <a:latin typeface="+mn-lt"/>
                          <a:ea typeface="ＭＳ Ｐゴシック" charset="0"/>
                        </a:rPr>
                        <a:t>Tech_FIXE</a:t>
                      </a:r>
                      <a:endParaRPr lang="fr-FR" sz="800">
                        <a:solidFill>
                          <a:srgbClr val="000000"/>
                        </a:solidFill>
                        <a:latin typeface="+mn-lt"/>
                        <a:ea typeface="ＭＳ Ｐゴシック" charset="0"/>
                      </a:endParaRPr>
                    </a:p>
                    <a:p>
                      <a:pPr algn="l" eaLnBrk="0" hangingPunct="0"/>
                      <a:r>
                        <a:rPr lang="fr-FR" sz="800">
                          <a:solidFill>
                            <a:srgbClr val="000000"/>
                          </a:solidFill>
                          <a:latin typeface="+mn-lt"/>
                          <a:ea typeface="ＭＳ Ｐゴシック" charset="0"/>
                        </a:rPr>
                        <a:t>ou</a:t>
                      </a:r>
                    </a:p>
                    <a:p>
                      <a:pPr algn="l" eaLnBrk="0" hangingPunct="0"/>
                      <a:r>
                        <a:rPr lang="fr-FR" sz="800" err="1">
                          <a:solidFill>
                            <a:srgbClr val="000000"/>
                          </a:solidFill>
                          <a:latin typeface="+mn-lt"/>
                          <a:ea typeface="ＭＳ Ｐゴシック" charset="0"/>
                        </a:rPr>
                        <a:t>Tech_Mobile</a:t>
                      </a:r>
                      <a:endParaRPr lang="fr-FR" sz="800">
                        <a:solidFill>
                          <a:srgbClr val="000000"/>
                        </a:solidFill>
                        <a:latin typeface="+mn-lt"/>
                        <a:ea typeface="ＭＳ Ｐゴシック" charset="0"/>
                      </a:endParaRPr>
                    </a:p>
                  </a:txBody>
                  <a:tcPr/>
                </a:tc>
                <a:tc>
                  <a:txBody>
                    <a:bodyPr/>
                    <a:lstStyle/>
                    <a:p>
                      <a:r>
                        <a:rPr lang="fr-FR" sz="800"/>
                        <a:t>Branche Technique </a:t>
                      </a:r>
                    </a:p>
                    <a:p>
                      <a:r>
                        <a:rPr lang="fr-FR" sz="800"/>
                        <a:t>(Choix 2)</a:t>
                      </a:r>
                    </a:p>
                  </a:txBody>
                  <a:tcPr/>
                </a:tc>
                <a:extLst>
                  <a:ext uri="{0D108BD9-81ED-4DB2-BD59-A6C34878D82A}">
                    <a16:rowId xmlns:a16="http://schemas.microsoft.com/office/drawing/2014/main" val="3945824351"/>
                  </a:ext>
                </a:extLst>
              </a:tr>
              <a:tr h="209308">
                <a:tc>
                  <a:txBody>
                    <a:bodyPr/>
                    <a:lstStyle/>
                    <a:p>
                      <a:r>
                        <a:rPr lang="fr-FR" sz="800"/>
                        <a:t>ANC</a:t>
                      </a:r>
                    </a:p>
                  </a:txBody>
                  <a:tcPr/>
                </a:tc>
                <a:tc>
                  <a:txBody>
                    <a:bodyPr/>
                    <a:lstStyle/>
                    <a:p>
                      <a:r>
                        <a:rPr lang="fr-FR" sz="800"/>
                        <a:t>Branche </a:t>
                      </a:r>
                      <a:r>
                        <a:rPr lang="fr-FR" sz="800" err="1"/>
                        <a:t>Déméngament</a:t>
                      </a:r>
                      <a:endParaRPr lang="fr-FR" sz="800"/>
                    </a:p>
                    <a:p>
                      <a:r>
                        <a:rPr lang="fr-FR" sz="800"/>
                        <a:t>(Choix 3)</a:t>
                      </a:r>
                    </a:p>
                  </a:txBody>
                  <a:tcPr/>
                </a:tc>
                <a:extLst>
                  <a:ext uri="{0D108BD9-81ED-4DB2-BD59-A6C34878D82A}">
                    <a16:rowId xmlns:a16="http://schemas.microsoft.com/office/drawing/2014/main" val="2120188714"/>
                  </a:ext>
                </a:extLst>
              </a:tr>
              <a:tr h="209308">
                <a:tc>
                  <a:txBody>
                    <a:bodyPr/>
                    <a:lstStyle/>
                    <a:p>
                      <a:pPr algn="l" eaLnBrk="0" hangingPunct="0"/>
                      <a:r>
                        <a:rPr lang="fr-FR" sz="700">
                          <a:solidFill>
                            <a:srgbClr val="000000"/>
                          </a:solidFill>
                          <a:latin typeface="+mn-lt"/>
                          <a:ea typeface="ＭＳ Ｐゴシック" charset="0"/>
                        </a:rPr>
                        <a:t>Commercial </a:t>
                      </a:r>
                    </a:p>
                    <a:p>
                      <a:pPr algn="l" eaLnBrk="0" hangingPunct="0"/>
                      <a:r>
                        <a:rPr lang="fr-FR" sz="700">
                          <a:solidFill>
                            <a:srgbClr val="000000"/>
                          </a:solidFill>
                          <a:latin typeface="+mn-lt"/>
                          <a:ea typeface="ＭＳ Ｐゴシック" charset="0"/>
                        </a:rPr>
                        <a:t>ou</a:t>
                      </a:r>
                    </a:p>
                    <a:p>
                      <a:pPr algn="l" eaLnBrk="0" hangingPunct="0"/>
                      <a:r>
                        <a:rPr lang="fr-FR" sz="700" err="1">
                          <a:solidFill>
                            <a:srgbClr val="000000"/>
                          </a:solidFill>
                          <a:latin typeface="+mn-lt"/>
                          <a:ea typeface="ＭＳ Ｐゴシック" charset="0"/>
                        </a:rPr>
                        <a:t>Commercial_Fixe</a:t>
                      </a:r>
                      <a:r>
                        <a:rPr lang="fr-FR" sz="700">
                          <a:solidFill>
                            <a:srgbClr val="000000"/>
                          </a:solidFill>
                          <a:latin typeface="+mn-lt"/>
                          <a:ea typeface="ＭＳ Ｐゴシック" charset="0"/>
                        </a:rPr>
                        <a:t> </a:t>
                      </a:r>
                    </a:p>
                    <a:p>
                      <a:pPr algn="l" eaLnBrk="0" hangingPunct="0"/>
                      <a:r>
                        <a:rPr lang="fr-FR" sz="700">
                          <a:solidFill>
                            <a:srgbClr val="000000"/>
                          </a:solidFill>
                          <a:latin typeface="+mn-lt"/>
                          <a:ea typeface="ＭＳ Ｐゴシック" charset="0"/>
                        </a:rPr>
                        <a:t>ou </a:t>
                      </a:r>
                    </a:p>
                    <a:p>
                      <a:pPr algn="l" eaLnBrk="0" hangingPunct="0"/>
                      <a:r>
                        <a:rPr lang="fr-FR" sz="700" err="1">
                          <a:solidFill>
                            <a:srgbClr val="000000"/>
                          </a:solidFill>
                          <a:latin typeface="+mn-lt"/>
                          <a:ea typeface="ＭＳ Ｐゴシック" charset="0"/>
                        </a:rPr>
                        <a:t>Commercial_Mobile</a:t>
                      </a:r>
                      <a:endParaRPr lang="fr-FR" sz="700">
                        <a:solidFill>
                          <a:srgbClr val="000000"/>
                        </a:solidFill>
                        <a:latin typeface="+mn-lt"/>
                        <a:ea typeface="ＭＳ Ｐゴシック" charset="0"/>
                      </a:endParaRPr>
                    </a:p>
                  </a:txBody>
                  <a:tcPr/>
                </a:tc>
                <a:tc>
                  <a:txBody>
                    <a:bodyPr/>
                    <a:lstStyle/>
                    <a:p>
                      <a:r>
                        <a:rPr lang="fr-FR" sz="800"/>
                        <a:t>Branche Commerciale</a:t>
                      </a:r>
                    </a:p>
                    <a:p>
                      <a:r>
                        <a:rPr lang="fr-FR" sz="800"/>
                        <a:t>(Choix 4)</a:t>
                      </a:r>
                    </a:p>
                  </a:txBody>
                  <a:tcPr/>
                </a:tc>
                <a:extLst>
                  <a:ext uri="{0D108BD9-81ED-4DB2-BD59-A6C34878D82A}">
                    <a16:rowId xmlns:a16="http://schemas.microsoft.com/office/drawing/2014/main" val="1111450193"/>
                  </a:ext>
                </a:extLst>
              </a:tr>
              <a:tr h="209308">
                <a:tc>
                  <a:txBody>
                    <a:bodyPr/>
                    <a:lstStyle/>
                    <a:p>
                      <a:r>
                        <a:rPr lang="fr-FR" sz="800" err="1"/>
                        <a:t>Retention</a:t>
                      </a:r>
                      <a:endParaRPr lang="fr-FR" sz="800"/>
                    </a:p>
                  </a:txBody>
                  <a:tcPr/>
                </a:tc>
                <a:tc>
                  <a:txBody>
                    <a:bodyPr/>
                    <a:lstStyle/>
                    <a:p>
                      <a:r>
                        <a:rPr lang="fr-FR" sz="800"/>
                        <a:t>Branche Rétention</a:t>
                      </a:r>
                    </a:p>
                    <a:p>
                      <a:r>
                        <a:rPr lang="fr-FR" sz="800"/>
                        <a:t>(Choix 5)</a:t>
                      </a:r>
                    </a:p>
                  </a:txBody>
                  <a:tcPr/>
                </a:tc>
                <a:extLst>
                  <a:ext uri="{0D108BD9-81ED-4DB2-BD59-A6C34878D82A}">
                    <a16:rowId xmlns:a16="http://schemas.microsoft.com/office/drawing/2014/main" val="958350700"/>
                  </a:ext>
                </a:extLst>
              </a:tr>
            </a:tbl>
          </a:graphicData>
        </a:graphic>
      </p:graphicFrame>
      <p:sp>
        <p:nvSpPr>
          <p:cNvPr id="8" name="Text Box 157">
            <a:extLst>
              <a:ext uri="{FF2B5EF4-FFF2-40B4-BE49-F238E27FC236}">
                <a16:creationId xmlns:a16="http://schemas.microsoft.com/office/drawing/2014/main" id="{6ADAC544-FE81-143B-56A5-7BEB21FD16F6}"/>
              </a:ext>
            </a:extLst>
          </p:cNvPr>
          <p:cNvSpPr txBox="1">
            <a:spLocks noChangeArrowheads="1"/>
          </p:cNvSpPr>
          <p:nvPr/>
        </p:nvSpPr>
        <p:spPr bwMode="auto">
          <a:xfrm>
            <a:off x="6904593" y="4956507"/>
            <a:ext cx="1359609" cy="646331"/>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Entrée si non éligible LN (tableau IRIS intentions à prendre en compte pour mise en table) ou intention non comprise (voir tableau IRIS intentions non comprise)</a:t>
            </a:r>
          </a:p>
        </p:txBody>
      </p:sp>
      <p:sp>
        <p:nvSpPr>
          <p:cNvPr id="9" name="ZoneTexte 8">
            <a:extLst>
              <a:ext uri="{FF2B5EF4-FFF2-40B4-BE49-F238E27FC236}">
                <a16:creationId xmlns:a16="http://schemas.microsoft.com/office/drawing/2014/main" id="{58F8ACE7-AD71-FCFF-2B2E-1524B38FFCF9}"/>
              </a:ext>
            </a:extLst>
          </p:cNvPr>
          <p:cNvSpPr txBox="1"/>
          <p:nvPr/>
        </p:nvSpPr>
        <p:spPr>
          <a:xfrm>
            <a:off x="3121675" y="6435883"/>
            <a:ext cx="3873962" cy="430887"/>
          </a:xfrm>
          <a:prstGeom prst="rect">
            <a:avLst/>
          </a:prstGeom>
          <a:noFill/>
        </p:spPr>
        <p:txBody>
          <a:bodyPr wrap="square" rtlCol="0">
            <a:spAutoFit/>
          </a:bodyPr>
          <a:lstStyle/>
          <a:p>
            <a:r>
              <a:rPr lang="fr-FR" sz="1100"/>
              <a:t>Le filtre TABLE, est commun à l’ensemble des activités (1 seule table pour ABO et FIXE + activité)</a:t>
            </a:r>
          </a:p>
        </p:txBody>
      </p:sp>
      <p:sp>
        <p:nvSpPr>
          <p:cNvPr id="10" name="AutoShape 73">
            <a:extLst>
              <a:ext uri="{FF2B5EF4-FFF2-40B4-BE49-F238E27FC236}">
                <a16:creationId xmlns:a16="http://schemas.microsoft.com/office/drawing/2014/main" id="{B51D1772-AE4C-C4F5-49C6-0515A2416D38}"/>
              </a:ext>
            </a:extLst>
          </p:cNvPr>
          <p:cNvSpPr>
            <a:spLocks noChangeArrowheads="1"/>
          </p:cNvSpPr>
          <p:nvPr/>
        </p:nvSpPr>
        <p:spPr bwMode="auto">
          <a:xfrm>
            <a:off x="5626792" y="5234320"/>
            <a:ext cx="670290" cy="401511"/>
          </a:xfrm>
          <a:prstGeom prst="flowChartDecision">
            <a:avLst/>
          </a:prstGeom>
          <a:solidFill>
            <a:schemeClr val="accent1"/>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Verif tableau IRIS</a:t>
            </a:r>
          </a:p>
        </p:txBody>
      </p:sp>
      <p:cxnSp>
        <p:nvCxnSpPr>
          <p:cNvPr id="13" name="Connecteur droit 12">
            <a:extLst>
              <a:ext uri="{FF2B5EF4-FFF2-40B4-BE49-F238E27FC236}">
                <a16:creationId xmlns:a16="http://schemas.microsoft.com/office/drawing/2014/main" id="{22586FA9-74FF-16E5-441F-60E3882204D2}"/>
              </a:ext>
            </a:extLst>
          </p:cNvPr>
          <p:cNvCxnSpPr>
            <a:stCxn id="108" idx="2"/>
            <a:endCxn id="10" idx="0"/>
          </p:cNvCxnSpPr>
          <p:nvPr/>
        </p:nvCxnSpPr>
        <p:spPr bwMode="auto">
          <a:xfrm flipH="1">
            <a:off x="5961937" y="5157449"/>
            <a:ext cx="4" cy="768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avec flèche 16">
            <a:extLst>
              <a:ext uri="{FF2B5EF4-FFF2-40B4-BE49-F238E27FC236}">
                <a16:creationId xmlns:a16="http://schemas.microsoft.com/office/drawing/2014/main" id="{59D0C27F-A7DC-197B-79A9-622698D8B800}"/>
              </a:ext>
            </a:extLst>
          </p:cNvPr>
          <p:cNvCxnSpPr>
            <a:stCxn id="10" idx="2"/>
            <a:endCxn id="492" idx="2"/>
          </p:cNvCxnSpPr>
          <p:nvPr/>
        </p:nvCxnSpPr>
        <p:spPr bwMode="auto">
          <a:xfrm flipH="1">
            <a:off x="5958631" y="5635831"/>
            <a:ext cx="3306" cy="14323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77497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A2CC301-C189-47EE-97CF-E80B2E2EE91E}" type="slidenum">
              <a:rPr lang="fr-FR" smtClean="0"/>
              <a:pPr eaLnBrk="1" hangingPunct="1"/>
              <a:t>7</a:t>
            </a:fld>
            <a:endParaRPr lang="fr-FR"/>
          </a:p>
        </p:txBody>
      </p:sp>
      <p:sp>
        <p:nvSpPr>
          <p:cNvPr id="41" name="Rectangle 5"/>
          <p:cNvSpPr>
            <a:spLocks noChangeArrowheads="1"/>
          </p:cNvSpPr>
          <p:nvPr/>
        </p:nvSpPr>
        <p:spPr bwMode="auto">
          <a:xfrm>
            <a:off x="3209071" y="1420675"/>
            <a:ext cx="3104338" cy="646331"/>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latin typeface="Arial"/>
              </a:rPr>
              <a:t>FIXE MENU PRINCIPAL – AB Test</a:t>
            </a:r>
            <a:endParaRPr lang="fr-FR" sz="600">
              <a:solidFill>
                <a:srgbClr val="000000"/>
              </a:solidFill>
              <a:latin typeface="Arial"/>
              <a:ea typeface="ＭＳ Ｐゴシック" pitchFamily="-80" charset="-128"/>
            </a:endParaRPr>
          </a:p>
          <a:p>
            <a:pPr algn="ctr"/>
            <a:r>
              <a:rPr lang="fr-FR" sz="600">
                <a:latin typeface="Arial"/>
                <a:ea typeface="ＭＳ Ｐゴシック" pitchFamily="-80" charset="-128"/>
              </a:rPr>
              <a:t>[ACTIVITE], </a:t>
            </a:r>
            <a:r>
              <a:rPr lang="fr-FR" sz="600">
                <a:solidFill>
                  <a:srgbClr val="000000"/>
                </a:solidFill>
                <a:latin typeface="Arial"/>
                <a:ea typeface="ＭＳ Ｐゴシック" pitchFamily="-80" charset="-128"/>
              </a:rPr>
              <a:t>tapez 1</a:t>
            </a:r>
          </a:p>
          <a:p>
            <a:pPr algn="ctr"/>
            <a:r>
              <a:rPr lang="fr-FR" sz="600">
                <a:latin typeface="Arial"/>
                <a:ea typeface="ＭＳ Ｐゴシック" pitchFamily="-80" charset="-128"/>
              </a:rPr>
              <a:t>[ACTIVITE]</a:t>
            </a:r>
            <a:r>
              <a:rPr lang="fr-FR" sz="600">
                <a:solidFill>
                  <a:srgbClr val="000000"/>
                </a:solidFill>
                <a:latin typeface="Arial"/>
                <a:ea typeface="ＭＳ Ｐゴシック" pitchFamily="-80" charset="-128"/>
              </a:rPr>
              <a:t>, tapez 2</a:t>
            </a:r>
          </a:p>
          <a:p>
            <a:pPr algn="ctr"/>
            <a:r>
              <a:rPr lang="fr-FR" sz="600">
                <a:latin typeface="Arial"/>
                <a:ea typeface="ＭＳ Ｐゴシック" pitchFamily="-80" charset="-128"/>
              </a:rPr>
              <a:t>[ACTIVITE]</a:t>
            </a:r>
            <a:r>
              <a:rPr lang="fr-FR" sz="600">
                <a:solidFill>
                  <a:srgbClr val="000000"/>
                </a:solidFill>
                <a:latin typeface="Arial"/>
                <a:ea typeface="ＭＳ Ｐゴシック" pitchFamily="-80" charset="-128"/>
              </a:rPr>
              <a:t>, tapez 3 </a:t>
            </a:r>
          </a:p>
          <a:p>
            <a:pPr algn="ctr"/>
            <a:r>
              <a:rPr lang="fr-FR" sz="600">
                <a:latin typeface="Arial"/>
                <a:ea typeface="ＭＳ Ｐゴシック" pitchFamily="-80" charset="-128"/>
              </a:rPr>
              <a:t>[ACTIVITE], tapez 4</a:t>
            </a:r>
          </a:p>
          <a:p>
            <a:pPr algn="ctr"/>
            <a:r>
              <a:rPr lang="fr-FR" sz="600">
                <a:latin typeface="Arial"/>
                <a:ea typeface="ＭＳ Ｐゴシック" pitchFamily="-80" charset="-128"/>
              </a:rPr>
              <a:t>[ACTIVITE], tapez 5</a:t>
            </a:r>
          </a:p>
        </p:txBody>
      </p:sp>
      <p:sp>
        <p:nvSpPr>
          <p:cNvPr id="42" name="AutoShape 8"/>
          <p:cNvSpPr>
            <a:spLocks noChangeArrowheads="1"/>
          </p:cNvSpPr>
          <p:nvPr/>
        </p:nvSpPr>
        <p:spPr bwMode="auto">
          <a:xfrm>
            <a:off x="4517199" y="2360204"/>
            <a:ext cx="504143" cy="291394"/>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sp>
        <p:nvSpPr>
          <p:cNvPr id="44" name="AutoShape 13"/>
          <p:cNvSpPr>
            <a:spLocks noChangeArrowheads="1"/>
          </p:cNvSpPr>
          <p:nvPr/>
        </p:nvSpPr>
        <p:spPr bwMode="auto">
          <a:xfrm>
            <a:off x="5808226" y="3418800"/>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4</a:t>
            </a:r>
            <a:endParaRPr lang="fr-FR" sz="1000"/>
          </a:p>
        </p:txBody>
      </p:sp>
      <p:sp>
        <p:nvSpPr>
          <p:cNvPr id="45" name="AutoShape 17"/>
          <p:cNvSpPr>
            <a:spLocks noChangeArrowheads="1"/>
          </p:cNvSpPr>
          <p:nvPr/>
        </p:nvSpPr>
        <p:spPr bwMode="auto">
          <a:xfrm>
            <a:off x="2205957" y="3421509"/>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2</a:t>
            </a:r>
          </a:p>
        </p:txBody>
      </p:sp>
      <p:sp>
        <p:nvSpPr>
          <p:cNvPr id="47" name="AutoShape 27"/>
          <p:cNvSpPr>
            <a:spLocks noChangeArrowheads="1"/>
          </p:cNvSpPr>
          <p:nvPr/>
        </p:nvSpPr>
        <p:spPr bwMode="auto">
          <a:xfrm>
            <a:off x="8174704" y="3054245"/>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strike="sngStrike"/>
              <a:t>NM NI &gt; 1</a:t>
            </a:r>
          </a:p>
          <a:p>
            <a:pPr algn="ctr" defTabSz="379413" eaLnBrk="0" hangingPunct="0"/>
            <a:r>
              <a:rPr lang="fr-FR" sz="600">
                <a:solidFill>
                  <a:srgbClr val="FF0000"/>
                </a:solidFill>
                <a:latin typeface="Arial"/>
              </a:rPr>
              <a:t>NM NI = 3</a:t>
            </a:r>
          </a:p>
        </p:txBody>
      </p:sp>
      <p:cxnSp>
        <p:nvCxnSpPr>
          <p:cNvPr id="49" name="AutoShape 32"/>
          <p:cNvCxnSpPr>
            <a:cxnSpLocks noChangeShapeType="1"/>
            <a:stCxn id="63" idx="1"/>
            <a:endCxn id="41" idx="3"/>
          </p:cNvCxnSpPr>
          <p:nvPr/>
        </p:nvCxnSpPr>
        <p:spPr bwMode="auto">
          <a:xfrm rot="10800000">
            <a:off x="6313409" y="1743842"/>
            <a:ext cx="1474072" cy="290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38">
            <a:hlinkClick r:id="rId3" action="ppaction://hlinksldjump"/>
          </p:cNvPr>
          <p:cNvSpPr>
            <a:spLocks noChangeArrowheads="1"/>
          </p:cNvSpPr>
          <p:nvPr/>
        </p:nvSpPr>
        <p:spPr bwMode="auto">
          <a:xfrm rot="10800000">
            <a:off x="4211794" y="480179"/>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p:txBody>
      </p:sp>
      <p:sp>
        <p:nvSpPr>
          <p:cNvPr id="52" name="AutoShape 41"/>
          <p:cNvSpPr>
            <a:spLocks noChangeArrowheads="1"/>
          </p:cNvSpPr>
          <p:nvPr/>
        </p:nvSpPr>
        <p:spPr bwMode="auto">
          <a:xfrm>
            <a:off x="1747448" y="3743035"/>
            <a:ext cx="1142057" cy="14632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AB_20000_[ACTIVITE]</a:t>
            </a:r>
          </a:p>
        </p:txBody>
      </p:sp>
      <p:cxnSp>
        <p:nvCxnSpPr>
          <p:cNvPr id="62" name="AutoShape 67"/>
          <p:cNvCxnSpPr>
            <a:cxnSpLocks noChangeShapeType="1"/>
            <a:stCxn id="59" idx="2"/>
            <a:endCxn id="115" idx="0"/>
          </p:cNvCxnSpPr>
          <p:nvPr/>
        </p:nvCxnSpPr>
        <p:spPr bwMode="auto">
          <a:xfrm>
            <a:off x="8504904" y="3658971"/>
            <a:ext cx="0" cy="1493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Rectangle 68"/>
          <p:cNvSpPr>
            <a:spLocks noChangeArrowheads="1"/>
          </p:cNvSpPr>
          <p:nvPr/>
        </p:nvSpPr>
        <p:spPr bwMode="auto">
          <a:xfrm>
            <a:off x="7787481" y="1562080"/>
            <a:ext cx="1131887" cy="369332"/>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r>
              <a:rPr lang="fr-FR" sz="600">
                <a:solidFill>
                  <a:srgbClr val="CC3300"/>
                </a:solidFill>
              </a:rPr>
              <a:t>SAISIE BIS</a:t>
            </a:r>
          </a:p>
          <a:p>
            <a:pPr algn="ctr" eaLnBrk="0" hangingPunct="0"/>
            <a:r>
              <a:rPr lang="fr-FR" sz="600"/>
              <a:t>Désolé nous n’avons pas compris votre choix…</a:t>
            </a:r>
          </a:p>
        </p:txBody>
      </p:sp>
      <p:sp>
        <p:nvSpPr>
          <p:cNvPr id="68" name="AutoShape 37"/>
          <p:cNvSpPr>
            <a:spLocks noChangeArrowheads="1"/>
          </p:cNvSpPr>
          <p:nvPr/>
        </p:nvSpPr>
        <p:spPr bwMode="auto">
          <a:xfrm>
            <a:off x="7500902" y="2201654"/>
            <a:ext cx="711675" cy="16744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AB_90001_NMNI</a:t>
            </a:r>
          </a:p>
        </p:txBody>
      </p:sp>
      <p:sp>
        <p:nvSpPr>
          <p:cNvPr id="89" name="AutoShape 42"/>
          <p:cNvSpPr>
            <a:spLocks noChangeArrowheads="1"/>
          </p:cNvSpPr>
          <p:nvPr/>
        </p:nvSpPr>
        <p:spPr bwMode="auto">
          <a:xfrm>
            <a:off x="5459977" y="3746984"/>
            <a:ext cx="892742" cy="1280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AB_40000_[ACTIVITE]</a:t>
            </a:r>
          </a:p>
        </p:txBody>
      </p:sp>
      <p:sp>
        <p:nvSpPr>
          <p:cNvPr id="82" name="Text Box 4"/>
          <p:cNvSpPr txBox="1">
            <a:spLocks noChangeArrowheads="1"/>
          </p:cNvSpPr>
          <p:nvPr/>
        </p:nvSpPr>
        <p:spPr bwMode="auto">
          <a:xfrm>
            <a:off x="31260" y="31383"/>
            <a:ext cx="52610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FIXE</a:t>
            </a:r>
          </a:p>
        </p:txBody>
      </p:sp>
      <p:cxnSp>
        <p:nvCxnSpPr>
          <p:cNvPr id="124" name="AutoShape 67"/>
          <p:cNvCxnSpPr>
            <a:cxnSpLocks noChangeShapeType="1"/>
            <a:stCxn id="47" idx="2"/>
            <a:endCxn id="59" idx="2"/>
          </p:cNvCxnSpPr>
          <p:nvPr/>
        </p:nvCxnSpPr>
        <p:spPr bwMode="auto">
          <a:xfrm>
            <a:off x="8504904" y="3255857"/>
            <a:ext cx="0" cy="40311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AutoShape 55"/>
          <p:cNvSpPr>
            <a:spLocks noChangeArrowheads="1"/>
          </p:cNvSpPr>
          <p:nvPr/>
        </p:nvSpPr>
        <p:spPr bwMode="auto">
          <a:xfrm>
            <a:off x="8006429" y="3448253"/>
            <a:ext cx="996950" cy="2107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AB_90003_NMNI_X3</a:t>
            </a:r>
          </a:p>
        </p:txBody>
      </p:sp>
      <p:sp>
        <p:nvSpPr>
          <p:cNvPr id="74" name="AutoShape 41"/>
          <p:cNvSpPr>
            <a:spLocks noChangeArrowheads="1"/>
          </p:cNvSpPr>
          <p:nvPr/>
        </p:nvSpPr>
        <p:spPr bwMode="auto">
          <a:xfrm>
            <a:off x="118635" y="3721184"/>
            <a:ext cx="1082714" cy="1580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AB_10000_[ACTIVITE]</a:t>
            </a:r>
          </a:p>
        </p:txBody>
      </p:sp>
      <p:sp>
        <p:nvSpPr>
          <p:cNvPr id="114" name="AutoShape 105"/>
          <p:cNvSpPr>
            <a:spLocks noChangeArrowheads="1"/>
          </p:cNvSpPr>
          <p:nvPr/>
        </p:nvSpPr>
        <p:spPr bwMode="auto">
          <a:xfrm>
            <a:off x="8433465" y="4485516"/>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115" name="Rectangle 106"/>
          <p:cNvSpPr>
            <a:spLocks noChangeArrowheads="1"/>
          </p:cNvSpPr>
          <p:nvPr/>
        </p:nvSpPr>
        <p:spPr bwMode="auto">
          <a:xfrm>
            <a:off x="7896097" y="3808296"/>
            <a:ext cx="1217613" cy="46990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D31E05"/>
                </a:solidFill>
              </a:rPr>
              <a:t>QUIT</a:t>
            </a:r>
          </a:p>
          <a:p>
            <a:pPr algn="ctr" eaLnBrk="0" hangingPunct="0"/>
            <a:r>
              <a:rPr lang="fr-FR" sz="600"/>
              <a:t>Désolé, nous n’avons pas compris votre demande. SFR vous remercie de votre appel </a:t>
            </a:r>
          </a:p>
        </p:txBody>
      </p:sp>
      <p:cxnSp>
        <p:nvCxnSpPr>
          <p:cNvPr id="116" name="AutoShape 109"/>
          <p:cNvCxnSpPr>
            <a:cxnSpLocks noChangeShapeType="1"/>
            <a:stCxn id="115" idx="2"/>
            <a:endCxn id="114" idx="0"/>
          </p:cNvCxnSpPr>
          <p:nvPr/>
        </p:nvCxnSpPr>
        <p:spPr bwMode="auto">
          <a:xfrm flipH="1">
            <a:off x="8504903" y="4278196"/>
            <a:ext cx="1" cy="20732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Rectangle 2">
            <a:extLst>
              <a:ext uri="{FF2B5EF4-FFF2-40B4-BE49-F238E27FC236}">
                <a16:creationId xmlns:a16="http://schemas.microsoft.com/office/drawing/2014/main" id="{E80566F2-51B6-4094-B9DB-8AF50D2C64B4}"/>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MENU PRINCIPAL –AB Test</a:t>
            </a:r>
          </a:p>
        </p:txBody>
      </p:sp>
      <p:sp>
        <p:nvSpPr>
          <p:cNvPr id="148" name="AutoShape 17">
            <a:extLst>
              <a:ext uri="{FF2B5EF4-FFF2-40B4-BE49-F238E27FC236}">
                <a16:creationId xmlns:a16="http://schemas.microsoft.com/office/drawing/2014/main" id="{6B534235-F42F-4BBD-BEB6-550CC6895392}"/>
              </a:ext>
            </a:extLst>
          </p:cNvPr>
          <p:cNvSpPr>
            <a:spLocks noChangeArrowheads="1"/>
          </p:cNvSpPr>
          <p:nvPr/>
        </p:nvSpPr>
        <p:spPr bwMode="auto">
          <a:xfrm>
            <a:off x="543630" y="3421509"/>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32" name="Connecteur droit 31">
            <a:extLst>
              <a:ext uri="{FF2B5EF4-FFF2-40B4-BE49-F238E27FC236}">
                <a16:creationId xmlns:a16="http://schemas.microsoft.com/office/drawing/2014/main" id="{2D364C7E-ED4D-4F2F-9DCE-B704B03D117F}"/>
              </a:ext>
            </a:extLst>
          </p:cNvPr>
          <p:cNvCxnSpPr>
            <a:cxnSpLocks/>
            <a:stCxn id="148" idx="2"/>
            <a:endCxn id="74" idx="0"/>
          </p:cNvCxnSpPr>
          <p:nvPr/>
        </p:nvCxnSpPr>
        <p:spPr bwMode="auto">
          <a:xfrm>
            <a:off x="650837" y="3623122"/>
            <a:ext cx="9155" cy="980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a:extLst>
              <a:ext uri="{FF2B5EF4-FFF2-40B4-BE49-F238E27FC236}">
                <a16:creationId xmlns:a16="http://schemas.microsoft.com/office/drawing/2014/main" id="{BCDE6451-63D7-46B1-85D4-96A5F780EAED}"/>
              </a:ext>
            </a:extLst>
          </p:cNvPr>
          <p:cNvCxnSpPr>
            <a:stCxn id="41" idx="2"/>
            <a:endCxn id="42" idx="0"/>
          </p:cNvCxnSpPr>
          <p:nvPr/>
        </p:nvCxnSpPr>
        <p:spPr bwMode="auto">
          <a:xfrm>
            <a:off x="4761240" y="2067006"/>
            <a:ext cx="8031" cy="2931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52">
            <a:extLst>
              <a:ext uri="{FF2B5EF4-FFF2-40B4-BE49-F238E27FC236}">
                <a16:creationId xmlns:a16="http://schemas.microsoft.com/office/drawing/2014/main" id="{41D81F2F-B860-4E17-9A89-19993EF5CFF1}"/>
              </a:ext>
            </a:extLst>
          </p:cNvPr>
          <p:cNvSpPr>
            <a:spLocks noChangeArrowheads="1"/>
          </p:cNvSpPr>
          <p:nvPr/>
        </p:nvSpPr>
        <p:spPr bwMode="auto">
          <a:xfrm>
            <a:off x="398849" y="304180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5" name="AutoShape 13">
            <a:extLst>
              <a:ext uri="{FF2B5EF4-FFF2-40B4-BE49-F238E27FC236}">
                <a16:creationId xmlns:a16="http://schemas.microsoft.com/office/drawing/2014/main" id="{B5843283-BB18-415F-BB3A-581C7AF581BE}"/>
              </a:ext>
            </a:extLst>
          </p:cNvPr>
          <p:cNvSpPr>
            <a:spLocks noChangeArrowheads="1"/>
          </p:cNvSpPr>
          <p:nvPr/>
        </p:nvSpPr>
        <p:spPr bwMode="auto">
          <a:xfrm>
            <a:off x="4152853" y="3369321"/>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3</a:t>
            </a:r>
            <a:endParaRPr lang="fr-FR" sz="1000"/>
          </a:p>
        </p:txBody>
      </p:sp>
      <p:sp>
        <p:nvSpPr>
          <p:cNvPr id="156" name="AutoShape 52">
            <a:extLst>
              <a:ext uri="{FF2B5EF4-FFF2-40B4-BE49-F238E27FC236}">
                <a16:creationId xmlns:a16="http://schemas.microsoft.com/office/drawing/2014/main" id="{95E36B21-DBA9-4999-BB38-04D00A21DEB8}"/>
              </a:ext>
            </a:extLst>
          </p:cNvPr>
          <p:cNvSpPr>
            <a:spLocks noChangeArrowheads="1"/>
          </p:cNvSpPr>
          <p:nvPr/>
        </p:nvSpPr>
        <p:spPr bwMode="auto">
          <a:xfrm>
            <a:off x="2045645" y="3034938"/>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7" name="AutoShape 52">
            <a:extLst>
              <a:ext uri="{FF2B5EF4-FFF2-40B4-BE49-F238E27FC236}">
                <a16:creationId xmlns:a16="http://schemas.microsoft.com/office/drawing/2014/main" id="{23B1A30F-34B2-4746-A6F7-7F1B89960229}"/>
              </a:ext>
            </a:extLst>
          </p:cNvPr>
          <p:cNvSpPr>
            <a:spLocks noChangeArrowheads="1"/>
          </p:cNvSpPr>
          <p:nvPr/>
        </p:nvSpPr>
        <p:spPr bwMode="auto">
          <a:xfrm>
            <a:off x="4000324" y="303493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8" name="AutoShape 52">
            <a:extLst>
              <a:ext uri="{FF2B5EF4-FFF2-40B4-BE49-F238E27FC236}">
                <a16:creationId xmlns:a16="http://schemas.microsoft.com/office/drawing/2014/main" id="{6CE6904A-D763-408A-A964-F48789B3534B}"/>
              </a:ext>
            </a:extLst>
          </p:cNvPr>
          <p:cNvSpPr>
            <a:spLocks noChangeArrowheads="1"/>
          </p:cNvSpPr>
          <p:nvPr/>
        </p:nvSpPr>
        <p:spPr bwMode="auto">
          <a:xfrm>
            <a:off x="5652652" y="3048914"/>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1" name="ZoneTexte 10">
            <a:extLst>
              <a:ext uri="{FF2B5EF4-FFF2-40B4-BE49-F238E27FC236}">
                <a16:creationId xmlns:a16="http://schemas.microsoft.com/office/drawing/2014/main" id="{589795C2-433C-4BD0-A05A-F7E58C03D151}"/>
              </a:ext>
            </a:extLst>
          </p:cNvPr>
          <p:cNvSpPr txBox="1"/>
          <p:nvPr/>
        </p:nvSpPr>
        <p:spPr>
          <a:xfrm>
            <a:off x="194827" y="4062772"/>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1 suivant paramétrage Iris</a:t>
            </a:r>
          </a:p>
        </p:txBody>
      </p:sp>
      <p:cxnSp>
        <p:nvCxnSpPr>
          <p:cNvPr id="13" name="Connecteur droit avec flèche 12">
            <a:extLst>
              <a:ext uri="{FF2B5EF4-FFF2-40B4-BE49-F238E27FC236}">
                <a16:creationId xmlns:a16="http://schemas.microsoft.com/office/drawing/2014/main" id="{25A2C6F1-83BC-4C30-8338-E250A522DAF4}"/>
              </a:ext>
            </a:extLst>
          </p:cNvPr>
          <p:cNvCxnSpPr>
            <a:cxnSpLocks/>
            <a:stCxn id="74" idx="2"/>
            <a:endCxn id="11" idx="0"/>
          </p:cNvCxnSpPr>
          <p:nvPr/>
        </p:nvCxnSpPr>
        <p:spPr bwMode="auto">
          <a:xfrm flipH="1">
            <a:off x="650836" y="3879213"/>
            <a:ext cx="9156" cy="1835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9" name="ZoneTexte 158">
            <a:extLst>
              <a:ext uri="{FF2B5EF4-FFF2-40B4-BE49-F238E27FC236}">
                <a16:creationId xmlns:a16="http://schemas.microsoft.com/office/drawing/2014/main" id="{F51C704E-7D09-4D1F-949B-A3093FEF64E8}"/>
              </a:ext>
            </a:extLst>
          </p:cNvPr>
          <p:cNvSpPr txBox="1"/>
          <p:nvPr/>
        </p:nvSpPr>
        <p:spPr>
          <a:xfrm>
            <a:off x="1857153" y="4062772"/>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2 suivant paramétrage Iris</a:t>
            </a:r>
          </a:p>
        </p:txBody>
      </p:sp>
      <p:cxnSp>
        <p:nvCxnSpPr>
          <p:cNvPr id="16" name="Connecteur droit 15">
            <a:extLst>
              <a:ext uri="{FF2B5EF4-FFF2-40B4-BE49-F238E27FC236}">
                <a16:creationId xmlns:a16="http://schemas.microsoft.com/office/drawing/2014/main" id="{35E2499B-7DF9-413D-9A4E-225F2CAD3B97}"/>
              </a:ext>
            </a:extLst>
          </p:cNvPr>
          <p:cNvCxnSpPr>
            <a:cxnSpLocks/>
            <a:stCxn id="45" idx="2"/>
            <a:endCxn id="52" idx="0"/>
          </p:cNvCxnSpPr>
          <p:nvPr/>
        </p:nvCxnSpPr>
        <p:spPr bwMode="auto">
          <a:xfrm>
            <a:off x="2313164" y="3623122"/>
            <a:ext cx="5313" cy="1199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avec flèche 20">
            <a:extLst>
              <a:ext uri="{FF2B5EF4-FFF2-40B4-BE49-F238E27FC236}">
                <a16:creationId xmlns:a16="http://schemas.microsoft.com/office/drawing/2014/main" id="{02AC6C9E-D719-43FF-A380-5518621942D8}"/>
              </a:ext>
            </a:extLst>
          </p:cNvPr>
          <p:cNvCxnSpPr>
            <a:cxnSpLocks/>
            <a:stCxn id="52" idx="2"/>
            <a:endCxn id="159" idx="0"/>
          </p:cNvCxnSpPr>
          <p:nvPr/>
        </p:nvCxnSpPr>
        <p:spPr bwMode="auto">
          <a:xfrm flipH="1">
            <a:off x="2313162" y="3889356"/>
            <a:ext cx="5315" cy="1734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AutoShape 41">
            <a:extLst>
              <a:ext uri="{FF2B5EF4-FFF2-40B4-BE49-F238E27FC236}">
                <a16:creationId xmlns:a16="http://schemas.microsoft.com/office/drawing/2014/main" id="{DEEFF99A-DC7F-488B-89BE-3000BA9FCEB2}"/>
              </a:ext>
            </a:extLst>
          </p:cNvPr>
          <p:cNvSpPr>
            <a:spLocks noChangeArrowheads="1"/>
          </p:cNvSpPr>
          <p:nvPr/>
        </p:nvSpPr>
        <p:spPr bwMode="auto">
          <a:xfrm>
            <a:off x="3666729" y="3754274"/>
            <a:ext cx="1183384" cy="1622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AB_30000_[ACTIVITE]</a:t>
            </a:r>
          </a:p>
        </p:txBody>
      </p:sp>
      <p:sp>
        <p:nvSpPr>
          <p:cNvPr id="161" name="ZoneTexte 160">
            <a:extLst>
              <a:ext uri="{FF2B5EF4-FFF2-40B4-BE49-F238E27FC236}">
                <a16:creationId xmlns:a16="http://schemas.microsoft.com/office/drawing/2014/main" id="{4A62B75F-A89D-4F8E-BF63-56DD572FD9FB}"/>
              </a:ext>
            </a:extLst>
          </p:cNvPr>
          <p:cNvSpPr txBox="1"/>
          <p:nvPr/>
        </p:nvSpPr>
        <p:spPr>
          <a:xfrm>
            <a:off x="3792357" y="4072015"/>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3 suivant paramétrage Iris</a:t>
            </a:r>
          </a:p>
        </p:txBody>
      </p:sp>
      <p:sp>
        <p:nvSpPr>
          <p:cNvPr id="164" name="ZoneTexte 163">
            <a:extLst>
              <a:ext uri="{FF2B5EF4-FFF2-40B4-BE49-F238E27FC236}">
                <a16:creationId xmlns:a16="http://schemas.microsoft.com/office/drawing/2014/main" id="{74486356-0476-4636-9BFE-64788BCA0E00}"/>
              </a:ext>
            </a:extLst>
          </p:cNvPr>
          <p:cNvSpPr txBox="1"/>
          <p:nvPr/>
        </p:nvSpPr>
        <p:spPr>
          <a:xfrm>
            <a:off x="5454685" y="4052514"/>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4 suivant paramétrage Iris</a:t>
            </a:r>
          </a:p>
        </p:txBody>
      </p:sp>
      <p:cxnSp>
        <p:nvCxnSpPr>
          <p:cNvPr id="24" name="Connecteur : en angle 23">
            <a:extLst>
              <a:ext uri="{FF2B5EF4-FFF2-40B4-BE49-F238E27FC236}">
                <a16:creationId xmlns:a16="http://schemas.microsoft.com/office/drawing/2014/main" id="{9D165156-6533-43B4-A794-E882293E8F7E}"/>
              </a:ext>
            </a:extLst>
          </p:cNvPr>
          <p:cNvCxnSpPr>
            <a:stCxn id="42" idx="2"/>
            <a:endCxn id="154" idx="0"/>
          </p:cNvCxnSpPr>
          <p:nvPr/>
        </p:nvCxnSpPr>
        <p:spPr bwMode="auto">
          <a:xfrm rot="5400000">
            <a:off x="2519529" y="792062"/>
            <a:ext cx="390207" cy="410927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8EF0900F-1D80-4794-883B-FC3F79AEDFDB}"/>
              </a:ext>
            </a:extLst>
          </p:cNvPr>
          <p:cNvCxnSpPr>
            <a:stCxn id="42" idx="2"/>
            <a:endCxn id="156" idx="0"/>
          </p:cNvCxnSpPr>
          <p:nvPr/>
        </p:nvCxnSpPr>
        <p:spPr bwMode="auto">
          <a:xfrm rot="5400000">
            <a:off x="3346360" y="1612027"/>
            <a:ext cx="383340" cy="246248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 en angle 28">
            <a:extLst>
              <a:ext uri="{FF2B5EF4-FFF2-40B4-BE49-F238E27FC236}">
                <a16:creationId xmlns:a16="http://schemas.microsoft.com/office/drawing/2014/main" id="{62349E08-13C4-4954-BB59-D2CEE54CCFF0}"/>
              </a:ext>
            </a:extLst>
          </p:cNvPr>
          <p:cNvCxnSpPr>
            <a:stCxn id="42" idx="2"/>
            <a:endCxn id="157" idx="0"/>
          </p:cNvCxnSpPr>
          <p:nvPr/>
        </p:nvCxnSpPr>
        <p:spPr bwMode="auto">
          <a:xfrm rot="5400000">
            <a:off x="4323701" y="2589366"/>
            <a:ext cx="383339" cy="50780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 en angle 30">
            <a:extLst>
              <a:ext uri="{FF2B5EF4-FFF2-40B4-BE49-F238E27FC236}">
                <a16:creationId xmlns:a16="http://schemas.microsoft.com/office/drawing/2014/main" id="{F33BF89D-CF05-4465-AF20-3B9F66B45ECC}"/>
              </a:ext>
            </a:extLst>
          </p:cNvPr>
          <p:cNvCxnSpPr>
            <a:stCxn id="42" idx="2"/>
            <a:endCxn id="158" idx="0"/>
          </p:cNvCxnSpPr>
          <p:nvPr/>
        </p:nvCxnSpPr>
        <p:spPr bwMode="auto">
          <a:xfrm rot="16200000" flipH="1">
            <a:off x="5142875" y="2277993"/>
            <a:ext cx="397316" cy="114452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droit 33">
            <a:extLst>
              <a:ext uri="{FF2B5EF4-FFF2-40B4-BE49-F238E27FC236}">
                <a16:creationId xmlns:a16="http://schemas.microsoft.com/office/drawing/2014/main" id="{661FEA7B-933E-4F26-B62A-455533F80B3D}"/>
              </a:ext>
            </a:extLst>
          </p:cNvPr>
          <p:cNvCxnSpPr>
            <a:stCxn id="156" idx="2"/>
            <a:endCxn id="45" idx="6"/>
          </p:cNvCxnSpPr>
          <p:nvPr/>
        </p:nvCxnSpPr>
        <p:spPr bwMode="auto">
          <a:xfrm>
            <a:off x="2306789" y="3284175"/>
            <a:ext cx="6375" cy="1373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Connecteur droit 35">
            <a:extLst>
              <a:ext uri="{FF2B5EF4-FFF2-40B4-BE49-F238E27FC236}">
                <a16:creationId xmlns:a16="http://schemas.microsoft.com/office/drawing/2014/main" id="{4DD8D4B6-3963-48CB-9E93-BFEFF6D5EF9E}"/>
              </a:ext>
            </a:extLst>
          </p:cNvPr>
          <p:cNvCxnSpPr>
            <a:stCxn id="154" idx="2"/>
            <a:endCxn id="148" idx="7"/>
          </p:cNvCxnSpPr>
          <p:nvPr/>
        </p:nvCxnSpPr>
        <p:spPr bwMode="auto">
          <a:xfrm flipH="1">
            <a:off x="650837" y="3291042"/>
            <a:ext cx="9156" cy="1556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Connecteur droit 50">
            <a:extLst>
              <a:ext uri="{FF2B5EF4-FFF2-40B4-BE49-F238E27FC236}">
                <a16:creationId xmlns:a16="http://schemas.microsoft.com/office/drawing/2014/main" id="{0CE1DF4F-0C9A-4758-8AE6-5FCFAD7FBF9A}"/>
              </a:ext>
            </a:extLst>
          </p:cNvPr>
          <p:cNvCxnSpPr>
            <a:stCxn id="157" idx="2"/>
            <a:endCxn id="155" idx="6"/>
          </p:cNvCxnSpPr>
          <p:nvPr/>
        </p:nvCxnSpPr>
        <p:spPr bwMode="auto">
          <a:xfrm flipH="1">
            <a:off x="4258422" y="3284174"/>
            <a:ext cx="3046" cy="8514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Connecteur droit 74">
            <a:extLst>
              <a:ext uri="{FF2B5EF4-FFF2-40B4-BE49-F238E27FC236}">
                <a16:creationId xmlns:a16="http://schemas.microsoft.com/office/drawing/2014/main" id="{0553B202-8E07-499D-AD08-E4549A9B2C40}"/>
              </a:ext>
            </a:extLst>
          </p:cNvPr>
          <p:cNvCxnSpPr>
            <a:cxnSpLocks/>
            <a:stCxn id="155" idx="2"/>
            <a:endCxn id="160" idx="0"/>
          </p:cNvCxnSpPr>
          <p:nvPr/>
        </p:nvCxnSpPr>
        <p:spPr bwMode="auto">
          <a:xfrm flipH="1">
            <a:off x="4258421" y="3570934"/>
            <a:ext cx="1" cy="1833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Connecteur droit avec flèche 80">
            <a:extLst>
              <a:ext uri="{FF2B5EF4-FFF2-40B4-BE49-F238E27FC236}">
                <a16:creationId xmlns:a16="http://schemas.microsoft.com/office/drawing/2014/main" id="{E48EE35D-B00B-46B9-B3E9-46BC4CD37273}"/>
              </a:ext>
            </a:extLst>
          </p:cNvPr>
          <p:cNvCxnSpPr>
            <a:cxnSpLocks/>
            <a:stCxn id="160" idx="2"/>
            <a:endCxn id="161" idx="0"/>
          </p:cNvCxnSpPr>
          <p:nvPr/>
        </p:nvCxnSpPr>
        <p:spPr bwMode="auto">
          <a:xfrm flipH="1">
            <a:off x="4248366" y="3916474"/>
            <a:ext cx="10055" cy="15554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droit 91">
            <a:extLst>
              <a:ext uri="{FF2B5EF4-FFF2-40B4-BE49-F238E27FC236}">
                <a16:creationId xmlns:a16="http://schemas.microsoft.com/office/drawing/2014/main" id="{FF212F37-AB37-42A8-A757-F110A36E191E}"/>
              </a:ext>
            </a:extLst>
          </p:cNvPr>
          <p:cNvCxnSpPr>
            <a:stCxn id="158" idx="2"/>
            <a:endCxn id="44" idx="6"/>
          </p:cNvCxnSpPr>
          <p:nvPr/>
        </p:nvCxnSpPr>
        <p:spPr bwMode="auto">
          <a:xfrm flipH="1">
            <a:off x="5913795" y="3298151"/>
            <a:ext cx="1" cy="1206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Connecteur droit 95">
            <a:extLst>
              <a:ext uri="{FF2B5EF4-FFF2-40B4-BE49-F238E27FC236}">
                <a16:creationId xmlns:a16="http://schemas.microsoft.com/office/drawing/2014/main" id="{DA97EB4B-B2A3-49E8-9707-C76FBCD39121}"/>
              </a:ext>
            </a:extLst>
          </p:cNvPr>
          <p:cNvCxnSpPr>
            <a:cxnSpLocks/>
            <a:stCxn id="44" idx="3"/>
            <a:endCxn id="89" idx="0"/>
          </p:cNvCxnSpPr>
          <p:nvPr/>
        </p:nvCxnSpPr>
        <p:spPr bwMode="auto">
          <a:xfrm flipH="1">
            <a:off x="5906348" y="3595211"/>
            <a:ext cx="7447" cy="1517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Connecteur droit avec flèche 101">
            <a:extLst>
              <a:ext uri="{FF2B5EF4-FFF2-40B4-BE49-F238E27FC236}">
                <a16:creationId xmlns:a16="http://schemas.microsoft.com/office/drawing/2014/main" id="{EB76C578-EA9F-4F9B-AE5D-C09296E5FA4C}"/>
              </a:ext>
            </a:extLst>
          </p:cNvPr>
          <p:cNvCxnSpPr>
            <a:cxnSpLocks/>
            <a:stCxn id="89" idx="2"/>
            <a:endCxn id="164" idx="0"/>
          </p:cNvCxnSpPr>
          <p:nvPr/>
        </p:nvCxnSpPr>
        <p:spPr bwMode="auto">
          <a:xfrm>
            <a:off x="5906348" y="3875073"/>
            <a:ext cx="4346" cy="17744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ZoneTexte 103">
            <a:extLst>
              <a:ext uri="{FF2B5EF4-FFF2-40B4-BE49-F238E27FC236}">
                <a16:creationId xmlns:a16="http://schemas.microsoft.com/office/drawing/2014/main" id="{5C06BCBB-F019-4101-954F-5118A39F2252}"/>
              </a:ext>
            </a:extLst>
          </p:cNvPr>
          <p:cNvSpPr txBox="1"/>
          <p:nvPr/>
        </p:nvSpPr>
        <p:spPr>
          <a:xfrm>
            <a:off x="194827" y="6040486"/>
            <a:ext cx="2625792" cy="646331"/>
          </a:xfrm>
          <a:prstGeom prst="rect">
            <a:avLst/>
          </a:prstGeom>
          <a:noFill/>
        </p:spPr>
        <p:txBody>
          <a:bodyPr wrap="square" rtlCol="0">
            <a:spAutoFit/>
          </a:bodyPr>
          <a:lstStyle/>
          <a:p>
            <a:r>
              <a:rPr lang="fr-FR" sz="1200"/>
              <a:t>Le parcours paramétré reste inchangé suivant son positionnement sur la branche SVI</a:t>
            </a:r>
          </a:p>
        </p:txBody>
      </p:sp>
      <p:cxnSp>
        <p:nvCxnSpPr>
          <p:cNvPr id="107" name="Connecteur droit avec flèche 106">
            <a:extLst>
              <a:ext uri="{FF2B5EF4-FFF2-40B4-BE49-F238E27FC236}">
                <a16:creationId xmlns:a16="http://schemas.microsoft.com/office/drawing/2014/main" id="{D5C2304F-72CB-490D-A17F-1749F84F84BF}"/>
              </a:ext>
            </a:extLst>
          </p:cNvPr>
          <p:cNvCxnSpPr>
            <a:cxnSpLocks/>
            <a:stCxn id="50" idx="0"/>
            <a:endCxn id="41" idx="0"/>
          </p:cNvCxnSpPr>
          <p:nvPr/>
        </p:nvCxnSpPr>
        <p:spPr bwMode="auto">
          <a:xfrm>
            <a:off x="4751794" y="840179"/>
            <a:ext cx="9446" cy="5804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 en angle 3">
            <a:extLst>
              <a:ext uri="{FF2B5EF4-FFF2-40B4-BE49-F238E27FC236}">
                <a16:creationId xmlns:a16="http://schemas.microsoft.com/office/drawing/2014/main" id="{7A1BB2E1-ECFB-43B4-BC29-DC031956769A}"/>
              </a:ext>
            </a:extLst>
          </p:cNvPr>
          <p:cNvCxnSpPr>
            <a:stCxn id="42" idx="2"/>
          </p:cNvCxnSpPr>
          <p:nvPr/>
        </p:nvCxnSpPr>
        <p:spPr bwMode="auto">
          <a:xfrm rot="16200000" flipH="1">
            <a:off x="6541252" y="879616"/>
            <a:ext cx="191669" cy="373563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AutoShape 13">
            <a:extLst>
              <a:ext uri="{FF2B5EF4-FFF2-40B4-BE49-F238E27FC236}">
                <a16:creationId xmlns:a16="http://schemas.microsoft.com/office/drawing/2014/main" id="{72B0C56B-7864-47A4-204F-B743ACB07619}"/>
              </a:ext>
            </a:extLst>
          </p:cNvPr>
          <p:cNvSpPr>
            <a:spLocks noChangeArrowheads="1"/>
          </p:cNvSpPr>
          <p:nvPr/>
        </p:nvSpPr>
        <p:spPr bwMode="auto">
          <a:xfrm>
            <a:off x="7061667" y="3448279"/>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5</a:t>
            </a:r>
            <a:endParaRPr lang="fr-FR" sz="1000"/>
          </a:p>
        </p:txBody>
      </p:sp>
      <p:sp>
        <p:nvSpPr>
          <p:cNvPr id="27" name="AutoShape 42">
            <a:extLst>
              <a:ext uri="{FF2B5EF4-FFF2-40B4-BE49-F238E27FC236}">
                <a16:creationId xmlns:a16="http://schemas.microsoft.com/office/drawing/2014/main" id="{3C47410F-7573-1D51-92E2-E32987D19BA2}"/>
              </a:ext>
            </a:extLst>
          </p:cNvPr>
          <p:cNvSpPr>
            <a:spLocks noChangeArrowheads="1"/>
          </p:cNvSpPr>
          <p:nvPr/>
        </p:nvSpPr>
        <p:spPr bwMode="auto">
          <a:xfrm>
            <a:off x="6685672" y="3766893"/>
            <a:ext cx="961187" cy="11396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AB_50000_[ACTIVITE]</a:t>
            </a:r>
          </a:p>
        </p:txBody>
      </p:sp>
      <p:sp>
        <p:nvSpPr>
          <p:cNvPr id="28" name="AutoShape 52">
            <a:extLst>
              <a:ext uri="{FF2B5EF4-FFF2-40B4-BE49-F238E27FC236}">
                <a16:creationId xmlns:a16="http://schemas.microsoft.com/office/drawing/2014/main" id="{E42865C8-3E29-1B09-D3B6-37090671F616}"/>
              </a:ext>
            </a:extLst>
          </p:cNvPr>
          <p:cNvSpPr>
            <a:spLocks noChangeArrowheads="1"/>
          </p:cNvSpPr>
          <p:nvPr/>
        </p:nvSpPr>
        <p:spPr bwMode="auto">
          <a:xfrm>
            <a:off x="6906093" y="307839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30" name="ZoneTexte 29">
            <a:extLst>
              <a:ext uri="{FF2B5EF4-FFF2-40B4-BE49-F238E27FC236}">
                <a16:creationId xmlns:a16="http://schemas.microsoft.com/office/drawing/2014/main" id="{2A876C96-F173-275F-5694-D0C314E925BF}"/>
              </a:ext>
            </a:extLst>
          </p:cNvPr>
          <p:cNvSpPr txBox="1"/>
          <p:nvPr/>
        </p:nvSpPr>
        <p:spPr>
          <a:xfrm>
            <a:off x="6726576" y="4052514"/>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5 suivant paramétrage Iris</a:t>
            </a:r>
          </a:p>
        </p:txBody>
      </p:sp>
      <p:cxnSp>
        <p:nvCxnSpPr>
          <p:cNvPr id="35" name="Connecteur : en angle 34">
            <a:extLst>
              <a:ext uri="{FF2B5EF4-FFF2-40B4-BE49-F238E27FC236}">
                <a16:creationId xmlns:a16="http://schemas.microsoft.com/office/drawing/2014/main" id="{C8CA4375-A3E8-1AC8-3DD7-E93FF1B432C5}"/>
              </a:ext>
            </a:extLst>
          </p:cNvPr>
          <p:cNvCxnSpPr>
            <a:stCxn id="42" idx="2"/>
            <a:endCxn id="28" idx="0"/>
          </p:cNvCxnSpPr>
          <p:nvPr/>
        </p:nvCxnSpPr>
        <p:spPr bwMode="auto">
          <a:xfrm rot="16200000" flipH="1">
            <a:off x="5754857" y="1666012"/>
            <a:ext cx="426795" cy="2397966"/>
          </a:xfrm>
          <a:prstGeom prst="bentConnector3">
            <a:avLst>
              <a:gd name="adj1" fmla="val 4404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Connecteur droit 38">
            <a:extLst>
              <a:ext uri="{FF2B5EF4-FFF2-40B4-BE49-F238E27FC236}">
                <a16:creationId xmlns:a16="http://schemas.microsoft.com/office/drawing/2014/main" id="{E0425E1F-E598-F1C8-B72D-0D48F7A19D6B}"/>
              </a:ext>
            </a:extLst>
          </p:cNvPr>
          <p:cNvCxnSpPr>
            <a:stCxn id="28" idx="2"/>
            <a:endCxn id="25" idx="6"/>
          </p:cNvCxnSpPr>
          <p:nvPr/>
        </p:nvCxnSpPr>
        <p:spPr bwMode="auto">
          <a:xfrm flipH="1">
            <a:off x="7167236" y="3327630"/>
            <a:ext cx="1" cy="1206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42">
            <a:extLst>
              <a:ext uri="{FF2B5EF4-FFF2-40B4-BE49-F238E27FC236}">
                <a16:creationId xmlns:a16="http://schemas.microsoft.com/office/drawing/2014/main" id="{12A69887-9F41-03E0-0135-579AA205518C}"/>
              </a:ext>
            </a:extLst>
          </p:cNvPr>
          <p:cNvCxnSpPr>
            <a:cxnSpLocks/>
            <a:stCxn id="25" idx="2"/>
            <a:endCxn id="27" idx="0"/>
          </p:cNvCxnSpPr>
          <p:nvPr/>
        </p:nvCxnSpPr>
        <p:spPr bwMode="auto">
          <a:xfrm flipH="1">
            <a:off x="7166266" y="3649892"/>
            <a:ext cx="970" cy="1170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droit avec flèche 53">
            <a:extLst>
              <a:ext uri="{FF2B5EF4-FFF2-40B4-BE49-F238E27FC236}">
                <a16:creationId xmlns:a16="http://schemas.microsoft.com/office/drawing/2014/main" id="{2562F598-18DC-428F-42EA-1C9BCEC62E65}"/>
              </a:ext>
            </a:extLst>
          </p:cNvPr>
          <p:cNvCxnSpPr>
            <a:cxnSpLocks/>
            <a:stCxn id="27" idx="2"/>
            <a:endCxn id="30" idx="0"/>
          </p:cNvCxnSpPr>
          <p:nvPr/>
        </p:nvCxnSpPr>
        <p:spPr bwMode="auto">
          <a:xfrm>
            <a:off x="7166266" y="3880855"/>
            <a:ext cx="16319" cy="1716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ZoneTexte 1">
            <a:extLst>
              <a:ext uri="{FF2B5EF4-FFF2-40B4-BE49-F238E27FC236}">
                <a16:creationId xmlns:a16="http://schemas.microsoft.com/office/drawing/2014/main" id="{7DA193FD-A6A1-6837-88B3-7EC7CF1677AB}"/>
              </a:ext>
            </a:extLst>
          </p:cNvPr>
          <p:cNvSpPr txBox="1"/>
          <p:nvPr/>
        </p:nvSpPr>
        <p:spPr>
          <a:xfrm>
            <a:off x="47719" y="538403"/>
            <a:ext cx="2992317" cy="938719"/>
          </a:xfrm>
          <a:prstGeom prst="rect">
            <a:avLst/>
          </a:prstGeom>
          <a:noFill/>
          <a:ln>
            <a:solidFill>
              <a:schemeClr val="tx1"/>
            </a:solidFill>
          </a:ln>
        </p:spPr>
        <p:txBody>
          <a:bodyPr wrap="square">
            <a:spAutoFit/>
          </a:bodyPr>
          <a:lstStyle/>
          <a:p>
            <a:r>
              <a:rPr lang="fr-FR" sz="800">
                <a:ea typeface="ＭＳ Ｐゴシック" pitchFamily="-80" charset="-128"/>
              </a:rPr>
              <a:t>[ACTIVITE]</a:t>
            </a:r>
          </a:p>
          <a:p>
            <a:r>
              <a:rPr lang="fr-FR" sz="800">
                <a:ea typeface="ＭＳ Ｐゴシック" pitchFamily="-80" charset="-128"/>
              </a:rPr>
              <a:t>[SLF] </a:t>
            </a:r>
            <a:r>
              <a:rPr lang="fr-FR" sz="700">
                <a:solidFill>
                  <a:srgbClr val="000000"/>
                </a:solidFill>
                <a:latin typeface="Arial"/>
                <a:ea typeface="ＭＳ Ｐゴシック" pitchFamily="-80" charset="-128"/>
              </a:rPr>
              <a:t>Pour régler votre facture ou pour obtenir un nouveau mot de passe de connexion sfr.fr</a:t>
            </a:r>
            <a:endParaRPr lang="fr-FR" sz="800">
              <a:ea typeface="ＭＳ Ｐゴシック" pitchFamily="-80" charset="-128"/>
            </a:endParaRPr>
          </a:p>
          <a:p>
            <a:r>
              <a:rPr lang="fr-FR" sz="800">
                <a:ea typeface="ＭＳ Ｐゴシック" pitchFamily="-80" charset="-128"/>
              </a:rPr>
              <a:t>[TEK] Pour une assistance technique</a:t>
            </a:r>
          </a:p>
          <a:p>
            <a:r>
              <a:rPr lang="fr-FR" sz="800">
                <a:ea typeface="ＭＳ Ｐゴシック" pitchFamily="-80" charset="-128"/>
              </a:rPr>
              <a:t>[DEM] Pour votre déménagement</a:t>
            </a:r>
          </a:p>
          <a:p>
            <a:r>
              <a:rPr lang="fr-FR" sz="800">
                <a:ea typeface="ＭＳ Ｐゴシック" pitchFamily="-80" charset="-128"/>
              </a:rPr>
              <a:t>[COM] Message à définir avec le métier</a:t>
            </a:r>
          </a:p>
          <a:p>
            <a:r>
              <a:rPr lang="fr-FR" sz="800">
                <a:ea typeface="ＭＳ Ｐゴシック" pitchFamily="-80" charset="-128"/>
              </a:rPr>
              <a:t>[RET] Pour une résiliation</a:t>
            </a:r>
            <a:endParaRPr lang="fr-FR" sz="800"/>
          </a:p>
        </p:txBody>
      </p:sp>
      <p:sp>
        <p:nvSpPr>
          <p:cNvPr id="3" name="AutoShape 38">
            <a:hlinkClick r:id="rId4" action="ppaction://hlinksldjump"/>
            <a:extLst>
              <a:ext uri="{FF2B5EF4-FFF2-40B4-BE49-F238E27FC236}">
                <a16:creationId xmlns:a16="http://schemas.microsoft.com/office/drawing/2014/main" id="{A391538D-3292-648A-93EC-704C7CD1DEDE}"/>
              </a:ext>
            </a:extLst>
          </p:cNvPr>
          <p:cNvSpPr>
            <a:spLocks noChangeArrowheads="1"/>
          </p:cNvSpPr>
          <p:nvPr/>
        </p:nvSpPr>
        <p:spPr bwMode="auto">
          <a:xfrm rot="10800000">
            <a:off x="2426719" y="5548004"/>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SELFCARE – AB Test</a:t>
            </a:r>
          </a:p>
        </p:txBody>
      </p:sp>
      <p:sp>
        <p:nvSpPr>
          <p:cNvPr id="6" name="AutoShape 46">
            <a:hlinkClick r:id="rId3" action="ppaction://hlinksldjump"/>
            <a:extLst>
              <a:ext uri="{FF2B5EF4-FFF2-40B4-BE49-F238E27FC236}">
                <a16:creationId xmlns:a16="http://schemas.microsoft.com/office/drawing/2014/main" id="{97557AED-DC0B-0E65-B99E-9D1CC466F846}"/>
              </a:ext>
            </a:extLst>
          </p:cNvPr>
          <p:cNvSpPr>
            <a:spLocks noChangeArrowheads="1"/>
          </p:cNvSpPr>
          <p:nvPr/>
        </p:nvSpPr>
        <p:spPr bwMode="auto">
          <a:xfrm rot="10800000">
            <a:off x="3801181" y="5563141"/>
            <a:ext cx="1107721" cy="331332"/>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p:txBody>
      </p:sp>
      <p:sp>
        <p:nvSpPr>
          <p:cNvPr id="10" name="AutoShape 131">
            <a:extLst>
              <a:ext uri="{FF2B5EF4-FFF2-40B4-BE49-F238E27FC236}">
                <a16:creationId xmlns:a16="http://schemas.microsoft.com/office/drawing/2014/main" id="{1AB63D84-F8A0-FA69-B75E-FF9BB113C0A3}"/>
              </a:ext>
            </a:extLst>
          </p:cNvPr>
          <p:cNvSpPr>
            <a:spLocks noChangeArrowheads="1"/>
          </p:cNvSpPr>
          <p:nvPr/>
        </p:nvSpPr>
        <p:spPr bwMode="auto">
          <a:xfrm>
            <a:off x="3950692" y="4653332"/>
            <a:ext cx="519102" cy="4852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branche?</a:t>
            </a:r>
          </a:p>
        </p:txBody>
      </p:sp>
      <p:cxnSp>
        <p:nvCxnSpPr>
          <p:cNvPr id="17" name="Connecteur : en angle 16">
            <a:extLst>
              <a:ext uri="{FF2B5EF4-FFF2-40B4-BE49-F238E27FC236}">
                <a16:creationId xmlns:a16="http://schemas.microsoft.com/office/drawing/2014/main" id="{FFE66ECA-DE4F-85A1-A6F2-4E1A8A405C72}"/>
              </a:ext>
            </a:extLst>
          </p:cNvPr>
          <p:cNvCxnSpPr>
            <a:cxnSpLocks/>
            <a:stCxn id="10" idx="2"/>
            <a:endCxn id="3" idx="2"/>
          </p:cNvCxnSpPr>
          <p:nvPr/>
        </p:nvCxnSpPr>
        <p:spPr bwMode="auto">
          <a:xfrm rot="5400000">
            <a:off x="3383755" y="4721515"/>
            <a:ext cx="409453" cy="124352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 en angle 17">
            <a:extLst>
              <a:ext uri="{FF2B5EF4-FFF2-40B4-BE49-F238E27FC236}">
                <a16:creationId xmlns:a16="http://schemas.microsoft.com/office/drawing/2014/main" id="{6A66D391-C0A1-6CFD-6D47-4EAE591425A4}"/>
              </a:ext>
            </a:extLst>
          </p:cNvPr>
          <p:cNvCxnSpPr>
            <a:cxnSpLocks/>
            <a:stCxn id="10" idx="2"/>
            <a:endCxn id="6" idx="2"/>
          </p:cNvCxnSpPr>
          <p:nvPr/>
        </p:nvCxnSpPr>
        <p:spPr bwMode="auto">
          <a:xfrm rot="16200000" flipH="1">
            <a:off x="4070347" y="5278447"/>
            <a:ext cx="424590" cy="14479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 en angle 22">
            <a:extLst>
              <a:ext uri="{FF2B5EF4-FFF2-40B4-BE49-F238E27FC236}">
                <a16:creationId xmlns:a16="http://schemas.microsoft.com/office/drawing/2014/main" id="{5D5CCA44-4112-7B70-7112-FA51A89887D8}"/>
              </a:ext>
            </a:extLst>
          </p:cNvPr>
          <p:cNvCxnSpPr>
            <a:stCxn id="11" idx="2"/>
            <a:endCxn id="10" idx="0"/>
          </p:cNvCxnSpPr>
          <p:nvPr/>
        </p:nvCxnSpPr>
        <p:spPr bwMode="auto">
          <a:xfrm rot="16200000" flipH="1">
            <a:off x="2289148" y="2732236"/>
            <a:ext cx="282783" cy="355940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 en angle 36">
            <a:extLst>
              <a:ext uri="{FF2B5EF4-FFF2-40B4-BE49-F238E27FC236}">
                <a16:creationId xmlns:a16="http://schemas.microsoft.com/office/drawing/2014/main" id="{A9308E1E-710B-2C5C-48C8-0CFB325C3F66}"/>
              </a:ext>
            </a:extLst>
          </p:cNvPr>
          <p:cNvCxnSpPr>
            <a:stCxn id="159" idx="2"/>
            <a:endCxn id="10" idx="0"/>
          </p:cNvCxnSpPr>
          <p:nvPr/>
        </p:nvCxnSpPr>
        <p:spPr bwMode="auto">
          <a:xfrm rot="16200000" flipH="1">
            <a:off x="3120311" y="3563399"/>
            <a:ext cx="282783" cy="189708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20E2C23C-DF03-1BFB-DD07-518C823E8FE5}"/>
              </a:ext>
            </a:extLst>
          </p:cNvPr>
          <p:cNvCxnSpPr>
            <a:stCxn id="161" idx="2"/>
            <a:endCxn id="10" idx="0"/>
          </p:cNvCxnSpPr>
          <p:nvPr/>
        </p:nvCxnSpPr>
        <p:spPr bwMode="auto">
          <a:xfrm rot="5400000">
            <a:off x="4092535" y="4497501"/>
            <a:ext cx="273540" cy="3812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Connecteur : en angle 52">
            <a:extLst>
              <a:ext uri="{FF2B5EF4-FFF2-40B4-BE49-F238E27FC236}">
                <a16:creationId xmlns:a16="http://schemas.microsoft.com/office/drawing/2014/main" id="{6A8D14E5-F362-112E-55F6-1C95ED328743}"/>
              </a:ext>
            </a:extLst>
          </p:cNvPr>
          <p:cNvCxnSpPr>
            <a:stCxn id="164" idx="2"/>
            <a:endCxn id="10" idx="0"/>
          </p:cNvCxnSpPr>
          <p:nvPr/>
        </p:nvCxnSpPr>
        <p:spPr bwMode="auto">
          <a:xfrm rot="5400000">
            <a:off x="4913949" y="3656586"/>
            <a:ext cx="293041" cy="170045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Connecteur : en angle 55">
            <a:extLst>
              <a:ext uri="{FF2B5EF4-FFF2-40B4-BE49-F238E27FC236}">
                <a16:creationId xmlns:a16="http://schemas.microsoft.com/office/drawing/2014/main" id="{5F059FB7-ED7A-EB5A-39A2-67151182F183}"/>
              </a:ext>
            </a:extLst>
          </p:cNvPr>
          <p:cNvCxnSpPr>
            <a:stCxn id="30" idx="2"/>
            <a:endCxn id="10" idx="0"/>
          </p:cNvCxnSpPr>
          <p:nvPr/>
        </p:nvCxnSpPr>
        <p:spPr bwMode="auto">
          <a:xfrm rot="5400000">
            <a:off x="5549894" y="3020640"/>
            <a:ext cx="293041" cy="297234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AutoShape 46">
            <a:hlinkClick r:id="rId5" action="ppaction://hlinksldjump"/>
            <a:extLst>
              <a:ext uri="{FF2B5EF4-FFF2-40B4-BE49-F238E27FC236}">
                <a16:creationId xmlns:a16="http://schemas.microsoft.com/office/drawing/2014/main" id="{77771847-D343-CED2-B6F7-4457D74D2C50}"/>
              </a:ext>
            </a:extLst>
          </p:cNvPr>
          <p:cNvSpPr>
            <a:spLocks noChangeArrowheads="1"/>
          </p:cNvSpPr>
          <p:nvPr/>
        </p:nvSpPr>
        <p:spPr bwMode="auto">
          <a:xfrm rot="10800000">
            <a:off x="5167843" y="5548004"/>
            <a:ext cx="918612" cy="368390"/>
          </a:xfrm>
          <a:prstGeom prst="upArrowCallout">
            <a:avLst>
              <a:gd name="adj1" fmla="val 34532"/>
              <a:gd name="adj2" fmla="val 35535"/>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ADMINISTRATION</a:t>
            </a:r>
          </a:p>
          <a:p>
            <a:pPr algn="ctr" eaLnBrk="0" hangingPunct="0"/>
            <a:r>
              <a:rPr lang="fr-FR" sz="600"/>
              <a:t>(</a:t>
            </a:r>
            <a:r>
              <a:rPr lang="fr-FR" sz="600" i="1"/>
              <a:t>RET</a:t>
            </a:r>
            <a:r>
              <a:rPr lang="fr-FR" sz="600"/>
              <a:t>)</a:t>
            </a:r>
          </a:p>
        </p:txBody>
      </p:sp>
      <p:cxnSp>
        <p:nvCxnSpPr>
          <p:cNvPr id="60" name="Connecteur : en angle 59">
            <a:extLst>
              <a:ext uri="{FF2B5EF4-FFF2-40B4-BE49-F238E27FC236}">
                <a16:creationId xmlns:a16="http://schemas.microsoft.com/office/drawing/2014/main" id="{C808750C-143C-A437-846D-38A215BDDB68}"/>
              </a:ext>
            </a:extLst>
          </p:cNvPr>
          <p:cNvCxnSpPr>
            <a:cxnSpLocks/>
            <a:stCxn id="10" idx="2"/>
            <a:endCxn id="57" idx="2"/>
          </p:cNvCxnSpPr>
          <p:nvPr/>
        </p:nvCxnSpPr>
        <p:spPr bwMode="auto">
          <a:xfrm rot="16200000" flipH="1">
            <a:off x="4713970" y="4634824"/>
            <a:ext cx="409453" cy="141690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ZoneTexte 4">
            <a:extLst>
              <a:ext uri="{FF2B5EF4-FFF2-40B4-BE49-F238E27FC236}">
                <a16:creationId xmlns:a16="http://schemas.microsoft.com/office/drawing/2014/main" id="{17A5A29D-EDAD-B201-F532-89C53CB4F59F}"/>
              </a:ext>
            </a:extLst>
          </p:cNvPr>
          <p:cNvSpPr txBox="1"/>
          <p:nvPr/>
        </p:nvSpPr>
        <p:spPr>
          <a:xfrm>
            <a:off x="5309271" y="598876"/>
            <a:ext cx="3938924" cy="646331"/>
          </a:xfrm>
          <a:prstGeom prst="rect">
            <a:avLst/>
          </a:prstGeom>
          <a:noFill/>
        </p:spPr>
        <p:txBody>
          <a:bodyPr wrap="square" rtlCol="0">
            <a:spAutoFit/>
          </a:bodyPr>
          <a:lstStyle/>
          <a:p>
            <a:r>
              <a:rPr lang="fr-FR" sz="900"/>
              <a:t>AB Test = </a:t>
            </a:r>
            <a:r>
              <a:rPr lang="fr-FR" sz="900" err="1"/>
              <a:t>True</a:t>
            </a:r>
            <a:endParaRPr lang="fr-FR" sz="900"/>
          </a:p>
          <a:p>
            <a:r>
              <a:rPr lang="fr-FR" sz="900"/>
              <a:t>Si AB Test = </a:t>
            </a:r>
            <a:r>
              <a:rPr lang="fr-FR" sz="900" err="1"/>
              <a:t>True</a:t>
            </a:r>
            <a:r>
              <a:rPr lang="fr-FR" sz="900"/>
              <a:t> alors préfixé l’ensemble des balises par AB et par le choix correspondant à l’activité.</a:t>
            </a:r>
          </a:p>
          <a:p>
            <a:r>
              <a:rPr lang="fr-FR" sz="900" i="1"/>
              <a:t>Exemple : AB_10000_COM</a:t>
            </a:r>
          </a:p>
        </p:txBody>
      </p:sp>
      <p:sp>
        <p:nvSpPr>
          <p:cNvPr id="7" name="AutoShape 55">
            <a:extLst>
              <a:ext uri="{FF2B5EF4-FFF2-40B4-BE49-F238E27FC236}">
                <a16:creationId xmlns:a16="http://schemas.microsoft.com/office/drawing/2014/main" id="{46152CCF-17B3-B118-86B6-1ADDA819997D}"/>
              </a:ext>
            </a:extLst>
          </p:cNvPr>
          <p:cNvSpPr>
            <a:spLocks noChangeArrowheads="1"/>
          </p:cNvSpPr>
          <p:nvPr/>
        </p:nvSpPr>
        <p:spPr bwMode="auto">
          <a:xfrm>
            <a:off x="8273139" y="2204809"/>
            <a:ext cx="840571" cy="16744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AB_90002_NMNI_X2</a:t>
            </a:r>
          </a:p>
        </p:txBody>
      </p:sp>
      <p:cxnSp>
        <p:nvCxnSpPr>
          <p:cNvPr id="22" name="Connecteur : en angle 21">
            <a:extLst>
              <a:ext uri="{FF2B5EF4-FFF2-40B4-BE49-F238E27FC236}">
                <a16:creationId xmlns:a16="http://schemas.microsoft.com/office/drawing/2014/main" id="{F22078EC-4E05-9811-3DA0-D3BA451EEBCF}"/>
              </a:ext>
            </a:extLst>
          </p:cNvPr>
          <p:cNvCxnSpPr>
            <a:stCxn id="68" idx="0"/>
            <a:endCxn id="63" idx="2"/>
          </p:cNvCxnSpPr>
          <p:nvPr/>
        </p:nvCxnSpPr>
        <p:spPr bwMode="auto">
          <a:xfrm rot="5400000" flipH="1" flipV="1">
            <a:off x="7969961" y="1818191"/>
            <a:ext cx="270242" cy="49668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Connecteur : en angle 45">
            <a:extLst>
              <a:ext uri="{FF2B5EF4-FFF2-40B4-BE49-F238E27FC236}">
                <a16:creationId xmlns:a16="http://schemas.microsoft.com/office/drawing/2014/main" id="{C14DD04F-BB35-CFF8-E2CC-940422A00791}"/>
              </a:ext>
            </a:extLst>
          </p:cNvPr>
          <p:cNvCxnSpPr>
            <a:stCxn id="7" idx="0"/>
            <a:endCxn id="63" idx="2"/>
          </p:cNvCxnSpPr>
          <p:nvPr/>
        </p:nvCxnSpPr>
        <p:spPr bwMode="auto">
          <a:xfrm rot="16200000" flipV="1">
            <a:off x="8386727" y="1898111"/>
            <a:ext cx="273397" cy="34000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Connecteur : en angle 54">
            <a:extLst>
              <a:ext uri="{FF2B5EF4-FFF2-40B4-BE49-F238E27FC236}">
                <a16:creationId xmlns:a16="http://schemas.microsoft.com/office/drawing/2014/main" id="{68040365-7395-534F-203E-6D5C2283D59F}"/>
              </a:ext>
            </a:extLst>
          </p:cNvPr>
          <p:cNvCxnSpPr>
            <a:stCxn id="68" idx="2"/>
            <a:endCxn id="47" idx="6"/>
          </p:cNvCxnSpPr>
          <p:nvPr/>
        </p:nvCxnSpPr>
        <p:spPr bwMode="auto">
          <a:xfrm rot="16200000" flipH="1">
            <a:off x="7838249" y="2387590"/>
            <a:ext cx="685146" cy="648164"/>
          </a:xfrm>
          <a:prstGeom prst="bentConnector3">
            <a:avLst>
              <a:gd name="adj1" fmla="val 5019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 name="Connecteur : en angle 4095">
            <a:extLst>
              <a:ext uri="{FF2B5EF4-FFF2-40B4-BE49-F238E27FC236}">
                <a16:creationId xmlns:a16="http://schemas.microsoft.com/office/drawing/2014/main" id="{719918B7-B28F-0478-55C9-46E3D375698A}"/>
              </a:ext>
            </a:extLst>
          </p:cNvPr>
          <p:cNvCxnSpPr>
            <a:endCxn id="7" idx="2"/>
          </p:cNvCxnSpPr>
          <p:nvPr/>
        </p:nvCxnSpPr>
        <p:spPr bwMode="auto">
          <a:xfrm rot="5400000" flipH="1" flipV="1">
            <a:off x="8260833" y="2616323"/>
            <a:ext cx="676660" cy="18852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4" name="Text Box 157">
            <a:extLst>
              <a:ext uri="{FF2B5EF4-FFF2-40B4-BE49-F238E27FC236}">
                <a16:creationId xmlns:a16="http://schemas.microsoft.com/office/drawing/2014/main" id="{AFB95729-2A56-EFE8-4C2F-8C3346838210}"/>
              </a:ext>
            </a:extLst>
          </p:cNvPr>
          <p:cNvSpPr txBox="1">
            <a:spLocks noChangeArrowheads="1"/>
          </p:cNvSpPr>
          <p:nvPr/>
        </p:nvSpPr>
        <p:spPr bwMode="auto">
          <a:xfrm>
            <a:off x="8620545" y="2354895"/>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=2</a:t>
            </a:r>
          </a:p>
        </p:txBody>
      </p:sp>
      <p:sp>
        <p:nvSpPr>
          <p:cNvPr id="4105" name="Text Box 157">
            <a:extLst>
              <a:ext uri="{FF2B5EF4-FFF2-40B4-BE49-F238E27FC236}">
                <a16:creationId xmlns:a16="http://schemas.microsoft.com/office/drawing/2014/main" id="{2CC9FB88-95C5-D24A-6B01-FE22FCDDA2C8}"/>
              </a:ext>
            </a:extLst>
          </p:cNvPr>
          <p:cNvSpPr txBox="1">
            <a:spLocks noChangeArrowheads="1"/>
          </p:cNvSpPr>
          <p:nvPr/>
        </p:nvSpPr>
        <p:spPr bwMode="auto">
          <a:xfrm>
            <a:off x="7434904" y="2343297"/>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=1</a:t>
            </a:r>
          </a:p>
        </p:txBody>
      </p:sp>
      <p:sp>
        <p:nvSpPr>
          <p:cNvPr id="4106" name="Text Box 157">
            <a:extLst>
              <a:ext uri="{FF2B5EF4-FFF2-40B4-BE49-F238E27FC236}">
                <a16:creationId xmlns:a16="http://schemas.microsoft.com/office/drawing/2014/main" id="{DD8919F1-1B8A-3FDF-0113-210CE75795E1}"/>
              </a:ext>
            </a:extLst>
          </p:cNvPr>
          <p:cNvSpPr txBox="1">
            <a:spLocks noChangeArrowheads="1"/>
          </p:cNvSpPr>
          <p:nvPr/>
        </p:nvSpPr>
        <p:spPr bwMode="auto">
          <a:xfrm>
            <a:off x="8454672" y="287389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4107" name="Text Box 157">
            <a:extLst>
              <a:ext uri="{FF2B5EF4-FFF2-40B4-BE49-F238E27FC236}">
                <a16:creationId xmlns:a16="http://schemas.microsoft.com/office/drawing/2014/main" id="{3AEB5C42-11AE-7907-F2B8-AA7E06E297E2}"/>
              </a:ext>
            </a:extLst>
          </p:cNvPr>
          <p:cNvSpPr txBox="1">
            <a:spLocks noChangeArrowheads="1"/>
          </p:cNvSpPr>
          <p:nvPr/>
        </p:nvSpPr>
        <p:spPr bwMode="auto">
          <a:xfrm>
            <a:off x="8453207" y="3264963"/>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Tree>
    <p:extLst>
      <p:ext uri="{BB962C8B-B14F-4D97-AF65-F5344CB8AC3E}">
        <p14:creationId xmlns:p14="http://schemas.microsoft.com/office/powerpoint/2010/main" val="2418282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a:xfrm>
            <a:off x="8275232" y="303143"/>
            <a:ext cx="476250" cy="304800"/>
          </a:xfrm>
        </p:spPr>
        <p:txBody>
          <a:bodyPr/>
          <a:lstStyle/>
          <a:p>
            <a:pPr>
              <a:defRPr/>
            </a:pPr>
            <a:fld id="{3328B884-BB66-4D70-B39E-B74023A95CDC}" type="slidenum">
              <a:rPr lang="fr-FR" smtClean="0"/>
              <a:pPr>
                <a:defRPr/>
              </a:pPr>
              <a:t>8</a:t>
            </a:fld>
            <a:endParaRPr lang="fr-FR"/>
          </a:p>
        </p:txBody>
      </p:sp>
      <p:sp>
        <p:nvSpPr>
          <p:cNvPr id="47" name="AutoShape 98">
            <a:hlinkClick r:id="rId2" action="ppaction://hlinksldjump"/>
          </p:cNvPr>
          <p:cNvSpPr>
            <a:spLocks noChangeArrowheads="1"/>
          </p:cNvSpPr>
          <p:nvPr/>
        </p:nvSpPr>
        <p:spPr bwMode="auto">
          <a:xfrm rot="10800000">
            <a:off x="65366" y="547252"/>
            <a:ext cx="826200" cy="39596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 </a:t>
            </a:r>
          </a:p>
        </p:txBody>
      </p:sp>
      <p:sp>
        <p:nvSpPr>
          <p:cNvPr id="103" name="AutoShape 62">
            <a:hlinkClick r:id="" action="ppaction://noaction"/>
          </p:cNvPr>
          <p:cNvSpPr>
            <a:spLocks noChangeArrowheads="1"/>
          </p:cNvSpPr>
          <p:nvPr/>
        </p:nvSpPr>
        <p:spPr bwMode="auto">
          <a:xfrm>
            <a:off x="5772639" y="4944684"/>
            <a:ext cx="635120" cy="32067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ea typeface="+mn-ea"/>
              </a:rPr>
              <a:t>TYPE CLIENT</a:t>
            </a:r>
          </a:p>
        </p:txBody>
      </p:sp>
      <p:sp>
        <p:nvSpPr>
          <p:cNvPr id="109" name="Text Box 157"/>
          <p:cNvSpPr txBox="1">
            <a:spLocks noChangeArrowheads="1"/>
          </p:cNvSpPr>
          <p:nvPr/>
        </p:nvSpPr>
        <p:spPr bwMode="auto">
          <a:xfrm>
            <a:off x="1314245" y="5307246"/>
            <a:ext cx="38664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ADSL</a:t>
            </a:r>
          </a:p>
        </p:txBody>
      </p:sp>
      <p:sp>
        <p:nvSpPr>
          <p:cNvPr id="132" name="AutoShape 162"/>
          <p:cNvSpPr>
            <a:spLocks noChangeArrowheads="1"/>
          </p:cNvSpPr>
          <p:nvPr/>
        </p:nvSpPr>
        <p:spPr bwMode="auto">
          <a:xfrm>
            <a:off x="1075026" y="5159657"/>
            <a:ext cx="869499" cy="15005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ACTIV_AUTRE</a:t>
            </a:r>
          </a:p>
        </p:txBody>
      </p:sp>
      <p:cxnSp>
        <p:nvCxnSpPr>
          <p:cNvPr id="138" name="Connecteur en angle 137"/>
          <p:cNvCxnSpPr>
            <a:stCxn id="304" idx="1"/>
            <a:endCxn id="160" idx="3"/>
          </p:cNvCxnSpPr>
          <p:nvPr/>
        </p:nvCxnSpPr>
        <p:spPr bwMode="auto">
          <a:xfrm rot="10800000">
            <a:off x="1965881" y="4611398"/>
            <a:ext cx="428647" cy="444573"/>
          </a:xfrm>
          <a:prstGeom prst="bentConnector3">
            <a:avLst>
              <a:gd name="adj1" fmla="val 2735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Connecteur en angle 140"/>
          <p:cNvCxnSpPr>
            <a:stCxn id="304" idx="1"/>
            <a:endCxn id="132" idx="3"/>
          </p:cNvCxnSpPr>
          <p:nvPr/>
        </p:nvCxnSpPr>
        <p:spPr bwMode="auto">
          <a:xfrm rot="10800000" flipV="1">
            <a:off x="1944525" y="5055969"/>
            <a:ext cx="450002" cy="178713"/>
          </a:xfrm>
          <a:prstGeom prst="bentConnector3">
            <a:avLst>
              <a:gd name="adj1" fmla="val 2762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AutoShape 31">
            <a:hlinkClick r:id="" action="ppaction://noaction"/>
          </p:cNvPr>
          <p:cNvSpPr>
            <a:spLocks noChangeArrowheads="1"/>
          </p:cNvSpPr>
          <p:nvPr/>
        </p:nvSpPr>
        <p:spPr bwMode="auto">
          <a:xfrm>
            <a:off x="1949733" y="1677160"/>
            <a:ext cx="415857" cy="12557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t>ACTIV</a:t>
            </a:r>
          </a:p>
        </p:txBody>
      </p:sp>
      <p:sp>
        <p:nvSpPr>
          <p:cNvPr id="157" name="AutoShape 142"/>
          <p:cNvSpPr>
            <a:spLocks noChangeArrowheads="1"/>
          </p:cNvSpPr>
          <p:nvPr/>
        </p:nvSpPr>
        <p:spPr bwMode="auto">
          <a:xfrm>
            <a:off x="73817" y="5120297"/>
            <a:ext cx="825295" cy="239045"/>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solidFill>
                  <a:srgbClr val="00B050"/>
                </a:solidFill>
                <a:ea typeface="+mn-ea"/>
              </a:rPr>
            </a:br>
            <a:r>
              <a:rPr lang="fr-FR" sz="600">
                <a:solidFill>
                  <a:srgbClr val="00B050"/>
                </a:solidFill>
              </a:rPr>
              <a:t>ACTIV ADSL</a:t>
            </a:r>
            <a:endParaRPr lang="fr-FR" sz="600">
              <a:solidFill>
                <a:srgbClr val="00B050"/>
              </a:solidFill>
              <a:ea typeface="+mn-ea"/>
            </a:endParaRPr>
          </a:p>
        </p:txBody>
      </p:sp>
      <p:sp>
        <p:nvSpPr>
          <p:cNvPr id="148" name="AutoShape 142"/>
          <p:cNvSpPr>
            <a:spLocks noChangeArrowheads="1"/>
          </p:cNvSpPr>
          <p:nvPr/>
        </p:nvSpPr>
        <p:spPr bwMode="auto">
          <a:xfrm>
            <a:off x="82475" y="4475037"/>
            <a:ext cx="798148"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i="1">
                <a:solidFill>
                  <a:srgbClr val="009242"/>
                </a:solidFill>
              </a:rPr>
              <a:t>ACTIV FTTB</a:t>
            </a:r>
          </a:p>
        </p:txBody>
      </p:sp>
      <p:sp>
        <p:nvSpPr>
          <p:cNvPr id="160" name="AutoShape 37"/>
          <p:cNvSpPr>
            <a:spLocks noChangeArrowheads="1"/>
          </p:cNvSpPr>
          <p:nvPr/>
        </p:nvSpPr>
        <p:spPr bwMode="auto">
          <a:xfrm>
            <a:off x="1055729" y="4540446"/>
            <a:ext cx="910151" cy="14190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00010_ACTIV_FTTB</a:t>
            </a:r>
          </a:p>
        </p:txBody>
      </p:sp>
      <p:sp>
        <p:nvSpPr>
          <p:cNvPr id="168" name="Text Box 157"/>
          <p:cNvSpPr txBox="1">
            <a:spLocks noChangeArrowheads="1"/>
          </p:cNvSpPr>
          <p:nvPr/>
        </p:nvSpPr>
        <p:spPr bwMode="auto">
          <a:xfrm>
            <a:off x="1277324" y="4673118"/>
            <a:ext cx="3754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FTTB</a:t>
            </a:r>
          </a:p>
        </p:txBody>
      </p:sp>
      <p:sp>
        <p:nvSpPr>
          <p:cNvPr id="98" name="AutoShape 142"/>
          <p:cNvSpPr>
            <a:spLocks noChangeArrowheads="1"/>
          </p:cNvSpPr>
          <p:nvPr/>
        </p:nvSpPr>
        <p:spPr bwMode="auto">
          <a:xfrm>
            <a:off x="39498" y="4149049"/>
            <a:ext cx="832978" cy="24805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solidFill>
                  <a:srgbClr val="009242"/>
                </a:solidFill>
              </a:rPr>
              <a:t>ACTIV FTTB MIG</a:t>
            </a:r>
          </a:p>
        </p:txBody>
      </p:sp>
      <p:sp>
        <p:nvSpPr>
          <p:cNvPr id="99" name="AutoShape 37"/>
          <p:cNvSpPr>
            <a:spLocks noChangeArrowheads="1"/>
          </p:cNvSpPr>
          <p:nvPr/>
        </p:nvSpPr>
        <p:spPr bwMode="auto">
          <a:xfrm>
            <a:off x="1140582" y="4191223"/>
            <a:ext cx="1007293" cy="1692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00010_ACTIV_FTTB_MIG</a:t>
            </a:r>
          </a:p>
        </p:txBody>
      </p:sp>
      <p:cxnSp>
        <p:nvCxnSpPr>
          <p:cNvPr id="112" name="Connecteur en angle 111"/>
          <p:cNvCxnSpPr>
            <a:stCxn id="99" idx="1"/>
            <a:endCxn id="98" idx="3"/>
          </p:cNvCxnSpPr>
          <p:nvPr/>
        </p:nvCxnSpPr>
        <p:spPr bwMode="auto">
          <a:xfrm flipH="1" flipV="1">
            <a:off x="872476" y="4273074"/>
            <a:ext cx="268106" cy="2773"/>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57"/>
          <p:cNvSpPr txBox="1">
            <a:spLocks noChangeArrowheads="1"/>
          </p:cNvSpPr>
          <p:nvPr/>
        </p:nvSpPr>
        <p:spPr bwMode="auto">
          <a:xfrm>
            <a:off x="1107263" y="4347073"/>
            <a:ext cx="94457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FTTB ET MIG_NC</a:t>
            </a:r>
          </a:p>
        </p:txBody>
      </p:sp>
      <p:cxnSp>
        <p:nvCxnSpPr>
          <p:cNvPr id="133" name="Connecteur en angle 132"/>
          <p:cNvCxnSpPr>
            <a:stCxn id="304" idx="1"/>
            <a:endCxn id="99" idx="3"/>
          </p:cNvCxnSpPr>
          <p:nvPr/>
        </p:nvCxnSpPr>
        <p:spPr bwMode="auto">
          <a:xfrm rot="10800000">
            <a:off x="2147875" y="4275848"/>
            <a:ext cx="246652" cy="78012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62">
            <a:hlinkClick r:id="" action="ppaction://noaction"/>
          </p:cNvPr>
          <p:cNvSpPr>
            <a:spLocks noChangeArrowheads="1"/>
          </p:cNvSpPr>
          <p:nvPr/>
        </p:nvSpPr>
        <p:spPr bwMode="auto">
          <a:xfrm>
            <a:off x="4088866" y="3701136"/>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PREMIUM</a:t>
            </a:r>
            <a:endParaRPr lang="fr-FR" sz="500">
              <a:solidFill>
                <a:schemeClr val="bg1"/>
              </a:solidFill>
              <a:ea typeface="ＭＳ Ｐゴシック" charset="0"/>
            </a:endParaRPr>
          </a:p>
        </p:txBody>
      </p:sp>
      <p:sp>
        <p:nvSpPr>
          <p:cNvPr id="162" name="AutoShape 62">
            <a:hlinkClick r:id="" action="ppaction://noaction"/>
          </p:cNvPr>
          <p:cNvSpPr>
            <a:spLocks noChangeArrowheads="1"/>
          </p:cNvSpPr>
          <p:nvPr/>
        </p:nvSpPr>
        <p:spPr bwMode="auto">
          <a:xfrm>
            <a:off x="5286775" y="5636153"/>
            <a:ext cx="635120" cy="32067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ea typeface="+mn-ea"/>
              </a:rPr>
              <a:t>TYPE CLIENT</a:t>
            </a:r>
          </a:p>
        </p:txBody>
      </p:sp>
      <p:cxnSp>
        <p:nvCxnSpPr>
          <p:cNvPr id="182" name="Connecteur en angle 181"/>
          <p:cNvCxnSpPr>
            <a:stCxn id="400" idx="2"/>
            <a:endCxn id="149" idx="0"/>
          </p:cNvCxnSpPr>
          <p:nvPr/>
        </p:nvCxnSpPr>
        <p:spPr bwMode="auto">
          <a:xfrm flipH="1">
            <a:off x="2157662" y="1605945"/>
            <a:ext cx="1" cy="71215"/>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Connecteur en angle 101"/>
          <p:cNvCxnSpPr>
            <a:stCxn id="132" idx="1"/>
            <a:endCxn id="157" idx="3"/>
          </p:cNvCxnSpPr>
          <p:nvPr/>
        </p:nvCxnSpPr>
        <p:spPr bwMode="auto">
          <a:xfrm flipH="1">
            <a:off x="899112" y="5234683"/>
            <a:ext cx="175914" cy="5137"/>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 name="Text Box 157"/>
          <p:cNvSpPr txBox="1">
            <a:spLocks noChangeArrowheads="1"/>
          </p:cNvSpPr>
          <p:nvPr/>
        </p:nvSpPr>
        <p:spPr bwMode="auto">
          <a:xfrm>
            <a:off x="1516838" y="6685521"/>
            <a:ext cx="38664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ADSL</a:t>
            </a:r>
          </a:p>
        </p:txBody>
      </p:sp>
      <p:sp>
        <p:nvSpPr>
          <p:cNvPr id="260" name="AutoShape 162"/>
          <p:cNvSpPr>
            <a:spLocks noChangeArrowheads="1"/>
          </p:cNvSpPr>
          <p:nvPr/>
        </p:nvSpPr>
        <p:spPr bwMode="auto">
          <a:xfrm>
            <a:off x="1092295" y="6537071"/>
            <a:ext cx="129521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00010_WCB_</a:t>
            </a:r>
            <a:r>
              <a:rPr lang="fr-FR" sz="600"/>
              <a:t>ACTIV_AUTRE</a:t>
            </a:r>
          </a:p>
        </p:txBody>
      </p:sp>
      <p:sp>
        <p:nvSpPr>
          <p:cNvPr id="266" name="AutoShape 162"/>
          <p:cNvSpPr>
            <a:spLocks noChangeArrowheads="1"/>
          </p:cNvSpPr>
          <p:nvPr/>
        </p:nvSpPr>
        <p:spPr bwMode="auto">
          <a:xfrm>
            <a:off x="1070382" y="6246857"/>
            <a:ext cx="129521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00010_WCB_</a:t>
            </a:r>
            <a:r>
              <a:rPr lang="fr-FR" sz="600"/>
              <a:t>ACTIV_FTTH</a:t>
            </a:r>
          </a:p>
        </p:txBody>
      </p:sp>
      <p:sp>
        <p:nvSpPr>
          <p:cNvPr id="267" name="AutoShape 142"/>
          <p:cNvSpPr>
            <a:spLocks noChangeArrowheads="1"/>
          </p:cNvSpPr>
          <p:nvPr/>
        </p:nvSpPr>
        <p:spPr bwMode="auto">
          <a:xfrm>
            <a:off x="48769" y="6180951"/>
            <a:ext cx="928776"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b="1">
                <a:solidFill>
                  <a:srgbClr val="009242"/>
                </a:solidFill>
                <a:ea typeface="+mn-ea"/>
              </a:rPr>
              <a:t>WCB ACTIV FTTH</a:t>
            </a:r>
          </a:p>
        </p:txBody>
      </p:sp>
      <p:sp>
        <p:nvSpPr>
          <p:cNvPr id="268" name="Text Box 157"/>
          <p:cNvSpPr txBox="1">
            <a:spLocks noChangeArrowheads="1"/>
          </p:cNvSpPr>
          <p:nvPr/>
        </p:nvSpPr>
        <p:spPr bwMode="auto">
          <a:xfrm>
            <a:off x="1507323" y="6376175"/>
            <a:ext cx="38023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FTTH</a:t>
            </a:r>
          </a:p>
        </p:txBody>
      </p:sp>
      <p:sp>
        <p:nvSpPr>
          <p:cNvPr id="275" name="AutoShape 142"/>
          <p:cNvSpPr>
            <a:spLocks noChangeArrowheads="1"/>
          </p:cNvSpPr>
          <p:nvPr/>
        </p:nvSpPr>
        <p:spPr bwMode="auto">
          <a:xfrm>
            <a:off x="34160" y="5886628"/>
            <a:ext cx="947166"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solidFill>
                  <a:srgbClr val="009242"/>
                </a:solidFill>
              </a:rPr>
              <a:t>WCB ACTIV FTTB</a:t>
            </a:r>
          </a:p>
        </p:txBody>
      </p:sp>
      <p:sp>
        <p:nvSpPr>
          <p:cNvPr id="276" name="AutoShape 37"/>
          <p:cNvSpPr>
            <a:spLocks noChangeArrowheads="1"/>
          </p:cNvSpPr>
          <p:nvPr/>
        </p:nvSpPr>
        <p:spPr bwMode="auto">
          <a:xfrm>
            <a:off x="1075347" y="5951015"/>
            <a:ext cx="1295210" cy="14190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00010_WCB_ACTIV_FTTB</a:t>
            </a:r>
          </a:p>
        </p:txBody>
      </p:sp>
      <p:sp>
        <p:nvSpPr>
          <p:cNvPr id="278" name="Text Box 157"/>
          <p:cNvSpPr txBox="1">
            <a:spLocks noChangeArrowheads="1"/>
          </p:cNvSpPr>
          <p:nvPr/>
        </p:nvSpPr>
        <p:spPr bwMode="auto">
          <a:xfrm>
            <a:off x="1507323" y="6081649"/>
            <a:ext cx="3754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FTTB</a:t>
            </a:r>
          </a:p>
        </p:txBody>
      </p:sp>
      <p:sp>
        <p:nvSpPr>
          <p:cNvPr id="279" name="AutoShape 142"/>
          <p:cNvSpPr>
            <a:spLocks noChangeArrowheads="1"/>
          </p:cNvSpPr>
          <p:nvPr/>
        </p:nvSpPr>
        <p:spPr bwMode="auto">
          <a:xfrm>
            <a:off x="13679" y="5558170"/>
            <a:ext cx="947166"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solidFill>
                  <a:srgbClr val="009242"/>
                </a:solidFill>
              </a:rPr>
              <a:t>WCB ACTIV FTTB MIG</a:t>
            </a:r>
          </a:p>
        </p:txBody>
      </p:sp>
      <p:sp>
        <p:nvSpPr>
          <p:cNvPr id="280" name="AutoShape 37"/>
          <p:cNvSpPr>
            <a:spLocks noChangeArrowheads="1"/>
          </p:cNvSpPr>
          <p:nvPr/>
        </p:nvSpPr>
        <p:spPr bwMode="auto">
          <a:xfrm>
            <a:off x="1098686" y="5620349"/>
            <a:ext cx="1295210" cy="14190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00010_WCB_ACTIV_FTTB_MIG</a:t>
            </a:r>
          </a:p>
        </p:txBody>
      </p:sp>
      <p:cxnSp>
        <p:nvCxnSpPr>
          <p:cNvPr id="282" name="Connecteur en angle 111"/>
          <p:cNvCxnSpPr>
            <a:stCxn id="280" idx="1"/>
            <a:endCxn id="279" idx="3"/>
          </p:cNvCxnSpPr>
          <p:nvPr/>
        </p:nvCxnSpPr>
        <p:spPr bwMode="auto">
          <a:xfrm flipH="1">
            <a:off x="960845" y="5691300"/>
            <a:ext cx="137841" cy="4242"/>
          </a:xfrm>
          <a:prstGeom prst="straightConnector1">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Text Box 157"/>
          <p:cNvSpPr txBox="1">
            <a:spLocks noChangeArrowheads="1"/>
          </p:cNvSpPr>
          <p:nvPr/>
        </p:nvSpPr>
        <p:spPr bwMode="auto">
          <a:xfrm>
            <a:off x="1067705" y="5773077"/>
            <a:ext cx="1825308"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FTTB ET APPORTEUR=MIG_NC</a:t>
            </a:r>
          </a:p>
        </p:txBody>
      </p:sp>
      <p:cxnSp>
        <p:nvCxnSpPr>
          <p:cNvPr id="291" name="Connecteur en angle 196"/>
          <p:cNvCxnSpPr>
            <a:stCxn id="276" idx="1"/>
            <a:endCxn id="275" idx="3"/>
          </p:cNvCxnSpPr>
          <p:nvPr/>
        </p:nvCxnSpPr>
        <p:spPr bwMode="auto">
          <a:xfrm flipH="1">
            <a:off x="981326" y="6021966"/>
            <a:ext cx="94021" cy="2034"/>
          </a:xfrm>
          <a:prstGeom prst="straightConnector1">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Connecteur en angle 196"/>
          <p:cNvCxnSpPr>
            <a:stCxn id="260" idx="1"/>
            <a:endCxn id="298" idx="3"/>
          </p:cNvCxnSpPr>
          <p:nvPr/>
        </p:nvCxnSpPr>
        <p:spPr bwMode="auto">
          <a:xfrm flipH="1">
            <a:off x="1005196" y="6609303"/>
            <a:ext cx="87099" cy="8686"/>
          </a:xfrm>
          <a:prstGeom prst="straightConnector1">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Connecteur en angle 196"/>
          <p:cNvCxnSpPr>
            <a:stCxn id="266" idx="1"/>
            <a:endCxn id="267" idx="3"/>
          </p:cNvCxnSpPr>
          <p:nvPr/>
        </p:nvCxnSpPr>
        <p:spPr bwMode="auto">
          <a:xfrm flipH="1" flipV="1">
            <a:off x="977545" y="6318323"/>
            <a:ext cx="92837" cy="766"/>
          </a:xfrm>
          <a:prstGeom prst="straightConnector1">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8" name="AutoShape 142"/>
          <p:cNvSpPr>
            <a:spLocks noChangeArrowheads="1"/>
          </p:cNvSpPr>
          <p:nvPr/>
        </p:nvSpPr>
        <p:spPr bwMode="auto">
          <a:xfrm>
            <a:off x="56057" y="6498466"/>
            <a:ext cx="949139" cy="239045"/>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solidFill>
                  <a:srgbClr val="00B050"/>
                </a:solidFill>
                <a:ea typeface="+mn-ea"/>
              </a:rPr>
            </a:br>
            <a:r>
              <a:rPr lang="fr-FR" sz="600">
                <a:solidFill>
                  <a:srgbClr val="00B050"/>
                </a:solidFill>
                <a:ea typeface="+mn-ea"/>
              </a:rPr>
              <a:t>WCB </a:t>
            </a:r>
            <a:r>
              <a:rPr lang="fr-FR" sz="600">
                <a:solidFill>
                  <a:srgbClr val="00B050"/>
                </a:solidFill>
              </a:rPr>
              <a:t>ACTIV ADSL</a:t>
            </a:r>
            <a:endParaRPr lang="fr-FR" sz="600">
              <a:solidFill>
                <a:srgbClr val="00B050"/>
              </a:solidFill>
              <a:ea typeface="+mn-ea"/>
            </a:endParaRPr>
          </a:p>
        </p:txBody>
      </p:sp>
      <p:cxnSp>
        <p:nvCxnSpPr>
          <p:cNvPr id="301" name="Connecteur en angle 300"/>
          <p:cNvCxnSpPr>
            <a:stCxn id="300" idx="1"/>
            <a:endCxn id="280" idx="3"/>
          </p:cNvCxnSpPr>
          <p:nvPr/>
        </p:nvCxnSpPr>
        <p:spPr bwMode="auto">
          <a:xfrm rot="10800000">
            <a:off x="2393897" y="5691301"/>
            <a:ext cx="780107" cy="616871"/>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3" name="Connecteur en angle 302"/>
          <p:cNvCxnSpPr>
            <a:stCxn id="300" idx="1"/>
            <a:endCxn id="276" idx="3"/>
          </p:cNvCxnSpPr>
          <p:nvPr/>
        </p:nvCxnSpPr>
        <p:spPr bwMode="auto">
          <a:xfrm rot="10800000">
            <a:off x="2370557" y="6021967"/>
            <a:ext cx="803446" cy="286205"/>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Connecteur en angle 304"/>
          <p:cNvCxnSpPr>
            <a:stCxn id="300" idx="1"/>
            <a:endCxn id="266" idx="3"/>
          </p:cNvCxnSpPr>
          <p:nvPr/>
        </p:nvCxnSpPr>
        <p:spPr bwMode="auto">
          <a:xfrm rot="10800000" flipV="1">
            <a:off x="2365593" y="6308171"/>
            <a:ext cx="808411" cy="10918"/>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Connecteur en angle 306"/>
          <p:cNvCxnSpPr>
            <a:stCxn id="300" idx="1"/>
            <a:endCxn id="260" idx="3"/>
          </p:cNvCxnSpPr>
          <p:nvPr/>
        </p:nvCxnSpPr>
        <p:spPr bwMode="auto">
          <a:xfrm rot="10800000" flipV="1">
            <a:off x="2387505" y="6308171"/>
            <a:ext cx="786498" cy="301132"/>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8" name="Text Box 157"/>
          <p:cNvSpPr txBox="1">
            <a:spLocks noChangeArrowheads="1"/>
          </p:cNvSpPr>
          <p:nvPr/>
        </p:nvSpPr>
        <p:spPr bwMode="auto">
          <a:xfrm>
            <a:off x="3474680" y="5104575"/>
            <a:ext cx="79220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a:t>
            </a:r>
          </a:p>
        </p:txBody>
      </p:sp>
      <p:sp>
        <p:nvSpPr>
          <p:cNvPr id="310"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71" name="Titre 70"/>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ACTIVATION</a:t>
            </a:r>
            <a:endParaRPr lang="fr-FR" sz="1400"/>
          </a:p>
        </p:txBody>
      </p:sp>
      <p:sp>
        <p:nvSpPr>
          <p:cNvPr id="176" name="AutoShape 162"/>
          <p:cNvSpPr>
            <a:spLocks noChangeArrowheads="1"/>
          </p:cNvSpPr>
          <p:nvPr/>
        </p:nvSpPr>
        <p:spPr bwMode="auto">
          <a:xfrm>
            <a:off x="1072837" y="4884170"/>
            <a:ext cx="871688" cy="14926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ACTIV_FTTH</a:t>
            </a:r>
          </a:p>
        </p:txBody>
      </p:sp>
      <p:sp>
        <p:nvSpPr>
          <p:cNvPr id="178" name="AutoShape 142"/>
          <p:cNvSpPr>
            <a:spLocks noChangeArrowheads="1"/>
          </p:cNvSpPr>
          <p:nvPr/>
        </p:nvSpPr>
        <p:spPr bwMode="auto">
          <a:xfrm>
            <a:off x="68849" y="4815554"/>
            <a:ext cx="838956" cy="25174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b="1">
                <a:solidFill>
                  <a:srgbClr val="009242"/>
                </a:solidFill>
                <a:ea typeface="+mn-ea"/>
              </a:rPr>
              <a:t>ACTIV FTTH</a:t>
            </a:r>
          </a:p>
        </p:txBody>
      </p:sp>
      <p:sp>
        <p:nvSpPr>
          <p:cNvPr id="179" name="Text Box 157"/>
          <p:cNvSpPr txBox="1">
            <a:spLocks noChangeArrowheads="1"/>
          </p:cNvSpPr>
          <p:nvPr/>
        </p:nvSpPr>
        <p:spPr bwMode="auto">
          <a:xfrm>
            <a:off x="1354879" y="5009788"/>
            <a:ext cx="38023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FTTH</a:t>
            </a:r>
          </a:p>
        </p:txBody>
      </p:sp>
      <p:cxnSp>
        <p:nvCxnSpPr>
          <p:cNvPr id="190" name="Connecteur en angle 196"/>
          <p:cNvCxnSpPr>
            <a:stCxn id="176" idx="1"/>
            <a:endCxn id="178" idx="3"/>
          </p:cNvCxnSpPr>
          <p:nvPr/>
        </p:nvCxnSpPr>
        <p:spPr bwMode="auto">
          <a:xfrm flipH="1" flipV="1">
            <a:off x="907805" y="4941424"/>
            <a:ext cx="165032" cy="17376"/>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Connecteur en angle 190"/>
          <p:cNvCxnSpPr>
            <a:stCxn id="304" idx="1"/>
            <a:endCxn id="176" idx="3"/>
          </p:cNvCxnSpPr>
          <p:nvPr/>
        </p:nvCxnSpPr>
        <p:spPr bwMode="auto">
          <a:xfrm rot="10800000">
            <a:off x="1944525" y="4958800"/>
            <a:ext cx="450002" cy="97170"/>
          </a:xfrm>
          <a:prstGeom prst="bentConnector3">
            <a:avLst>
              <a:gd name="adj1" fmla="val 2490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Explosion 1 153"/>
          <p:cNvSpPr/>
          <p:nvPr/>
        </p:nvSpPr>
        <p:spPr bwMode="auto">
          <a:xfrm>
            <a:off x="2807498" y="5432886"/>
            <a:ext cx="898038" cy="808154"/>
          </a:xfrm>
          <a:prstGeom prst="irregularSeal1">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900" b="1" i="0" u="none" strike="noStrike" cap="none" normalizeH="0" baseline="0" err="1">
                <a:ln>
                  <a:noFill/>
                </a:ln>
                <a:solidFill>
                  <a:schemeClr val="tx1"/>
                </a:solidFill>
                <a:effectLst/>
              </a:rPr>
              <a:t>Whisper</a:t>
            </a:r>
            <a:endParaRPr kumimoji="0" lang="fr-FR" sz="900" b="1" i="0" u="none" strike="noStrike" cap="none" normalizeH="0" baseline="0">
              <a:ln>
                <a:noFill/>
              </a:ln>
              <a:solidFill>
                <a:schemeClr val="tx1"/>
              </a:solidFill>
              <a:effectLst/>
            </a:endParaRPr>
          </a:p>
          <a:p>
            <a:pPr marL="0" marR="0" indent="0" algn="ctr" defTabSz="914400" rtl="0" eaLnBrk="1" fontAlgn="base" latinLnBrk="0" hangingPunct="1">
              <a:lnSpc>
                <a:spcPct val="100000"/>
              </a:lnSpc>
              <a:spcBef>
                <a:spcPct val="0"/>
              </a:spcBef>
              <a:spcAft>
                <a:spcPct val="0"/>
              </a:spcAft>
              <a:buClrTx/>
              <a:buSzTx/>
              <a:buFontTx/>
              <a:buNone/>
              <a:tabLst/>
            </a:pPr>
            <a:r>
              <a:rPr lang="fr-FR" sz="900" b="1"/>
              <a:t>SFR&amp;MOI</a:t>
            </a:r>
            <a:endParaRPr kumimoji="0" lang="fr-FR" sz="900" b="1" i="0" u="none" strike="noStrike" cap="none" normalizeH="0" baseline="0">
              <a:ln>
                <a:noFill/>
              </a:ln>
              <a:solidFill>
                <a:schemeClr val="tx1"/>
              </a:solidFill>
              <a:effectLst/>
            </a:endParaRPr>
          </a:p>
        </p:txBody>
      </p:sp>
      <p:sp>
        <p:nvSpPr>
          <p:cNvPr id="156" name="AutoShape 73"/>
          <p:cNvSpPr>
            <a:spLocks noChangeArrowheads="1"/>
          </p:cNvSpPr>
          <p:nvPr/>
        </p:nvSpPr>
        <p:spPr bwMode="auto">
          <a:xfrm>
            <a:off x="790868" y="1051382"/>
            <a:ext cx="952739"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ANC</a:t>
            </a:r>
          </a:p>
        </p:txBody>
      </p:sp>
      <p:cxnSp>
        <p:nvCxnSpPr>
          <p:cNvPr id="10" name="Connecteur en angle 9"/>
          <p:cNvCxnSpPr>
            <a:cxnSpLocks/>
            <a:stCxn id="181" idx="1"/>
            <a:endCxn id="400" idx="0"/>
          </p:cNvCxnSpPr>
          <p:nvPr/>
        </p:nvCxnSpPr>
        <p:spPr bwMode="auto">
          <a:xfrm rot="10800000" flipV="1">
            <a:off x="2157663" y="1229451"/>
            <a:ext cx="862372" cy="23539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droit 163"/>
          <p:cNvCxnSpPr>
            <a:stCxn id="170" idx="2"/>
            <a:endCxn id="165" idx="2"/>
          </p:cNvCxnSpPr>
          <p:nvPr/>
        </p:nvCxnSpPr>
        <p:spPr bwMode="auto">
          <a:xfrm flipH="1">
            <a:off x="628003" y="1669882"/>
            <a:ext cx="12746" cy="15487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11">
            <a:hlinkClick r:id="rId3" action="ppaction://hlinksldjump"/>
          </p:cNvPr>
          <p:cNvSpPr>
            <a:spLocks noChangeArrowheads="1"/>
          </p:cNvSpPr>
          <p:nvPr/>
        </p:nvSpPr>
        <p:spPr bwMode="auto">
          <a:xfrm rot="10800000">
            <a:off x="283490" y="1824752"/>
            <a:ext cx="689026" cy="245021"/>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ANC</a:t>
            </a:r>
          </a:p>
        </p:txBody>
      </p:sp>
      <p:sp>
        <p:nvSpPr>
          <p:cNvPr id="170" name="AutoShape 14"/>
          <p:cNvSpPr>
            <a:spLocks noChangeArrowheads="1"/>
          </p:cNvSpPr>
          <p:nvPr/>
        </p:nvSpPr>
        <p:spPr bwMode="auto">
          <a:xfrm>
            <a:off x="40476" y="1528782"/>
            <a:ext cx="1200545" cy="1411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00010_ACTIVATION_HNO_ANC</a:t>
            </a:r>
          </a:p>
        </p:txBody>
      </p:sp>
      <p:cxnSp>
        <p:nvCxnSpPr>
          <p:cNvPr id="16" name="Connecteur en angle 15"/>
          <p:cNvCxnSpPr>
            <a:stCxn id="156" idx="1"/>
            <a:endCxn id="170" idx="0"/>
          </p:cNvCxnSpPr>
          <p:nvPr/>
        </p:nvCxnSpPr>
        <p:spPr bwMode="auto">
          <a:xfrm rot="10800000" flipV="1">
            <a:off x="640750" y="1243188"/>
            <a:ext cx="150119" cy="28559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6" name="Text Box 157"/>
          <p:cNvSpPr txBox="1">
            <a:spLocks noChangeArrowheads="1"/>
          </p:cNvSpPr>
          <p:nvPr/>
        </p:nvSpPr>
        <p:spPr bwMode="auto">
          <a:xfrm>
            <a:off x="1644442" y="1036407"/>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192" name="Text Box 157"/>
          <p:cNvSpPr txBox="1">
            <a:spLocks noChangeArrowheads="1"/>
          </p:cNvSpPr>
          <p:nvPr/>
        </p:nvSpPr>
        <p:spPr bwMode="auto">
          <a:xfrm>
            <a:off x="537898" y="108258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sp>
        <p:nvSpPr>
          <p:cNvPr id="230" name="Explosion 2 229"/>
          <p:cNvSpPr/>
          <p:nvPr/>
        </p:nvSpPr>
        <p:spPr bwMode="auto">
          <a:xfrm>
            <a:off x="-124922" y="3713497"/>
            <a:ext cx="718010" cy="528987"/>
          </a:xfrm>
          <a:prstGeom prst="irregularSeal2">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500" b="0" i="0" u="none" strike="noStrike" cap="none" normalizeH="0" baseline="0">
                <a:ln>
                  <a:noFill/>
                </a:ln>
                <a:solidFill>
                  <a:schemeClr val="tx1"/>
                </a:solidFill>
                <a:effectLst/>
                <a:latin typeface="Arial" charset="0"/>
              </a:rPr>
              <a:t>Mutualisé </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500" b="0" i="0" u="none" strike="noStrike" cap="none" normalizeH="0" baseline="0">
                <a:ln>
                  <a:noFill/>
                </a:ln>
                <a:solidFill>
                  <a:schemeClr val="tx1"/>
                </a:solidFill>
                <a:effectLst/>
                <a:latin typeface="Arial" charset="0"/>
              </a:rPr>
              <a:t>page 33</a:t>
            </a:r>
          </a:p>
        </p:txBody>
      </p:sp>
      <p:sp>
        <p:nvSpPr>
          <p:cNvPr id="231" name="Text Box 157"/>
          <p:cNvSpPr txBox="1">
            <a:spLocks noChangeArrowheads="1"/>
          </p:cNvSpPr>
          <p:nvPr/>
        </p:nvSpPr>
        <p:spPr bwMode="auto">
          <a:xfrm>
            <a:off x="6762956" y="5344241"/>
            <a:ext cx="117211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ADSL ET AUTRE PREMIUM</a:t>
            </a:r>
          </a:p>
        </p:txBody>
      </p:sp>
      <p:sp>
        <p:nvSpPr>
          <p:cNvPr id="232" name="AutoShape 162"/>
          <p:cNvSpPr>
            <a:spLocks noChangeArrowheads="1"/>
          </p:cNvSpPr>
          <p:nvPr/>
        </p:nvSpPr>
        <p:spPr bwMode="auto">
          <a:xfrm>
            <a:off x="6629586" y="5217186"/>
            <a:ext cx="1339222" cy="1526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ACTIV_PREMIUM_AUTRE</a:t>
            </a:r>
          </a:p>
        </p:txBody>
      </p:sp>
      <p:sp>
        <p:nvSpPr>
          <p:cNvPr id="233" name="AutoShape 142"/>
          <p:cNvSpPr>
            <a:spLocks noChangeArrowheads="1"/>
          </p:cNvSpPr>
          <p:nvPr/>
        </p:nvSpPr>
        <p:spPr bwMode="auto">
          <a:xfrm>
            <a:off x="8152623" y="5173595"/>
            <a:ext cx="923568" cy="239045"/>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a:t>ACTIV PREMIUM ADSL</a:t>
            </a:r>
            <a:endParaRPr lang="fr-FR" sz="600">
              <a:ea typeface="+mn-ea"/>
            </a:endParaRPr>
          </a:p>
        </p:txBody>
      </p:sp>
      <p:sp>
        <p:nvSpPr>
          <p:cNvPr id="236" name="AutoShape 142"/>
          <p:cNvSpPr>
            <a:spLocks noChangeArrowheads="1"/>
          </p:cNvSpPr>
          <p:nvPr/>
        </p:nvSpPr>
        <p:spPr bwMode="auto">
          <a:xfrm>
            <a:off x="8147715" y="4569695"/>
            <a:ext cx="877506"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t>ACTIV PREMIUM FTTB</a:t>
            </a:r>
            <a:endParaRPr lang="fr-FR" sz="600" b="1" i="1"/>
          </a:p>
        </p:txBody>
      </p:sp>
      <p:sp>
        <p:nvSpPr>
          <p:cNvPr id="237" name="AutoShape 37"/>
          <p:cNvSpPr>
            <a:spLocks noChangeArrowheads="1"/>
          </p:cNvSpPr>
          <p:nvPr/>
        </p:nvSpPr>
        <p:spPr bwMode="auto">
          <a:xfrm>
            <a:off x="6738841" y="4636060"/>
            <a:ext cx="1229967" cy="13525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00010_ACTIV_PREMIUM_FTTB</a:t>
            </a:r>
          </a:p>
        </p:txBody>
      </p:sp>
      <p:sp>
        <p:nvSpPr>
          <p:cNvPr id="239" name="Text Box 157"/>
          <p:cNvSpPr txBox="1">
            <a:spLocks noChangeArrowheads="1"/>
          </p:cNvSpPr>
          <p:nvPr/>
        </p:nvSpPr>
        <p:spPr bwMode="auto">
          <a:xfrm>
            <a:off x="6762956" y="4768744"/>
            <a:ext cx="118173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FTTB ET AUTRE PREMIUM </a:t>
            </a:r>
          </a:p>
        </p:txBody>
      </p:sp>
      <p:sp>
        <p:nvSpPr>
          <p:cNvPr id="240" name="AutoShape 142"/>
          <p:cNvSpPr>
            <a:spLocks noChangeArrowheads="1"/>
          </p:cNvSpPr>
          <p:nvPr/>
        </p:nvSpPr>
        <p:spPr bwMode="auto">
          <a:xfrm>
            <a:off x="7982440" y="4255103"/>
            <a:ext cx="1053076"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t>ACTIV PREMIUM FTTB MIG</a:t>
            </a:r>
          </a:p>
        </p:txBody>
      </p:sp>
      <p:sp>
        <p:nvSpPr>
          <p:cNvPr id="241" name="AutoShape 37"/>
          <p:cNvSpPr>
            <a:spLocks noChangeArrowheads="1"/>
          </p:cNvSpPr>
          <p:nvPr/>
        </p:nvSpPr>
        <p:spPr bwMode="auto">
          <a:xfrm>
            <a:off x="6520614" y="4305452"/>
            <a:ext cx="1364286" cy="1736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00010_ACTIV_PREMIUM_FTTB_MIG</a:t>
            </a:r>
          </a:p>
        </p:txBody>
      </p:sp>
      <p:sp>
        <p:nvSpPr>
          <p:cNvPr id="244" name="Text Box 157"/>
          <p:cNvSpPr txBox="1">
            <a:spLocks noChangeArrowheads="1"/>
          </p:cNvSpPr>
          <p:nvPr/>
        </p:nvSpPr>
        <p:spPr bwMode="auto">
          <a:xfrm>
            <a:off x="6408393" y="4477798"/>
            <a:ext cx="1666927"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FTTB ET MIG_NC ET AUTRE PREMIUM</a:t>
            </a:r>
          </a:p>
        </p:txBody>
      </p:sp>
      <p:cxnSp>
        <p:nvCxnSpPr>
          <p:cNvPr id="245" name="Connecteur en angle 196"/>
          <p:cNvCxnSpPr>
            <a:stCxn id="241" idx="3"/>
            <a:endCxn id="240" idx="1"/>
          </p:cNvCxnSpPr>
          <p:nvPr/>
        </p:nvCxnSpPr>
        <p:spPr bwMode="auto">
          <a:xfrm>
            <a:off x="7884900" y="4392284"/>
            <a:ext cx="97540" cy="191"/>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Connecteur en angle 196"/>
          <p:cNvCxnSpPr>
            <a:stCxn id="237" idx="3"/>
            <a:endCxn id="236" idx="1"/>
          </p:cNvCxnSpPr>
          <p:nvPr/>
        </p:nvCxnSpPr>
        <p:spPr bwMode="auto">
          <a:xfrm>
            <a:off x="7968808" y="4703689"/>
            <a:ext cx="178907" cy="3378"/>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 name="AutoShape 162"/>
          <p:cNvSpPr>
            <a:spLocks noChangeArrowheads="1"/>
          </p:cNvSpPr>
          <p:nvPr/>
        </p:nvSpPr>
        <p:spPr bwMode="auto">
          <a:xfrm>
            <a:off x="6706917" y="4933503"/>
            <a:ext cx="1241536" cy="13369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ACTIV_PREMIUM_FTTH</a:t>
            </a:r>
          </a:p>
        </p:txBody>
      </p:sp>
      <p:sp>
        <p:nvSpPr>
          <p:cNvPr id="250" name="AutoShape 142"/>
          <p:cNvSpPr>
            <a:spLocks noChangeArrowheads="1"/>
          </p:cNvSpPr>
          <p:nvPr/>
        </p:nvSpPr>
        <p:spPr bwMode="auto">
          <a:xfrm>
            <a:off x="8154039" y="4867267"/>
            <a:ext cx="922152"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b="1">
                <a:ea typeface="+mn-ea"/>
              </a:rPr>
              <a:t>ACTIV PREMIUM FTTH</a:t>
            </a:r>
          </a:p>
        </p:txBody>
      </p:sp>
      <p:sp>
        <p:nvSpPr>
          <p:cNvPr id="251" name="Text Box 157"/>
          <p:cNvSpPr txBox="1">
            <a:spLocks noChangeArrowheads="1"/>
          </p:cNvSpPr>
          <p:nvPr/>
        </p:nvSpPr>
        <p:spPr bwMode="auto">
          <a:xfrm>
            <a:off x="6785033" y="5057393"/>
            <a:ext cx="118654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FTTH ET AUTRE PREMIUM </a:t>
            </a:r>
          </a:p>
        </p:txBody>
      </p:sp>
      <p:cxnSp>
        <p:nvCxnSpPr>
          <p:cNvPr id="253" name="Connecteur en angle 196"/>
          <p:cNvCxnSpPr>
            <a:stCxn id="249" idx="3"/>
            <a:endCxn id="250" idx="1"/>
          </p:cNvCxnSpPr>
          <p:nvPr/>
        </p:nvCxnSpPr>
        <p:spPr bwMode="auto">
          <a:xfrm>
            <a:off x="7948453" y="5000349"/>
            <a:ext cx="205586" cy="4290"/>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Connecteur en angle 141"/>
          <p:cNvCxnSpPr>
            <a:stCxn id="103" idx="3"/>
            <a:endCxn id="241" idx="1"/>
          </p:cNvCxnSpPr>
          <p:nvPr/>
        </p:nvCxnSpPr>
        <p:spPr bwMode="auto">
          <a:xfrm flipV="1">
            <a:off x="6407759" y="4392284"/>
            <a:ext cx="112855" cy="71273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Connecteur en angle 154"/>
          <p:cNvCxnSpPr>
            <a:stCxn id="103" idx="3"/>
            <a:endCxn id="237" idx="1"/>
          </p:cNvCxnSpPr>
          <p:nvPr/>
        </p:nvCxnSpPr>
        <p:spPr bwMode="auto">
          <a:xfrm flipV="1">
            <a:off x="6407759" y="4703689"/>
            <a:ext cx="331082" cy="40133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Connecteur en angle 158"/>
          <p:cNvCxnSpPr>
            <a:stCxn id="103" idx="3"/>
            <a:endCxn id="249" idx="1"/>
          </p:cNvCxnSpPr>
          <p:nvPr/>
        </p:nvCxnSpPr>
        <p:spPr bwMode="auto">
          <a:xfrm flipV="1">
            <a:off x="6407759" y="5000349"/>
            <a:ext cx="299158" cy="10467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Connecteur en angle 352"/>
          <p:cNvCxnSpPr>
            <a:stCxn id="103" idx="3"/>
            <a:endCxn id="232" idx="1"/>
          </p:cNvCxnSpPr>
          <p:nvPr/>
        </p:nvCxnSpPr>
        <p:spPr bwMode="auto">
          <a:xfrm>
            <a:off x="6407759" y="5105022"/>
            <a:ext cx="221827" cy="18849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 name="Text Box 157"/>
          <p:cNvSpPr txBox="1">
            <a:spLocks noChangeArrowheads="1"/>
          </p:cNvSpPr>
          <p:nvPr/>
        </p:nvSpPr>
        <p:spPr bwMode="auto">
          <a:xfrm>
            <a:off x="6629586" y="6702105"/>
            <a:ext cx="117211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ADSL ET AUTRE PREMIUM</a:t>
            </a:r>
          </a:p>
        </p:txBody>
      </p:sp>
      <p:sp>
        <p:nvSpPr>
          <p:cNvPr id="379" name="AutoShape 162"/>
          <p:cNvSpPr>
            <a:spLocks noChangeArrowheads="1"/>
          </p:cNvSpPr>
          <p:nvPr/>
        </p:nvSpPr>
        <p:spPr bwMode="auto">
          <a:xfrm>
            <a:off x="6474692" y="6534381"/>
            <a:ext cx="1382309" cy="17041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00010_WCB_</a:t>
            </a:r>
            <a:r>
              <a:rPr lang="fr-FR" sz="600"/>
              <a:t>ACTIV_PREMIUM_AUTRE</a:t>
            </a:r>
          </a:p>
        </p:txBody>
      </p:sp>
      <p:sp>
        <p:nvSpPr>
          <p:cNvPr id="380" name="AutoShape 142"/>
          <p:cNvSpPr>
            <a:spLocks noChangeArrowheads="1"/>
          </p:cNvSpPr>
          <p:nvPr/>
        </p:nvSpPr>
        <p:spPr bwMode="auto">
          <a:xfrm>
            <a:off x="7984828" y="6498466"/>
            <a:ext cx="1120273" cy="239045"/>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a:ea typeface="+mn-ea"/>
              </a:rPr>
              <a:t>WCB </a:t>
            </a:r>
            <a:r>
              <a:rPr lang="fr-FR" sz="600"/>
              <a:t>ACTIV PREMIUM ADSL</a:t>
            </a:r>
            <a:endParaRPr lang="fr-FR" sz="600">
              <a:ea typeface="+mn-ea"/>
            </a:endParaRPr>
          </a:p>
        </p:txBody>
      </p:sp>
      <p:sp>
        <p:nvSpPr>
          <p:cNvPr id="383" name="AutoShape 142"/>
          <p:cNvSpPr>
            <a:spLocks noChangeArrowheads="1"/>
          </p:cNvSpPr>
          <p:nvPr/>
        </p:nvSpPr>
        <p:spPr bwMode="auto">
          <a:xfrm>
            <a:off x="7961299" y="5838595"/>
            <a:ext cx="1095358"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a:t>WCB </a:t>
            </a:r>
            <a:r>
              <a:rPr lang="fr-FR" sz="600" b="1"/>
              <a:t>ACTIV PREMIUM FTTB</a:t>
            </a:r>
            <a:endParaRPr lang="fr-FR" sz="600" b="1" i="1"/>
          </a:p>
        </p:txBody>
      </p:sp>
      <p:sp>
        <p:nvSpPr>
          <p:cNvPr id="384" name="AutoShape 37"/>
          <p:cNvSpPr>
            <a:spLocks noChangeArrowheads="1"/>
          </p:cNvSpPr>
          <p:nvPr/>
        </p:nvSpPr>
        <p:spPr bwMode="auto">
          <a:xfrm>
            <a:off x="6518573" y="5900469"/>
            <a:ext cx="1359721" cy="15292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00010_WCB_ACTIV_PREMIUM_FTTB</a:t>
            </a:r>
          </a:p>
        </p:txBody>
      </p:sp>
      <p:sp>
        <p:nvSpPr>
          <p:cNvPr id="386" name="Text Box 157"/>
          <p:cNvSpPr txBox="1">
            <a:spLocks noChangeArrowheads="1"/>
          </p:cNvSpPr>
          <p:nvPr/>
        </p:nvSpPr>
        <p:spPr bwMode="auto">
          <a:xfrm>
            <a:off x="6693701" y="6055500"/>
            <a:ext cx="118173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FTTB ET AUTRE PREMIUM </a:t>
            </a:r>
          </a:p>
        </p:txBody>
      </p:sp>
      <p:sp>
        <p:nvSpPr>
          <p:cNvPr id="387" name="AutoShape 142"/>
          <p:cNvSpPr>
            <a:spLocks noChangeArrowheads="1"/>
          </p:cNvSpPr>
          <p:nvPr/>
        </p:nvSpPr>
        <p:spPr bwMode="auto">
          <a:xfrm>
            <a:off x="8131363" y="5498782"/>
            <a:ext cx="931847"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a:t>WCB </a:t>
            </a:r>
            <a:r>
              <a:rPr lang="fr-FR" sz="600" b="1"/>
              <a:t>ACTIV PREMIUM </a:t>
            </a:r>
          </a:p>
          <a:p>
            <a:pPr algn="ctr" eaLnBrk="0" hangingPunct="0"/>
            <a:r>
              <a:rPr lang="fr-FR" sz="600" b="1"/>
              <a:t>FTTB MIG</a:t>
            </a:r>
          </a:p>
        </p:txBody>
      </p:sp>
      <p:sp>
        <p:nvSpPr>
          <p:cNvPr id="388" name="AutoShape 37"/>
          <p:cNvSpPr>
            <a:spLocks noChangeArrowheads="1"/>
          </p:cNvSpPr>
          <p:nvPr/>
        </p:nvSpPr>
        <p:spPr bwMode="auto">
          <a:xfrm>
            <a:off x="6488547" y="5549458"/>
            <a:ext cx="1496794" cy="1797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00010_WCB_ACTIV_PREMIUM_FTTB_MIG</a:t>
            </a:r>
          </a:p>
        </p:txBody>
      </p:sp>
      <p:sp>
        <p:nvSpPr>
          <p:cNvPr id="391" name="Text Box 157"/>
          <p:cNvSpPr txBox="1">
            <a:spLocks noChangeArrowheads="1"/>
          </p:cNvSpPr>
          <p:nvPr/>
        </p:nvSpPr>
        <p:spPr bwMode="auto">
          <a:xfrm>
            <a:off x="6405701" y="5732414"/>
            <a:ext cx="1725662"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FTTB ET MIG_NC ET AUTRE PREMIUM</a:t>
            </a:r>
          </a:p>
        </p:txBody>
      </p:sp>
      <p:sp>
        <p:nvSpPr>
          <p:cNvPr id="396" name="AutoShape 162"/>
          <p:cNvSpPr>
            <a:spLocks noChangeArrowheads="1"/>
          </p:cNvSpPr>
          <p:nvPr/>
        </p:nvSpPr>
        <p:spPr bwMode="auto">
          <a:xfrm>
            <a:off x="6518573" y="6218432"/>
            <a:ext cx="1367378" cy="1485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00010_WCB_</a:t>
            </a:r>
            <a:r>
              <a:rPr lang="fr-FR" sz="600"/>
              <a:t>ACTIV_PREMIUM_FTTH</a:t>
            </a:r>
          </a:p>
        </p:txBody>
      </p:sp>
      <p:sp>
        <p:nvSpPr>
          <p:cNvPr id="397" name="AutoShape 142"/>
          <p:cNvSpPr>
            <a:spLocks noChangeArrowheads="1"/>
          </p:cNvSpPr>
          <p:nvPr/>
        </p:nvSpPr>
        <p:spPr bwMode="auto">
          <a:xfrm>
            <a:off x="7999018" y="6151363"/>
            <a:ext cx="1091895"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a:ea typeface="+mn-ea"/>
              </a:rPr>
              <a:t>WCB </a:t>
            </a:r>
            <a:r>
              <a:rPr lang="fr-FR" sz="600" b="1">
                <a:ea typeface="+mn-ea"/>
              </a:rPr>
              <a:t>ACTIV PREMIUM FTTH</a:t>
            </a:r>
          </a:p>
        </p:txBody>
      </p:sp>
      <p:sp>
        <p:nvSpPr>
          <p:cNvPr id="398" name="Text Box 157"/>
          <p:cNvSpPr txBox="1">
            <a:spLocks noChangeArrowheads="1"/>
          </p:cNvSpPr>
          <p:nvPr/>
        </p:nvSpPr>
        <p:spPr bwMode="auto">
          <a:xfrm>
            <a:off x="6733253" y="6352405"/>
            <a:ext cx="118654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FTTH ET AUTRE PREMIUM </a:t>
            </a:r>
          </a:p>
        </p:txBody>
      </p:sp>
      <p:cxnSp>
        <p:nvCxnSpPr>
          <p:cNvPr id="435" name="Connecteur en angle 434"/>
          <p:cNvCxnSpPr>
            <a:stCxn id="162" idx="3"/>
            <a:endCxn id="388" idx="1"/>
          </p:cNvCxnSpPr>
          <p:nvPr/>
        </p:nvCxnSpPr>
        <p:spPr bwMode="auto">
          <a:xfrm flipV="1">
            <a:off x="5921895" y="5639342"/>
            <a:ext cx="566652" cy="157149"/>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7" name="Connecteur en angle 436"/>
          <p:cNvCxnSpPr>
            <a:stCxn id="162" idx="3"/>
            <a:endCxn id="384" idx="1"/>
          </p:cNvCxnSpPr>
          <p:nvPr/>
        </p:nvCxnSpPr>
        <p:spPr bwMode="auto">
          <a:xfrm>
            <a:off x="5921895" y="5796491"/>
            <a:ext cx="596678" cy="180439"/>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9" name="Connecteur en angle 438"/>
          <p:cNvCxnSpPr>
            <a:stCxn id="162" idx="3"/>
            <a:endCxn id="396" idx="1"/>
          </p:cNvCxnSpPr>
          <p:nvPr/>
        </p:nvCxnSpPr>
        <p:spPr bwMode="auto">
          <a:xfrm>
            <a:off x="5921895" y="5796491"/>
            <a:ext cx="596678" cy="496193"/>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1" name="Connecteur en angle 440"/>
          <p:cNvCxnSpPr>
            <a:stCxn id="162" idx="3"/>
            <a:endCxn id="379" idx="1"/>
          </p:cNvCxnSpPr>
          <p:nvPr/>
        </p:nvCxnSpPr>
        <p:spPr bwMode="auto">
          <a:xfrm>
            <a:off x="5921895" y="5796491"/>
            <a:ext cx="552797" cy="823097"/>
          </a:xfrm>
          <a:prstGeom prst="bentConnector3">
            <a:avLst>
              <a:gd name="adj1" fmla="val 50000"/>
            </a:avLst>
          </a:prstGeom>
          <a:solidFill>
            <a:schemeClr val="accent1"/>
          </a:solidFill>
          <a:ln w="9525" cap="flat" cmpd="sng" algn="ctr">
            <a:solidFill>
              <a:srgbClr val="33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3" name="Connecteur droit 462"/>
          <p:cNvCxnSpPr>
            <a:stCxn id="388" idx="3"/>
            <a:endCxn id="387" idx="1"/>
          </p:cNvCxnSpPr>
          <p:nvPr/>
        </p:nvCxnSpPr>
        <p:spPr bwMode="auto">
          <a:xfrm flipV="1">
            <a:off x="7985341" y="5636154"/>
            <a:ext cx="146022" cy="3188"/>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7" name="Connecteur droit 466"/>
          <p:cNvCxnSpPr>
            <a:stCxn id="384" idx="3"/>
            <a:endCxn id="383" idx="1"/>
          </p:cNvCxnSpPr>
          <p:nvPr/>
        </p:nvCxnSpPr>
        <p:spPr bwMode="auto">
          <a:xfrm flipV="1">
            <a:off x="7878294" y="5975967"/>
            <a:ext cx="83005" cy="963"/>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2" name="Connecteur droit 471"/>
          <p:cNvCxnSpPr>
            <a:stCxn id="396" idx="3"/>
            <a:endCxn id="397" idx="1"/>
          </p:cNvCxnSpPr>
          <p:nvPr/>
        </p:nvCxnSpPr>
        <p:spPr bwMode="auto">
          <a:xfrm flipV="1">
            <a:off x="7885951" y="6288735"/>
            <a:ext cx="113067" cy="3949"/>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1" name="Connecteur droit 480"/>
          <p:cNvCxnSpPr>
            <a:stCxn id="379" idx="3"/>
            <a:endCxn id="380" idx="1"/>
          </p:cNvCxnSpPr>
          <p:nvPr/>
        </p:nvCxnSpPr>
        <p:spPr bwMode="auto">
          <a:xfrm flipV="1">
            <a:off x="7857001" y="6617989"/>
            <a:ext cx="127827" cy="1599"/>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 name="Text Box 157"/>
          <p:cNvSpPr txBox="1">
            <a:spLocks noChangeArrowheads="1"/>
          </p:cNvSpPr>
          <p:nvPr/>
        </p:nvSpPr>
        <p:spPr bwMode="auto">
          <a:xfrm>
            <a:off x="3012372" y="313568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sp>
        <p:nvSpPr>
          <p:cNvPr id="550" name="AutoShape 62">
            <a:hlinkClick r:id="" action="ppaction://noaction"/>
          </p:cNvPr>
          <p:cNvSpPr>
            <a:spLocks noChangeArrowheads="1"/>
          </p:cNvSpPr>
          <p:nvPr/>
        </p:nvSpPr>
        <p:spPr bwMode="auto">
          <a:xfrm>
            <a:off x="4088866" y="2912486"/>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MC_ACTIV</a:t>
            </a:r>
            <a:endParaRPr lang="fr-FR" sz="500">
              <a:solidFill>
                <a:schemeClr val="bg1"/>
              </a:solidFill>
              <a:ea typeface="ＭＳ Ｐゴシック" charset="0"/>
            </a:endParaRPr>
          </a:p>
        </p:txBody>
      </p:sp>
      <p:sp>
        <p:nvSpPr>
          <p:cNvPr id="285" name="Text Box 157"/>
          <p:cNvSpPr txBox="1">
            <a:spLocks noChangeArrowheads="1"/>
          </p:cNvSpPr>
          <p:nvPr/>
        </p:nvSpPr>
        <p:spPr bwMode="auto">
          <a:xfrm>
            <a:off x="4872436" y="3701247"/>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88" name="Text Box 157"/>
          <p:cNvSpPr txBox="1">
            <a:spLocks noChangeArrowheads="1"/>
          </p:cNvSpPr>
          <p:nvPr/>
        </p:nvSpPr>
        <p:spPr bwMode="auto">
          <a:xfrm>
            <a:off x="3146271" y="3688971"/>
            <a:ext cx="81144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 ou désactivé</a:t>
            </a:r>
          </a:p>
        </p:txBody>
      </p:sp>
      <p:sp>
        <p:nvSpPr>
          <p:cNvPr id="300" name="AutoShape 62">
            <a:hlinkClick r:id="" action="ppaction://noaction"/>
          </p:cNvPr>
          <p:cNvSpPr>
            <a:spLocks noChangeArrowheads="1"/>
          </p:cNvSpPr>
          <p:nvPr/>
        </p:nvSpPr>
        <p:spPr bwMode="auto">
          <a:xfrm>
            <a:off x="3174003" y="6147833"/>
            <a:ext cx="635120" cy="32067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ea typeface="+mn-ea"/>
              </a:rPr>
              <a:t>TYPE CLIENT</a:t>
            </a:r>
          </a:p>
        </p:txBody>
      </p:sp>
      <p:sp>
        <p:nvSpPr>
          <p:cNvPr id="304" name="AutoShape 62">
            <a:hlinkClick r:id="" action="ppaction://noaction"/>
          </p:cNvPr>
          <p:cNvSpPr>
            <a:spLocks noChangeArrowheads="1"/>
          </p:cNvSpPr>
          <p:nvPr/>
        </p:nvSpPr>
        <p:spPr bwMode="auto">
          <a:xfrm>
            <a:off x="2394527" y="4895632"/>
            <a:ext cx="635120" cy="32067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ea typeface="+mn-ea"/>
              </a:rPr>
              <a:t>TYPE CLIENT</a:t>
            </a:r>
          </a:p>
        </p:txBody>
      </p:sp>
      <p:sp>
        <p:nvSpPr>
          <p:cNvPr id="306" name="AutoShape 62">
            <a:hlinkClick r:id="" action="ppaction://noaction"/>
          </p:cNvPr>
          <p:cNvSpPr>
            <a:spLocks noChangeArrowheads="1"/>
          </p:cNvSpPr>
          <p:nvPr/>
        </p:nvSpPr>
        <p:spPr bwMode="auto">
          <a:xfrm>
            <a:off x="4901208" y="4634698"/>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a:t>
            </a:r>
            <a:endParaRPr lang="fr-FR" sz="500">
              <a:solidFill>
                <a:schemeClr val="bg1"/>
              </a:solidFill>
              <a:ea typeface="ＭＳ Ｐゴシック" charset="0"/>
            </a:endParaRPr>
          </a:p>
        </p:txBody>
      </p:sp>
      <p:sp>
        <p:nvSpPr>
          <p:cNvPr id="316" name="AutoShape 62">
            <a:hlinkClick r:id="" action="ppaction://noaction"/>
          </p:cNvPr>
          <p:cNvSpPr>
            <a:spLocks noChangeArrowheads="1"/>
          </p:cNvSpPr>
          <p:nvPr/>
        </p:nvSpPr>
        <p:spPr bwMode="auto">
          <a:xfrm>
            <a:off x="3176662" y="459862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a:t>
            </a:r>
            <a:endParaRPr lang="fr-FR" sz="500">
              <a:solidFill>
                <a:schemeClr val="bg1"/>
              </a:solidFill>
              <a:ea typeface="ＭＳ Ｐゴシック" charset="0"/>
            </a:endParaRPr>
          </a:p>
        </p:txBody>
      </p:sp>
      <p:cxnSp>
        <p:nvCxnSpPr>
          <p:cNvPr id="177" name="Connecteur en angle 176"/>
          <p:cNvCxnSpPr>
            <a:stCxn id="306" idx="3"/>
            <a:endCxn id="103" idx="1"/>
          </p:cNvCxnSpPr>
          <p:nvPr/>
        </p:nvCxnSpPr>
        <p:spPr bwMode="auto">
          <a:xfrm>
            <a:off x="5682258" y="4795036"/>
            <a:ext cx="90381" cy="30998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5" name="Text Box 157"/>
          <p:cNvSpPr txBox="1">
            <a:spLocks noChangeArrowheads="1"/>
          </p:cNvSpPr>
          <p:nvPr/>
        </p:nvSpPr>
        <p:spPr bwMode="auto">
          <a:xfrm>
            <a:off x="4018922" y="4566952"/>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cxnSp>
        <p:nvCxnSpPr>
          <p:cNvPr id="207" name="Connecteur en angle 206"/>
          <p:cNvCxnSpPr>
            <a:stCxn id="306" idx="1"/>
            <a:endCxn id="162" idx="1"/>
          </p:cNvCxnSpPr>
          <p:nvPr/>
        </p:nvCxnSpPr>
        <p:spPr bwMode="auto">
          <a:xfrm rot="10800000" flipH="1" flipV="1">
            <a:off x="4901207" y="4795035"/>
            <a:ext cx="385567" cy="1001455"/>
          </a:xfrm>
          <a:prstGeom prst="bentConnector3">
            <a:avLst>
              <a:gd name="adj1" fmla="val -59289"/>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Connecteur en angle 208"/>
          <p:cNvCxnSpPr>
            <a:stCxn id="316" idx="1"/>
            <a:endCxn id="304" idx="3"/>
          </p:cNvCxnSpPr>
          <p:nvPr/>
        </p:nvCxnSpPr>
        <p:spPr bwMode="auto">
          <a:xfrm rot="10800000" flipV="1">
            <a:off x="3029648" y="4758966"/>
            <a:ext cx="147015" cy="29700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Connecteur en angle 256"/>
          <p:cNvCxnSpPr>
            <a:stCxn id="316" idx="3"/>
            <a:endCxn id="300" idx="3"/>
          </p:cNvCxnSpPr>
          <p:nvPr/>
        </p:nvCxnSpPr>
        <p:spPr bwMode="auto">
          <a:xfrm flipH="1">
            <a:off x="3809123" y="4758967"/>
            <a:ext cx="148589" cy="1549204"/>
          </a:xfrm>
          <a:prstGeom prst="bentConnector3">
            <a:avLst>
              <a:gd name="adj1" fmla="val -153847"/>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 name="Text Box 157"/>
          <p:cNvSpPr txBox="1">
            <a:spLocks noChangeArrowheads="1"/>
          </p:cNvSpPr>
          <p:nvPr/>
        </p:nvSpPr>
        <p:spPr bwMode="auto">
          <a:xfrm>
            <a:off x="4631013" y="4598629"/>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392" name="Text Box 157"/>
          <p:cNvSpPr txBox="1">
            <a:spLocks noChangeArrowheads="1"/>
          </p:cNvSpPr>
          <p:nvPr/>
        </p:nvSpPr>
        <p:spPr bwMode="auto">
          <a:xfrm>
            <a:off x="3033434" y="456213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400" name="AutoShape 14"/>
          <p:cNvSpPr>
            <a:spLocks noChangeArrowheads="1"/>
          </p:cNvSpPr>
          <p:nvPr/>
        </p:nvSpPr>
        <p:spPr bwMode="auto">
          <a:xfrm>
            <a:off x="1557390" y="1464845"/>
            <a:ext cx="1200545" cy="1411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00010_ACTIV_RDGU_NOK</a:t>
            </a:r>
          </a:p>
        </p:txBody>
      </p:sp>
      <p:cxnSp>
        <p:nvCxnSpPr>
          <p:cNvPr id="598" name="Connecteur en angle 597"/>
          <p:cNvCxnSpPr>
            <a:stCxn id="108" idx="3"/>
            <a:endCxn id="666" idx="0"/>
          </p:cNvCxnSpPr>
          <p:nvPr/>
        </p:nvCxnSpPr>
        <p:spPr bwMode="auto">
          <a:xfrm>
            <a:off x="4869916" y="3861474"/>
            <a:ext cx="416859" cy="30207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0" name="Connecteur en angle 599"/>
          <p:cNvCxnSpPr>
            <a:stCxn id="108" idx="1"/>
            <a:endCxn id="667" idx="0"/>
          </p:cNvCxnSpPr>
          <p:nvPr/>
        </p:nvCxnSpPr>
        <p:spPr bwMode="auto">
          <a:xfrm rot="10800000" flipV="1">
            <a:off x="3567292" y="3861474"/>
            <a:ext cx="521575" cy="23649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2" name="Text Box 157"/>
          <p:cNvSpPr txBox="1">
            <a:spLocks noChangeArrowheads="1"/>
          </p:cNvSpPr>
          <p:nvPr/>
        </p:nvSpPr>
        <p:spPr bwMode="auto">
          <a:xfrm>
            <a:off x="5614029" y="4605144"/>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648" name="Explosion 1 647"/>
          <p:cNvSpPr/>
          <p:nvPr/>
        </p:nvSpPr>
        <p:spPr bwMode="auto">
          <a:xfrm>
            <a:off x="5268944" y="5891745"/>
            <a:ext cx="898038" cy="808154"/>
          </a:xfrm>
          <a:prstGeom prst="irregularSeal1">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900" b="1" i="0" u="none" strike="noStrike" cap="none" normalizeH="0" baseline="0" err="1">
                <a:ln>
                  <a:noFill/>
                </a:ln>
                <a:solidFill>
                  <a:schemeClr val="tx1"/>
                </a:solidFill>
                <a:effectLst/>
              </a:rPr>
              <a:t>Whisper</a:t>
            </a:r>
            <a:endParaRPr kumimoji="0" lang="fr-FR" sz="900" b="1" i="0" u="none" strike="noStrike" cap="none" normalizeH="0" baseline="0">
              <a:ln>
                <a:noFill/>
              </a:ln>
              <a:solidFill>
                <a:schemeClr val="tx1"/>
              </a:solidFill>
              <a:effectLst/>
            </a:endParaRPr>
          </a:p>
          <a:p>
            <a:pPr marL="0" marR="0" indent="0" algn="ctr" defTabSz="914400" rtl="0" eaLnBrk="1" fontAlgn="base" latinLnBrk="0" hangingPunct="1">
              <a:lnSpc>
                <a:spcPct val="100000"/>
              </a:lnSpc>
              <a:spcBef>
                <a:spcPct val="0"/>
              </a:spcBef>
              <a:spcAft>
                <a:spcPct val="0"/>
              </a:spcAft>
              <a:buClrTx/>
              <a:buSzTx/>
              <a:buFontTx/>
              <a:buNone/>
              <a:tabLst/>
            </a:pPr>
            <a:r>
              <a:rPr lang="fr-FR" sz="900" b="1"/>
              <a:t>SFR&amp;MOI</a:t>
            </a:r>
            <a:endParaRPr kumimoji="0" lang="fr-FR" sz="900" b="1" i="0" u="none" strike="noStrike" cap="none" normalizeH="0" baseline="0">
              <a:ln>
                <a:noFill/>
              </a:ln>
              <a:solidFill>
                <a:schemeClr val="tx1"/>
              </a:solidFill>
              <a:effectLst/>
            </a:endParaRPr>
          </a:p>
        </p:txBody>
      </p:sp>
      <p:sp>
        <p:nvSpPr>
          <p:cNvPr id="658" name="AutoShape 31">
            <a:hlinkClick r:id="" action="ppaction://noaction"/>
          </p:cNvPr>
          <p:cNvSpPr>
            <a:spLocks noChangeArrowheads="1"/>
          </p:cNvSpPr>
          <p:nvPr/>
        </p:nvSpPr>
        <p:spPr bwMode="auto">
          <a:xfrm>
            <a:off x="3124152" y="4314009"/>
            <a:ext cx="886278" cy="162717"/>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t>ACTIV_PREMIUM_NOK</a:t>
            </a:r>
          </a:p>
        </p:txBody>
      </p:sp>
      <p:sp>
        <p:nvSpPr>
          <p:cNvPr id="659" name="AutoShape 31">
            <a:hlinkClick r:id="" action="ppaction://noaction"/>
          </p:cNvPr>
          <p:cNvSpPr>
            <a:spLocks noChangeArrowheads="1"/>
          </p:cNvSpPr>
          <p:nvPr/>
        </p:nvSpPr>
        <p:spPr bwMode="auto">
          <a:xfrm>
            <a:off x="4843635" y="4349048"/>
            <a:ext cx="886278" cy="13839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t>ACTIV_PREMIUM_OK</a:t>
            </a:r>
          </a:p>
        </p:txBody>
      </p:sp>
      <p:sp>
        <p:nvSpPr>
          <p:cNvPr id="666" name="AutoShape 14"/>
          <p:cNvSpPr>
            <a:spLocks noChangeArrowheads="1"/>
          </p:cNvSpPr>
          <p:nvPr/>
        </p:nvSpPr>
        <p:spPr bwMode="auto">
          <a:xfrm>
            <a:off x="4750858" y="4163548"/>
            <a:ext cx="1071833" cy="13710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00010_ACTIV_PREMIUM_OK</a:t>
            </a:r>
          </a:p>
        </p:txBody>
      </p:sp>
      <p:sp>
        <p:nvSpPr>
          <p:cNvPr id="667" name="AutoShape 14"/>
          <p:cNvSpPr>
            <a:spLocks noChangeArrowheads="1"/>
          </p:cNvSpPr>
          <p:nvPr/>
        </p:nvSpPr>
        <p:spPr bwMode="auto">
          <a:xfrm>
            <a:off x="2967018" y="4097966"/>
            <a:ext cx="1200545" cy="1411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00010_ACTIV_PREMIUM_NOK</a:t>
            </a:r>
          </a:p>
        </p:txBody>
      </p:sp>
      <p:cxnSp>
        <p:nvCxnSpPr>
          <p:cNvPr id="259" name="Connecteur en angle 196"/>
          <p:cNvCxnSpPr>
            <a:stCxn id="160" idx="1"/>
            <a:endCxn id="148" idx="3"/>
          </p:cNvCxnSpPr>
          <p:nvPr/>
        </p:nvCxnSpPr>
        <p:spPr bwMode="auto">
          <a:xfrm flipH="1">
            <a:off x="880623" y="4611397"/>
            <a:ext cx="175106" cy="1012"/>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Connecteur droit 24"/>
          <p:cNvCxnSpPr>
            <a:stCxn id="232" idx="3"/>
            <a:endCxn id="233" idx="1"/>
          </p:cNvCxnSpPr>
          <p:nvPr/>
        </p:nvCxnSpPr>
        <p:spPr bwMode="auto">
          <a:xfrm flipV="1">
            <a:off x="7968808" y="5293118"/>
            <a:ext cx="183815" cy="4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1" name="Text Box 157"/>
          <p:cNvSpPr txBox="1">
            <a:spLocks noChangeArrowheads="1"/>
          </p:cNvSpPr>
          <p:nvPr/>
        </p:nvSpPr>
        <p:spPr bwMode="auto">
          <a:xfrm>
            <a:off x="4917674" y="2897308"/>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47" name="Rectangle 146"/>
          <p:cNvSpPr>
            <a:spLocks noChangeArrowheads="1"/>
          </p:cNvSpPr>
          <p:nvPr/>
        </p:nvSpPr>
        <p:spPr bwMode="auto">
          <a:xfrm>
            <a:off x="6522485" y="2029281"/>
            <a:ext cx="2642758" cy="166199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a:t>ELIGIBILITE PREMIUM :</a:t>
            </a:r>
          </a:p>
          <a:p>
            <a:endParaRPr lang="fr-FR" sz="600"/>
          </a:p>
          <a:p>
            <a:r>
              <a:rPr lang="fr-FR" sz="600" b="1">
                <a:solidFill>
                  <a:srgbClr val="FF0000"/>
                </a:solidFill>
              </a:rPr>
              <a:t>SEARCH</a:t>
            </a:r>
          </a:p>
          <a:p>
            <a:r>
              <a:rPr lang="fr-FR" sz="600">
                <a:solidFill>
                  <a:schemeClr val="tx1"/>
                </a:solidFill>
              </a:rPr>
              <a:t>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endParaRPr lang="fr-FR" sz="600"/>
          </a:p>
          <a:p>
            <a:r>
              <a:rPr lang="fr-FR" sz="600" b="1">
                <a:solidFill>
                  <a:srgbClr val="D31E05"/>
                </a:solidFill>
              </a:rPr>
              <a:t>DEXTER : </a:t>
            </a:r>
            <a:endParaRPr lang="fr-FR" sz="600"/>
          </a:p>
          <a:p>
            <a:r>
              <a:rPr lang="fr-FR" sz="600"/>
              <a:t>COLLAB = OUI </a:t>
            </a:r>
          </a:p>
          <a:p>
            <a:r>
              <a:rPr lang="fr-FR" sz="600">
                <a:solidFill>
                  <a:schemeClr val="tx1"/>
                </a:solidFill>
              </a:rPr>
              <a:t>Ou pour Ambassadeur LPM :  REMISE_PARTENAIRE = OUI ET (CODE_APPORTEUR = 1055888 OU 1050508 OU CACHE_SVI = CQT_LPM)</a:t>
            </a:r>
          </a:p>
          <a:p>
            <a:r>
              <a:rPr lang="fr-FR" sz="600" b="1">
                <a:solidFill>
                  <a:srgbClr val="C00000"/>
                </a:solidFill>
              </a:rPr>
              <a:t>C2OL</a:t>
            </a:r>
            <a:r>
              <a:rPr lang="fr-FR" sz="600" b="1"/>
              <a:t> :</a:t>
            </a:r>
          </a:p>
          <a:p>
            <a:pPr>
              <a:buClr>
                <a:srgbClr val="D31E05"/>
              </a:buClr>
            </a:pPr>
            <a:r>
              <a:rPr lang="es-ES" altLang="fr-FR" sz="600" err="1"/>
              <a:t>Marqueur</a:t>
            </a:r>
            <a:r>
              <a:rPr lang="es-ES" altLang="fr-FR" sz="600"/>
              <a:t> : CELL_PREM </a:t>
            </a:r>
          </a:p>
          <a:p>
            <a:pPr>
              <a:buClr>
                <a:srgbClr val="D31E05"/>
              </a:buClr>
            </a:pPr>
            <a:r>
              <a:rPr lang="es-ES" altLang="fr-FR" sz="600" b="1"/>
              <a:t>ET</a:t>
            </a:r>
            <a:r>
              <a:rPr lang="es-ES" altLang="fr-FR" sz="600"/>
              <a:t> </a:t>
            </a:r>
            <a:r>
              <a:rPr lang="es-ES" altLang="fr-FR" sz="600" err="1"/>
              <a:t>valeur</a:t>
            </a:r>
            <a:r>
              <a:rPr lang="es-ES" altLang="fr-FR" sz="600"/>
              <a:t> 1 </a:t>
            </a:r>
            <a:r>
              <a:rPr lang="es-ES" altLang="fr-FR" sz="600" err="1"/>
              <a:t>commence</a:t>
            </a:r>
            <a:r>
              <a:rPr lang="es-ES" altLang="fr-FR" sz="600"/>
              <a:t> par PRE_FID_F  </a:t>
            </a:r>
            <a:r>
              <a:rPr lang="es-ES" altLang="fr-FR" sz="600" b="1"/>
              <a:t>OU </a:t>
            </a:r>
            <a:r>
              <a:rPr lang="es-ES" altLang="fr-FR" sz="600"/>
              <a:t>PLATINE_00 OU PACKPRO_F </a:t>
            </a:r>
            <a:r>
              <a:rPr lang="es-ES" altLang="fr-FR" sz="600">
                <a:solidFill>
                  <a:schemeClr val="tx1"/>
                </a:solidFill>
              </a:rPr>
              <a:t>(</a:t>
            </a:r>
            <a:r>
              <a:rPr lang="es-ES" altLang="fr-FR" sz="600" b="1">
                <a:solidFill>
                  <a:schemeClr val="tx1"/>
                </a:solidFill>
              </a:rPr>
              <a:t>= PACKPRO</a:t>
            </a:r>
            <a:r>
              <a:rPr lang="es-ES" altLang="fr-FR" sz="600">
                <a:solidFill>
                  <a:schemeClr val="tx1"/>
                </a:solidFill>
              </a:rPr>
              <a:t>)</a:t>
            </a:r>
          </a:p>
        </p:txBody>
      </p:sp>
      <p:cxnSp>
        <p:nvCxnSpPr>
          <p:cNvPr id="63" name="Connecteur droit 62"/>
          <p:cNvCxnSpPr>
            <a:stCxn id="666" idx="2"/>
            <a:endCxn id="659" idx="0"/>
          </p:cNvCxnSpPr>
          <p:nvPr/>
        </p:nvCxnSpPr>
        <p:spPr bwMode="auto">
          <a:xfrm flipH="1">
            <a:off x="5286774" y="4300649"/>
            <a:ext cx="1" cy="483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droit avec flèche 64"/>
          <p:cNvCxnSpPr>
            <a:stCxn id="659" idx="2"/>
            <a:endCxn id="306" idx="0"/>
          </p:cNvCxnSpPr>
          <p:nvPr/>
        </p:nvCxnSpPr>
        <p:spPr bwMode="auto">
          <a:xfrm>
            <a:off x="5286774" y="4487440"/>
            <a:ext cx="4959" cy="1472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Connecteur droit 74"/>
          <p:cNvCxnSpPr>
            <a:stCxn id="667" idx="2"/>
            <a:endCxn id="658" idx="0"/>
          </p:cNvCxnSpPr>
          <p:nvPr/>
        </p:nvCxnSpPr>
        <p:spPr bwMode="auto">
          <a:xfrm>
            <a:off x="3567291" y="4239066"/>
            <a:ext cx="0" cy="749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Connecteur droit avec flèche 76"/>
          <p:cNvCxnSpPr>
            <a:stCxn id="658" idx="2"/>
            <a:endCxn id="316" idx="0"/>
          </p:cNvCxnSpPr>
          <p:nvPr/>
        </p:nvCxnSpPr>
        <p:spPr bwMode="auto">
          <a:xfrm flipH="1">
            <a:off x="3567187" y="4476726"/>
            <a:ext cx="104" cy="12190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Connecteur droit avec flèche 162"/>
          <p:cNvCxnSpPr>
            <a:stCxn id="180" idx="2"/>
            <a:endCxn id="108" idx="0"/>
          </p:cNvCxnSpPr>
          <p:nvPr/>
        </p:nvCxnSpPr>
        <p:spPr bwMode="auto">
          <a:xfrm>
            <a:off x="4472191" y="3534693"/>
            <a:ext cx="7200" cy="1664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 name="AutoShape 62">
            <a:hlinkClick r:id="" action="ppaction://noaction"/>
          </p:cNvPr>
          <p:cNvSpPr>
            <a:spLocks noChangeArrowheads="1"/>
          </p:cNvSpPr>
          <p:nvPr/>
        </p:nvSpPr>
        <p:spPr bwMode="auto">
          <a:xfrm>
            <a:off x="4080600" y="1871960"/>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Activité</a:t>
            </a:r>
          </a:p>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HO</a:t>
            </a:r>
            <a:endParaRPr lang="fr-FR" sz="500">
              <a:solidFill>
                <a:schemeClr val="bg1"/>
              </a:solidFill>
              <a:ea typeface="ＭＳ Ｐゴシック" charset="0"/>
            </a:endParaRPr>
          </a:p>
        </p:txBody>
      </p:sp>
      <p:sp>
        <p:nvSpPr>
          <p:cNvPr id="289" name="AutoShape 68">
            <a:hlinkClick r:id="rId4" action="ppaction://hlinksldjump"/>
          </p:cNvPr>
          <p:cNvSpPr>
            <a:spLocks noChangeArrowheads="1"/>
          </p:cNvSpPr>
          <p:nvPr/>
        </p:nvSpPr>
        <p:spPr bwMode="auto">
          <a:xfrm>
            <a:off x="1767138" y="1896159"/>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FASTR</a:t>
            </a:r>
          </a:p>
        </p:txBody>
      </p:sp>
      <p:cxnSp>
        <p:nvCxnSpPr>
          <p:cNvPr id="199" name="Connecteur droit avec flèche 198"/>
          <p:cNvCxnSpPr>
            <a:stCxn id="149" idx="2"/>
            <a:endCxn id="289" idx="0"/>
          </p:cNvCxnSpPr>
          <p:nvPr/>
        </p:nvCxnSpPr>
        <p:spPr bwMode="auto">
          <a:xfrm>
            <a:off x="2157662" y="1802732"/>
            <a:ext cx="1" cy="9342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 name="AutoShape 14"/>
          <p:cNvSpPr>
            <a:spLocks noChangeArrowheads="1"/>
          </p:cNvSpPr>
          <p:nvPr/>
        </p:nvSpPr>
        <p:spPr bwMode="auto">
          <a:xfrm>
            <a:off x="2666365" y="1956098"/>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00010_ACTIVATION_BEB_ANC_OK</a:t>
            </a:r>
          </a:p>
        </p:txBody>
      </p:sp>
      <p:sp>
        <p:nvSpPr>
          <p:cNvPr id="292" name="AutoShape 14"/>
          <p:cNvSpPr>
            <a:spLocks noChangeArrowheads="1"/>
          </p:cNvSpPr>
          <p:nvPr/>
        </p:nvSpPr>
        <p:spPr bwMode="auto">
          <a:xfrm>
            <a:off x="1443985" y="2449158"/>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00010_ACTIVATION_BEB_ANC_NOK</a:t>
            </a:r>
          </a:p>
        </p:txBody>
      </p:sp>
      <p:sp>
        <p:nvSpPr>
          <p:cNvPr id="293" name="AutoShape 14"/>
          <p:cNvSpPr>
            <a:spLocks noChangeArrowheads="1"/>
          </p:cNvSpPr>
          <p:nvPr/>
        </p:nvSpPr>
        <p:spPr bwMode="auto">
          <a:xfrm>
            <a:off x="3765305" y="2458385"/>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00010_ACTIVATION_BEB_ANC_HNO</a:t>
            </a:r>
          </a:p>
        </p:txBody>
      </p:sp>
      <p:sp>
        <p:nvSpPr>
          <p:cNvPr id="296" name="AutoShape 14"/>
          <p:cNvSpPr>
            <a:spLocks noChangeArrowheads="1"/>
          </p:cNvSpPr>
          <p:nvPr/>
        </p:nvSpPr>
        <p:spPr bwMode="auto">
          <a:xfrm>
            <a:off x="5120335" y="2165627"/>
            <a:ext cx="1304608" cy="132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00010_ACTIVATION_BEB_ANC_HO</a:t>
            </a:r>
          </a:p>
        </p:txBody>
      </p:sp>
      <p:sp>
        <p:nvSpPr>
          <p:cNvPr id="297" name="AutoShape 31">
            <a:hlinkClick r:id="" action="ppaction://noaction"/>
          </p:cNvPr>
          <p:cNvSpPr>
            <a:spLocks noChangeArrowheads="1"/>
          </p:cNvSpPr>
          <p:nvPr/>
        </p:nvSpPr>
        <p:spPr bwMode="auto">
          <a:xfrm>
            <a:off x="5226839" y="2368403"/>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FIXE_ACTIVATION_BEB_ANC</a:t>
            </a:r>
            <a:endParaRPr lang="fr-FR" sz="600">
              <a:solidFill>
                <a:srgbClr val="FF0000"/>
              </a:solidFill>
            </a:endParaRPr>
          </a:p>
        </p:txBody>
      </p:sp>
      <p:sp>
        <p:nvSpPr>
          <p:cNvPr id="299" name="AutoShape 221"/>
          <p:cNvSpPr>
            <a:spLocks noChangeArrowheads="1"/>
          </p:cNvSpPr>
          <p:nvPr/>
        </p:nvSpPr>
        <p:spPr bwMode="auto">
          <a:xfrm rot="10800000">
            <a:off x="5364306" y="2647557"/>
            <a:ext cx="802676"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(Page ANC)</a:t>
            </a:r>
          </a:p>
        </p:txBody>
      </p:sp>
      <p:cxnSp>
        <p:nvCxnSpPr>
          <p:cNvPr id="208" name="Connecteur en angle 207"/>
          <p:cNvCxnSpPr>
            <a:stCxn id="286" idx="3"/>
            <a:endCxn id="296" idx="0"/>
          </p:cNvCxnSpPr>
          <p:nvPr/>
        </p:nvCxnSpPr>
        <p:spPr bwMode="auto">
          <a:xfrm>
            <a:off x="4861650" y="2032298"/>
            <a:ext cx="910989" cy="1333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Connecteur droit 210"/>
          <p:cNvCxnSpPr>
            <a:stCxn id="296" idx="2"/>
            <a:endCxn id="297" idx="0"/>
          </p:cNvCxnSpPr>
          <p:nvPr/>
        </p:nvCxnSpPr>
        <p:spPr bwMode="auto">
          <a:xfrm flipH="1">
            <a:off x="5758080" y="2297675"/>
            <a:ext cx="14559" cy="707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6" name="Connecteur droit avec flèche 215"/>
          <p:cNvCxnSpPr>
            <a:stCxn id="297" idx="2"/>
            <a:endCxn id="299" idx="2"/>
          </p:cNvCxnSpPr>
          <p:nvPr/>
        </p:nvCxnSpPr>
        <p:spPr bwMode="auto">
          <a:xfrm>
            <a:off x="5758080" y="2512965"/>
            <a:ext cx="7564" cy="1345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Connecteur en angle 219"/>
          <p:cNvCxnSpPr>
            <a:stCxn id="292" idx="2"/>
            <a:endCxn id="550" idx="1"/>
          </p:cNvCxnSpPr>
          <p:nvPr/>
        </p:nvCxnSpPr>
        <p:spPr bwMode="auto">
          <a:xfrm rot="16200000" flipH="1">
            <a:off x="2878348" y="1862306"/>
            <a:ext cx="483546" cy="193749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Connecteur droit avec flèche 222"/>
          <p:cNvCxnSpPr>
            <a:stCxn id="293" idx="2"/>
            <a:endCxn id="550" idx="0"/>
          </p:cNvCxnSpPr>
          <p:nvPr/>
        </p:nvCxnSpPr>
        <p:spPr bwMode="auto">
          <a:xfrm>
            <a:off x="4469398" y="2605312"/>
            <a:ext cx="9993" cy="3071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Connecteur droit 224"/>
          <p:cNvCxnSpPr>
            <a:stCxn id="286" idx="2"/>
            <a:endCxn id="293" idx="0"/>
          </p:cNvCxnSpPr>
          <p:nvPr/>
        </p:nvCxnSpPr>
        <p:spPr bwMode="auto">
          <a:xfrm flipH="1">
            <a:off x="4469398" y="2192635"/>
            <a:ext cx="1727" cy="2657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9" name="Text Box 157"/>
          <p:cNvSpPr txBox="1">
            <a:spLocks noChangeArrowheads="1"/>
          </p:cNvSpPr>
          <p:nvPr/>
        </p:nvSpPr>
        <p:spPr bwMode="auto">
          <a:xfrm>
            <a:off x="4878308" y="1880716"/>
            <a:ext cx="3000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320" name="Text Box 157"/>
          <p:cNvSpPr txBox="1">
            <a:spLocks noChangeArrowheads="1"/>
          </p:cNvSpPr>
          <p:nvPr/>
        </p:nvSpPr>
        <p:spPr bwMode="auto">
          <a:xfrm>
            <a:off x="2422528" y="1792141"/>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321" name="Text Box 157"/>
          <p:cNvSpPr txBox="1">
            <a:spLocks noChangeArrowheads="1"/>
          </p:cNvSpPr>
          <p:nvPr/>
        </p:nvSpPr>
        <p:spPr bwMode="auto">
          <a:xfrm>
            <a:off x="2128636" y="219497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322" name="Text Box 157"/>
          <p:cNvSpPr txBox="1">
            <a:spLocks noChangeArrowheads="1"/>
          </p:cNvSpPr>
          <p:nvPr/>
        </p:nvSpPr>
        <p:spPr bwMode="auto">
          <a:xfrm>
            <a:off x="1294867" y="187945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227" name="Connecteur droit avec flèche 226"/>
          <p:cNvCxnSpPr>
            <a:stCxn id="290" idx="3"/>
            <a:endCxn id="286" idx="1"/>
          </p:cNvCxnSpPr>
          <p:nvPr/>
        </p:nvCxnSpPr>
        <p:spPr bwMode="auto">
          <a:xfrm flipV="1">
            <a:off x="3957712" y="2032298"/>
            <a:ext cx="122888" cy="47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Connecteur droit 228"/>
          <p:cNvCxnSpPr>
            <a:stCxn id="290" idx="1"/>
            <a:endCxn id="289" idx="3"/>
          </p:cNvCxnSpPr>
          <p:nvPr/>
        </p:nvCxnSpPr>
        <p:spPr bwMode="auto">
          <a:xfrm flipH="1" flipV="1">
            <a:off x="2548188" y="2030276"/>
            <a:ext cx="118177" cy="67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Connecteur droit 241"/>
          <p:cNvCxnSpPr>
            <a:stCxn id="289" idx="2"/>
            <a:endCxn id="292" idx="0"/>
          </p:cNvCxnSpPr>
          <p:nvPr/>
        </p:nvCxnSpPr>
        <p:spPr bwMode="auto">
          <a:xfrm flipH="1">
            <a:off x="2151376" y="2164392"/>
            <a:ext cx="6287" cy="2847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1" name="AutoShape 14"/>
          <p:cNvSpPr>
            <a:spLocks noChangeArrowheads="1"/>
          </p:cNvSpPr>
          <p:nvPr/>
        </p:nvSpPr>
        <p:spPr bwMode="auto">
          <a:xfrm>
            <a:off x="537899" y="2737201"/>
            <a:ext cx="1403978" cy="1464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00010_ACTIVATION_BEB_ANC_OFF</a:t>
            </a:r>
          </a:p>
        </p:txBody>
      </p:sp>
      <p:cxnSp>
        <p:nvCxnSpPr>
          <p:cNvPr id="246" name="Connecteur en angle 245"/>
          <p:cNvCxnSpPr>
            <a:stCxn id="289" idx="1"/>
            <a:endCxn id="331" idx="0"/>
          </p:cNvCxnSpPr>
          <p:nvPr/>
        </p:nvCxnSpPr>
        <p:spPr bwMode="auto">
          <a:xfrm rot="10800000" flipV="1">
            <a:off x="1239888" y="2030275"/>
            <a:ext cx="527250" cy="70692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Connecteur en angle 251"/>
          <p:cNvCxnSpPr>
            <a:stCxn id="331" idx="2"/>
            <a:endCxn id="550" idx="1"/>
          </p:cNvCxnSpPr>
          <p:nvPr/>
        </p:nvCxnSpPr>
        <p:spPr bwMode="auto">
          <a:xfrm rot="16200000" flipH="1">
            <a:off x="2569766" y="1553723"/>
            <a:ext cx="189223" cy="284897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6" name="Text Box 157"/>
          <p:cNvSpPr txBox="1">
            <a:spLocks noChangeArrowheads="1"/>
          </p:cNvSpPr>
          <p:nvPr/>
        </p:nvSpPr>
        <p:spPr bwMode="auto">
          <a:xfrm>
            <a:off x="4421513" y="223189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sp>
        <p:nvSpPr>
          <p:cNvPr id="339" name="Text Box 157"/>
          <p:cNvSpPr txBox="1">
            <a:spLocks noChangeArrowheads="1"/>
          </p:cNvSpPr>
          <p:nvPr/>
        </p:nvSpPr>
        <p:spPr bwMode="auto">
          <a:xfrm>
            <a:off x="4648655" y="5248220"/>
            <a:ext cx="79220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a:t>
            </a:r>
          </a:p>
        </p:txBody>
      </p:sp>
      <p:sp>
        <p:nvSpPr>
          <p:cNvPr id="361" name="AutoShape 221"/>
          <p:cNvSpPr>
            <a:spLocks noChangeArrowheads="1"/>
          </p:cNvSpPr>
          <p:nvPr/>
        </p:nvSpPr>
        <p:spPr bwMode="auto">
          <a:xfrm rot="10800000">
            <a:off x="5224874" y="3529107"/>
            <a:ext cx="1242369"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rgbClr val="FFFFFF"/>
                </a:solidFill>
                <a:latin typeface="Arial"/>
                <a:ea typeface="ＭＳ Ｐゴシック" pitchFamily="1" charset="-128"/>
              </a:rPr>
              <a:t>SVI MODE CONTINU ACTIVATION</a:t>
            </a:r>
          </a:p>
          <a:p>
            <a:pPr algn="ctr">
              <a:defRPr/>
            </a:pPr>
            <a:r>
              <a:rPr lang="fr-FR" sz="600">
                <a:solidFill>
                  <a:srgbClr val="FFFFFF"/>
                </a:solidFill>
                <a:latin typeface="Arial"/>
                <a:ea typeface="ＭＳ Ｐゴシック" pitchFamily="1" charset="-128"/>
              </a:rPr>
              <a:t>Page Entrée WS</a:t>
            </a:r>
          </a:p>
        </p:txBody>
      </p:sp>
      <p:cxnSp>
        <p:nvCxnSpPr>
          <p:cNvPr id="323" name="Connecteur en angle 322"/>
          <p:cNvCxnSpPr>
            <a:stCxn id="550" idx="3"/>
            <a:endCxn id="171" idx="0"/>
          </p:cNvCxnSpPr>
          <p:nvPr/>
        </p:nvCxnSpPr>
        <p:spPr bwMode="auto">
          <a:xfrm>
            <a:off x="4869916" y="3072824"/>
            <a:ext cx="974287" cy="21342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AutoShape 14">
            <a:extLst>
              <a:ext uri="{FF2B5EF4-FFF2-40B4-BE49-F238E27FC236}">
                <a16:creationId xmlns:a16="http://schemas.microsoft.com/office/drawing/2014/main" id="{96F04373-77F4-4254-9C21-B3A5404BEA65}"/>
              </a:ext>
            </a:extLst>
          </p:cNvPr>
          <p:cNvSpPr>
            <a:spLocks noChangeArrowheads="1"/>
          </p:cNvSpPr>
          <p:nvPr/>
        </p:nvSpPr>
        <p:spPr bwMode="auto">
          <a:xfrm>
            <a:off x="5198529" y="3286251"/>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00010_ACTIVATION_MC_ACTIV_OK</a:t>
            </a:r>
          </a:p>
        </p:txBody>
      </p:sp>
      <p:cxnSp>
        <p:nvCxnSpPr>
          <p:cNvPr id="9" name="Connecteur droit 8">
            <a:extLst>
              <a:ext uri="{FF2B5EF4-FFF2-40B4-BE49-F238E27FC236}">
                <a16:creationId xmlns:a16="http://schemas.microsoft.com/office/drawing/2014/main" id="{D2E46BC1-9930-4E53-BB25-B78BA854CF12}"/>
              </a:ext>
            </a:extLst>
          </p:cNvPr>
          <p:cNvCxnSpPr>
            <a:stCxn id="171" idx="2"/>
            <a:endCxn id="361" idx="2"/>
          </p:cNvCxnSpPr>
          <p:nvPr/>
        </p:nvCxnSpPr>
        <p:spPr bwMode="auto">
          <a:xfrm>
            <a:off x="5844203" y="3448058"/>
            <a:ext cx="1855" cy="810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14">
            <a:extLst>
              <a:ext uri="{FF2B5EF4-FFF2-40B4-BE49-F238E27FC236}">
                <a16:creationId xmlns:a16="http://schemas.microsoft.com/office/drawing/2014/main" id="{34ED9BE5-7971-4666-8890-B74068AA323C}"/>
              </a:ext>
            </a:extLst>
          </p:cNvPr>
          <p:cNvSpPr>
            <a:spLocks noChangeArrowheads="1"/>
          </p:cNvSpPr>
          <p:nvPr/>
        </p:nvSpPr>
        <p:spPr bwMode="auto">
          <a:xfrm>
            <a:off x="3826517" y="3372886"/>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00010_ACTIVATION_MC_ACTIV_NOK</a:t>
            </a:r>
          </a:p>
        </p:txBody>
      </p:sp>
      <p:cxnSp>
        <p:nvCxnSpPr>
          <p:cNvPr id="18" name="Connecteur droit 17">
            <a:extLst>
              <a:ext uri="{FF2B5EF4-FFF2-40B4-BE49-F238E27FC236}">
                <a16:creationId xmlns:a16="http://schemas.microsoft.com/office/drawing/2014/main" id="{6DE3D261-45DF-4D13-AFE8-A2C368D75A2B}"/>
              </a:ext>
            </a:extLst>
          </p:cNvPr>
          <p:cNvCxnSpPr>
            <a:stCxn id="550" idx="2"/>
            <a:endCxn id="180" idx="0"/>
          </p:cNvCxnSpPr>
          <p:nvPr/>
        </p:nvCxnSpPr>
        <p:spPr bwMode="auto">
          <a:xfrm flipH="1">
            <a:off x="4472191" y="3233161"/>
            <a:ext cx="7200" cy="1397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 name="AutoShape 14">
            <a:extLst>
              <a:ext uri="{FF2B5EF4-FFF2-40B4-BE49-F238E27FC236}">
                <a16:creationId xmlns:a16="http://schemas.microsoft.com/office/drawing/2014/main" id="{D338B7D4-C327-41EF-82E4-177DD3C69715}"/>
              </a:ext>
            </a:extLst>
          </p:cNvPr>
          <p:cNvSpPr>
            <a:spLocks noChangeArrowheads="1"/>
          </p:cNvSpPr>
          <p:nvPr/>
        </p:nvSpPr>
        <p:spPr bwMode="auto">
          <a:xfrm>
            <a:off x="2124124" y="3369973"/>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00010_ACTIVATION_MC_ACTIV_OFF</a:t>
            </a:r>
          </a:p>
        </p:txBody>
      </p:sp>
      <p:cxnSp>
        <p:nvCxnSpPr>
          <p:cNvPr id="20" name="Connecteur : en angle 19">
            <a:extLst>
              <a:ext uri="{FF2B5EF4-FFF2-40B4-BE49-F238E27FC236}">
                <a16:creationId xmlns:a16="http://schemas.microsoft.com/office/drawing/2014/main" id="{E3506D4D-25FD-4819-BF3B-7D01D441BF46}"/>
              </a:ext>
            </a:extLst>
          </p:cNvPr>
          <p:cNvCxnSpPr>
            <a:stCxn id="184" idx="2"/>
            <a:endCxn id="108" idx="0"/>
          </p:cNvCxnSpPr>
          <p:nvPr/>
        </p:nvCxnSpPr>
        <p:spPr bwMode="auto">
          <a:xfrm rot="16200000" flipH="1">
            <a:off x="3539916" y="2761661"/>
            <a:ext cx="169356" cy="170959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 en angle 21">
            <a:extLst>
              <a:ext uri="{FF2B5EF4-FFF2-40B4-BE49-F238E27FC236}">
                <a16:creationId xmlns:a16="http://schemas.microsoft.com/office/drawing/2014/main" id="{7A497FE0-D2C3-4D75-8ED5-5F12CEA9CCA3}"/>
              </a:ext>
            </a:extLst>
          </p:cNvPr>
          <p:cNvCxnSpPr>
            <a:stCxn id="550" idx="2"/>
            <a:endCxn id="184" idx="0"/>
          </p:cNvCxnSpPr>
          <p:nvPr/>
        </p:nvCxnSpPr>
        <p:spPr bwMode="auto">
          <a:xfrm rot="5400000">
            <a:off x="3556189" y="2446771"/>
            <a:ext cx="136812" cy="17095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Text Box 157">
            <a:extLst>
              <a:ext uri="{FF2B5EF4-FFF2-40B4-BE49-F238E27FC236}">
                <a16:creationId xmlns:a16="http://schemas.microsoft.com/office/drawing/2014/main" id="{BA260638-B72B-4655-A68B-85D749F15925}"/>
              </a:ext>
            </a:extLst>
          </p:cNvPr>
          <p:cNvSpPr txBox="1">
            <a:spLocks noChangeArrowheads="1"/>
          </p:cNvSpPr>
          <p:nvPr/>
        </p:nvSpPr>
        <p:spPr bwMode="auto">
          <a:xfrm>
            <a:off x="4572000" y="322484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81" name="AutoShape 73">
            <a:extLst>
              <a:ext uri="{FF2B5EF4-FFF2-40B4-BE49-F238E27FC236}">
                <a16:creationId xmlns:a16="http://schemas.microsoft.com/office/drawing/2014/main" id="{DC1E46AF-25EA-4BBE-A8AB-AD35B27BB11A}"/>
              </a:ext>
            </a:extLst>
          </p:cNvPr>
          <p:cNvSpPr>
            <a:spLocks noChangeArrowheads="1"/>
          </p:cNvSpPr>
          <p:nvPr/>
        </p:nvSpPr>
        <p:spPr bwMode="auto">
          <a:xfrm>
            <a:off x="3020035" y="1037645"/>
            <a:ext cx="771571"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RDGU</a:t>
            </a:r>
          </a:p>
        </p:txBody>
      </p:sp>
      <p:sp>
        <p:nvSpPr>
          <p:cNvPr id="194" name="AutoShape 14">
            <a:extLst>
              <a:ext uri="{FF2B5EF4-FFF2-40B4-BE49-F238E27FC236}">
                <a16:creationId xmlns:a16="http://schemas.microsoft.com/office/drawing/2014/main" id="{F14766AE-EB61-4194-8D11-3D9C94D4DE6F}"/>
              </a:ext>
            </a:extLst>
          </p:cNvPr>
          <p:cNvSpPr>
            <a:spLocks noChangeArrowheads="1"/>
          </p:cNvSpPr>
          <p:nvPr/>
        </p:nvSpPr>
        <p:spPr bwMode="auto">
          <a:xfrm>
            <a:off x="2038693" y="664146"/>
            <a:ext cx="1200545" cy="1411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00010_ACTIVATION_HO_ANC</a:t>
            </a:r>
          </a:p>
        </p:txBody>
      </p:sp>
      <p:cxnSp>
        <p:nvCxnSpPr>
          <p:cNvPr id="37" name="Connecteur : en angle 36">
            <a:extLst>
              <a:ext uri="{FF2B5EF4-FFF2-40B4-BE49-F238E27FC236}">
                <a16:creationId xmlns:a16="http://schemas.microsoft.com/office/drawing/2014/main" id="{0FE989CC-CA43-4149-B04B-1E8BC6ADA921}"/>
              </a:ext>
            </a:extLst>
          </p:cNvPr>
          <p:cNvCxnSpPr>
            <a:stCxn id="156" idx="3"/>
            <a:endCxn id="194" idx="1"/>
          </p:cNvCxnSpPr>
          <p:nvPr/>
        </p:nvCxnSpPr>
        <p:spPr bwMode="auto">
          <a:xfrm flipV="1">
            <a:off x="1743607" y="734696"/>
            <a:ext cx="295086" cy="5084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B2A4A034-8C4C-42DC-93FF-4C73B850376F}"/>
              </a:ext>
            </a:extLst>
          </p:cNvPr>
          <p:cNvCxnSpPr>
            <a:stCxn id="194" idx="3"/>
            <a:endCxn id="181" idx="0"/>
          </p:cNvCxnSpPr>
          <p:nvPr/>
        </p:nvCxnSpPr>
        <p:spPr bwMode="auto">
          <a:xfrm>
            <a:off x="3239238" y="734696"/>
            <a:ext cx="166583" cy="30294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0" name="AutoShape 14">
            <a:extLst>
              <a:ext uri="{FF2B5EF4-FFF2-40B4-BE49-F238E27FC236}">
                <a16:creationId xmlns:a16="http://schemas.microsoft.com/office/drawing/2014/main" id="{E7B63CBE-8F56-4723-BA89-53327117AAC8}"/>
              </a:ext>
            </a:extLst>
          </p:cNvPr>
          <p:cNvSpPr>
            <a:spLocks noChangeArrowheads="1"/>
          </p:cNvSpPr>
          <p:nvPr/>
        </p:nvSpPr>
        <p:spPr bwMode="auto">
          <a:xfrm>
            <a:off x="2927532" y="1492794"/>
            <a:ext cx="975878" cy="1426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00010_ACTIV_RDGU_OFF</a:t>
            </a:r>
          </a:p>
        </p:txBody>
      </p:sp>
      <p:cxnSp>
        <p:nvCxnSpPr>
          <p:cNvPr id="44" name="Connecteur droit 43">
            <a:extLst>
              <a:ext uri="{FF2B5EF4-FFF2-40B4-BE49-F238E27FC236}">
                <a16:creationId xmlns:a16="http://schemas.microsoft.com/office/drawing/2014/main" id="{D854AD6F-1F2B-4385-90EC-FE875FE4B336}"/>
              </a:ext>
            </a:extLst>
          </p:cNvPr>
          <p:cNvCxnSpPr>
            <a:cxnSpLocks/>
            <a:stCxn id="181" idx="2"/>
            <a:endCxn id="210" idx="0"/>
          </p:cNvCxnSpPr>
          <p:nvPr/>
        </p:nvCxnSpPr>
        <p:spPr bwMode="auto">
          <a:xfrm>
            <a:off x="3405821" y="1421259"/>
            <a:ext cx="9650" cy="715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eur : en angle 47">
            <a:extLst>
              <a:ext uri="{FF2B5EF4-FFF2-40B4-BE49-F238E27FC236}">
                <a16:creationId xmlns:a16="http://schemas.microsoft.com/office/drawing/2014/main" id="{3B4D2838-4CC0-4382-938B-E98754AEED8D}"/>
              </a:ext>
            </a:extLst>
          </p:cNvPr>
          <p:cNvCxnSpPr>
            <a:cxnSpLocks/>
            <a:stCxn id="210" idx="2"/>
            <a:endCxn id="149" idx="3"/>
          </p:cNvCxnSpPr>
          <p:nvPr/>
        </p:nvCxnSpPr>
        <p:spPr bwMode="auto">
          <a:xfrm rot="5400000">
            <a:off x="2838270" y="1162744"/>
            <a:ext cx="104523" cy="104988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7" name="AutoShape 62">
            <a:hlinkClick r:id="" action="ppaction://noaction"/>
            <a:extLst>
              <a:ext uri="{FF2B5EF4-FFF2-40B4-BE49-F238E27FC236}">
                <a16:creationId xmlns:a16="http://schemas.microsoft.com/office/drawing/2014/main" id="{BDD4976C-B27A-4057-85EB-D30D3CED1BB8}"/>
              </a:ext>
            </a:extLst>
          </p:cNvPr>
          <p:cNvSpPr>
            <a:spLocks noChangeArrowheads="1"/>
          </p:cNvSpPr>
          <p:nvPr/>
        </p:nvSpPr>
        <p:spPr bwMode="auto">
          <a:xfrm>
            <a:off x="5904764" y="1074236"/>
            <a:ext cx="635120" cy="32067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ea typeface="+mn-ea"/>
              </a:rPr>
              <a:t>TYPE CLIENT</a:t>
            </a:r>
          </a:p>
        </p:txBody>
      </p:sp>
      <p:sp>
        <p:nvSpPr>
          <p:cNvPr id="218" name="AutoShape 14">
            <a:extLst>
              <a:ext uri="{FF2B5EF4-FFF2-40B4-BE49-F238E27FC236}">
                <a16:creationId xmlns:a16="http://schemas.microsoft.com/office/drawing/2014/main" id="{404A789E-D328-4B83-9605-4F788B39344C}"/>
              </a:ext>
            </a:extLst>
          </p:cNvPr>
          <p:cNvSpPr>
            <a:spLocks noChangeArrowheads="1"/>
          </p:cNvSpPr>
          <p:nvPr/>
        </p:nvSpPr>
        <p:spPr bwMode="auto">
          <a:xfrm>
            <a:off x="3871732" y="1164024"/>
            <a:ext cx="915240" cy="13550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00010_ACTIV_RDGU_OK</a:t>
            </a:r>
          </a:p>
        </p:txBody>
      </p:sp>
      <p:cxnSp>
        <p:nvCxnSpPr>
          <p:cNvPr id="55" name="Connecteur droit avec flèche 54">
            <a:extLst>
              <a:ext uri="{FF2B5EF4-FFF2-40B4-BE49-F238E27FC236}">
                <a16:creationId xmlns:a16="http://schemas.microsoft.com/office/drawing/2014/main" id="{921CC74B-F818-4473-BB3B-76C5EA1C5666}"/>
              </a:ext>
            </a:extLst>
          </p:cNvPr>
          <p:cNvCxnSpPr>
            <a:cxnSpLocks/>
            <a:stCxn id="218" idx="3"/>
            <a:endCxn id="217" idx="1"/>
          </p:cNvCxnSpPr>
          <p:nvPr/>
        </p:nvCxnSpPr>
        <p:spPr bwMode="auto">
          <a:xfrm>
            <a:off x="4786972" y="1231778"/>
            <a:ext cx="1117792" cy="27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4" name="AutoShape 162">
            <a:extLst>
              <a:ext uri="{FF2B5EF4-FFF2-40B4-BE49-F238E27FC236}">
                <a16:creationId xmlns:a16="http://schemas.microsoft.com/office/drawing/2014/main" id="{F85E0E93-7814-49FA-A328-F38C7904694B}"/>
              </a:ext>
            </a:extLst>
          </p:cNvPr>
          <p:cNvSpPr>
            <a:spLocks noChangeArrowheads="1"/>
          </p:cNvSpPr>
          <p:nvPr/>
        </p:nvSpPr>
        <p:spPr bwMode="auto">
          <a:xfrm>
            <a:off x="6714211" y="1652832"/>
            <a:ext cx="1339222" cy="1526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ACTIV_RDGU_AUTRE</a:t>
            </a:r>
          </a:p>
        </p:txBody>
      </p:sp>
      <p:sp>
        <p:nvSpPr>
          <p:cNvPr id="226" name="AutoShape 142">
            <a:extLst>
              <a:ext uri="{FF2B5EF4-FFF2-40B4-BE49-F238E27FC236}">
                <a16:creationId xmlns:a16="http://schemas.microsoft.com/office/drawing/2014/main" id="{970D1039-D23E-4EE7-BFF3-C2A5FE052151}"/>
              </a:ext>
            </a:extLst>
          </p:cNvPr>
          <p:cNvSpPr>
            <a:spLocks noChangeArrowheads="1"/>
          </p:cNvSpPr>
          <p:nvPr/>
        </p:nvSpPr>
        <p:spPr bwMode="auto">
          <a:xfrm>
            <a:off x="8283403" y="1611654"/>
            <a:ext cx="861116" cy="239045"/>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a:t>ACTIV RDGU ADSL</a:t>
            </a:r>
            <a:endParaRPr lang="fr-FR" sz="600">
              <a:ea typeface="+mn-ea"/>
            </a:endParaRPr>
          </a:p>
        </p:txBody>
      </p:sp>
      <p:sp>
        <p:nvSpPr>
          <p:cNvPr id="228" name="AutoShape 142">
            <a:extLst>
              <a:ext uri="{FF2B5EF4-FFF2-40B4-BE49-F238E27FC236}">
                <a16:creationId xmlns:a16="http://schemas.microsoft.com/office/drawing/2014/main" id="{C631DBE3-EBA6-4E4F-8AFA-AFB91BCF327B}"/>
              </a:ext>
            </a:extLst>
          </p:cNvPr>
          <p:cNvSpPr>
            <a:spLocks noChangeArrowheads="1"/>
          </p:cNvSpPr>
          <p:nvPr/>
        </p:nvSpPr>
        <p:spPr bwMode="auto">
          <a:xfrm>
            <a:off x="8328780" y="1005398"/>
            <a:ext cx="803207"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t>ACTIV RDGU FTTB</a:t>
            </a:r>
            <a:endParaRPr lang="fr-FR" sz="600" b="1" i="1"/>
          </a:p>
        </p:txBody>
      </p:sp>
      <p:sp>
        <p:nvSpPr>
          <p:cNvPr id="234" name="AutoShape 37">
            <a:extLst>
              <a:ext uri="{FF2B5EF4-FFF2-40B4-BE49-F238E27FC236}">
                <a16:creationId xmlns:a16="http://schemas.microsoft.com/office/drawing/2014/main" id="{AE9339CD-4AF8-4FBE-AF04-EF81EEDADC34}"/>
              </a:ext>
            </a:extLst>
          </p:cNvPr>
          <p:cNvSpPr>
            <a:spLocks noChangeArrowheads="1"/>
          </p:cNvSpPr>
          <p:nvPr/>
        </p:nvSpPr>
        <p:spPr bwMode="auto">
          <a:xfrm>
            <a:off x="6708791" y="1069175"/>
            <a:ext cx="1229967" cy="13525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00010_ACTIV_RDGU_FTTB</a:t>
            </a:r>
          </a:p>
        </p:txBody>
      </p:sp>
      <p:sp>
        <p:nvSpPr>
          <p:cNvPr id="235" name="Text Box 157">
            <a:extLst>
              <a:ext uri="{FF2B5EF4-FFF2-40B4-BE49-F238E27FC236}">
                <a16:creationId xmlns:a16="http://schemas.microsoft.com/office/drawing/2014/main" id="{2E3971D6-14A2-4E3A-8634-D1C683D0E345}"/>
              </a:ext>
            </a:extLst>
          </p:cNvPr>
          <p:cNvSpPr txBox="1">
            <a:spLocks noChangeArrowheads="1"/>
          </p:cNvSpPr>
          <p:nvPr/>
        </p:nvSpPr>
        <p:spPr bwMode="auto">
          <a:xfrm>
            <a:off x="7012149" y="1204447"/>
            <a:ext cx="10454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FTTB ET AUTRE RDGU </a:t>
            </a:r>
          </a:p>
        </p:txBody>
      </p:sp>
      <p:sp>
        <p:nvSpPr>
          <p:cNvPr id="238" name="AutoShape 142">
            <a:extLst>
              <a:ext uri="{FF2B5EF4-FFF2-40B4-BE49-F238E27FC236}">
                <a16:creationId xmlns:a16="http://schemas.microsoft.com/office/drawing/2014/main" id="{80395B4E-B7E4-400F-81FC-0696D1D4BB88}"/>
              </a:ext>
            </a:extLst>
          </p:cNvPr>
          <p:cNvSpPr>
            <a:spLocks noChangeArrowheads="1"/>
          </p:cNvSpPr>
          <p:nvPr/>
        </p:nvSpPr>
        <p:spPr bwMode="auto">
          <a:xfrm>
            <a:off x="8163505" y="690806"/>
            <a:ext cx="968482"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t>TRANSFERT</a:t>
            </a:r>
            <a:br>
              <a:rPr lang="fr-FR" sz="600"/>
            </a:br>
            <a:r>
              <a:rPr lang="fr-FR" sz="600" b="1"/>
              <a:t>ACTIV RDGU FTTB MIG</a:t>
            </a:r>
          </a:p>
        </p:txBody>
      </p:sp>
      <p:sp>
        <p:nvSpPr>
          <p:cNvPr id="243" name="AutoShape 37">
            <a:extLst>
              <a:ext uri="{FF2B5EF4-FFF2-40B4-BE49-F238E27FC236}">
                <a16:creationId xmlns:a16="http://schemas.microsoft.com/office/drawing/2014/main" id="{3C94E821-D7F2-446A-8A46-8C8E25C5BDCE}"/>
              </a:ext>
            </a:extLst>
          </p:cNvPr>
          <p:cNvSpPr>
            <a:spLocks noChangeArrowheads="1"/>
          </p:cNvSpPr>
          <p:nvPr/>
        </p:nvSpPr>
        <p:spPr bwMode="auto">
          <a:xfrm>
            <a:off x="6701679" y="741155"/>
            <a:ext cx="1364286" cy="1736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00010_ACTIV_RDGU_FTTB_MIG</a:t>
            </a:r>
          </a:p>
        </p:txBody>
      </p:sp>
      <p:sp>
        <p:nvSpPr>
          <p:cNvPr id="248" name="Text Box 157">
            <a:extLst>
              <a:ext uri="{FF2B5EF4-FFF2-40B4-BE49-F238E27FC236}">
                <a16:creationId xmlns:a16="http://schemas.microsoft.com/office/drawing/2014/main" id="{2502BB04-D7C0-4B65-8E51-AFD85611C11B}"/>
              </a:ext>
            </a:extLst>
          </p:cNvPr>
          <p:cNvSpPr txBox="1">
            <a:spLocks noChangeArrowheads="1"/>
          </p:cNvSpPr>
          <p:nvPr/>
        </p:nvSpPr>
        <p:spPr bwMode="auto">
          <a:xfrm>
            <a:off x="6589458" y="913501"/>
            <a:ext cx="1666927"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FTTB ET MIG_NC ET AUTRE RDGU</a:t>
            </a:r>
          </a:p>
        </p:txBody>
      </p:sp>
      <p:cxnSp>
        <p:nvCxnSpPr>
          <p:cNvPr id="254" name="Connecteur en angle 196">
            <a:extLst>
              <a:ext uri="{FF2B5EF4-FFF2-40B4-BE49-F238E27FC236}">
                <a16:creationId xmlns:a16="http://schemas.microsoft.com/office/drawing/2014/main" id="{94F287EE-AD65-4DF9-B70E-A8C47C9BC72B}"/>
              </a:ext>
            </a:extLst>
          </p:cNvPr>
          <p:cNvCxnSpPr>
            <a:cxnSpLocks/>
            <a:stCxn id="243" idx="3"/>
            <a:endCxn id="238" idx="1"/>
          </p:cNvCxnSpPr>
          <p:nvPr/>
        </p:nvCxnSpPr>
        <p:spPr bwMode="auto">
          <a:xfrm>
            <a:off x="8065965" y="827987"/>
            <a:ext cx="97540" cy="191"/>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Connecteur en angle 196">
            <a:extLst>
              <a:ext uri="{FF2B5EF4-FFF2-40B4-BE49-F238E27FC236}">
                <a16:creationId xmlns:a16="http://schemas.microsoft.com/office/drawing/2014/main" id="{C10C29EB-31BF-4B12-9B2D-22CFB334E811}"/>
              </a:ext>
            </a:extLst>
          </p:cNvPr>
          <p:cNvCxnSpPr>
            <a:cxnSpLocks/>
            <a:stCxn id="234" idx="3"/>
            <a:endCxn id="228" idx="1"/>
          </p:cNvCxnSpPr>
          <p:nvPr/>
        </p:nvCxnSpPr>
        <p:spPr bwMode="auto">
          <a:xfrm>
            <a:off x="7938758" y="1136804"/>
            <a:ext cx="390022" cy="5966"/>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8" name="AutoShape 162">
            <a:extLst>
              <a:ext uri="{FF2B5EF4-FFF2-40B4-BE49-F238E27FC236}">
                <a16:creationId xmlns:a16="http://schemas.microsoft.com/office/drawing/2014/main" id="{DEA591D1-DF66-43B3-AD40-C1695EC24FA6}"/>
              </a:ext>
            </a:extLst>
          </p:cNvPr>
          <p:cNvSpPr>
            <a:spLocks noChangeArrowheads="1"/>
          </p:cNvSpPr>
          <p:nvPr/>
        </p:nvSpPr>
        <p:spPr bwMode="auto">
          <a:xfrm>
            <a:off x="6707971" y="1369206"/>
            <a:ext cx="1241536" cy="13369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ea typeface="ＭＳ Ｐゴシック" charset="0"/>
              </a:rPr>
              <a:t>00010_</a:t>
            </a:r>
            <a:r>
              <a:rPr lang="fr-FR" sz="600"/>
              <a:t>ACTIV_RDGU_FTTH</a:t>
            </a:r>
          </a:p>
        </p:txBody>
      </p:sp>
      <p:sp>
        <p:nvSpPr>
          <p:cNvPr id="261" name="AutoShape 142">
            <a:extLst>
              <a:ext uri="{FF2B5EF4-FFF2-40B4-BE49-F238E27FC236}">
                <a16:creationId xmlns:a16="http://schemas.microsoft.com/office/drawing/2014/main" id="{AE94ABCF-3341-4AA4-AC3D-FF709D9313CF}"/>
              </a:ext>
            </a:extLst>
          </p:cNvPr>
          <p:cNvSpPr>
            <a:spLocks noChangeArrowheads="1"/>
          </p:cNvSpPr>
          <p:nvPr/>
        </p:nvSpPr>
        <p:spPr bwMode="auto">
          <a:xfrm>
            <a:off x="8296689" y="1303010"/>
            <a:ext cx="847830" cy="27474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mn-ea"/>
              </a:rPr>
              <a:t>TRANSFERT</a:t>
            </a:r>
            <a:br>
              <a:rPr lang="fr-FR" sz="600">
                <a:ea typeface="+mn-ea"/>
              </a:rPr>
            </a:br>
            <a:r>
              <a:rPr lang="fr-FR" sz="600" b="1">
                <a:ea typeface="+mn-ea"/>
              </a:rPr>
              <a:t>ACTIV RDGU FTTH</a:t>
            </a:r>
          </a:p>
        </p:txBody>
      </p:sp>
      <p:sp>
        <p:nvSpPr>
          <p:cNvPr id="262" name="Text Box 157">
            <a:extLst>
              <a:ext uri="{FF2B5EF4-FFF2-40B4-BE49-F238E27FC236}">
                <a16:creationId xmlns:a16="http://schemas.microsoft.com/office/drawing/2014/main" id="{8000C76A-5A7E-4BD7-8A38-5AF55F22B0EE}"/>
              </a:ext>
            </a:extLst>
          </p:cNvPr>
          <p:cNvSpPr txBox="1">
            <a:spLocks noChangeArrowheads="1"/>
          </p:cNvSpPr>
          <p:nvPr/>
        </p:nvSpPr>
        <p:spPr bwMode="auto">
          <a:xfrm>
            <a:off x="6966098" y="1493096"/>
            <a:ext cx="10502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FTTH ET AUTRE RDGU </a:t>
            </a:r>
          </a:p>
        </p:txBody>
      </p:sp>
      <p:cxnSp>
        <p:nvCxnSpPr>
          <p:cNvPr id="263" name="Connecteur en angle 196">
            <a:extLst>
              <a:ext uri="{FF2B5EF4-FFF2-40B4-BE49-F238E27FC236}">
                <a16:creationId xmlns:a16="http://schemas.microsoft.com/office/drawing/2014/main" id="{BF7D0187-F11F-4F46-83CB-322584887526}"/>
              </a:ext>
            </a:extLst>
          </p:cNvPr>
          <p:cNvCxnSpPr>
            <a:cxnSpLocks/>
            <a:stCxn id="258" idx="3"/>
            <a:endCxn id="261" idx="1"/>
          </p:cNvCxnSpPr>
          <p:nvPr/>
        </p:nvCxnSpPr>
        <p:spPr bwMode="auto">
          <a:xfrm>
            <a:off x="7949507" y="1436052"/>
            <a:ext cx="347182" cy="4330"/>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Connecteur en angle 141">
            <a:extLst>
              <a:ext uri="{FF2B5EF4-FFF2-40B4-BE49-F238E27FC236}">
                <a16:creationId xmlns:a16="http://schemas.microsoft.com/office/drawing/2014/main" id="{8F04A52F-3F5F-4B4D-9D35-F38BB4CEDE51}"/>
              </a:ext>
            </a:extLst>
          </p:cNvPr>
          <p:cNvCxnSpPr>
            <a:stCxn id="217" idx="3"/>
            <a:endCxn id="243" idx="1"/>
          </p:cNvCxnSpPr>
          <p:nvPr/>
        </p:nvCxnSpPr>
        <p:spPr bwMode="auto">
          <a:xfrm flipV="1">
            <a:off x="6539884" y="827987"/>
            <a:ext cx="161795" cy="4065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Connecteur en angle 154">
            <a:extLst>
              <a:ext uri="{FF2B5EF4-FFF2-40B4-BE49-F238E27FC236}">
                <a16:creationId xmlns:a16="http://schemas.microsoft.com/office/drawing/2014/main" id="{56FA3162-2849-4BFE-AD34-B94986584231}"/>
              </a:ext>
            </a:extLst>
          </p:cNvPr>
          <p:cNvCxnSpPr>
            <a:stCxn id="217" idx="3"/>
            <a:endCxn id="234" idx="1"/>
          </p:cNvCxnSpPr>
          <p:nvPr/>
        </p:nvCxnSpPr>
        <p:spPr bwMode="auto">
          <a:xfrm flipV="1">
            <a:off x="6539884" y="1136804"/>
            <a:ext cx="168907" cy="9777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 name="Connecteur en angle 158">
            <a:extLst>
              <a:ext uri="{FF2B5EF4-FFF2-40B4-BE49-F238E27FC236}">
                <a16:creationId xmlns:a16="http://schemas.microsoft.com/office/drawing/2014/main" id="{FF4FCE0D-AFE7-47C8-BAAE-BFF9E39A272C}"/>
              </a:ext>
            </a:extLst>
          </p:cNvPr>
          <p:cNvCxnSpPr>
            <a:stCxn id="217" idx="3"/>
            <a:endCxn id="258" idx="1"/>
          </p:cNvCxnSpPr>
          <p:nvPr/>
        </p:nvCxnSpPr>
        <p:spPr bwMode="auto">
          <a:xfrm>
            <a:off x="6539884" y="1234574"/>
            <a:ext cx="168087" cy="20147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Connecteur en angle 352">
            <a:extLst>
              <a:ext uri="{FF2B5EF4-FFF2-40B4-BE49-F238E27FC236}">
                <a16:creationId xmlns:a16="http://schemas.microsoft.com/office/drawing/2014/main" id="{1B7D83EF-1381-4B6D-81C2-FE1925A78333}"/>
              </a:ext>
            </a:extLst>
          </p:cNvPr>
          <p:cNvCxnSpPr>
            <a:stCxn id="217" idx="3"/>
            <a:endCxn id="224" idx="1"/>
          </p:cNvCxnSpPr>
          <p:nvPr/>
        </p:nvCxnSpPr>
        <p:spPr bwMode="auto">
          <a:xfrm>
            <a:off x="6539884" y="1234574"/>
            <a:ext cx="174327" cy="49459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Connecteur droit 270">
            <a:extLst>
              <a:ext uri="{FF2B5EF4-FFF2-40B4-BE49-F238E27FC236}">
                <a16:creationId xmlns:a16="http://schemas.microsoft.com/office/drawing/2014/main" id="{73986390-4561-4387-B174-5E074E4F49EB}"/>
              </a:ext>
            </a:extLst>
          </p:cNvPr>
          <p:cNvCxnSpPr>
            <a:cxnSpLocks/>
            <a:stCxn id="224" idx="3"/>
            <a:endCxn id="226" idx="1"/>
          </p:cNvCxnSpPr>
          <p:nvPr/>
        </p:nvCxnSpPr>
        <p:spPr bwMode="auto">
          <a:xfrm>
            <a:off x="8053433" y="1729166"/>
            <a:ext cx="229970" cy="20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Connecteur droit 57">
            <a:extLst>
              <a:ext uri="{FF2B5EF4-FFF2-40B4-BE49-F238E27FC236}">
                <a16:creationId xmlns:a16="http://schemas.microsoft.com/office/drawing/2014/main" id="{EE13D669-F47B-4D7A-8C53-EDCC708BBD73}"/>
              </a:ext>
            </a:extLst>
          </p:cNvPr>
          <p:cNvCxnSpPr>
            <a:cxnSpLocks/>
            <a:stCxn id="181" idx="3"/>
            <a:endCxn id="218" idx="1"/>
          </p:cNvCxnSpPr>
          <p:nvPr/>
        </p:nvCxnSpPr>
        <p:spPr bwMode="auto">
          <a:xfrm>
            <a:off x="3791606" y="1229452"/>
            <a:ext cx="80126" cy="23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 name="Text Box 157">
            <a:extLst>
              <a:ext uri="{FF2B5EF4-FFF2-40B4-BE49-F238E27FC236}">
                <a16:creationId xmlns:a16="http://schemas.microsoft.com/office/drawing/2014/main" id="{38E5CFE0-00FE-419A-8598-320FA0032637}"/>
              </a:ext>
            </a:extLst>
          </p:cNvPr>
          <p:cNvSpPr txBox="1">
            <a:spLocks noChangeArrowheads="1"/>
          </p:cNvSpPr>
          <p:nvPr/>
        </p:nvSpPr>
        <p:spPr bwMode="auto">
          <a:xfrm>
            <a:off x="2802378" y="131629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sp>
        <p:nvSpPr>
          <p:cNvPr id="302" name="Text Box 157">
            <a:extLst>
              <a:ext uri="{FF2B5EF4-FFF2-40B4-BE49-F238E27FC236}">
                <a16:creationId xmlns:a16="http://schemas.microsoft.com/office/drawing/2014/main" id="{8BB937B9-21A8-43F4-A54D-3A5B0B62340B}"/>
              </a:ext>
            </a:extLst>
          </p:cNvPr>
          <p:cNvSpPr txBox="1">
            <a:spLocks noChangeArrowheads="1"/>
          </p:cNvSpPr>
          <p:nvPr/>
        </p:nvSpPr>
        <p:spPr bwMode="auto">
          <a:xfrm>
            <a:off x="2509312" y="105852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309" name="Text Box 157">
            <a:extLst>
              <a:ext uri="{FF2B5EF4-FFF2-40B4-BE49-F238E27FC236}">
                <a16:creationId xmlns:a16="http://schemas.microsoft.com/office/drawing/2014/main" id="{82012B80-A39A-48DA-85D9-5287A289FE9F}"/>
              </a:ext>
            </a:extLst>
          </p:cNvPr>
          <p:cNvSpPr txBox="1">
            <a:spLocks noChangeArrowheads="1"/>
          </p:cNvSpPr>
          <p:nvPr/>
        </p:nvSpPr>
        <p:spPr bwMode="auto">
          <a:xfrm>
            <a:off x="3696087" y="973251"/>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RDGU = 1</a:t>
            </a:r>
          </a:p>
        </p:txBody>
      </p:sp>
      <p:cxnSp>
        <p:nvCxnSpPr>
          <p:cNvPr id="6" name="Connecteur : en angle 5">
            <a:extLst>
              <a:ext uri="{FF2B5EF4-FFF2-40B4-BE49-F238E27FC236}">
                <a16:creationId xmlns:a16="http://schemas.microsoft.com/office/drawing/2014/main" id="{33F11876-ADC3-9CB4-5297-61B84B232394}"/>
              </a:ext>
            </a:extLst>
          </p:cNvPr>
          <p:cNvCxnSpPr>
            <a:stCxn id="47" idx="0"/>
            <a:endCxn id="156" idx="0"/>
          </p:cNvCxnSpPr>
          <p:nvPr/>
        </p:nvCxnSpPr>
        <p:spPr bwMode="auto">
          <a:xfrm rot="16200000" flipH="1">
            <a:off x="818768" y="602912"/>
            <a:ext cx="108168" cy="78877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19633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E9E10247-54EC-4570-855D-B4A8203AC5B4}" type="slidenum">
              <a:rPr lang="fr-FR" smtClean="0"/>
              <a:pPr eaLnBrk="1" hangingPunct="1"/>
              <a:t>9</a:t>
            </a:fld>
            <a:endParaRPr lang="fr-FR"/>
          </a:p>
        </p:txBody>
      </p:sp>
      <p:sp>
        <p:nvSpPr>
          <p:cNvPr id="10246" name="Rectangle 6"/>
          <p:cNvSpPr>
            <a:spLocks noChangeArrowheads="1"/>
          </p:cNvSpPr>
          <p:nvPr/>
        </p:nvSpPr>
        <p:spPr bwMode="auto">
          <a:xfrm>
            <a:off x="5071198" y="1171747"/>
            <a:ext cx="1855116" cy="651396"/>
          </a:xfrm>
          <a:prstGeom prst="rect">
            <a:avLst/>
          </a:prstGeom>
          <a:solidFill>
            <a:srgbClr val="FF7C80"/>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D31E05"/>
                </a:solidFill>
                <a:latin typeface="Arial" pitchFamily="34" charset="0"/>
                <a:ea typeface="ＭＳ Ｐゴシック" charset="-128"/>
              </a:rPr>
              <a:t>FIXE MENU HOME RECOVOCALE</a:t>
            </a:r>
          </a:p>
          <a:p>
            <a:r>
              <a:rPr lang="fr-FR" sz="600"/>
              <a:t>Nous avons détecté que vous possédez </a:t>
            </a:r>
          </a:p>
          <a:p>
            <a:r>
              <a:rPr lang="fr-FR" sz="600"/>
              <a:t>une offre « HOME »</a:t>
            </a:r>
          </a:p>
          <a:p>
            <a:r>
              <a:rPr lang="fr-FR" sz="600"/>
              <a:t>Si vous avez une demande </a:t>
            </a:r>
            <a:r>
              <a:rPr lang="fr-FR" sz="600" u="sng"/>
              <a:t>technique</a:t>
            </a:r>
            <a:r>
              <a:rPr lang="fr-FR" sz="600"/>
              <a:t> concernant </a:t>
            </a:r>
          </a:p>
          <a:p>
            <a:r>
              <a:rPr lang="fr-FR" sz="600"/>
              <a:t>une offre « SFR HOME », « HOME by SFR » </a:t>
            </a:r>
          </a:p>
          <a:p>
            <a:r>
              <a:rPr lang="fr-FR" sz="600"/>
              <a:t>ou « SFR HOME SOUND », dites « HOME ».</a:t>
            </a:r>
          </a:p>
          <a:p>
            <a:r>
              <a:rPr lang="fr-FR" sz="600"/>
              <a:t>Sinon dites « NON »</a:t>
            </a:r>
          </a:p>
        </p:txBody>
      </p:sp>
      <p:sp>
        <p:nvSpPr>
          <p:cNvPr id="10260" name="AutoShape 22"/>
          <p:cNvSpPr>
            <a:spLocks noChangeArrowheads="1"/>
          </p:cNvSpPr>
          <p:nvPr/>
        </p:nvSpPr>
        <p:spPr bwMode="auto">
          <a:xfrm>
            <a:off x="6970518" y="5726966"/>
            <a:ext cx="1252615" cy="1349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00020_HOME_RECOVOCALE_NON</a:t>
            </a:r>
          </a:p>
        </p:txBody>
      </p:sp>
      <p:sp>
        <p:nvSpPr>
          <p:cNvPr id="10269" name="AutoShape 31"/>
          <p:cNvSpPr>
            <a:spLocks noChangeArrowheads="1"/>
          </p:cNvSpPr>
          <p:nvPr/>
        </p:nvSpPr>
        <p:spPr bwMode="auto">
          <a:xfrm>
            <a:off x="2285377" y="1435775"/>
            <a:ext cx="684680" cy="1292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a:t>
            </a:r>
          </a:p>
        </p:txBody>
      </p:sp>
      <p:cxnSp>
        <p:nvCxnSpPr>
          <p:cNvPr id="11293" name="AutoShape 32"/>
          <p:cNvCxnSpPr>
            <a:cxnSpLocks noChangeShapeType="1"/>
            <a:stCxn id="10316" idx="0"/>
            <a:endCxn id="10294" idx="0"/>
          </p:cNvCxnSpPr>
          <p:nvPr/>
        </p:nvCxnSpPr>
        <p:spPr bwMode="auto">
          <a:xfrm>
            <a:off x="1452408" y="1111401"/>
            <a:ext cx="2" cy="205472"/>
          </a:xfrm>
          <a:prstGeom prst="straightConnector1">
            <a:avLst/>
          </a:prstGeom>
          <a:noFill/>
          <a:ln w="63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275" name="AutoShape 37"/>
          <p:cNvSpPr>
            <a:spLocks noChangeArrowheads="1"/>
          </p:cNvSpPr>
          <p:nvPr/>
        </p:nvSpPr>
        <p:spPr bwMode="auto">
          <a:xfrm>
            <a:off x="34271" y="5726967"/>
            <a:ext cx="116129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00020_HOME_NON_ELIGIBLE</a:t>
            </a:r>
          </a:p>
        </p:txBody>
      </p:sp>
      <p:sp>
        <p:nvSpPr>
          <p:cNvPr id="10294" name="AutoShape 59"/>
          <p:cNvSpPr>
            <a:spLocks noChangeArrowheads="1"/>
          </p:cNvSpPr>
          <p:nvPr/>
        </p:nvSpPr>
        <p:spPr bwMode="auto">
          <a:xfrm>
            <a:off x="954667" y="1316873"/>
            <a:ext cx="995486" cy="36709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chemeClr val="bg1"/>
                </a:solidFill>
                <a:ea typeface="ＭＳ Ｐゴシック" charset="0"/>
              </a:rPr>
              <a:t>HOME</a:t>
            </a:r>
          </a:p>
        </p:txBody>
      </p:sp>
      <p:sp>
        <p:nvSpPr>
          <p:cNvPr id="10316" name="AutoShape 86">
            <a:hlinkClick r:id="rId3" action="ppaction://hlinksldjump"/>
          </p:cNvPr>
          <p:cNvSpPr>
            <a:spLocks noChangeArrowheads="1"/>
          </p:cNvSpPr>
          <p:nvPr/>
        </p:nvSpPr>
        <p:spPr bwMode="auto">
          <a:xfrm rot="10800000">
            <a:off x="916627" y="636738"/>
            <a:ext cx="1071563" cy="47466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 GP</a:t>
            </a:r>
          </a:p>
        </p:txBody>
      </p:sp>
      <p:sp>
        <p:nvSpPr>
          <p:cNvPr id="10317" name="AutoShape 87">
            <a:hlinkClick r:id="rId4" action="ppaction://hlinksldjump"/>
          </p:cNvPr>
          <p:cNvSpPr>
            <a:spLocks noChangeArrowheads="1"/>
          </p:cNvSpPr>
          <p:nvPr/>
        </p:nvSpPr>
        <p:spPr bwMode="auto">
          <a:xfrm rot="10800000">
            <a:off x="1556154" y="6235225"/>
            <a:ext cx="1071563" cy="47466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 GP  (suite)</a:t>
            </a:r>
          </a:p>
        </p:txBody>
      </p:sp>
      <p:grpSp>
        <p:nvGrpSpPr>
          <p:cNvPr id="11342" name="Group 73"/>
          <p:cNvGrpSpPr>
            <a:grpSpLocks/>
          </p:cNvGrpSpPr>
          <p:nvPr/>
        </p:nvGrpSpPr>
        <p:grpSpPr bwMode="auto">
          <a:xfrm rot="5849500">
            <a:off x="1048914" y="1860004"/>
            <a:ext cx="363855" cy="175628"/>
            <a:chOff x="1920" y="715"/>
            <a:chExt cx="270" cy="139"/>
          </a:xfrm>
          <a:effectLst>
            <a:outerShdw blurRad="50800" dist="38100" dir="2700000" algn="tl" rotWithShape="0">
              <a:prstClr val="black">
                <a:alpha val="40000"/>
              </a:prstClr>
            </a:outerShdw>
          </a:effectLst>
        </p:grpSpPr>
        <p:sp>
          <p:nvSpPr>
            <p:cNvPr id="84" name="AutoShape 74"/>
            <p:cNvSpPr>
              <a:spLocks noChangeArrowheads="1"/>
            </p:cNvSpPr>
            <p:nvPr/>
          </p:nvSpPr>
          <p:spPr bwMode="auto">
            <a:xfrm rot="-5400000">
              <a:off x="2007" y="625"/>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sz="600">
                <a:ea typeface="ＭＳ Ｐゴシック" charset="0"/>
              </a:endParaRPr>
            </a:p>
          </p:txBody>
        </p:sp>
        <p:sp>
          <p:nvSpPr>
            <p:cNvPr id="85" name="AutoShape 75"/>
            <p:cNvSpPr>
              <a:spLocks noChangeArrowheads="1"/>
            </p:cNvSpPr>
            <p:nvPr/>
          </p:nvSpPr>
          <p:spPr bwMode="auto">
            <a:xfrm rot="5400000">
              <a:off x="2028" y="696"/>
              <a:ext cx="66" cy="257"/>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sz="600">
                <a:ea typeface="ＭＳ Ｐゴシック" charset="0"/>
              </a:endParaRPr>
            </a:p>
          </p:txBody>
        </p:sp>
      </p:grpSp>
      <p:cxnSp>
        <p:nvCxnSpPr>
          <p:cNvPr id="66" name="Connecteur en angle 65"/>
          <p:cNvCxnSpPr>
            <a:stCxn id="10260" idx="2"/>
            <a:endCxn id="10317" idx="2"/>
          </p:cNvCxnSpPr>
          <p:nvPr/>
        </p:nvCxnSpPr>
        <p:spPr bwMode="auto">
          <a:xfrm rot="5400000">
            <a:off x="4657750" y="3296148"/>
            <a:ext cx="373263" cy="550489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Text Box 39"/>
          <p:cNvSpPr txBox="1">
            <a:spLocks noChangeArrowheads="1"/>
          </p:cNvSpPr>
          <p:nvPr/>
        </p:nvSpPr>
        <p:spPr bwMode="auto">
          <a:xfrm>
            <a:off x="1733514" y="1193017"/>
            <a:ext cx="1058737"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OUI OU ROUTAGE </a:t>
            </a:r>
          </a:p>
          <a:p>
            <a:pPr>
              <a:defRPr/>
            </a:pPr>
            <a:r>
              <a:rPr lang="fr-FR" sz="600"/>
              <a:t>PAR DEFAUT</a:t>
            </a:r>
          </a:p>
        </p:txBody>
      </p:sp>
      <p:cxnSp>
        <p:nvCxnSpPr>
          <p:cNvPr id="117" name="AutoShape 65"/>
          <p:cNvCxnSpPr>
            <a:cxnSpLocks noChangeShapeType="1"/>
            <a:stCxn id="10246" idx="1"/>
            <a:endCxn id="10269" idx="3"/>
          </p:cNvCxnSpPr>
          <p:nvPr/>
        </p:nvCxnSpPr>
        <p:spPr bwMode="auto">
          <a:xfrm flipH="1">
            <a:off x="2970057" y="1497445"/>
            <a:ext cx="2101141" cy="297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07" name="Rectangle 6"/>
          <p:cNvSpPr>
            <a:spLocks noChangeArrowheads="1"/>
          </p:cNvSpPr>
          <p:nvPr/>
        </p:nvSpPr>
        <p:spPr bwMode="auto">
          <a:xfrm>
            <a:off x="2734115" y="3369197"/>
            <a:ext cx="1797235" cy="634950"/>
          </a:xfrm>
          <a:prstGeom prst="rect">
            <a:avLst/>
          </a:prstGeom>
          <a:solidFill>
            <a:srgbClr val="FF7C80"/>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D31E05"/>
                </a:solidFill>
                <a:latin typeface="Arial" pitchFamily="34" charset="0"/>
                <a:ea typeface="ＭＳ Ｐゴシック" charset="-128"/>
              </a:rPr>
              <a:t>FIXE MENU HOME DTMF</a:t>
            </a:r>
          </a:p>
          <a:p>
            <a:r>
              <a:rPr lang="fr-FR" sz="600"/>
              <a:t>Désolé nous n’avons pas compris.</a:t>
            </a:r>
          </a:p>
          <a:p>
            <a:r>
              <a:rPr lang="fr-FR" sz="600"/>
              <a:t>Si vous avez une demande </a:t>
            </a:r>
            <a:r>
              <a:rPr lang="fr-FR" sz="600" u="sng"/>
              <a:t>technique</a:t>
            </a:r>
            <a:r>
              <a:rPr lang="fr-FR" sz="600"/>
              <a:t> concernant </a:t>
            </a:r>
          </a:p>
          <a:p>
            <a:r>
              <a:rPr lang="fr-FR" sz="600"/>
              <a:t>une offre « SFR HOME », « HOME by SFR » </a:t>
            </a:r>
          </a:p>
          <a:p>
            <a:r>
              <a:rPr lang="fr-FR" sz="600"/>
              <a:t>ou « SFR HOME SOUND », </a:t>
            </a:r>
          </a:p>
          <a:p>
            <a:r>
              <a:rPr lang="fr-FR" sz="600"/>
              <a:t>appuyez maintenant sur « 0 ».</a:t>
            </a:r>
          </a:p>
          <a:p>
            <a:r>
              <a:rPr lang="fr-FR" sz="600"/>
              <a:t>Sinon veuillez patienter.</a:t>
            </a:r>
          </a:p>
        </p:txBody>
      </p:sp>
      <p:sp>
        <p:nvSpPr>
          <p:cNvPr id="109" name="AutoShape 28"/>
          <p:cNvSpPr>
            <a:spLocks noChangeArrowheads="1"/>
          </p:cNvSpPr>
          <p:nvPr/>
        </p:nvSpPr>
        <p:spPr bwMode="auto">
          <a:xfrm>
            <a:off x="4138861" y="5309257"/>
            <a:ext cx="625508" cy="272466"/>
          </a:xfrm>
          <a:prstGeom prst="flowChartProcess">
            <a:avLst/>
          </a:prstGeom>
          <a:solidFill>
            <a:schemeClr val="accent1">
              <a:lumMod val="90000"/>
            </a:schemeClr>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tx1">
                    <a:lumMod val="95000"/>
                    <a:lumOff val="5000"/>
                  </a:schemeClr>
                </a:solidFill>
                <a:ea typeface="ＭＳ Ｐゴシック" charset="0"/>
              </a:rPr>
              <a:t>TRANSFERT</a:t>
            </a:r>
            <a:br>
              <a:rPr lang="fr-FR" sz="600">
                <a:solidFill>
                  <a:schemeClr val="tx1">
                    <a:lumMod val="95000"/>
                    <a:lumOff val="5000"/>
                  </a:schemeClr>
                </a:solidFill>
                <a:ea typeface="ＭＳ Ｐゴシック" charset="0"/>
              </a:rPr>
            </a:br>
            <a:r>
              <a:rPr lang="fr-FR" sz="600">
                <a:solidFill>
                  <a:schemeClr val="tx1">
                    <a:lumMod val="95000"/>
                    <a:lumOff val="5000"/>
                  </a:schemeClr>
                </a:solidFill>
                <a:ea typeface="ＭＳ Ｐゴシック" charset="0"/>
              </a:rPr>
              <a:t>FTT HOME</a:t>
            </a:r>
            <a:endParaRPr lang="fr-FR" sz="600" i="1">
              <a:solidFill>
                <a:schemeClr val="tx1">
                  <a:lumMod val="95000"/>
                  <a:lumOff val="5000"/>
                </a:schemeClr>
              </a:solidFill>
              <a:ea typeface="ＭＳ Ｐゴシック" charset="0"/>
            </a:endParaRPr>
          </a:p>
        </p:txBody>
      </p:sp>
      <p:cxnSp>
        <p:nvCxnSpPr>
          <p:cNvPr id="110" name="AutoShape 10"/>
          <p:cNvCxnSpPr>
            <a:cxnSpLocks noChangeShapeType="1"/>
            <a:stCxn id="205" idx="1"/>
            <a:endCxn id="10317" idx="2"/>
          </p:cNvCxnSpPr>
          <p:nvPr/>
        </p:nvCxnSpPr>
        <p:spPr bwMode="auto">
          <a:xfrm rot="10800000" flipV="1">
            <a:off x="2091936" y="4317033"/>
            <a:ext cx="128671" cy="1918191"/>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4" name="Connecteur en angle 123"/>
          <p:cNvCxnSpPr>
            <a:stCxn id="204" idx="3"/>
            <a:endCxn id="95" idx="0"/>
          </p:cNvCxnSpPr>
          <p:nvPr/>
        </p:nvCxnSpPr>
        <p:spPr bwMode="auto">
          <a:xfrm>
            <a:off x="4997426" y="4315801"/>
            <a:ext cx="366634" cy="23732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AutoShape 52"/>
          <p:cNvSpPr>
            <a:spLocks noChangeArrowheads="1"/>
          </p:cNvSpPr>
          <p:nvPr/>
        </p:nvSpPr>
        <p:spPr bwMode="auto">
          <a:xfrm>
            <a:off x="3369377" y="418360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800">
                <a:ea typeface="ＭＳ Ｐゴシック" charset="0"/>
              </a:rPr>
              <a:t>0</a:t>
            </a:r>
          </a:p>
        </p:txBody>
      </p:sp>
      <p:cxnSp>
        <p:nvCxnSpPr>
          <p:cNvPr id="126" name="AutoShape 10"/>
          <p:cNvCxnSpPr>
            <a:cxnSpLocks noChangeShapeType="1"/>
            <a:stCxn id="107" idx="2"/>
            <a:endCxn id="125" idx="0"/>
          </p:cNvCxnSpPr>
          <p:nvPr/>
        </p:nvCxnSpPr>
        <p:spPr bwMode="auto">
          <a:xfrm flipH="1">
            <a:off x="3630521" y="4004147"/>
            <a:ext cx="2212" cy="179460"/>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36" name="AutoShape 61"/>
          <p:cNvCxnSpPr>
            <a:cxnSpLocks noChangeShapeType="1"/>
            <a:stCxn id="10294" idx="3"/>
            <a:endCxn id="10269" idx="1"/>
          </p:cNvCxnSpPr>
          <p:nvPr/>
        </p:nvCxnSpPr>
        <p:spPr bwMode="auto">
          <a:xfrm flipV="1">
            <a:off x="1950153" y="1500419"/>
            <a:ext cx="335224" cy="1"/>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9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HOME</a:t>
            </a:r>
            <a:endParaRPr lang="fr-FR" sz="1400"/>
          </a:p>
        </p:txBody>
      </p:sp>
      <p:cxnSp>
        <p:nvCxnSpPr>
          <p:cNvPr id="10" name="Connecteur en angle 9"/>
          <p:cNvCxnSpPr>
            <a:stCxn id="10275" idx="2"/>
            <a:endCxn id="10317" idx="2"/>
          </p:cNvCxnSpPr>
          <p:nvPr/>
        </p:nvCxnSpPr>
        <p:spPr bwMode="auto">
          <a:xfrm rot="16200000" flipH="1">
            <a:off x="1171296" y="5314586"/>
            <a:ext cx="364258" cy="1477019"/>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AutoShape 73"/>
          <p:cNvSpPr>
            <a:spLocks noChangeArrowheads="1"/>
          </p:cNvSpPr>
          <p:nvPr/>
        </p:nvSpPr>
        <p:spPr bwMode="auto">
          <a:xfrm>
            <a:off x="4887690" y="4553127"/>
            <a:ext cx="952739"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sp>
        <p:nvSpPr>
          <p:cNvPr id="99" name="AutoShape 14"/>
          <p:cNvSpPr>
            <a:spLocks noChangeArrowheads="1"/>
          </p:cNvSpPr>
          <p:nvPr/>
        </p:nvSpPr>
        <p:spPr bwMode="auto">
          <a:xfrm>
            <a:off x="5704799" y="4941946"/>
            <a:ext cx="996387" cy="9487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00021_HOME_HNO_TECH</a:t>
            </a:r>
          </a:p>
        </p:txBody>
      </p:sp>
      <p:cxnSp>
        <p:nvCxnSpPr>
          <p:cNvPr id="100" name="Connecteur droit 99"/>
          <p:cNvCxnSpPr>
            <a:stCxn id="99" idx="2"/>
            <a:endCxn id="101" idx="2"/>
          </p:cNvCxnSpPr>
          <p:nvPr/>
        </p:nvCxnSpPr>
        <p:spPr bwMode="auto">
          <a:xfrm flipH="1">
            <a:off x="6197950" y="5036816"/>
            <a:ext cx="5043" cy="163797"/>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AutoShape 11">
            <a:hlinkClick r:id="rId5" action="ppaction://hlinksldjump"/>
          </p:cNvPr>
          <p:cNvSpPr>
            <a:spLocks noChangeArrowheads="1"/>
          </p:cNvSpPr>
          <p:nvPr/>
        </p:nvSpPr>
        <p:spPr bwMode="auto">
          <a:xfrm rot="10800000">
            <a:off x="5859279" y="5200613"/>
            <a:ext cx="67734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cxnSp>
        <p:nvCxnSpPr>
          <p:cNvPr id="15" name="Connecteur en angle 14"/>
          <p:cNvCxnSpPr>
            <a:stCxn id="95" idx="3"/>
            <a:endCxn id="99" idx="0"/>
          </p:cNvCxnSpPr>
          <p:nvPr/>
        </p:nvCxnSpPr>
        <p:spPr bwMode="auto">
          <a:xfrm>
            <a:off x="5840429" y="4744934"/>
            <a:ext cx="362564" cy="1970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en angle 16"/>
          <p:cNvCxnSpPr>
            <a:stCxn id="95" idx="1"/>
            <a:endCxn id="109" idx="0"/>
          </p:cNvCxnSpPr>
          <p:nvPr/>
        </p:nvCxnSpPr>
        <p:spPr bwMode="auto">
          <a:xfrm rot="10800000" flipV="1">
            <a:off x="4451616" y="4744933"/>
            <a:ext cx="436075" cy="5643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 Box 26"/>
          <p:cNvSpPr txBox="1">
            <a:spLocks noChangeArrowheads="1"/>
          </p:cNvSpPr>
          <p:nvPr/>
        </p:nvSpPr>
        <p:spPr bwMode="auto">
          <a:xfrm>
            <a:off x="3763077" y="4071627"/>
            <a:ext cx="320675" cy="184150"/>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OUI</a:t>
            </a:r>
          </a:p>
        </p:txBody>
      </p:sp>
      <p:sp>
        <p:nvSpPr>
          <p:cNvPr id="111" name="Text Box 30"/>
          <p:cNvSpPr txBox="1">
            <a:spLocks noChangeArrowheads="1"/>
          </p:cNvSpPr>
          <p:nvPr/>
        </p:nvSpPr>
        <p:spPr bwMode="auto">
          <a:xfrm>
            <a:off x="3131330" y="4072042"/>
            <a:ext cx="393700" cy="184150"/>
          </a:xfrm>
          <a:prstGeom prst="rect">
            <a:avLst/>
          </a:prstGeom>
          <a:noFill/>
          <a:ln>
            <a:noFill/>
          </a:ln>
          <a:effectLst/>
        </p:spPr>
        <p:txBody>
          <a:bodyPr>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a:t>
            </a:r>
          </a:p>
        </p:txBody>
      </p:sp>
      <p:sp>
        <p:nvSpPr>
          <p:cNvPr id="160" name="Text Box 30"/>
          <p:cNvSpPr txBox="1">
            <a:spLocks noChangeArrowheads="1"/>
          </p:cNvSpPr>
          <p:nvPr/>
        </p:nvSpPr>
        <p:spPr bwMode="auto">
          <a:xfrm>
            <a:off x="5780406" y="4554064"/>
            <a:ext cx="393700" cy="184150"/>
          </a:xfrm>
          <a:prstGeom prst="rect">
            <a:avLst/>
          </a:prstGeom>
          <a:noFill/>
          <a:ln>
            <a:noFill/>
          </a:ln>
          <a:effectLst/>
        </p:spPr>
        <p:txBody>
          <a:bodyPr>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HNO</a:t>
            </a:r>
          </a:p>
        </p:txBody>
      </p:sp>
      <p:cxnSp>
        <p:nvCxnSpPr>
          <p:cNvPr id="10250" name="Connecteur en angle 10249"/>
          <p:cNvCxnSpPr>
            <a:stCxn id="10294" idx="1"/>
            <a:endCxn id="10275" idx="0"/>
          </p:cNvCxnSpPr>
          <p:nvPr/>
        </p:nvCxnSpPr>
        <p:spPr bwMode="auto">
          <a:xfrm rot="10800000" flipV="1">
            <a:off x="614917" y="1500419"/>
            <a:ext cx="339751" cy="422654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0" name="Text Box 30"/>
          <p:cNvSpPr txBox="1">
            <a:spLocks noChangeArrowheads="1"/>
          </p:cNvSpPr>
          <p:nvPr/>
        </p:nvSpPr>
        <p:spPr bwMode="auto">
          <a:xfrm>
            <a:off x="671935" y="1262471"/>
            <a:ext cx="393700" cy="184150"/>
          </a:xfrm>
          <a:prstGeom prst="rect">
            <a:avLst/>
          </a:prstGeom>
          <a:noFill/>
          <a:ln>
            <a:noFill/>
          </a:ln>
          <a:effectLst/>
        </p:spPr>
        <p:txBody>
          <a:bodyPr>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a:t>
            </a:r>
          </a:p>
        </p:txBody>
      </p:sp>
      <p:sp>
        <p:nvSpPr>
          <p:cNvPr id="118" name="AutoShape 67"/>
          <p:cNvSpPr>
            <a:spLocks noChangeArrowheads="1"/>
          </p:cNvSpPr>
          <p:nvPr/>
        </p:nvSpPr>
        <p:spPr bwMode="auto">
          <a:xfrm>
            <a:off x="4083752" y="4846370"/>
            <a:ext cx="713595" cy="10444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00020_HOME_FTT</a:t>
            </a:r>
          </a:p>
        </p:txBody>
      </p:sp>
      <p:sp>
        <p:nvSpPr>
          <p:cNvPr id="209" name="Text Box 26"/>
          <p:cNvSpPr txBox="1">
            <a:spLocks noChangeArrowheads="1"/>
          </p:cNvSpPr>
          <p:nvPr/>
        </p:nvSpPr>
        <p:spPr bwMode="auto">
          <a:xfrm>
            <a:off x="4614770" y="4547922"/>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sp>
        <p:nvSpPr>
          <p:cNvPr id="113" name="AutoShape 38"/>
          <p:cNvSpPr>
            <a:spLocks noChangeArrowheads="1"/>
          </p:cNvSpPr>
          <p:nvPr/>
        </p:nvSpPr>
        <p:spPr bwMode="auto">
          <a:xfrm>
            <a:off x="907206" y="2293977"/>
            <a:ext cx="648257" cy="398463"/>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DEXTER</a:t>
            </a:r>
          </a:p>
        </p:txBody>
      </p:sp>
      <p:sp>
        <p:nvSpPr>
          <p:cNvPr id="116" name="ZoneTexte 115"/>
          <p:cNvSpPr txBox="1"/>
          <p:nvPr/>
        </p:nvSpPr>
        <p:spPr>
          <a:xfrm>
            <a:off x="770200" y="2723004"/>
            <a:ext cx="1112520" cy="369332"/>
          </a:xfrm>
          <a:prstGeom prst="rect">
            <a:avLst/>
          </a:prstGeom>
          <a:noFill/>
        </p:spPr>
        <p:txBody>
          <a:bodyPr wrap="square" rtlCol="0">
            <a:spAutoFit/>
          </a:bodyPr>
          <a:lstStyle/>
          <a:p>
            <a:r>
              <a:rPr lang="fr-FR" sz="600"/>
              <a:t>HOME = OUI</a:t>
            </a:r>
          </a:p>
          <a:p>
            <a:r>
              <a:rPr lang="fr-FR" sz="600"/>
              <a:t>Ou</a:t>
            </a:r>
          </a:p>
          <a:p>
            <a:r>
              <a:rPr lang="fr-FR" sz="600"/>
              <a:t>SMARTHOME = OUI</a:t>
            </a:r>
          </a:p>
        </p:txBody>
      </p:sp>
      <p:sp>
        <p:nvSpPr>
          <p:cNvPr id="123" name="Hexagone 122"/>
          <p:cNvSpPr/>
          <p:nvPr/>
        </p:nvSpPr>
        <p:spPr bwMode="auto">
          <a:xfrm>
            <a:off x="5582059" y="2097078"/>
            <a:ext cx="866775" cy="387350"/>
          </a:xfrm>
          <a:prstGeom prst="hexagon">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fr-FR" sz="1000">
                <a:solidFill>
                  <a:schemeClr val="tx1"/>
                </a:solidFill>
              </a:rPr>
              <a:t>RECO</a:t>
            </a:r>
            <a:br>
              <a:rPr lang="fr-FR" sz="1000">
                <a:solidFill>
                  <a:schemeClr val="tx1"/>
                </a:solidFill>
              </a:rPr>
            </a:br>
            <a:r>
              <a:rPr lang="fr-FR" sz="1000">
                <a:solidFill>
                  <a:schemeClr val="tx1"/>
                </a:solidFill>
              </a:rPr>
              <a:t>VOCALE</a:t>
            </a:r>
          </a:p>
        </p:txBody>
      </p:sp>
      <p:cxnSp>
        <p:nvCxnSpPr>
          <p:cNvPr id="20" name="Connecteur droit avec flèche 19"/>
          <p:cNvCxnSpPr>
            <a:stCxn id="10246" idx="2"/>
          </p:cNvCxnSpPr>
          <p:nvPr/>
        </p:nvCxnSpPr>
        <p:spPr bwMode="auto">
          <a:xfrm>
            <a:off x="5998756" y="1823143"/>
            <a:ext cx="8639" cy="2821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Rectangle 6"/>
          <p:cNvSpPr>
            <a:spLocks noChangeArrowheads="1"/>
          </p:cNvSpPr>
          <p:nvPr/>
        </p:nvSpPr>
        <p:spPr bwMode="auto">
          <a:xfrm>
            <a:off x="1828807" y="1997352"/>
            <a:ext cx="2118966" cy="609035"/>
          </a:xfrm>
          <a:prstGeom prst="rect">
            <a:avLst/>
          </a:prstGeom>
          <a:solidFill>
            <a:srgbClr val="FF7C80"/>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D31E05"/>
                </a:solidFill>
                <a:latin typeface="Arial" pitchFamily="34" charset="0"/>
                <a:ea typeface="ＭＳ Ｐゴシック" charset="-128"/>
              </a:rPr>
              <a:t>FIXE MENU HOME RECOVOCALE KO</a:t>
            </a:r>
          </a:p>
          <a:p>
            <a:r>
              <a:rPr lang="fr-FR" sz="600"/>
              <a:t>Désolé nous n’avons pas compris. De nouveau :</a:t>
            </a:r>
          </a:p>
          <a:p>
            <a:r>
              <a:rPr lang="fr-FR" sz="600"/>
              <a:t>Si vous avez une demande </a:t>
            </a:r>
            <a:r>
              <a:rPr lang="fr-FR" sz="600" u="sng"/>
              <a:t>technique</a:t>
            </a:r>
            <a:r>
              <a:rPr lang="fr-FR" sz="600"/>
              <a:t> concernant </a:t>
            </a:r>
          </a:p>
          <a:p>
            <a:r>
              <a:rPr lang="fr-FR" sz="600"/>
              <a:t>une offre « SFR HOME », « HOME by SFR » </a:t>
            </a:r>
          </a:p>
          <a:p>
            <a:r>
              <a:rPr lang="fr-FR" sz="600"/>
              <a:t>ou « SFR HOME SOUND », dites « HOME ».</a:t>
            </a:r>
          </a:p>
          <a:p>
            <a:r>
              <a:rPr lang="fr-FR" sz="600"/>
              <a:t>Sinon dites « NON ».</a:t>
            </a:r>
          </a:p>
        </p:txBody>
      </p:sp>
      <p:cxnSp>
        <p:nvCxnSpPr>
          <p:cNvPr id="30" name="Connecteur droit avec flèche 29"/>
          <p:cNvCxnSpPr>
            <a:stCxn id="123" idx="3"/>
            <a:endCxn id="130" idx="3"/>
          </p:cNvCxnSpPr>
          <p:nvPr/>
        </p:nvCxnSpPr>
        <p:spPr bwMode="auto">
          <a:xfrm flipH="1">
            <a:off x="3947773" y="2290753"/>
            <a:ext cx="1634286" cy="1111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 Box 30"/>
          <p:cNvSpPr txBox="1">
            <a:spLocks noChangeArrowheads="1"/>
          </p:cNvSpPr>
          <p:nvPr/>
        </p:nvSpPr>
        <p:spPr bwMode="auto">
          <a:xfrm>
            <a:off x="5179096" y="2047234"/>
            <a:ext cx="52753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 (1x)</a:t>
            </a:r>
          </a:p>
        </p:txBody>
      </p:sp>
      <p:cxnSp>
        <p:nvCxnSpPr>
          <p:cNvPr id="32" name="Connecteur en angle 31"/>
          <p:cNvCxnSpPr>
            <a:stCxn id="211" idx="1"/>
            <a:endCxn id="107" idx="0"/>
          </p:cNvCxnSpPr>
          <p:nvPr/>
        </p:nvCxnSpPr>
        <p:spPr bwMode="auto">
          <a:xfrm rot="10800000" flipV="1">
            <a:off x="3632734" y="3002295"/>
            <a:ext cx="405653" cy="36690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30"/>
          <p:cNvSpPr txBox="1">
            <a:spLocks noChangeArrowheads="1"/>
          </p:cNvSpPr>
          <p:nvPr/>
        </p:nvSpPr>
        <p:spPr bwMode="auto">
          <a:xfrm>
            <a:off x="6317566" y="2580559"/>
            <a:ext cx="511569"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 (2x)</a:t>
            </a:r>
          </a:p>
        </p:txBody>
      </p:sp>
      <p:cxnSp>
        <p:nvCxnSpPr>
          <p:cNvPr id="36" name="Connecteur en angle 35"/>
          <p:cNvCxnSpPr>
            <a:stCxn id="219" idx="3"/>
            <a:endCxn id="123" idx="2"/>
          </p:cNvCxnSpPr>
          <p:nvPr/>
        </p:nvCxnSpPr>
        <p:spPr bwMode="auto">
          <a:xfrm flipV="1">
            <a:off x="4891359" y="2484428"/>
            <a:ext cx="787538" cy="28696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73"/>
          <p:cNvSpPr>
            <a:spLocks noChangeArrowheads="1"/>
          </p:cNvSpPr>
          <p:nvPr/>
        </p:nvSpPr>
        <p:spPr bwMode="auto">
          <a:xfrm>
            <a:off x="6536622" y="3489865"/>
            <a:ext cx="832709" cy="472235"/>
          </a:xfrm>
          <a:prstGeom prst="flowChartDecision">
            <a:avLst/>
          </a:prstGeom>
          <a:solidFill>
            <a:schemeClr val="accent1"/>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RECO VOCALE</a:t>
            </a:r>
          </a:p>
        </p:txBody>
      </p:sp>
      <p:sp>
        <p:nvSpPr>
          <p:cNvPr id="143" name="Text Box 30"/>
          <p:cNvSpPr txBox="1">
            <a:spLocks noChangeArrowheads="1"/>
          </p:cNvSpPr>
          <p:nvPr/>
        </p:nvSpPr>
        <p:spPr bwMode="auto">
          <a:xfrm>
            <a:off x="6573351" y="2087060"/>
            <a:ext cx="369654"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OUI</a:t>
            </a:r>
          </a:p>
        </p:txBody>
      </p:sp>
      <p:sp>
        <p:nvSpPr>
          <p:cNvPr id="144" name="Text Box 30"/>
          <p:cNvSpPr txBox="1">
            <a:spLocks noChangeArrowheads="1"/>
          </p:cNvSpPr>
          <p:nvPr/>
        </p:nvSpPr>
        <p:spPr bwMode="auto">
          <a:xfrm>
            <a:off x="6071327" y="3494628"/>
            <a:ext cx="51851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HOME</a:t>
            </a:r>
          </a:p>
        </p:txBody>
      </p:sp>
      <p:sp>
        <p:nvSpPr>
          <p:cNvPr id="145" name="Text Box 30"/>
          <p:cNvSpPr txBox="1">
            <a:spLocks noChangeArrowheads="1"/>
          </p:cNvSpPr>
          <p:nvPr/>
        </p:nvSpPr>
        <p:spPr bwMode="auto">
          <a:xfrm>
            <a:off x="7411999" y="3566746"/>
            <a:ext cx="369654"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a:t>
            </a:r>
          </a:p>
        </p:txBody>
      </p:sp>
      <p:cxnSp>
        <p:nvCxnSpPr>
          <p:cNvPr id="43" name="Connecteur en angle 42"/>
          <p:cNvCxnSpPr>
            <a:stCxn id="142" idx="3"/>
            <a:endCxn id="10260" idx="0"/>
          </p:cNvCxnSpPr>
          <p:nvPr/>
        </p:nvCxnSpPr>
        <p:spPr bwMode="auto">
          <a:xfrm>
            <a:off x="7369331" y="3725983"/>
            <a:ext cx="227495" cy="200098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AutoShape 22"/>
          <p:cNvSpPr>
            <a:spLocks noChangeArrowheads="1"/>
          </p:cNvSpPr>
          <p:nvPr/>
        </p:nvSpPr>
        <p:spPr bwMode="auto">
          <a:xfrm>
            <a:off x="4734671" y="3880375"/>
            <a:ext cx="1252615" cy="1349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00020_HOME_RECOVOCALE_OK</a:t>
            </a:r>
          </a:p>
        </p:txBody>
      </p:sp>
      <p:sp>
        <p:nvSpPr>
          <p:cNvPr id="204" name="AutoShape 22"/>
          <p:cNvSpPr>
            <a:spLocks noChangeArrowheads="1"/>
          </p:cNvSpPr>
          <p:nvPr/>
        </p:nvSpPr>
        <p:spPr bwMode="auto">
          <a:xfrm>
            <a:off x="3992698" y="4231801"/>
            <a:ext cx="1004728" cy="168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00020_HOME_DTMF_OK</a:t>
            </a:r>
          </a:p>
        </p:txBody>
      </p:sp>
      <p:sp>
        <p:nvSpPr>
          <p:cNvPr id="205" name="AutoShape 22"/>
          <p:cNvSpPr>
            <a:spLocks noChangeArrowheads="1"/>
          </p:cNvSpPr>
          <p:nvPr/>
        </p:nvSpPr>
        <p:spPr bwMode="auto">
          <a:xfrm>
            <a:off x="2220606" y="4233034"/>
            <a:ext cx="1004728" cy="168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00020_HOME_DTMF_NOK</a:t>
            </a:r>
          </a:p>
        </p:txBody>
      </p:sp>
      <p:sp>
        <p:nvSpPr>
          <p:cNvPr id="208" name="AutoShape 22"/>
          <p:cNvSpPr>
            <a:spLocks noChangeArrowheads="1"/>
          </p:cNvSpPr>
          <p:nvPr/>
        </p:nvSpPr>
        <p:spPr bwMode="auto">
          <a:xfrm>
            <a:off x="4171039" y="2211962"/>
            <a:ext cx="1252615" cy="1349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00020_HOME_RECOVOCALE_KO</a:t>
            </a:r>
          </a:p>
        </p:txBody>
      </p:sp>
      <p:sp>
        <p:nvSpPr>
          <p:cNvPr id="211" name="AutoShape 22"/>
          <p:cNvSpPr>
            <a:spLocks noChangeArrowheads="1"/>
          </p:cNvSpPr>
          <p:nvPr/>
        </p:nvSpPr>
        <p:spPr bwMode="auto">
          <a:xfrm>
            <a:off x="4038386" y="2936741"/>
            <a:ext cx="1385268" cy="13110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00020_HOME_RECOVOCALE_KO2</a:t>
            </a:r>
          </a:p>
        </p:txBody>
      </p:sp>
      <p:sp>
        <p:nvSpPr>
          <p:cNvPr id="219" name="AutoShape 22"/>
          <p:cNvSpPr>
            <a:spLocks noChangeArrowheads="1"/>
          </p:cNvSpPr>
          <p:nvPr/>
        </p:nvSpPr>
        <p:spPr bwMode="auto">
          <a:xfrm>
            <a:off x="3448830" y="2707824"/>
            <a:ext cx="1442529" cy="1271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00020_HOME_RECOVOCALE_TEST2</a:t>
            </a:r>
          </a:p>
        </p:txBody>
      </p:sp>
      <p:sp>
        <p:nvSpPr>
          <p:cNvPr id="220" name="AutoShape 22"/>
          <p:cNvSpPr>
            <a:spLocks noChangeArrowheads="1"/>
          </p:cNvSpPr>
          <p:nvPr/>
        </p:nvSpPr>
        <p:spPr bwMode="auto">
          <a:xfrm>
            <a:off x="5277491" y="1860640"/>
            <a:ext cx="1442529" cy="1271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00020_HOME_RECOVOCALE_TEST</a:t>
            </a:r>
          </a:p>
        </p:txBody>
      </p:sp>
      <p:sp>
        <p:nvSpPr>
          <p:cNvPr id="221" name="AutoShape 22"/>
          <p:cNvSpPr>
            <a:spLocks noChangeArrowheads="1"/>
          </p:cNvSpPr>
          <p:nvPr/>
        </p:nvSpPr>
        <p:spPr bwMode="auto">
          <a:xfrm>
            <a:off x="6231711" y="3143495"/>
            <a:ext cx="1442529" cy="1271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00020_HOME_RECOVOCALE_REUSSIE</a:t>
            </a:r>
          </a:p>
        </p:txBody>
      </p:sp>
      <p:grpSp>
        <p:nvGrpSpPr>
          <p:cNvPr id="222" name="Groupe 116"/>
          <p:cNvGrpSpPr>
            <a:grpSpLocks/>
          </p:cNvGrpSpPr>
          <p:nvPr/>
        </p:nvGrpSpPr>
        <p:grpSpPr bwMode="auto">
          <a:xfrm>
            <a:off x="7781653" y="1230021"/>
            <a:ext cx="1215590" cy="732865"/>
            <a:chOff x="5936021" y="619125"/>
            <a:chExt cx="2931820" cy="1766187"/>
          </a:xfrm>
        </p:grpSpPr>
        <p:sp>
          <p:nvSpPr>
            <p:cNvPr id="225" name="Rectangle à coins arrondis 224"/>
            <p:cNvSpPr/>
            <p:nvPr/>
          </p:nvSpPr>
          <p:spPr bwMode="auto">
            <a:xfrm>
              <a:off x="6175879" y="1534374"/>
              <a:ext cx="2691962" cy="850938"/>
            </a:xfrm>
            <a:prstGeom prst="roundRect">
              <a:avLst>
                <a:gd name="adj" fmla="val 1889"/>
              </a:avLst>
            </a:prstGeom>
            <a:solidFill>
              <a:schemeClr val="bg1">
                <a:lumMod val="95000"/>
              </a:schemeClr>
            </a:solidFill>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wrap="none"/>
            <a:lstStyle/>
            <a:p>
              <a:pPr>
                <a:defRPr/>
              </a:pPr>
              <a:r>
                <a:rPr lang="fr-FR" sz="600">
                  <a:solidFill>
                    <a:schemeClr val="bg2"/>
                  </a:solidFill>
                </a:rPr>
                <a:t>SONS :</a:t>
              </a:r>
            </a:p>
            <a:p>
              <a:pPr marL="171450" indent="-171450">
                <a:buFont typeface="Arial" pitchFamily="34" charset="0"/>
                <a:buChar char="•"/>
                <a:defRPr/>
              </a:pPr>
              <a:r>
                <a:rPr lang="fr-FR" sz="600">
                  <a:solidFill>
                    <a:schemeClr val="bg2"/>
                  </a:solidFill>
                </a:rPr>
                <a:t>HOME</a:t>
              </a:r>
            </a:p>
            <a:p>
              <a:pPr marL="171450" indent="-171450">
                <a:buFont typeface="Arial" pitchFamily="34" charset="0"/>
                <a:buChar char="•"/>
                <a:defRPr/>
              </a:pPr>
              <a:r>
                <a:rPr lang="fr-FR" sz="600">
                  <a:solidFill>
                    <a:schemeClr val="bg2"/>
                  </a:solidFill>
                </a:rPr>
                <a:t>NON</a:t>
              </a:r>
              <a:endParaRPr lang="fr-FR" sz="800">
                <a:solidFill>
                  <a:schemeClr val="bg2"/>
                </a:solidFill>
              </a:endParaRPr>
            </a:p>
          </p:txBody>
        </p:sp>
        <p:sp>
          <p:nvSpPr>
            <p:cNvPr id="224" name="ZoneTexte 223"/>
            <p:cNvSpPr txBox="1"/>
            <p:nvPr/>
          </p:nvSpPr>
          <p:spPr>
            <a:xfrm>
              <a:off x="5936021" y="619125"/>
              <a:ext cx="2931820" cy="915245"/>
            </a:xfrm>
            <a:prstGeom prst="rect">
              <a:avLst/>
            </a:prstGeom>
            <a:noFill/>
          </p:spPr>
          <p:txBody>
            <a:bodyPr wrap="square">
              <a:spAutoFit/>
            </a:bodyPr>
            <a:lstStyle/>
            <a:p>
              <a:pPr>
                <a:defRPr/>
              </a:pPr>
              <a:r>
                <a:rPr lang="fr-FR" sz="1050">
                  <a:solidFill>
                    <a:schemeClr val="bg2"/>
                  </a:solidFill>
                  <a:latin typeface="Arial" charset="0"/>
                </a:rPr>
                <a:t>GRAMMAIRE RECO VOCALE</a:t>
              </a:r>
            </a:p>
          </p:txBody>
        </p:sp>
      </p:grpSp>
      <p:sp>
        <p:nvSpPr>
          <p:cNvPr id="232" name="AutoShape 31">
            <a:hlinkClick r:id="" action="ppaction://noaction"/>
          </p:cNvPr>
          <p:cNvSpPr>
            <a:spLocks noChangeArrowheads="1"/>
          </p:cNvSpPr>
          <p:nvPr/>
        </p:nvSpPr>
        <p:spPr bwMode="auto">
          <a:xfrm>
            <a:off x="3305281" y="1412891"/>
            <a:ext cx="586383" cy="15217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HOME</a:t>
            </a:r>
          </a:p>
        </p:txBody>
      </p:sp>
      <p:sp>
        <p:nvSpPr>
          <p:cNvPr id="233" name="AutoShape 31">
            <a:hlinkClick r:id="" action="ppaction://noaction"/>
          </p:cNvPr>
          <p:cNvSpPr>
            <a:spLocks noChangeArrowheads="1"/>
          </p:cNvSpPr>
          <p:nvPr/>
        </p:nvSpPr>
        <p:spPr bwMode="auto">
          <a:xfrm>
            <a:off x="4170095" y="5031266"/>
            <a:ext cx="586383" cy="15217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HOME_FTT</a:t>
            </a:r>
          </a:p>
        </p:txBody>
      </p:sp>
      <p:cxnSp>
        <p:nvCxnSpPr>
          <p:cNvPr id="6" name="Connecteur en angle 5"/>
          <p:cNvCxnSpPr>
            <a:stCxn id="130" idx="2"/>
            <a:endCxn id="219" idx="1"/>
          </p:cNvCxnSpPr>
          <p:nvPr/>
        </p:nvCxnSpPr>
        <p:spPr bwMode="auto">
          <a:xfrm rot="16200000" flipH="1">
            <a:off x="3086060" y="2408617"/>
            <a:ext cx="165001" cy="56054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211" idx="3"/>
            <a:endCxn id="123" idx="1"/>
          </p:cNvCxnSpPr>
          <p:nvPr/>
        </p:nvCxnSpPr>
        <p:spPr bwMode="auto">
          <a:xfrm flipV="1">
            <a:off x="5423654" y="2484428"/>
            <a:ext cx="928343" cy="51786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en angle 11"/>
          <p:cNvCxnSpPr>
            <a:stCxn id="123" idx="0"/>
            <a:endCxn id="221" idx="0"/>
          </p:cNvCxnSpPr>
          <p:nvPr/>
        </p:nvCxnSpPr>
        <p:spPr bwMode="auto">
          <a:xfrm>
            <a:off x="6448834" y="2290753"/>
            <a:ext cx="504142" cy="85274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avec flèche 13"/>
          <p:cNvCxnSpPr>
            <a:stCxn id="221" idx="2"/>
            <a:endCxn id="142" idx="0"/>
          </p:cNvCxnSpPr>
          <p:nvPr/>
        </p:nvCxnSpPr>
        <p:spPr bwMode="auto">
          <a:xfrm>
            <a:off x="6952976" y="3270622"/>
            <a:ext cx="1" cy="2192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a:stCxn id="203" idx="2"/>
            <a:endCxn id="95" idx="0"/>
          </p:cNvCxnSpPr>
          <p:nvPr/>
        </p:nvCxnSpPr>
        <p:spPr bwMode="auto">
          <a:xfrm>
            <a:off x="5360979" y="4015371"/>
            <a:ext cx="3081" cy="5377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203" idx="0"/>
            <a:endCxn id="142" idx="1"/>
          </p:cNvCxnSpPr>
          <p:nvPr/>
        </p:nvCxnSpPr>
        <p:spPr bwMode="auto">
          <a:xfrm rot="5400000" flipH="1" flipV="1">
            <a:off x="5871604" y="3215358"/>
            <a:ext cx="154392" cy="117564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droit 26"/>
          <p:cNvCxnSpPr>
            <a:stCxn id="205" idx="3"/>
            <a:endCxn id="125" idx="1"/>
          </p:cNvCxnSpPr>
          <p:nvPr/>
        </p:nvCxnSpPr>
        <p:spPr bwMode="auto">
          <a:xfrm flipV="1">
            <a:off x="3225334" y="4308226"/>
            <a:ext cx="144043" cy="88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droit 28"/>
          <p:cNvCxnSpPr>
            <a:stCxn id="125" idx="3"/>
            <a:endCxn id="204" idx="1"/>
          </p:cNvCxnSpPr>
          <p:nvPr/>
        </p:nvCxnSpPr>
        <p:spPr bwMode="auto">
          <a:xfrm>
            <a:off x="3891664" y="4308226"/>
            <a:ext cx="101034" cy="75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933859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6" name="Rectangle 10365">
            <a:extLst>
              <a:ext uri="{FF2B5EF4-FFF2-40B4-BE49-F238E27FC236}">
                <a16:creationId xmlns:a16="http://schemas.microsoft.com/office/drawing/2014/main" id="{3CB31526-4AF7-4176-A83A-C11DE0B10DDF}"/>
              </a:ext>
            </a:extLst>
          </p:cNvPr>
          <p:cNvSpPr/>
          <p:nvPr/>
        </p:nvSpPr>
        <p:spPr bwMode="auto">
          <a:xfrm>
            <a:off x="4659916" y="595602"/>
            <a:ext cx="4366389" cy="306111"/>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1300" name="Rectangle 11299">
            <a:extLst>
              <a:ext uri="{FF2B5EF4-FFF2-40B4-BE49-F238E27FC236}">
                <a16:creationId xmlns:a16="http://schemas.microsoft.com/office/drawing/2014/main" id="{49ECB191-5D52-44F2-A5AA-27922B5BA480}"/>
              </a:ext>
            </a:extLst>
          </p:cNvPr>
          <p:cNvSpPr/>
          <p:nvPr/>
        </p:nvSpPr>
        <p:spPr bwMode="auto">
          <a:xfrm>
            <a:off x="874253" y="909239"/>
            <a:ext cx="8152052" cy="704402"/>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1266" name="Espace réservé du numéro de diapositive 3"/>
          <p:cNvSpPr>
            <a:spLocks noGrp="1"/>
          </p:cNvSpPr>
          <p:nvPr>
            <p:ph type="sldNum" sz="quarter" idx="10"/>
          </p:nvPr>
        </p:nvSpPr>
        <p:spPr>
          <a:xfrm>
            <a:off x="8350672" y="352088"/>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E9E10247-54EC-4570-855D-B4A8203AC5B4}" type="slidenum">
              <a:rPr lang="fr-FR" smtClean="0"/>
              <a:pPr eaLnBrk="1" hangingPunct="1"/>
              <a:t>10</a:t>
            </a:fld>
            <a:endParaRPr lang="fr-FR"/>
          </a:p>
        </p:txBody>
      </p:sp>
      <p:sp>
        <p:nvSpPr>
          <p:cNvPr id="10246" name="Rectangle 6"/>
          <p:cNvSpPr>
            <a:spLocks noChangeArrowheads="1"/>
          </p:cNvSpPr>
          <p:nvPr/>
        </p:nvSpPr>
        <p:spPr bwMode="auto">
          <a:xfrm>
            <a:off x="1042410" y="2382965"/>
            <a:ext cx="2008374" cy="45529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D31E05"/>
                </a:solidFill>
                <a:latin typeface="+mn-lt"/>
                <a:ea typeface="ＭＳ Ｐゴシック" charset="-128"/>
              </a:rPr>
              <a:t>FIXE MENU CLNS</a:t>
            </a:r>
          </a:p>
          <a:p>
            <a:pPr algn="ctr" eaLnBrk="0" hangingPunct="0">
              <a:defRPr/>
            </a:pPr>
            <a:r>
              <a:rPr lang="fr-FR" sz="600">
                <a:latin typeface="+mn-lt"/>
              </a:rPr>
              <a:t>Vous avez déjà appelé pour une coupure de ligne, taper 1 </a:t>
            </a:r>
          </a:p>
          <a:p>
            <a:pPr algn="ctr" eaLnBrk="0" hangingPunct="0">
              <a:defRPr/>
            </a:pPr>
            <a:r>
              <a:rPr lang="fr-FR" sz="600">
                <a:latin typeface="+mn-lt"/>
              </a:rPr>
              <a:t>sinon taper 2</a:t>
            </a:r>
          </a:p>
          <a:p>
            <a:pPr algn="ctr" eaLnBrk="0" hangingPunct="0">
              <a:defRPr/>
            </a:pPr>
            <a:endParaRPr lang="fr-FR" sz="400">
              <a:latin typeface="+mn-lt"/>
              <a:ea typeface="ＭＳ Ｐゴシック" charset="-128"/>
            </a:endParaRPr>
          </a:p>
        </p:txBody>
      </p:sp>
      <p:cxnSp>
        <p:nvCxnSpPr>
          <p:cNvPr id="11271" name="AutoShape 10"/>
          <p:cNvCxnSpPr>
            <a:cxnSpLocks noChangeShapeType="1"/>
            <a:stCxn id="87" idx="1"/>
            <a:endCxn id="10257" idx="6"/>
          </p:cNvCxnSpPr>
          <p:nvPr/>
        </p:nvCxnSpPr>
        <p:spPr bwMode="auto">
          <a:xfrm rot="10800000" flipV="1">
            <a:off x="515664" y="3034290"/>
            <a:ext cx="1256977" cy="41054"/>
          </a:xfrm>
          <a:prstGeom prst="bentConnector2">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0257" name="AutoShape 19"/>
          <p:cNvSpPr>
            <a:spLocks noChangeArrowheads="1"/>
          </p:cNvSpPr>
          <p:nvPr/>
        </p:nvSpPr>
        <p:spPr bwMode="auto">
          <a:xfrm>
            <a:off x="353500" y="3075344"/>
            <a:ext cx="324325" cy="235075"/>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latin typeface="+mn-lt"/>
                <a:ea typeface="ＭＳ Ｐゴシック" charset="0"/>
              </a:rPr>
              <a:t>2</a:t>
            </a:r>
          </a:p>
        </p:txBody>
      </p:sp>
      <p:sp>
        <p:nvSpPr>
          <p:cNvPr id="10258" name="AutoShape 20"/>
          <p:cNvSpPr>
            <a:spLocks noChangeArrowheads="1"/>
          </p:cNvSpPr>
          <p:nvPr/>
        </p:nvSpPr>
        <p:spPr bwMode="auto">
          <a:xfrm>
            <a:off x="1892717" y="3232710"/>
            <a:ext cx="309699" cy="220306"/>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latin typeface="+mn-lt"/>
                <a:ea typeface="ＭＳ Ｐゴシック" charset="0"/>
              </a:rPr>
              <a:t>1</a:t>
            </a:r>
          </a:p>
        </p:txBody>
      </p:sp>
      <p:sp>
        <p:nvSpPr>
          <p:cNvPr id="10260" name="AutoShape 22"/>
          <p:cNvSpPr>
            <a:spLocks noChangeArrowheads="1"/>
          </p:cNvSpPr>
          <p:nvPr/>
        </p:nvSpPr>
        <p:spPr bwMode="auto">
          <a:xfrm>
            <a:off x="5763924" y="3334409"/>
            <a:ext cx="1089025" cy="23748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00030_CLNS_NMNI</a:t>
            </a:r>
          </a:p>
        </p:txBody>
      </p:sp>
      <p:cxnSp>
        <p:nvCxnSpPr>
          <p:cNvPr id="11311" name="AutoShape 53"/>
          <p:cNvCxnSpPr>
            <a:cxnSpLocks noChangeShapeType="1"/>
            <a:stCxn id="10302" idx="2"/>
            <a:endCxn id="10317" idx="2"/>
          </p:cNvCxnSpPr>
          <p:nvPr/>
        </p:nvCxnSpPr>
        <p:spPr bwMode="auto">
          <a:xfrm rot="5400000">
            <a:off x="461913" y="3681442"/>
            <a:ext cx="107501" cy="1"/>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291" name="AutoShape 56"/>
          <p:cNvSpPr>
            <a:spLocks noChangeArrowheads="1"/>
          </p:cNvSpPr>
          <p:nvPr/>
        </p:nvSpPr>
        <p:spPr bwMode="auto">
          <a:xfrm>
            <a:off x="1640787" y="3559993"/>
            <a:ext cx="815975" cy="18880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00031_CLNS_OK</a:t>
            </a:r>
          </a:p>
        </p:txBody>
      </p:sp>
      <p:sp>
        <p:nvSpPr>
          <p:cNvPr id="10302" name="AutoShape 67"/>
          <p:cNvSpPr>
            <a:spLocks noChangeArrowheads="1"/>
          </p:cNvSpPr>
          <p:nvPr/>
        </p:nvSpPr>
        <p:spPr bwMode="auto">
          <a:xfrm>
            <a:off x="104500" y="3362933"/>
            <a:ext cx="822325" cy="2647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00032_CLNS_NON</a:t>
            </a:r>
          </a:p>
        </p:txBody>
      </p:sp>
      <p:sp>
        <p:nvSpPr>
          <p:cNvPr id="10316" name="AutoShape 86">
            <a:hlinkClick r:id="rId3" action="ppaction://hlinksldjump"/>
          </p:cNvPr>
          <p:cNvSpPr>
            <a:spLocks noChangeArrowheads="1"/>
          </p:cNvSpPr>
          <p:nvPr/>
        </p:nvSpPr>
        <p:spPr bwMode="auto">
          <a:xfrm rot="10800000">
            <a:off x="3318246" y="587209"/>
            <a:ext cx="810229" cy="3220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latin typeface="+mn-lt"/>
                <a:ea typeface="ＭＳ Ｐゴシック" charset="0"/>
              </a:rPr>
              <a:t>ENTREE GP</a:t>
            </a:r>
          </a:p>
          <a:p>
            <a:pPr algn="ctr" eaLnBrk="0" hangingPunct="0">
              <a:defRPr/>
            </a:pPr>
            <a:r>
              <a:rPr lang="fr-FR" sz="600">
                <a:latin typeface="+mn-lt"/>
                <a:ea typeface="ＭＳ Ｐゴシック" charset="0"/>
              </a:rPr>
              <a:t>(CLNS)</a:t>
            </a:r>
          </a:p>
        </p:txBody>
      </p:sp>
      <p:sp>
        <p:nvSpPr>
          <p:cNvPr id="10317" name="AutoShape 87">
            <a:hlinkClick r:id="rId4" action="ppaction://hlinksldjump"/>
          </p:cNvPr>
          <p:cNvSpPr>
            <a:spLocks noChangeArrowheads="1"/>
          </p:cNvSpPr>
          <p:nvPr/>
        </p:nvSpPr>
        <p:spPr bwMode="auto">
          <a:xfrm rot="10800000">
            <a:off x="59604" y="3735193"/>
            <a:ext cx="912116" cy="309334"/>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latin typeface="+mn-lt"/>
                <a:ea typeface="ＭＳ Ｐゴシック" charset="0"/>
              </a:rPr>
              <a:t>ENTREE GP  (suite)</a:t>
            </a:r>
          </a:p>
        </p:txBody>
      </p:sp>
      <p:sp>
        <p:nvSpPr>
          <p:cNvPr id="86" name="AutoShape 20"/>
          <p:cNvSpPr>
            <a:spLocks noChangeArrowheads="1"/>
          </p:cNvSpPr>
          <p:nvPr/>
        </p:nvSpPr>
        <p:spPr bwMode="auto">
          <a:xfrm>
            <a:off x="6114397" y="2973051"/>
            <a:ext cx="407351" cy="161201"/>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latin typeface="+mn-lt"/>
                <a:ea typeface="ＭＳ Ｐゴシック" charset="0"/>
              </a:rPr>
              <a:t>NMNI&gt;1</a:t>
            </a:r>
          </a:p>
        </p:txBody>
      </p:sp>
      <p:cxnSp>
        <p:nvCxnSpPr>
          <p:cNvPr id="131" name="AutoShape 18"/>
          <p:cNvCxnSpPr>
            <a:cxnSpLocks noChangeShapeType="1"/>
            <a:stCxn id="86" idx="3"/>
            <a:endCxn id="10260" idx="0"/>
          </p:cNvCxnSpPr>
          <p:nvPr/>
        </p:nvCxnSpPr>
        <p:spPr bwMode="auto">
          <a:xfrm flipH="1">
            <a:off x="6308437" y="3114102"/>
            <a:ext cx="9636" cy="220307"/>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5" name="AutoShape 18"/>
          <p:cNvCxnSpPr>
            <a:cxnSpLocks noChangeShapeType="1"/>
            <a:stCxn id="148" idx="1"/>
            <a:endCxn id="58" idx="3"/>
          </p:cNvCxnSpPr>
          <p:nvPr/>
        </p:nvCxnSpPr>
        <p:spPr bwMode="auto">
          <a:xfrm flipH="1" flipV="1">
            <a:off x="4891208" y="2609734"/>
            <a:ext cx="895609" cy="7768"/>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9" name="AutoShape 18"/>
          <p:cNvCxnSpPr>
            <a:cxnSpLocks noChangeShapeType="1"/>
            <a:stCxn id="58" idx="1"/>
            <a:endCxn id="10246" idx="3"/>
          </p:cNvCxnSpPr>
          <p:nvPr/>
        </p:nvCxnSpPr>
        <p:spPr bwMode="auto">
          <a:xfrm rot="10800000" flipV="1">
            <a:off x="3050785" y="2609733"/>
            <a:ext cx="596939" cy="879"/>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92" name="Text Box 30"/>
          <p:cNvSpPr txBox="1">
            <a:spLocks noChangeArrowheads="1"/>
          </p:cNvSpPr>
          <p:nvPr/>
        </p:nvSpPr>
        <p:spPr bwMode="auto">
          <a:xfrm>
            <a:off x="6381614" y="2726461"/>
            <a:ext cx="393700" cy="184150"/>
          </a:xfrm>
          <a:prstGeom prst="rect">
            <a:avLst/>
          </a:prstGeom>
          <a:noFill/>
          <a:ln>
            <a:noFill/>
          </a:ln>
          <a:effectLst/>
        </p:spPr>
        <p:txBody>
          <a:bodyPr>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a:t>
            </a:r>
          </a:p>
        </p:txBody>
      </p:sp>
      <p:sp>
        <p:nvSpPr>
          <p:cNvPr id="193" name="Text Box 26"/>
          <p:cNvSpPr txBox="1">
            <a:spLocks noChangeArrowheads="1"/>
          </p:cNvSpPr>
          <p:nvPr/>
        </p:nvSpPr>
        <p:spPr bwMode="auto">
          <a:xfrm>
            <a:off x="6303442" y="3146179"/>
            <a:ext cx="320675" cy="184150"/>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OUI</a:t>
            </a:r>
          </a:p>
        </p:txBody>
      </p:sp>
      <p:cxnSp>
        <p:nvCxnSpPr>
          <p:cNvPr id="5" name="Connecteur en angle 4"/>
          <p:cNvCxnSpPr>
            <a:stCxn id="72" idx="0"/>
            <a:endCxn id="10260" idx="2"/>
          </p:cNvCxnSpPr>
          <p:nvPr/>
        </p:nvCxnSpPr>
        <p:spPr bwMode="auto">
          <a:xfrm rot="5400000" flipH="1" flipV="1">
            <a:off x="6209679" y="3661938"/>
            <a:ext cx="188807" cy="871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AutoShape 52"/>
          <p:cNvSpPr>
            <a:spLocks noChangeArrowheads="1"/>
          </p:cNvSpPr>
          <p:nvPr/>
        </p:nvSpPr>
        <p:spPr bwMode="auto">
          <a:xfrm>
            <a:off x="1772640" y="2938149"/>
            <a:ext cx="547913" cy="192282"/>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dirty="0">
                <a:latin typeface="+mn-lt"/>
                <a:ea typeface="ＭＳ Ｐゴシック" charset="0"/>
              </a:rPr>
              <a:t>CHOIX</a:t>
            </a:r>
          </a:p>
        </p:txBody>
      </p:sp>
      <p:cxnSp>
        <p:nvCxnSpPr>
          <p:cNvPr id="96" name="AutoShape 10"/>
          <p:cNvCxnSpPr>
            <a:cxnSpLocks noChangeShapeType="1"/>
            <a:stCxn id="10246" idx="2"/>
            <a:endCxn id="87" idx="0"/>
          </p:cNvCxnSpPr>
          <p:nvPr/>
        </p:nvCxnSpPr>
        <p:spPr bwMode="auto">
          <a:xfrm>
            <a:off x="2046597" y="2838260"/>
            <a:ext cx="0" cy="99889"/>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48" name="AutoShape 22"/>
          <p:cNvSpPr>
            <a:spLocks noChangeArrowheads="1"/>
          </p:cNvSpPr>
          <p:nvPr/>
        </p:nvSpPr>
        <p:spPr bwMode="auto">
          <a:xfrm>
            <a:off x="5786817" y="2516068"/>
            <a:ext cx="1089025" cy="2028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00030_CLNS_NMNI2</a:t>
            </a:r>
          </a:p>
        </p:txBody>
      </p:sp>
      <p:cxnSp>
        <p:nvCxnSpPr>
          <p:cNvPr id="151" name="AutoShape 10"/>
          <p:cNvCxnSpPr>
            <a:cxnSpLocks noChangeShapeType="1"/>
            <a:stCxn id="148" idx="2"/>
            <a:endCxn id="86" idx="7"/>
          </p:cNvCxnSpPr>
          <p:nvPr/>
        </p:nvCxnSpPr>
        <p:spPr bwMode="auto">
          <a:xfrm flipH="1">
            <a:off x="6318073" y="2718935"/>
            <a:ext cx="13257" cy="27426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58" name="Rectangle 68"/>
          <p:cNvSpPr>
            <a:spLocks noChangeArrowheads="1"/>
          </p:cNvSpPr>
          <p:nvPr/>
        </p:nvSpPr>
        <p:spPr bwMode="auto">
          <a:xfrm>
            <a:off x="3647723" y="2355818"/>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latin typeface="+mn-lt"/>
              </a:rPr>
              <a:t>ERREUR_SAISIE_NOUVEAU</a:t>
            </a:r>
          </a:p>
          <a:p>
            <a:pPr algn="ctr" eaLnBrk="0" hangingPunct="0"/>
            <a:r>
              <a:rPr lang="fr-FR" sz="700">
                <a:latin typeface="+mn-lt"/>
                <a:ea typeface="ＭＳ Ｐゴシック" pitchFamily="-80" charset="-128"/>
              </a:rPr>
              <a:t>Désolé, nous n’avons pas compris votre choix.</a:t>
            </a:r>
          </a:p>
          <a:p>
            <a:pPr algn="ctr" eaLnBrk="0" hangingPunct="0"/>
            <a:r>
              <a:rPr lang="fr-FR" sz="700">
                <a:latin typeface="+mn-lt"/>
                <a:ea typeface="ＭＳ Ｐゴシック" pitchFamily="-80" charset="-128"/>
              </a:rPr>
              <a:t>De nouveau :</a:t>
            </a:r>
          </a:p>
        </p:txBody>
      </p:sp>
      <p:cxnSp>
        <p:nvCxnSpPr>
          <p:cNvPr id="70" name="Connecteur droit 69"/>
          <p:cNvCxnSpPr>
            <a:cxnSpLocks/>
            <a:stCxn id="168" idx="3"/>
            <a:endCxn id="72" idx="0"/>
          </p:cNvCxnSpPr>
          <p:nvPr/>
        </p:nvCxnSpPr>
        <p:spPr bwMode="auto">
          <a:xfrm>
            <a:off x="4823793" y="3649996"/>
            <a:ext cx="1475934" cy="110700"/>
          </a:xfrm>
          <a:prstGeom prst="bentConnector2">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31">
            <a:hlinkClick r:id="" action="ppaction://noaction"/>
          </p:cNvPr>
          <p:cNvSpPr>
            <a:spLocks noChangeArrowheads="1"/>
          </p:cNvSpPr>
          <p:nvPr/>
        </p:nvSpPr>
        <p:spPr bwMode="auto">
          <a:xfrm>
            <a:off x="1622111" y="6187332"/>
            <a:ext cx="1166608" cy="17826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mn-lt"/>
              </a:rPr>
              <a:t>FIXE_CLNS_ACTIVATION</a:t>
            </a:r>
          </a:p>
        </p:txBody>
      </p:sp>
      <p:sp>
        <p:nvSpPr>
          <p:cNvPr id="7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 name="Titre 2"/>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CLNS</a:t>
            </a:r>
            <a:endParaRPr lang="fr-FR" sz="1400"/>
          </a:p>
        </p:txBody>
      </p:sp>
      <p:sp>
        <p:nvSpPr>
          <p:cNvPr id="65" name="AutoShape 34"/>
          <p:cNvSpPr>
            <a:spLocks noChangeArrowheads="1"/>
          </p:cNvSpPr>
          <p:nvPr/>
        </p:nvSpPr>
        <p:spPr bwMode="auto">
          <a:xfrm>
            <a:off x="1661005" y="5053362"/>
            <a:ext cx="1090119" cy="454025"/>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chemeClr val="bg1"/>
                </a:solidFill>
                <a:latin typeface="+mn-lt"/>
                <a:ea typeface="ＭＳ Ｐゴシック" charset="-128"/>
              </a:rPr>
              <a:t>MC ACTIVATION</a:t>
            </a:r>
          </a:p>
        </p:txBody>
      </p:sp>
      <p:sp>
        <p:nvSpPr>
          <p:cNvPr id="71" name="AutoShape 56"/>
          <p:cNvSpPr>
            <a:spLocks noChangeArrowheads="1"/>
          </p:cNvSpPr>
          <p:nvPr/>
        </p:nvSpPr>
        <p:spPr bwMode="auto">
          <a:xfrm>
            <a:off x="1523002" y="5919708"/>
            <a:ext cx="1363528" cy="15421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00031_CLNS_ACTIVATION</a:t>
            </a:r>
          </a:p>
        </p:txBody>
      </p:sp>
      <p:sp>
        <p:nvSpPr>
          <p:cNvPr id="72" name="AutoShape 73"/>
          <p:cNvSpPr>
            <a:spLocks noChangeArrowheads="1"/>
          </p:cNvSpPr>
          <p:nvPr/>
        </p:nvSpPr>
        <p:spPr bwMode="auto">
          <a:xfrm>
            <a:off x="5860478" y="3760696"/>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ANC</a:t>
            </a:r>
          </a:p>
        </p:txBody>
      </p:sp>
      <p:sp>
        <p:nvSpPr>
          <p:cNvPr id="74" name="AutoShape 14"/>
          <p:cNvSpPr>
            <a:spLocks noChangeArrowheads="1"/>
          </p:cNvSpPr>
          <p:nvPr/>
        </p:nvSpPr>
        <p:spPr bwMode="auto">
          <a:xfrm>
            <a:off x="6729206" y="4156488"/>
            <a:ext cx="1071524" cy="11897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00031_CLNS_HNO_ANC</a:t>
            </a:r>
          </a:p>
        </p:txBody>
      </p:sp>
      <p:cxnSp>
        <p:nvCxnSpPr>
          <p:cNvPr id="77" name="Connecteur droit 76"/>
          <p:cNvCxnSpPr>
            <a:stCxn id="74" idx="2"/>
            <a:endCxn id="81" idx="2"/>
          </p:cNvCxnSpPr>
          <p:nvPr/>
        </p:nvCxnSpPr>
        <p:spPr bwMode="auto">
          <a:xfrm>
            <a:off x="7264968" y="4275458"/>
            <a:ext cx="2110" cy="143835"/>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AutoShape 11">
            <a:hlinkClick r:id="rId5" action="ppaction://hlinksldjump"/>
          </p:cNvPr>
          <p:cNvSpPr>
            <a:spLocks noChangeArrowheads="1"/>
          </p:cNvSpPr>
          <p:nvPr/>
        </p:nvSpPr>
        <p:spPr bwMode="auto">
          <a:xfrm rot="10800000">
            <a:off x="6886806" y="4419293"/>
            <a:ext cx="76054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ANC</a:t>
            </a:r>
          </a:p>
        </p:txBody>
      </p:sp>
      <p:cxnSp>
        <p:nvCxnSpPr>
          <p:cNvPr id="82" name="Connecteur en angle 81"/>
          <p:cNvCxnSpPr>
            <a:stCxn id="72" idx="3"/>
            <a:endCxn id="74" idx="0"/>
          </p:cNvCxnSpPr>
          <p:nvPr/>
        </p:nvCxnSpPr>
        <p:spPr bwMode="auto">
          <a:xfrm>
            <a:off x="6738975" y="3952503"/>
            <a:ext cx="525993" cy="2039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71" idx="2"/>
            <a:endCxn id="80" idx="0"/>
          </p:cNvCxnSpPr>
          <p:nvPr/>
        </p:nvCxnSpPr>
        <p:spPr bwMode="auto">
          <a:xfrm rot="16200000" flipH="1">
            <a:off x="2148385" y="6130302"/>
            <a:ext cx="113410" cy="64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en angle 22"/>
          <p:cNvCxnSpPr>
            <a:stCxn id="72" idx="1"/>
            <a:endCxn id="68" idx="0"/>
          </p:cNvCxnSpPr>
          <p:nvPr/>
        </p:nvCxnSpPr>
        <p:spPr bwMode="auto">
          <a:xfrm rot="10800000" flipV="1">
            <a:off x="2206066" y="3952502"/>
            <a:ext cx="3654412" cy="16878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 Box 26"/>
          <p:cNvSpPr txBox="1">
            <a:spLocks noChangeArrowheads="1"/>
          </p:cNvSpPr>
          <p:nvPr/>
        </p:nvSpPr>
        <p:spPr bwMode="auto">
          <a:xfrm>
            <a:off x="6766972" y="377708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HNO</a:t>
            </a:r>
          </a:p>
        </p:txBody>
      </p:sp>
      <p:sp>
        <p:nvSpPr>
          <p:cNvPr id="92" name="Text Box 26"/>
          <p:cNvSpPr txBox="1">
            <a:spLocks noChangeArrowheads="1"/>
          </p:cNvSpPr>
          <p:nvPr/>
        </p:nvSpPr>
        <p:spPr bwMode="auto">
          <a:xfrm>
            <a:off x="5520787" y="3735951"/>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cxnSp>
        <p:nvCxnSpPr>
          <p:cNvPr id="17" name="Connecteur droit 16"/>
          <p:cNvCxnSpPr>
            <a:stCxn id="65" idx="2"/>
            <a:endCxn id="115" idx="0"/>
          </p:cNvCxnSpPr>
          <p:nvPr/>
        </p:nvCxnSpPr>
        <p:spPr bwMode="auto">
          <a:xfrm flipH="1">
            <a:off x="2204766" y="5507387"/>
            <a:ext cx="1299" cy="800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221"/>
          <p:cNvSpPr>
            <a:spLocks noChangeArrowheads="1"/>
          </p:cNvSpPr>
          <p:nvPr/>
        </p:nvSpPr>
        <p:spPr bwMode="auto">
          <a:xfrm rot="10800000">
            <a:off x="4102709" y="5571020"/>
            <a:ext cx="1242369"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rgbClr val="FFFFFF"/>
                </a:solidFill>
                <a:latin typeface="Arial"/>
                <a:ea typeface="ＭＳ Ｐゴシック" pitchFamily="1" charset="-128"/>
              </a:rPr>
              <a:t>SVI MODE CONTINU ACTIVATION</a:t>
            </a:r>
          </a:p>
          <a:p>
            <a:pPr algn="ctr">
              <a:defRPr/>
            </a:pPr>
            <a:r>
              <a:rPr lang="fr-FR" sz="600">
                <a:solidFill>
                  <a:srgbClr val="FFFFFF"/>
                </a:solidFill>
                <a:latin typeface="Arial"/>
                <a:ea typeface="ＭＳ Ｐゴシック" pitchFamily="1" charset="-128"/>
              </a:rPr>
              <a:t>Page Entrée WS</a:t>
            </a:r>
          </a:p>
        </p:txBody>
      </p:sp>
      <p:cxnSp>
        <p:nvCxnSpPr>
          <p:cNvPr id="9" name="Connecteur en angle 8"/>
          <p:cNvCxnSpPr>
            <a:cxnSpLocks/>
            <a:stCxn id="114" idx="3"/>
            <a:endCxn id="54" idx="2"/>
          </p:cNvCxnSpPr>
          <p:nvPr/>
        </p:nvCxnSpPr>
        <p:spPr bwMode="auto">
          <a:xfrm>
            <a:off x="4250425" y="5283804"/>
            <a:ext cx="473468" cy="28721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AutoShape 62">
            <a:hlinkClick r:id="" action="ppaction://noaction"/>
          </p:cNvPr>
          <p:cNvSpPr>
            <a:spLocks noChangeArrowheads="1"/>
          </p:cNvSpPr>
          <p:nvPr/>
        </p:nvSpPr>
        <p:spPr bwMode="auto">
          <a:xfrm>
            <a:off x="4129003" y="4097093"/>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Activité</a:t>
            </a:r>
          </a:p>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HO</a:t>
            </a:r>
            <a:endParaRPr lang="fr-FR" sz="500">
              <a:solidFill>
                <a:schemeClr val="bg1"/>
              </a:solidFill>
              <a:ea typeface="ＭＳ Ｐゴシック" charset="0"/>
            </a:endParaRPr>
          </a:p>
        </p:txBody>
      </p:sp>
      <p:sp>
        <p:nvSpPr>
          <p:cNvPr id="68" name="AutoShape 68">
            <a:hlinkClick r:id="rId6" action="ppaction://hlinksldjump"/>
          </p:cNvPr>
          <p:cNvSpPr>
            <a:spLocks noChangeArrowheads="1"/>
          </p:cNvSpPr>
          <p:nvPr/>
        </p:nvSpPr>
        <p:spPr bwMode="auto">
          <a:xfrm>
            <a:off x="1815541" y="4121292"/>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FASTR</a:t>
            </a:r>
          </a:p>
        </p:txBody>
      </p:sp>
      <p:sp>
        <p:nvSpPr>
          <p:cNvPr id="69" name="AutoShape 14"/>
          <p:cNvSpPr>
            <a:spLocks noChangeArrowheads="1"/>
          </p:cNvSpPr>
          <p:nvPr/>
        </p:nvSpPr>
        <p:spPr bwMode="auto">
          <a:xfrm>
            <a:off x="2714768" y="4181231"/>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00031_CLNS_BEB_ANC_OK</a:t>
            </a:r>
          </a:p>
        </p:txBody>
      </p:sp>
      <p:sp>
        <p:nvSpPr>
          <p:cNvPr id="83" name="AutoShape 14"/>
          <p:cNvSpPr>
            <a:spLocks noChangeArrowheads="1"/>
          </p:cNvSpPr>
          <p:nvPr/>
        </p:nvSpPr>
        <p:spPr bwMode="auto">
          <a:xfrm>
            <a:off x="1491619" y="4523546"/>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00031_CLNS_BEB_ANC_NOK</a:t>
            </a:r>
          </a:p>
        </p:txBody>
      </p:sp>
      <p:sp>
        <p:nvSpPr>
          <p:cNvPr id="84" name="AutoShape 14"/>
          <p:cNvSpPr>
            <a:spLocks noChangeArrowheads="1"/>
          </p:cNvSpPr>
          <p:nvPr/>
        </p:nvSpPr>
        <p:spPr bwMode="auto">
          <a:xfrm>
            <a:off x="3812268" y="4521840"/>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00031_CLNS_BEB_ANC_HNO</a:t>
            </a:r>
          </a:p>
        </p:txBody>
      </p:sp>
      <p:sp>
        <p:nvSpPr>
          <p:cNvPr id="85" name="AutoShape 14"/>
          <p:cNvSpPr>
            <a:spLocks noChangeArrowheads="1"/>
          </p:cNvSpPr>
          <p:nvPr/>
        </p:nvSpPr>
        <p:spPr bwMode="auto">
          <a:xfrm>
            <a:off x="5414283" y="4379795"/>
            <a:ext cx="1304608" cy="132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00031_CLNS_BEB_ANC_HO</a:t>
            </a:r>
          </a:p>
        </p:txBody>
      </p:sp>
      <p:sp>
        <p:nvSpPr>
          <p:cNvPr id="93" name="AutoShape 31">
            <a:hlinkClick r:id="" action="ppaction://noaction"/>
          </p:cNvPr>
          <p:cNvSpPr>
            <a:spLocks noChangeArrowheads="1"/>
          </p:cNvSpPr>
          <p:nvPr/>
        </p:nvSpPr>
        <p:spPr bwMode="auto">
          <a:xfrm>
            <a:off x="5520787" y="4582571"/>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FIXE_CLNS_BEB_ANC</a:t>
            </a:r>
            <a:endParaRPr lang="fr-FR" sz="600">
              <a:solidFill>
                <a:srgbClr val="FF0000"/>
              </a:solidFill>
            </a:endParaRPr>
          </a:p>
        </p:txBody>
      </p:sp>
      <p:sp>
        <p:nvSpPr>
          <p:cNvPr id="94" name="AutoShape 221"/>
          <p:cNvSpPr>
            <a:spLocks noChangeArrowheads="1"/>
          </p:cNvSpPr>
          <p:nvPr/>
        </p:nvSpPr>
        <p:spPr bwMode="auto">
          <a:xfrm rot="10800000">
            <a:off x="5665249" y="4945052"/>
            <a:ext cx="802676"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(Page ANC)</a:t>
            </a:r>
          </a:p>
        </p:txBody>
      </p:sp>
      <p:cxnSp>
        <p:nvCxnSpPr>
          <p:cNvPr id="95" name="Connecteur en angle 94"/>
          <p:cNvCxnSpPr>
            <a:stCxn id="67" idx="3"/>
            <a:endCxn id="85" idx="0"/>
          </p:cNvCxnSpPr>
          <p:nvPr/>
        </p:nvCxnSpPr>
        <p:spPr bwMode="auto">
          <a:xfrm>
            <a:off x="4910053" y="4257431"/>
            <a:ext cx="1156534" cy="1223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Connecteur droit 96"/>
          <p:cNvCxnSpPr>
            <a:stCxn id="85" idx="2"/>
            <a:endCxn id="93" idx="0"/>
          </p:cNvCxnSpPr>
          <p:nvPr/>
        </p:nvCxnSpPr>
        <p:spPr bwMode="auto">
          <a:xfrm flipH="1">
            <a:off x="6052028" y="4511843"/>
            <a:ext cx="14559" cy="707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Connecteur droit avec flèche 97"/>
          <p:cNvCxnSpPr>
            <a:stCxn id="93" idx="2"/>
            <a:endCxn id="94" idx="2"/>
          </p:cNvCxnSpPr>
          <p:nvPr/>
        </p:nvCxnSpPr>
        <p:spPr bwMode="auto">
          <a:xfrm>
            <a:off x="6052028" y="4727133"/>
            <a:ext cx="14559" cy="21791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Connecteur en angle 98"/>
          <p:cNvCxnSpPr>
            <a:stCxn id="83" idx="2"/>
            <a:endCxn id="65" idx="0"/>
          </p:cNvCxnSpPr>
          <p:nvPr/>
        </p:nvCxnSpPr>
        <p:spPr bwMode="auto">
          <a:xfrm rot="16200000" flipH="1">
            <a:off x="2007689" y="4854986"/>
            <a:ext cx="389696" cy="705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Connecteur droit 100"/>
          <p:cNvCxnSpPr>
            <a:stCxn id="67" idx="2"/>
            <a:endCxn id="84" idx="0"/>
          </p:cNvCxnSpPr>
          <p:nvPr/>
        </p:nvCxnSpPr>
        <p:spPr bwMode="auto">
          <a:xfrm flipH="1">
            <a:off x="4516361" y="4417768"/>
            <a:ext cx="3167" cy="1040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 Box 157"/>
          <p:cNvSpPr txBox="1">
            <a:spLocks noChangeArrowheads="1"/>
          </p:cNvSpPr>
          <p:nvPr/>
        </p:nvSpPr>
        <p:spPr bwMode="auto">
          <a:xfrm>
            <a:off x="4926711" y="4105849"/>
            <a:ext cx="3000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103" name="Text Box 157"/>
          <p:cNvSpPr txBox="1">
            <a:spLocks noChangeArrowheads="1"/>
          </p:cNvSpPr>
          <p:nvPr/>
        </p:nvSpPr>
        <p:spPr bwMode="auto">
          <a:xfrm>
            <a:off x="2470931" y="4017274"/>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04" name="Text Box 157"/>
          <p:cNvSpPr txBox="1">
            <a:spLocks noChangeArrowheads="1"/>
          </p:cNvSpPr>
          <p:nvPr/>
        </p:nvSpPr>
        <p:spPr bwMode="auto">
          <a:xfrm>
            <a:off x="2353591" y="438024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05" name="Text Box 157"/>
          <p:cNvSpPr txBox="1">
            <a:spLocks noChangeArrowheads="1"/>
          </p:cNvSpPr>
          <p:nvPr/>
        </p:nvSpPr>
        <p:spPr bwMode="auto">
          <a:xfrm>
            <a:off x="1343270" y="410459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106" name="Connecteur droit avec flèche 105"/>
          <p:cNvCxnSpPr>
            <a:stCxn id="69" idx="3"/>
            <a:endCxn id="67" idx="1"/>
          </p:cNvCxnSpPr>
          <p:nvPr/>
        </p:nvCxnSpPr>
        <p:spPr bwMode="auto">
          <a:xfrm flipV="1">
            <a:off x="4006115" y="4257431"/>
            <a:ext cx="122888" cy="47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Connecteur droit 106"/>
          <p:cNvCxnSpPr>
            <a:stCxn id="69" idx="1"/>
            <a:endCxn id="68" idx="3"/>
          </p:cNvCxnSpPr>
          <p:nvPr/>
        </p:nvCxnSpPr>
        <p:spPr bwMode="auto">
          <a:xfrm flipH="1" flipV="1">
            <a:off x="2596591" y="4255409"/>
            <a:ext cx="118177" cy="67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Connecteur droit 107"/>
          <p:cNvCxnSpPr>
            <a:stCxn id="68" idx="2"/>
            <a:endCxn id="83" idx="0"/>
          </p:cNvCxnSpPr>
          <p:nvPr/>
        </p:nvCxnSpPr>
        <p:spPr bwMode="auto">
          <a:xfrm flipH="1">
            <a:off x="2199010" y="4389525"/>
            <a:ext cx="7056" cy="1340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AutoShape 14"/>
          <p:cNvSpPr>
            <a:spLocks noChangeArrowheads="1"/>
          </p:cNvSpPr>
          <p:nvPr/>
        </p:nvSpPr>
        <p:spPr bwMode="auto">
          <a:xfrm>
            <a:off x="371127" y="4338773"/>
            <a:ext cx="1125508" cy="17227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00031_CLNS_BEB_ANC_OFF</a:t>
            </a:r>
          </a:p>
        </p:txBody>
      </p:sp>
      <p:cxnSp>
        <p:nvCxnSpPr>
          <p:cNvPr id="110" name="Connecteur en angle 109"/>
          <p:cNvCxnSpPr>
            <a:cxnSpLocks/>
            <a:stCxn id="68" idx="1"/>
            <a:endCxn id="109" idx="0"/>
          </p:cNvCxnSpPr>
          <p:nvPr/>
        </p:nvCxnSpPr>
        <p:spPr bwMode="auto">
          <a:xfrm rot="10800000" flipV="1">
            <a:off x="933881" y="4255409"/>
            <a:ext cx="881660" cy="833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9" idx="2"/>
            <a:endCxn id="65" idx="0"/>
          </p:cNvCxnSpPr>
          <p:nvPr/>
        </p:nvCxnSpPr>
        <p:spPr bwMode="auto">
          <a:xfrm rot="16200000" flipH="1">
            <a:off x="1298818" y="4146114"/>
            <a:ext cx="542311" cy="127218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Text Box 157"/>
          <p:cNvSpPr txBox="1">
            <a:spLocks noChangeArrowheads="1"/>
          </p:cNvSpPr>
          <p:nvPr/>
        </p:nvSpPr>
        <p:spPr bwMode="auto">
          <a:xfrm>
            <a:off x="4603664" y="437555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cxnSp>
        <p:nvCxnSpPr>
          <p:cNvPr id="37" name="Connecteur en angle 36"/>
          <p:cNvCxnSpPr>
            <a:stCxn id="84" idx="2"/>
            <a:endCxn id="65" idx="0"/>
          </p:cNvCxnSpPr>
          <p:nvPr/>
        </p:nvCxnSpPr>
        <p:spPr bwMode="auto">
          <a:xfrm rot="5400000">
            <a:off x="3168916" y="3705916"/>
            <a:ext cx="384595" cy="231029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14">
            <a:extLst>
              <a:ext uri="{FF2B5EF4-FFF2-40B4-BE49-F238E27FC236}">
                <a16:creationId xmlns:a16="http://schemas.microsoft.com/office/drawing/2014/main" id="{FA0868FF-7A28-47D5-8ECE-7BF3BE045B0C}"/>
              </a:ext>
            </a:extLst>
          </p:cNvPr>
          <p:cNvSpPr>
            <a:spLocks noChangeArrowheads="1"/>
          </p:cNvSpPr>
          <p:nvPr/>
        </p:nvSpPr>
        <p:spPr bwMode="auto">
          <a:xfrm>
            <a:off x="3117395" y="5206214"/>
            <a:ext cx="1133030" cy="15518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00031_CLNS_MC_ACTIV_OK</a:t>
            </a:r>
          </a:p>
        </p:txBody>
      </p:sp>
      <p:cxnSp>
        <p:nvCxnSpPr>
          <p:cNvPr id="19" name="Connecteur droit 18">
            <a:extLst>
              <a:ext uri="{FF2B5EF4-FFF2-40B4-BE49-F238E27FC236}">
                <a16:creationId xmlns:a16="http://schemas.microsoft.com/office/drawing/2014/main" id="{BC1DF6DD-FF9D-4A60-87C6-5249033042A6}"/>
              </a:ext>
            </a:extLst>
          </p:cNvPr>
          <p:cNvCxnSpPr>
            <a:cxnSpLocks/>
            <a:stCxn id="114" idx="1"/>
            <a:endCxn id="65" idx="3"/>
          </p:cNvCxnSpPr>
          <p:nvPr/>
        </p:nvCxnSpPr>
        <p:spPr bwMode="auto">
          <a:xfrm flipH="1" flipV="1">
            <a:off x="2751124" y="5280375"/>
            <a:ext cx="366271" cy="34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AutoShape 14">
            <a:extLst>
              <a:ext uri="{FF2B5EF4-FFF2-40B4-BE49-F238E27FC236}">
                <a16:creationId xmlns:a16="http://schemas.microsoft.com/office/drawing/2014/main" id="{716D4BE3-1553-4403-AF7B-34CA07B3852B}"/>
              </a:ext>
            </a:extLst>
          </p:cNvPr>
          <p:cNvSpPr>
            <a:spLocks noChangeArrowheads="1"/>
          </p:cNvSpPr>
          <p:nvPr/>
        </p:nvSpPr>
        <p:spPr bwMode="auto">
          <a:xfrm>
            <a:off x="1500673" y="5587472"/>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00031_CLNS_MC_ACTIV_NOK</a:t>
            </a:r>
          </a:p>
        </p:txBody>
      </p:sp>
      <p:cxnSp>
        <p:nvCxnSpPr>
          <p:cNvPr id="30" name="Connecteur droit avec flèche 29">
            <a:extLst>
              <a:ext uri="{FF2B5EF4-FFF2-40B4-BE49-F238E27FC236}">
                <a16:creationId xmlns:a16="http://schemas.microsoft.com/office/drawing/2014/main" id="{363687E0-AB58-4F46-9B5D-291788F89EF7}"/>
              </a:ext>
            </a:extLst>
          </p:cNvPr>
          <p:cNvCxnSpPr>
            <a:stCxn id="115" idx="2"/>
            <a:endCxn id="71" idx="0"/>
          </p:cNvCxnSpPr>
          <p:nvPr/>
        </p:nvCxnSpPr>
        <p:spPr bwMode="auto">
          <a:xfrm>
            <a:off x="2204766" y="5734399"/>
            <a:ext cx="0" cy="18530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AutoShape 14">
            <a:extLst>
              <a:ext uri="{FF2B5EF4-FFF2-40B4-BE49-F238E27FC236}">
                <a16:creationId xmlns:a16="http://schemas.microsoft.com/office/drawing/2014/main" id="{A6C2FA35-6EFD-4524-8A5F-ABCE5D67E8E3}"/>
              </a:ext>
            </a:extLst>
          </p:cNvPr>
          <p:cNvSpPr>
            <a:spLocks noChangeArrowheads="1"/>
          </p:cNvSpPr>
          <p:nvPr/>
        </p:nvSpPr>
        <p:spPr bwMode="auto">
          <a:xfrm>
            <a:off x="91388" y="5522881"/>
            <a:ext cx="1231780" cy="10423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00031_CLNS_MC_ACTIV_OFF</a:t>
            </a:r>
          </a:p>
        </p:txBody>
      </p:sp>
      <p:cxnSp>
        <p:nvCxnSpPr>
          <p:cNvPr id="10305" name="Connecteur : en angle 10304">
            <a:extLst>
              <a:ext uri="{FF2B5EF4-FFF2-40B4-BE49-F238E27FC236}">
                <a16:creationId xmlns:a16="http://schemas.microsoft.com/office/drawing/2014/main" id="{5C9C6104-95C0-467C-ABEF-2746685EA613}"/>
              </a:ext>
            </a:extLst>
          </p:cNvPr>
          <p:cNvCxnSpPr>
            <a:cxnSpLocks/>
            <a:stCxn id="116" idx="2"/>
            <a:endCxn id="71" idx="0"/>
          </p:cNvCxnSpPr>
          <p:nvPr/>
        </p:nvCxnSpPr>
        <p:spPr bwMode="auto">
          <a:xfrm rot="16200000" flipH="1">
            <a:off x="1309727" y="5024669"/>
            <a:ext cx="292590" cy="149748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07" name="Connecteur : en angle 10306">
            <a:extLst>
              <a:ext uri="{FF2B5EF4-FFF2-40B4-BE49-F238E27FC236}">
                <a16:creationId xmlns:a16="http://schemas.microsoft.com/office/drawing/2014/main" id="{E1155F8C-E579-4EAE-9103-375D7821F384}"/>
              </a:ext>
            </a:extLst>
          </p:cNvPr>
          <p:cNvCxnSpPr>
            <a:cxnSpLocks/>
            <a:stCxn id="65" idx="1"/>
            <a:endCxn id="116" idx="0"/>
          </p:cNvCxnSpPr>
          <p:nvPr/>
        </p:nvCxnSpPr>
        <p:spPr bwMode="auto">
          <a:xfrm rot="10800000" flipV="1">
            <a:off x="707279" y="5280375"/>
            <a:ext cx="953727" cy="24250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Text Box 157">
            <a:extLst>
              <a:ext uri="{FF2B5EF4-FFF2-40B4-BE49-F238E27FC236}">
                <a16:creationId xmlns:a16="http://schemas.microsoft.com/office/drawing/2014/main" id="{47150C84-19D4-4C05-99E5-6529E2301692}"/>
              </a:ext>
            </a:extLst>
          </p:cNvPr>
          <p:cNvSpPr txBox="1">
            <a:spLocks noChangeArrowheads="1"/>
          </p:cNvSpPr>
          <p:nvPr/>
        </p:nvSpPr>
        <p:spPr bwMode="auto">
          <a:xfrm>
            <a:off x="874252" y="509841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sp>
        <p:nvSpPr>
          <p:cNvPr id="118" name="Text Box 157">
            <a:extLst>
              <a:ext uri="{FF2B5EF4-FFF2-40B4-BE49-F238E27FC236}">
                <a16:creationId xmlns:a16="http://schemas.microsoft.com/office/drawing/2014/main" id="{B55A9A2A-7DEB-42C6-9DAB-AD414B6BEEE1}"/>
              </a:ext>
            </a:extLst>
          </p:cNvPr>
          <p:cNvSpPr txBox="1">
            <a:spLocks noChangeArrowheads="1"/>
          </p:cNvSpPr>
          <p:nvPr/>
        </p:nvSpPr>
        <p:spPr bwMode="auto">
          <a:xfrm>
            <a:off x="2320554" y="541922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19" name="Text Box 157">
            <a:extLst>
              <a:ext uri="{FF2B5EF4-FFF2-40B4-BE49-F238E27FC236}">
                <a16:creationId xmlns:a16="http://schemas.microsoft.com/office/drawing/2014/main" id="{132B7A82-B8BF-4DB9-B30D-515FC79FBBAF}"/>
              </a:ext>
            </a:extLst>
          </p:cNvPr>
          <p:cNvSpPr txBox="1">
            <a:spLocks noChangeArrowheads="1"/>
          </p:cNvSpPr>
          <p:nvPr/>
        </p:nvSpPr>
        <p:spPr bwMode="auto">
          <a:xfrm>
            <a:off x="2768555" y="5038457"/>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20" name="AutoShape 73">
            <a:extLst>
              <a:ext uri="{FF2B5EF4-FFF2-40B4-BE49-F238E27FC236}">
                <a16:creationId xmlns:a16="http://schemas.microsoft.com/office/drawing/2014/main" id="{9B73A2DB-BB43-4B2B-9091-4B6881DB1E13}"/>
              </a:ext>
            </a:extLst>
          </p:cNvPr>
          <p:cNvSpPr>
            <a:spLocks noChangeArrowheads="1"/>
          </p:cNvSpPr>
          <p:nvPr/>
        </p:nvSpPr>
        <p:spPr bwMode="auto">
          <a:xfrm>
            <a:off x="1613909" y="159337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CLNS ADSL</a:t>
            </a:r>
          </a:p>
        </p:txBody>
      </p:sp>
      <p:cxnSp>
        <p:nvCxnSpPr>
          <p:cNvPr id="10310" name="Connecteur droit avec flèche 10309">
            <a:extLst>
              <a:ext uri="{FF2B5EF4-FFF2-40B4-BE49-F238E27FC236}">
                <a16:creationId xmlns:a16="http://schemas.microsoft.com/office/drawing/2014/main" id="{EA56F1DC-9FA2-48CC-8B90-5457FF6956CE}"/>
              </a:ext>
            </a:extLst>
          </p:cNvPr>
          <p:cNvCxnSpPr>
            <a:stCxn id="154" idx="2"/>
            <a:endCxn id="10246" idx="0"/>
          </p:cNvCxnSpPr>
          <p:nvPr/>
        </p:nvCxnSpPr>
        <p:spPr bwMode="auto">
          <a:xfrm flipH="1">
            <a:off x="2046597" y="2232919"/>
            <a:ext cx="4274" cy="15004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14">
            <a:extLst>
              <a:ext uri="{FF2B5EF4-FFF2-40B4-BE49-F238E27FC236}">
                <a16:creationId xmlns:a16="http://schemas.microsoft.com/office/drawing/2014/main" id="{EE0DC583-CB3C-48D9-BAE7-AB16B078C7F6}"/>
              </a:ext>
            </a:extLst>
          </p:cNvPr>
          <p:cNvSpPr>
            <a:spLocks noChangeArrowheads="1"/>
          </p:cNvSpPr>
          <p:nvPr/>
        </p:nvSpPr>
        <p:spPr bwMode="auto">
          <a:xfrm>
            <a:off x="1613909" y="2054906"/>
            <a:ext cx="873924" cy="178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00030_CLNS_ADSL</a:t>
            </a:r>
          </a:p>
        </p:txBody>
      </p:sp>
      <p:sp>
        <p:nvSpPr>
          <p:cNvPr id="155" name="AutoShape 14">
            <a:extLst>
              <a:ext uri="{FF2B5EF4-FFF2-40B4-BE49-F238E27FC236}">
                <a16:creationId xmlns:a16="http://schemas.microsoft.com/office/drawing/2014/main" id="{CCFD64FF-9426-4121-9DE7-3F86D48AAC8C}"/>
              </a:ext>
            </a:extLst>
          </p:cNvPr>
          <p:cNvSpPr>
            <a:spLocks noChangeArrowheads="1"/>
          </p:cNvSpPr>
          <p:nvPr/>
        </p:nvSpPr>
        <p:spPr bwMode="auto">
          <a:xfrm>
            <a:off x="4372659" y="1703475"/>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00030_CLNS_AUTRE</a:t>
            </a:r>
          </a:p>
        </p:txBody>
      </p:sp>
      <p:sp>
        <p:nvSpPr>
          <p:cNvPr id="156" name="AutoShape 31">
            <a:hlinkClick r:id="" action="ppaction://noaction"/>
            <a:extLst>
              <a:ext uri="{FF2B5EF4-FFF2-40B4-BE49-F238E27FC236}">
                <a16:creationId xmlns:a16="http://schemas.microsoft.com/office/drawing/2014/main" id="{81CDF2FE-2545-4F8D-BF0F-03CE0FE0B103}"/>
              </a:ext>
            </a:extLst>
          </p:cNvPr>
          <p:cNvSpPr>
            <a:spLocks noChangeArrowheads="1"/>
          </p:cNvSpPr>
          <p:nvPr/>
        </p:nvSpPr>
        <p:spPr bwMode="auto">
          <a:xfrm>
            <a:off x="7746050" y="3249077"/>
            <a:ext cx="850696" cy="184149"/>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FIXE_CLNS_AUTRE</a:t>
            </a:r>
            <a:endParaRPr lang="fr-FR" sz="600">
              <a:solidFill>
                <a:srgbClr val="FF0000"/>
              </a:solidFill>
            </a:endParaRPr>
          </a:p>
        </p:txBody>
      </p:sp>
      <p:cxnSp>
        <p:nvCxnSpPr>
          <p:cNvPr id="48" name="Connecteur droit 47">
            <a:extLst>
              <a:ext uri="{FF2B5EF4-FFF2-40B4-BE49-F238E27FC236}">
                <a16:creationId xmlns:a16="http://schemas.microsoft.com/office/drawing/2014/main" id="{31990260-A7A6-40CE-A9AE-7C06FBFF6AF3}"/>
              </a:ext>
            </a:extLst>
          </p:cNvPr>
          <p:cNvCxnSpPr>
            <a:stCxn id="120" idx="3"/>
            <a:endCxn id="155" idx="1"/>
          </p:cNvCxnSpPr>
          <p:nvPr/>
        </p:nvCxnSpPr>
        <p:spPr bwMode="auto">
          <a:xfrm flipV="1">
            <a:off x="2492406" y="1776939"/>
            <a:ext cx="1880253" cy="82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Connecteur : en angle 51">
            <a:extLst>
              <a:ext uri="{FF2B5EF4-FFF2-40B4-BE49-F238E27FC236}">
                <a16:creationId xmlns:a16="http://schemas.microsoft.com/office/drawing/2014/main" id="{FC81B112-D89B-4AE1-9EFC-FF5DEBFE1115}"/>
              </a:ext>
            </a:extLst>
          </p:cNvPr>
          <p:cNvCxnSpPr>
            <a:cxnSpLocks/>
            <a:stCxn id="156" idx="2"/>
            <a:endCxn id="72" idx="0"/>
          </p:cNvCxnSpPr>
          <p:nvPr/>
        </p:nvCxnSpPr>
        <p:spPr bwMode="auto">
          <a:xfrm rot="5400000">
            <a:off x="7071828" y="2661126"/>
            <a:ext cx="327470" cy="1871671"/>
          </a:xfrm>
          <a:prstGeom prst="bentConnector3">
            <a:avLst>
              <a:gd name="adj1" fmla="val 66588"/>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 en angle 58">
            <a:extLst>
              <a:ext uri="{FF2B5EF4-FFF2-40B4-BE49-F238E27FC236}">
                <a16:creationId xmlns:a16="http://schemas.microsoft.com/office/drawing/2014/main" id="{DC17704E-BB38-454C-952A-8C51F2A5B192}"/>
              </a:ext>
            </a:extLst>
          </p:cNvPr>
          <p:cNvCxnSpPr>
            <a:cxnSpLocks/>
            <a:stCxn id="155" idx="3"/>
            <a:endCxn id="156" idx="0"/>
          </p:cNvCxnSpPr>
          <p:nvPr/>
        </p:nvCxnSpPr>
        <p:spPr bwMode="auto">
          <a:xfrm>
            <a:off x="5780844" y="1776939"/>
            <a:ext cx="2390554" cy="147213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AutoShape 31">
            <a:hlinkClick r:id="" action="ppaction://noaction"/>
            <a:extLst>
              <a:ext uri="{FF2B5EF4-FFF2-40B4-BE49-F238E27FC236}">
                <a16:creationId xmlns:a16="http://schemas.microsoft.com/office/drawing/2014/main" id="{1F4F0FB1-4DAB-4B81-BFE1-1E91CBBEACC2}"/>
              </a:ext>
            </a:extLst>
          </p:cNvPr>
          <p:cNvSpPr>
            <a:spLocks noChangeArrowheads="1"/>
          </p:cNvSpPr>
          <p:nvPr/>
        </p:nvSpPr>
        <p:spPr bwMode="auto">
          <a:xfrm>
            <a:off x="3761311" y="3577715"/>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FIXE_CLNS_ADSL</a:t>
            </a:r>
            <a:endParaRPr lang="fr-FR" sz="600">
              <a:solidFill>
                <a:srgbClr val="FF0000"/>
              </a:solidFill>
            </a:endParaRPr>
          </a:p>
        </p:txBody>
      </p:sp>
      <p:cxnSp>
        <p:nvCxnSpPr>
          <p:cNvPr id="11269" name="Connecteur droit 11268">
            <a:extLst>
              <a:ext uri="{FF2B5EF4-FFF2-40B4-BE49-F238E27FC236}">
                <a16:creationId xmlns:a16="http://schemas.microsoft.com/office/drawing/2014/main" id="{38A31FA6-FE16-4E5B-83B2-F6F6BAD1550E}"/>
              </a:ext>
            </a:extLst>
          </p:cNvPr>
          <p:cNvCxnSpPr>
            <a:stCxn id="154" idx="0"/>
            <a:endCxn id="120" idx="2"/>
          </p:cNvCxnSpPr>
          <p:nvPr/>
        </p:nvCxnSpPr>
        <p:spPr bwMode="auto">
          <a:xfrm flipV="1">
            <a:off x="2050871" y="1976991"/>
            <a:ext cx="2287" cy="779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Text Box 157">
            <a:extLst>
              <a:ext uri="{FF2B5EF4-FFF2-40B4-BE49-F238E27FC236}">
                <a16:creationId xmlns:a16="http://schemas.microsoft.com/office/drawing/2014/main" id="{C17D44FD-4763-4803-B9DC-41ED058B12AA}"/>
              </a:ext>
            </a:extLst>
          </p:cNvPr>
          <p:cNvSpPr txBox="1">
            <a:spLocks noChangeArrowheads="1"/>
          </p:cNvSpPr>
          <p:nvPr/>
        </p:nvSpPr>
        <p:spPr bwMode="auto">
          <a:xfrm>
            <a:off x="1635771" y="1867986"/>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t>OUI</a:t>
            </a:r>
          </a:p>
        </p:txBody>
      </p:sp>
      <p:sp>
        <p:nvSpPr>
          <p:cNvPr id="178" name="Text Box 157">
            <a:extLst>
              <a:ext uri="{FF2B5EF4-FFF2-40B4-BE49-F238E27FC236}">
                <a16:creationId xmlns:a16="http://schemas.microsoft.com/office/drawing/2014/main" id="{03D04130-546C-4A2B-B0EA-322B42D03545}"/>
              </a:ext>
            </a:extLst>
          </p:cNvPr>
          <p:cNvSpPr txBox="1">
            <a:spLocks noChangeArrowheads="1"/>
          </p:cNvSpPr>
          <p:nvPr/>
        </p:nvSpPr>
        <p:spPr bwMode="auto">
          <a:xfrm>
            <a:off x="2527928" y="1631098"/>
            <a:ext cx="82426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t>NON ou Désactivé</a:t>
            </a:r>
          </a:p>
        </p:txBody>
      </p:sp>
      <p:sp>
        <p:nvSpPr>
          <p:cNvPr id="185" name="AutoShape 73">
            <a:extLst>
              <a:ext uri="{FF2B5EF4-FFF2-40B4-BE49-F238E27FC236}">
                <a16:creationId xmlns:a16="http://schemas.microsoft.com/office/drawing/2014/main" id="{9C51A719-5F98-4E6D-991B-7888483336F3}"/>
              </a:ext>
            </a:extLst>
          </p:cNvPr>
          <p:cNvSpPr>
            <a:spLocks noChangeArrowheads="1"/>
          </p:cNvSpPr>
          <p:nvPr/>
        </p:nvSpPr>
        <p:spPr bwMode="auto">
          <a:xfrm>
            <a:off x="1862555" y="6501702"/>
            <a:ext cx="681210" cy="302362"/>
          </a:xfrm>
          <a:prstGeom prst="flowChartDecision">
            <a:avLst/>
          </a:prstGeom>
          <a:solidFill>
            <a:schemeClr val="accent1"/>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Type client</a:t>
            </a:r>
          </a:p>
        </p:txBody>
      </p:sp>
      <p:cxnSp>
        <p:nvCxnSpPr>
          <p:cNvPr id="11278" name="Connecteur droit avec flèche 11277">
            <a:extLst>
              <a:ext uri="{FF2B5EF4-FFF2-40B4-BE49-F238E27FC236}">
                <a16:creationId xmlns:a16="http://schemas.microsoft.com/office/drawing/2014/main" id="{CCA95924-99F2-4AD4-8CB3-BBAEFAD9AD78}"/>
              </a:ext>
            </a:extLst>
          </p:cNvPr>
          <p:cNvCxnSpPr>
            <a:stCxn id="80" idx="2"/>
            <a:endCxn id="185" idx="0"/>
          </p:cNvCxnSpPr>
          <p:nvPr/>
        </p:nvCxnSpPr>
        <p:spPr bwMode="auto">
          <a:xfrm flipH="1">
            <a:off x="2203160" y="6365592"/>
            <a:ext cx="2255" cy="13611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 name="AutoShape 28">
            <a:extLst>
              <a:ext uri="{FF2B5EF4-FFF2-40B4-BE49-F238E27FC236}">
                <a16:creationId xmlns:a16="http://schemas.microsoft.com/office/drawing/2014/main" id="{430C7D29-82F1-490B-AD8C-7D16E46CF123}"/>
              </a:ext>
            </a:extLst>
          </p:cNvPr>
          <p:cNvSpPr>
            <a:spLocks noChangeArrowheads="1"/>
          </p:cNvSpPr>
          <p:nvPr/>
        </p:nvSpPr>
        <p:spPr bwMode="auto">
          <a:xfrm>
            <a:off x="4246495" y="6501702"/>
            <a:ext cx="1194796" cy="296862"/>
          </a:xfrm>
          <a:prstGeom prst="flowChartProcess">
            <a:avLst/>
          </a:prstGeom>
          <a:solidFill>
            <a:schemeClr val="accent1">
              <a:lumMod val="90000"/>
            </a:schemeClr>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TRANSFERT</a:t>
            </a:r>
            <a:br>
              <a:rPr lang="fr-FR" sz="600">
                <a:latin typeface="+mn-lt"/>
                <a:ea typeface="ＭＳ Ｐゴシック" charset="0"/>
              </a:rPr>
            </a:br>
            <a:r>
              <a:rPr lang="fr-FR" sz="600" b="1" err="1">
                <a:latin typeface="+mn-lt"/>
                <a:ea typeface="ＭＳ Ｐゴシック" charset="0"/>
              </a:rPr>
              <a:t>CLNS_Nom</a:t>
            </a:r>
            <a:r>
              <a:rPr lang="fr-FR" sz="600" b="1">
                <a:latin typeface="+mn-lt"/>
                <a:ea typeface="ＭＳ Ｐゴシック" charset="0"/>
              </a:rPr>
              <a:t> de routage cible </a:t>
            </a:r>
          </a:p>
          <a:p>
            <a:pPr algn="ctr" eaLnBrk="0" hangingPunct="0">
              <a:defRPr/>
            </a:pPr>
            <a:r>
              <a:rPr lang="fr-FR" sz="600">
                <a:latin typeface="+mn-lt"/>
                <a:ea typeface="ＭＳ Ｐゴシック" charset="0"/>
              </a:rPr>
              <a:t>(selon conditions éligibilités)</a:t>
            </a:r>
          </a:p>
        </p:txBody>
      </p:sp>
      <p:sp>
        <p:nvSpPr>
          <p:cNvPr id="196" name="AutoShape 14">
            <a:extLst>
              <a:ext uri="{FF2B5EF4-FFF2-40B4-BE49-F238E27FC236}">
                <a16:creationId xmlns:a16="http://schemas.microsoft.com/office/drawing/2014/main" id="{F8FBA1FA-1D61-447B-91B1-F9AB0D61953F}"/>
              </a:ext>
            </a:extLst>
          </p:cNvPr>
          <p:cNvSpPr>
            <a:spLocks noChangeArrowheads="1"/>
          </p:cNvSpPr>
          <p:nvPr/>
        </p:nvSpPr>
        <p:spPr bwMode="auto">
          <a:xfrm>
            <a:off x="2958048" y="6563876"/>
            <a:ext cx="873924" cy="178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00031_CLNS_AUTRE</a:t>
            </a:r>
          </a:p>
        </p:txBody>
      </p:sp>
      <p:cxnSp>
        <p:nvCxnSpPr>
          <p:cNvPr id="11282" name="Connecteur droit avec flèche 11281">
            <a:extLst>
              <a:ext uri="{FF2B5EF4-FFF2-40B4-BE49-F238E27FC236}">
                <a16:creationId xmlns:a16="http://schemas.microsoft.com/office/drawing/2014/main" id="{93FE38B6-215A-4141-AF0A-236EA27CFB13}"/>
              </a:ext>
            </a:extLst>
          </p:cNvPr>
          <p:cNvCxnSpPr>
            <a:cxnSpLocks/>
            <a:stCxn id="196" idx="3"/>
            <a:endCxn id="194" idx="1"/>
          </p:cNvCxnSpPr>
          <p:nvPr/>
        </p:nvCxnSpPr>
        <p:spPr bwMode="auto">
          <a:xfrm flipV="1">
            <a:off x="3831972" y="6650133"/>
            <a:ext cx="414523" cy="275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Text Box 157">
            <a:extLst>
              <a:ext uri="{FF2B5EF4-FFF2-40B4-BE49-F238E27FC236}">
                <a16:creationId xmlns:a16="http://schemas.microsoft.com/office/drawing/2014/main" id="{98B5385F-23F2-4506-80D8-4CF24C2667DA}"/>
              </a:ext>
            </a:extLst>
          </p:cNvPr>
          <p:cNvSpPr txBox="1">
            <a:spLocks noChangeArrowheads="1"/>
          </p:cNvSpPr>
          <p:nvPr/>
        </p:nvSpPr>
        <p:spPr bwMode="auto">
          <a:xfrm>
            <a:off x="2527928" y="6463433"/>
            <a:ext cx="44595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AUTRE</a:t>
            </a:r>
          </a:p>
        </p:txBody>
      </p:sp>
      <p:sp>
        <p:nvSpPr>
          <p:cNvPr id="216" name="AutoShape 113">
            <a:extLst>
              <a:ext uri="{FF2B5EF4-FFF2-40B4-BE49-F238E27FC236}">
                <a16:creationId xmlns:a16="http://schemas.microsoft.com/office/drawing/2014/main" id="{E3274BB3-90F7-4D24-B21C-F88A46AAE1C3}"/>
              </a:ext>
            </a:extLst>
          </p:cNvPr>
          <p:cNvSpPr>
            <a:spLocks noChangeArrowheads="1"/>
          </p:cNvSpPr>
          <p:nvPr/>
        </p:nvSpPr>
        <p:spPr bwMode="auto">
          <a:xfrm>
            <a:off x="804956" y="1711950"/>
            <a:ext cx="590202"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MC_ACTIV</a:t>
            </a:r>
          </a:p>
        </p:txBody>
      </p:sp>
      <p:grpSp>
        <p:nvGrpSpPr>
          <p:cNvPr id="217" name="Group 73">
            <a:extLst>
              <a:ext uri="{FF2B5EF4-FFF2-40B4-BE49-F238E27FC236}">
                <a16:creationId xmlns:a16="http://schemas.microsoft.com/office/drawing/2014/main" id="{509237D6-B365-470A-90FC-299DC70B1C62}"/>
              </a:ext>
            </a:extLst>
          </p:cNvPr>
          <p:cNvGrpSpPr>
            <a:grpSpLocks/>
          </p:cNvGrpSpPr>
          <p:nvPr/>
        </p:nvGrpSpPr>
        <p:grpSpPr bwMode="auto">
          <a:xfrm rot="10976456">
            <a:off x="1321491" y="1548024"/>
            <a:ext cx="371941" cy="188650"/>
            <a:chOff x="1913" y="719"/>
            <a:chExt cx="276" cy="139"/>
          </a:xfrm>
          <a:effectLst>
            <a:outerShdw blurRad="50800" dist="38100" dir="2700000" algn="tl" rotWithShape="0">
              <a:prstClr val="black">
                <a:alpha val="40000"/>
              </a:prstClr>
            </a:outerShdw>
          </a:effectLst>
        </p:grpSpPr>
        <p:sp>
          <p:nvSpPr>
            <p:cNvPr id="218" name="AutoShape 74">
              <a:extLst>
                <a:ext uri="{FF2B5EF4-FFF2-40B4-BE49-F238E27FC236}">
                  <a16:creationId xmlns:a16="http://schemas.microsoft.com/office/drawing/2014/main" id="{E1F8407D-1DDE-4911-9526-EB09173A7304}"/>
                </a:ext>
              </a:extLst>
            </p:cNvPr>
            <p:cNvSpPr>
              <a:spLocks noChangeArrowheads="1"/>
            </p:cNvSpPr>
            <p:nvPr/>
          </p:nvSpPr>
          <p:spPr bwMode="auto">
            <a:xfrm rot="-5400000">
              <a:off x="2007" y="625"/>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sz="600">
                <a:ea typeface="ＭＳ Ｐゴシック" charset="0"/>
              </a:endParaRPr>
            </a:p>
          </p:txBody>
        </p:sp>
        <p:sp>
          <p:nvSpPr>
            <p:cNvPr id="219" name="AutoShape 75">
              <a:extLst>
                <a:ext uri="{FF2B5EF4-FFF2-40B4-BE49-F238E27FC236}">
                  <a16:creationId xmlns:a16="http://schemas.microsoft.com/office/drawing/2014/main" id="{C2B8EE9F-EECD-4694-ADBE-05E6979E1394}"/>
                </a:ext>
              </a:extLst>
            </p:cNvPr>
            <p:cNvSpPr>
              <a:spLocks noChangeArrowheads="1"/>
            </p:cNvSpPr>
            <p:nvPr/>
          </p:nvSpPr>
          <p:spPr bwMode="auto">
            <a:xfrm rot="5400000">
              <a:off x="2028" y="696"/>
              <a:ext cx="66" cy="257"/>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sz="600">
                <a:ea typeface="ＭＳ Ｐゴシック" charset="0"/>
              </a:endParaRPr>
            </a:p>
          </p:txBody>
        </p:sp>
      </p:grpSp>
      <p:sp>
        <p:nvSpPr>
          <p:cNvPr id="79" name="ZoneTexte 78">
            <a:extLst>
              <a:ext uri="{FF2B5EF4-FFF2-40B4-BE49-F238E27FC236}">
                <a16:creationId xmlns:a16="http://schemas.microsoft.com/office/drawing/2014/main" id="{D7BFF64A-AFD5-4ED7-8805-F6CA8CE29631}"/>
              </a:ext>
            </a:extLst>
          </p:cNvPr>
          <p:cNvSpPr txBox="1"/>
          <p:nvPr/>
        </p:nvSpPr>
        <p:spPr>
          <a:xfrm>
            <a:off x="44619" y="571599"/>
            <a:ext cx="2499706" cy="21544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800" dirty="0"/>
              <a:t>Activité = « </a:t>
            </a:r>
            <a:r>
              <a:rPr lang="fr-FR" sz="800" dirty="0" err="1"/>
              <a:t>Trt</a:t>
            </a:r>
            <a:r>
              <a:rPr lang="fr-FR" sz="800" dirty="0"/>
              <a:t> CLNS » ET « TECHNO = ADSL »</a:t>
            </a:r>
          </a:p>
        </p:txBody>
      </p:sp>
      <p:sp>
        <p:nvSpPr>
          <p:cNvPr id="234" name="AutoShape 113">
            <a:extLst>
              <a:ext uri="{FF2B5EF4-FFF2-40B4-BE49-F238E27FC236}">
                <a16:creationId xmlns:a16="http://schemas.microsoft.com/office/drawing/2014/main" id="{70F1049D-3DFF-4031-A312-EBBF7594E498}"/>
              </a:ext>
            </a:extLst>
          </p:cNvPr>
          <p:cNvSpPr>
            <a:spLocks noChangeArrowheads="1"/>
          </p:cNvSpPr>
          <p:nvPr/>
        </p:nvSpPr>
        <p:spPr bwMode="auto">
          <a:xfrm>
            <a:off x="83581" y="1719479"/>
            <a:ext cx="590202" cy="330200"/>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DEXTER</a:t>
            </a:r>
          </a:p>
        </p:txBody>
      </p:sp>
      <p:cxnSp>
        <p:nvCxnSpPr>
          <p:cNvPr id="6" name="Connecteur droit 5">
            <a:extLst>
              <a:ext uri="{FF2B5EF4-FFF2-40B4-BE49-F238E27FC236}">
                <a16:creationId xmlns:a16="http://schemas.microsoft.com/office/drawing/2014/main" id="{9FDB165F-0AEC-4B86-AB69-F59B9E7B3E64}"/>
              </a:ext>
            </a:extLst>
          </p:cNvPr>
          <p:cNvCxnSpPr>
            <a:stCxn id="185" idx="3"/>
            <a:endCxn id="196" idx="1"/>
          </p:cNvCxnSpPr>
          <p:nvPr/>
        </p:nvCxnSpPr>
        <p:spPr bwMode="auto">
          <a:xfrm>
            <a:off x="2543765" y="6652883"/>
            <a:ext cx="41428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Connecteur droit 31">
            <a:extLst>
              <a:ext uri="{FF2B5EF4-FFF2-40B4-BE49-F238E27FC236}">
                <a16:creationId xmlns:a16="http://schemas.microsoft.com/office/drawing/2014/main" id="{E3F195C8-E3B0-484E-820C-EA3335498118}"/>
              </a:ext>
            </a:extLst>
          </p:cNvPr>
          <p:cNvCxnSpPr>
            <a:cxnSpLocks/>
            <a:stCxn id="10291" idx="3"/>
            <a:endCxn id="168" idx="1"/>
          </p:cNvCxnSpPr>
          <p:nvPr/>
        </p:nvCxnSpPr>
        <p:spPr bwMode="auto">
          <a:xfrm flipV="1">
            <a:off x="2456762" y="3649996"/>
            <a:ext cx="1304549" cy="44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21" name="Connecteur droit 10320">
            <a:extLst>
              <a:ext uri="{FF2B5EF4-FFF2-40B4-BE49-F238E27FC236}">
                <a16:creationId xmlns:a16="http://schemas.microsoft.com/office/drawing/2014/main" id="{611613AF-B4A8-4D65-BBB8-1A5B18FB3007}"/>
              </a:ext>
            </a:extLst>
          </p:cNvPr>
          <p:cNvCxnSpPr>
            <a:cxnSpLocks/>
            <a:stCxn id="10257" idx="2"/>
            <a:endCxn id="10302" idx="0"/>
          </p:cNvCxnSpPr>
          <p:nvPr/>
        </p:nvCxnSpPr>
        <p:spPr bwMode="auto">
          <a:xfrm>
            <a:off x="515663" y="3310419"/>
            <a:ext cx="0" cy="525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39" name="Connecteur droit 10338">
            <a:extLst>
              <a:ext uri="{FF2B5EF4-FFF2-40B4-BE49-F238E27FC236}">
                <a16:creationId xmlns:a16="http://schemas.microsoft.com/office/drawing/2014/main" id="{FE34422B-1B2F-4311-AAAB-8E1A88C92EF3}"/>
              </a:ext>
            </a:extLst>
          </p:cNvPr>
          <p:cNvCxnSpPr>
            <a:stCxn id="87" idx="2"/>
            <a:endCxn id="10258" idx="6"/>
          </p:cNvCxnSpPr>
          <p:nvPr/>
        </p:nvCxnSpPr>
        <p:spPr bwMode="auto">
          <a:xfrm>
            <a:off x="2046597" y="3130431"/>
            <a:ext cx="970" cy="10227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42" name="Connecteur droit 10341">
            <a:extLst>
              <a:ext uri="{FF2B5EF4-FFF2-40B4-BE49-F238E27FC236}">
                <a16:creationId xmlns:a16="http://schemas.microsoft.com/office/drawing/2014/main" id="{11020E63-24E6-43E9-A97D-4F3C77A18540}"/>
              </a:ext>
            </a:extLst>
          </p:cNvPr>
          <p:cNvCxnSpPr>
            <a:stCxn id="86" idx="4"/>
            <a:endCxn id="87" idx="3"/>
          </p:cNvCxnSpPr>
          <p:nvPr/>
        </p:nvCxnSpPr>
        <p:spPr bwMode="auto">
          <a:xfrm flipH="1" flipV="1">
            <a:off x="2320553" y="3034290"/>
            <a:ext cx="3793844" cy="193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5" name="AutoShape 73">
            <a:extLst>
              <a:ext uri="{FF2B5EF4-FFF2-40B4-BE49-F238E27FC236}">
                <a16:creationId xmlns:a16="http://schemas.microsoft.com/office/drawing/2014/main" id="{13168B71-8EBA-4FFA-AEE5-C4A0E24C6B2E}"/>
              </a:ext>
            </a:extLst>
          </p:cNvPr>
          <p:cNvSpPr>
            <a:spLocks noChangeArrowheads="1"/>
          </p:cNvSpPr>
          <p:nvPr/>
        </p:nvSpPr>
        <p:spPr bwMode="auto">
          <a:xfrm>
            <a:off x="3304575" y="958768"/>
            <a:ext cx="830199"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HO/HNO</a:t>
            </a:r>
          </a:p>
        </p:txBody>
      </p:sp>
      <p:sp>
        <p:nvSpPr>
          <p:cNvPr id="220" name="AutoShape 14">
            <a:extLst>
              <a:ext uri="{FF2B5EF4-FFF2-40B4-BE49-F238E27FC236}">
                <a16:creationId xmlns:a16="http://schemas.microsoft.com/office/drawing/2014/main" id="{4E5F6F0A-E4EC-4962-BBDE-FA1975C86DC8}"/>
              </a:ext>
            </a:extLst>
          </p:cNvPr>
          <p:cNvSpPr>
            <a:spLocks noChangeArrowheads="1"/>
          </p:cNvSpPr>
          <p:nvPr/>
        </p:nvSpPr>
        <p:spPr bwMode="auto">
          <a:xfrm>
            <a:off x="5970881" y="1377850"/>
            <a:ext cx="999064" cy="16746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00030_RDGU_CLNS_NOK</a:t>
            </a:r>
          </a:p>
        </p:txBody>
      </p:sp>
      <p:sp>
        <p:nvSpPr>
          <p:cNvPr id="225" name="AutoShape 14">
            <a:extLst>
              <a:ext uri="{FF2B5EF4-FFF2-40B4-BE49-F238E27FC236}">
                <a16:creationId xmlns:a16="http://schemas.microsoft.com/office/drawing/2014/main" id="{F76DB1EF-FE2E-4688-826D-4F3F53D7475B}"/>
              </a:ext>
            </a:extLst>
          </p:cNvPr>
          <p:cNvSpPr>
            <a:spLocks noChangeArrowheads="1"/>
          </p:cNvSpPr>
          <p:nvPr/>
        </p:nvSpPr>
        <p:spPr bwMode="auto">
          <a:xfrm>
            <a:off x="5690120" y="1189764"/>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00030_RDGU_CLNS_OFF</a:t>
            </a:r>
          </a:p>
        </p:txBody>
      </p:sp>
      <p:sp>
        <p:nvSpPr>
          <p:cNvPr id="231" name="Text Box 157">
            <a:extLst>
              <a:ext uri="{FF2B5EF4-FFF2-40B4-BE49-F238E27FC236}">
                <a16:creationId xmlns:a16="http://schemas.microsoft.com/office/drawing/2014/main" id="{57CA884E-ECD7-4101-A4A8-5DE5277E3C17}"/>
              </a:ext>
            </a:extLst>
          </p:cNvPr>
          <p:cNvSpPr txBox="1">
            <a:spLocks noChangeArrowheads="1"/>
          </p:cNvSpPr>
          <p:nvPr/>
        </p:nvSpPr>
        <p:spPr bwMode="auto">
          <a:xfrm>
            <a:off x="4850600" y="958897"/>
            <a:ext cx="716429"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OUI RDGU=1</a:t>
            </a:r>
          </a:p>
        </p:txBody>
      </p:sp>
      <p:sp>
        <p:nvSpPr>
          <p:cNvPr id="232" name="Text Box 157">
            <a:extLst>
              <a:ext uri="{FF2B5EF4-FFF2-40B4-BE49-F238E27FC236}">
                <a16:creationId xmlns:a16="http://schemas.microsoft.com/office/drawing/2014/main" id="{D018B361-E704-43E1-BD17-D48AFD8D58F6}"/>
              </a:ext>
            </a:extLst>
          </p:cNvPr>
          <p:cNvSpPr txBox="1">
            <a:spLocks noChangeArrowheads="1"/>
          </p:cNvSpPr>
          <p:nvPr/>
        </p:nvSpPr>
        <p:spPr bwMode="auto">
          <a:xfrm>
            <a:off x="4959852" y="1223717"/>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DESACTIVE</a:t>
            </a:r>
          </a:p>
        </p:txBody>
      </p:sp>
      <p:sp>
        <p:nvSpPr>
          <p:cNvPr id="233" name="Text Box 157">
            <a:extLst>
              <a:ext uri="{FF2B5EF4-FFF2-40B4-BE49-F238E27FC236}">
                <a16:creationId xmlns:a16="http://schemas.microsoft.com/office/drawing/2014/main" id="{974584DD-57CE-4994-A16E-3E1CAA21E7C6}"/>
              </a:ext>
            </a:extLst>
          </p:cNvPr>
          <p:cNvSpPr txBox="1">
            <a:spLocks noChangeArrowheads="1"/>
          </p:cNvSpPr>
          <p:nvPr/>
        </p:nvSpPr>
        <p:spPr bwMode="auto">
          <a:xfrm>
            <a:off x="5556909" y="1426750"/>
            <a:ext cx="3983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NON</a:t>
            </a:r>
          </a:p>
        </p:txBody>
      </p:sp>
      <p:sp>
        <p:nvSpPr>
          <p:cNvPr id="237" name="AutoShape 14">
            <a:extLst>
              <a:ext uri="{FF2B5EF4-FFF2-40B4-BE49-F238E27FC236}">
                <a16:creationId xmlns:a16="http://schemas.microsoft.com/office/drawing/2014/main" id="{36359403-8D6F-4CCF-B10F-CEF8B6C9F47E}"/>
              </a:ext>
            </a:extLst>
          </p:cNvPr>
          <p:cNvSpPr>
            <a:spLocks noChangeArrowheads="1"/>
          </p:cNvSpPr>
          <p:nvPr/>
        </p:nvSpPr>
        <p:spPr bwMode="auto">
          <a:xfrm>
            <a:off x="5869184" y="716879"/>
            <a:ext cx="970182" cy="14201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00030_RDGU_CLNS_OK</a:t>
            </a:r>
          </a:p>
        </p:txBody>
      </p:sp>
      <p:sp>
        <p:nvSpPr>
          <p:cNvPr id="238" name="AutoShape 31">
            <a:hlinkClick r:id="" action="ppaction://noaction"/>
            <a:extLst>
              <a:ext uri="{FF2B5EF4-FFF2-40B4-BE49-F238E27FC236}">
                <a16:creationId xmlns:a16="http://schemas.microsoft.com/office/drawing/2014/main" id="{35CC3224-C349-40EB-9DEE-64A2B18E811B}"/>
              </a:ext>
            </a:extLst>
          </p:cNvPr>
          <p:cNvSpPr>
            <a:spLocks noChangeArrowheads="1"/>
          </p:cNvSpPr>
          <p:nvPr/>
        </p:nvSpPr>
        <p:spPr bwMode="auto">
          <a:xfrm>
            <a:off x="6893277" y="694968"/>
            <a:ext cx="850696" cy="184149"/>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dirty="0">
                <a:solidFill>
                  <a:srgbClr val="FF0000"/>
                </a:solidFill>
              </a:rPr>
              <a:t>FIXE_RDGU_CLNS</a:t>
            </a:r>
            <a:endParaRPr lang="fr-FR" sz="600" dirty="0">
              <a:solidFill>
                <a:srgbClr val="FF0000"/>
              </a:solidFill>
            </a:endParaRPr>
          </a:p>
        </p:txBody>
      </p:sp>
      <p:cxnSp>
        <p:nvCxnSpPr>
          <p:cNvPr id="11288" name="Connecteur droit 11287">
            <a:extLst>
              <a:ext uri="{FF2B5EF4-FFF2-40B4-BE49-F238E27FC236}">
                <a16:creationId xmlns:a16="http://schemas.microsoft.com/office/drawing/2014/main" id="{B6E0BB9D-AD42-43B5-B962-AAB14A1DF0C3}"/>
              </a:ext>
            </a:extLst>
          </p:cNvPr>
          <p:cNvCxnSpPr>
            <a:stCxn id="10258" idx="2"/>
            <a:endCxn id="10291" idx="0"/>
          </p:cNvCxnSpPr>
          <p:nvPr/>
        </p:nvCxnSpPr>
        <p:spPr bwMode="auto">
          <a:xfrm>
            <a:off x="2047567" y="3453016"/>
            <a:ext cx="1208" cy="10697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5" name="Connecteur droit 11294">
            <a:extLst>
              <a:ext uri="{FF2B5EF4-FFF2-40B4-BE49-F238E27FC236}">
                <a16:creationId xmlns:a16="http://schemas.microsoft.com/office/drawing/2014/main" id="{5719E5C6-7A22-42A2-822F-C8C9A207B4B2}"/>
              </a:ext>
            </a:extLst>
          </p:cNvPr>
          <p:cNvCxnSpPr>
            <a:cxnSpLocks/>
            <a:stCxn id="237" idx="3"/>
            <a:endCxn id="238" idx="1"/>
          </p:cNvCxnSpPr>
          <p:nvPr/>
        </p:nvCxnSpPr>
        <p:spPr bwMode="auto">
          <a:xfrm flipV="1">
            <a:off x="6839366" y="787043"/>
            <a:ext cx="53911" cy="8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9" name="AutoShape 28">
            <a:extLst>
              <a:ext uri="{FF2B5EF4-FFF2-40B4-BE49-F238E27FC236}">
                <a16:creationId xmlns:a16="http://schemas.microsoft.com/office/drawing/2014/main" id="{2325432B-B6B5-45DD-AADE-45980F681E58}"/>
              </a:ext>
            </a:extLst>
          </p:cNvPr>
          <p:cNvSpPr>
            <a:spLocks noChangeArrowheads="1"/>
          </p:cNvSpPr>
          <p:nvPr/>
        </p:nvSpPr>
        <p:spPr bwMode="auto">
          <a:xfrm>
            <a:off x="7872704" y="641738"/>
            <a:ext cx="850696" cy="296862"/>
          </a:xfrm>
          <a:prstGeom prst="flowChartProcess">
            <a:avLst/>
          </a:prstGeom>
          <a:solidFill>
            <a:schemeClr val="accent1">
              <a:lumMod val="90000"/>
            </a:schemeClr>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TRANSFERT</a:t>
            </a:r>
            <a:br>
              <a:rPr lang="fr-FR" sz="600" dirty="0">
                <a:latin typeface="+mn-lt"/>
                <a:ea typeface="ＭＳ Ｐゴシック" charset="0"/>
              </a:rPr>
            </a:br>
            <a:r>
              <a:rPr lang="fr-FR" sz="600" b="1" dirty="0">
                <a:latin typeface="+mn-lt"/>
                <a:ea typeface="ＭＳ Ｐゴシック" charset="0"/>
              </a:rPr>
              <a:t>RDGU CLNS</a:t>
            </a:r>
            <a:endParaRPr lang="fr-FR" sz="600" dirty="0">
              <a:latin typeface="+mn-lt"/>
              <a:ea typeface="ＭＳ Ｐゴシック" charset="0"/>
            </a:endParaRPr>
          </a:p>
        </p:txBody>
      </p:sp>
      <p:cxnSp>
        <p:nvCxnSpPr>
          <p:cNvPr id="11298" name="Connecteur droit 11297">
            <a:extLst>
              <a:ext uri="{FF2B5EF4-FFF2-40B4-BE49-F238E27FC236}">
                <a16:creationId xmlns:a16="http://schemas.microsoft.com/office/drawing/2014/main" id="{785F4E89-15C6-4381-82B9-3D0E8B2BBD54}"/>
              </a:ext>
            </a:extLst>
          </p:cNvPr>
          <p:cNvCxnSpPr>
            <a:cxnSpLocks/>
            <a:stCxn id="238" idx="3"/>
            <a:endCxn id="249" idx="1"/>
          </p:cNvCxnSpPr>
          <p:nvPr/>
        </p:nvCxnSpPr>
        <p:spPr bwMode="auto">
          <a:xfrm>
            <a:off x="7743973" y="787043"/>
            <a:ext cx="128731" cy="31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01" name="Flèche : droite 11300">
            <a:extLst>
              <a:ext uri="{FF2B5EF4-FFF2-40B4-BE49-F238E27FC236}">
                <a16:creationId xmlns:a16="http://schemas.microsoft.com/office/drawing/2014/main" id="{C2C8797A-7830-44CE-9F98-53B01B9F1216}"/>
              </a:ext>
            </a:extLst>
          </p:cNvPr>
          <p:cNvSpPr/>
          <p:nvPr/>
        </p:nvSpPr>
        <p:spPr bwMode="auto">
          <a:xfrm>
            <a:off x="85057" y="917123"/>
            <a:ext cx="768162" cy="484632"/>
          </a:xfrm>
          <a:prstGeom prst="rightArrow">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32" name="AutoShape 73">
            <a:extLst>
              <a:ext uri="{FF2B5EF4-FFF2-40B4-BE49-F238E27FC236}">
                <a16:creationId xmlns:a16="http://schemas.microsoft.com/office/drawing/2014/main" id="{C1A4603F-1B07-443D-9C06-96796DBC5F62}"/>
              </a:ext>
            </a:extLst>
          </p:cNvPr>
          <p:cNvSpPr>
            <a:spLocks noChangeArrowheads="1"/>
          </p:cNvSpPr>
          <p:nvPr/>
        </p:nvSpPr>
        <p:spPr bwMode="auto">
          <a:xfrm>
            <a:off x="4269465" y="958768"/>
            <a:ext cx="846664"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RDGU</a:t>
            </a:r>
          </a:p>
        </p:txBody>
      </p:sp>
      <p:sp>
        <p:nvSpPr>
          <p:cNvPr id="138" name="Text Box 157">
            <a:extLst>
              <a:ext uri="{FF2B5EF4-FFF2-40B4-BE49-F238E27FC236}">
                <a16:creationId xmlns:a16="http://schemas.microsoft.com/office/drawing/2014/main" id="{95434BBC-A39C-4975-A6FB-EB8C9EFE1FF8}"/>
              </a:ext>
            </a:extLst>
          </p:cNvPr>
          <p:cNvSpPr txBox="1">
            <a:spLocks noChangeArrowheads="1"/>
          </p:cNvSpPr>
          <p:nvPr/>
        </p:nvSpPr>
        <p:spPr bwMode="auto">
          <a:xfrm>
            <a:off x="3899935" y="972296"/>
            <a:ext cx="3983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HO</a:t>
            </a:r>
          </a:p>
        </p:txBody>
      </p:sp>
      <p:sp>
        <p:nvSpPr>
          <p:cNvPr id="140" name="Text Box 157">
            <a:extLst>
              <a:ext uri="{FF2B5EF4-FFF2-40B4-BE49-F238E27FC236}">
                <a16:creationId xmlns:a16="http://schemas.microsoft.com/office/drawing/2014/main" id="{70D1951B-41BC-433A-B7DE-D798B5C57C2B}"/>
              </a:ext>
            </a:extLst>
          </p:cNvPr>
          <p:cNvSpPr txBox="1">
            <a:spLocks noChangeArrowheads="1"/>
          </p:cNvSpPr>
          <p:nvPr/>
        </p:nvSpPr>
        <p:spPr bwMode="auto">
          <a:xfrm>
            <a:off x="5546686" y="303548"/>
            <a:ext cx="46831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NON</a:t>
            </a:r>
          </a:p>
        </p:txBody>
      </p:sp>
      <p:cxnSp>
        <p:nvCxnSpPr>
          <p:cNvPr id="20" name="Connecteur droit 19">
            <a:extLst>
              <a:ext uri="{FF2B5EF4-FFF2-40B4-BE49-F238E27FC236}">
                <a16:creationId xmlns:a16="http://schemas.microsoft.com/office/drawing/2014/main" id="{3985E5CD-60EF-491E-BB8A-8A2CBB63349D}"/>
              </a:ext>
            </a:extLst>
          </p:cNvPr>
          <p:cNvCxnSpPr>
            <a:cxnSpLocks/>
            <a:stCxn id="215" idx="1"/>
            <a:endCxn id="142" idx="3"/>
          </p:cNvCxnSpPr>
          <p:nvPr/>
        </p:nvCxnSpPr>
        <p:spPr bwMode="auto">
          <a:xfrm flipH="1" flipV="1">
            <a:off x="3192785" y="1148491"/>
            <a:ext cx="111790" cy="20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14">
            <a:extLst>
              <a:ext uri="{FF2B5EF4-FFF2-40B4-BE49-F238E27FC236}">
                <a16:creationId xmlns:a16="http://schemas.microsoft.com/office/drawing/2014/main" id="{8E735515-28CD-430D-B3AA-B48BF1DA6757}"/>
              </a:ext>
            </a:extLst>
          </p:cNvPr>
          <p:cNvSpPr>
            <a:spLocks noChangeArrowheads="1"/>
          </p:cNvSpPr>
          <p:nvPr/>
        </p:nvSpPr>
        <p:spPr bwMode="auto">
          <a:xfrm>
            <a:off x="1784600" y="1075027"/>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00030_RDGU_CLNS_HNO</a:t>
            </a:r>
          </a:p>
        </p:txBody>
      </p:sp>
      <p:sp>
        <p:nvSpPr>
          <p:cNvPr id="146" name="AutoShape 86">
            <a:hlinkClick r:id="rId3" action="ppaction://hlinksldjump"/>
            <a:extLst>
              <a:ext uri="{FF2B5EF4-FFF2-40B4-BE49-F238E27FC236}">
                <a16:creationId xmlns:a16="http://schemas.microsoft.com/office/drawing/2014/main" id="{581D4D91-A477-4281-894C-5261964DEA48}"/>
              </a:ext>
            </a:extLst>
          </p:cNvPr>
          <p:cNvSpPr>
            <a:spLocks noChangeArrowheads="1"/>
          </p:cNvSpPr>
          <p:nvPr/>
        </p:nvSpPr>
        <p:spPr bwMode="auto">
          <a:xfrm rot="10800000">
            <a:off x="914481" y="1210120"/>
            <a:ext cx="810229" cy="3220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latin typeface="+mn-lt"/>
                <a:ea typeface="ＭＳ Ｐゴシック" charset="0"/>
              </a:rPr>
              <a:t>HNO TECH</a:t>
            </a:r>
          </a:p>
        </p:txBody>
      </p:sp>
      <p:cxnSp>
        <p:nvCxnSpPr>
          <p:cNvPr id="51" name="Connecteur droit 50">
            <a:extLst>
              <a:ext uri="{FF2B5EF4-FFF2-40B4-BE49-F238E27FC236}">
                <a16:creationId xmlns:a16="http://schemas.microsoft.com/office/drawing/2014/main" id="{495B7130-1B67-42CA-ACE0-DEA56678AE35}"/>
              </a:ext>
            </a:extLst>
          </p:cNvPr>
          <p:cNvCxnSpPr>
            <a:stCxn id="10316" idx="0"/>
            <a:endCxn id="215" idx="0"/>
          </p:cNvCxnSpPr>
          <p:nvPr/>
        </p:nvCxnSpPr>
        <p:spPr bwMode="auto">
          <a:xfrm flipH="1">
            <a:off x="3719675" y="909239"/>
            <a:ext cx="3685" cy="495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19" name="Connecteur : en angle 10318">
            <a:extLst>
              <a:ext uri="{FF2B5EF4-FFF2-40B4-BE49-F238E27FC236}">
                <a16:creationId xmlns:a16="http://schemas.microsoft.com/office/drawing/2014/main" id="{2097A775-B242-47AF-955C-F494EBD99A84}"/>
              </a:ext>
            </a:extLst>
          </p:cNvPr>
          <p:cNvCxnSpPr>
            <a:stCxn id="142" idx="1"/>
            <a:endCxn id="146" idx="2"/>
          </p:cNvCxnSpPr>
          <p:nvPr/>
        </p:nvCxnSpPr>
        <p:spPr bwMode="auto">
          <a:xfrm rot="10800000" flipV="1">
            <a:off x="1319596" y="1148490"/>
            <a:ext cx="465005" cy="616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 name="Text Box 157">
            <a:extLst>
              <a:ext uri="{FF2B5EF4-FFF2-40B4-BE49-F238E27FC236}">
                <a16:creationId xmlns:a16="http://schemas.microsoft.com/office/drawing/2014/main" id="{89D328D3-91BE-450D-8474-C621262D4C9E}"/>
              </a:ext>
            </a:extLst>
          </p:cNvPr>
          <p:cNvSpPr txBox="1">
            <a:spLocks noChangeArrowheads="1"/>
          </p:cNvSpPr>
          <p:nvPr/>
        </p:nvSpPr>
        <p:spPr bwMode="auto">
          <a:xfrm>
            <a:off x="3076436" y="934624"/>
            <a:ext cx="3983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dirty="0"/>
              <a:t>HNO</a:t>
            </a:r>
          </a:p>
        </p:txBody>
      </p:sp>
      <p:cxnSp>
        <p:nvCxnSpPr>
          <p:cNvPr id="10346" name="Connecteur droit 10345">
            <a:extLst>
              <a:ext uri="{FF2B5EF4-FFF2-40B4-BE49-F238E27FC236}">
                <a16:creationId xmlns:a16="http://schemas.microsoft.com/office/drawing/2014/main" id="{BACCFED0-1EBE-44EC-97D5-E583BB4FFC54}"/>
              </a:ext>
            </a:extLst>
          </p:cNvPr>
          <p:cNvCxnSpPr>
            <a:stCxn id="215" idx="3"/>
            <a:endCxn id="132" idx="1"/>
          </p:cNvCxnSpPr>
          <p:nvPr/>
        </p:nvCxnSpPr>
        <p:spPr bwMode="auto">
          <a:xfrm>
            <a:off x="4134774" y="1150575"/>
            <a:ext cx="134691"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5" name="Connecteur : en angle 11264">
            <a:extLst>
              <a:ext uri="{FF2B5EF4-FFF2-40B4-BE49-F238E27FC236}">
                <a16:creationId xmlns:a16="http://schemas.microsoft.com/office/drawing/2014/main" id="{154DAA46-35FC-4518-A036-CDD311F98B63}"/>
              </a:ext>
            </a:extLst>
          </p:cNvPr>
          <p:cNvCxnSpPr>
            <a:stCxn id="132" idx="2"/>
            <a:endCxn id="225" idx="1"/>
          </p:cNvCxnSpPr>
          <p:nvPr/>
        </p:nvCxnSpPr>
        <p:spPr bwMode="auto">
          <a:xfrm rot="5400000" flipH="1" flipV="1">
            <a:off x="5151881" y="804143"/>
            <a:ext cx="79154" cy="997323"/>
          </a:xfrm>
          <a:prstGeom prst="bentConnector4">
            <a:avLst>
              <a:gd name="adj1" fmla="val -140117"/>
              <a:gd name="adj2" fmla="val 8665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73" name="Connecteur : en angle 11272">
            <a:extLst>
              <a:ext uri="{FF2B5EF4-FFF2-40B4-BE49-F238E27FC236}">
                <a16:creationId xmlns:a16="http://schemas.microsoft.com/office/drawing/2014/main" id="{89A4D8B0-B37C-4409-BC59-5A4BE8071371}"/>
              </a:ext>
            </a:extLst>
          </p:cNvPr>
          <p:cNvCxnSpPr>
            <a:stCxn id="132" idx="3"/>
            <a:endCxn id="237" idx="1"/>
          </p:cNvCxnSpPr>
          <p:nvPr/>
        </p:nvCxnSpPr>
        <p:spPr bwMode="auto">
          <a:xfrm flipV="1">
            <a:off x="5116129" y="787884"/>
            <a:ext cx="753055" cy="36269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02" name="Connecteur : en angle 11301">
            <a:extLst>
              <a:ext uri="{FF2B5EF4-FFF2-40B4-BE49-F238E27FC236}">
                <a16:creationId xmlns:a16="http://schemas.microsoft.com/office/drawing/2014/main" id="{78E39FE4-C789-4A66-B550-ADEC65B065F7}"/>
              </a:ext>
            </a:extLst>
          </p:cNvPr>
          <p:cNvCxnSpPr>
            <a:stCxn id="132" idx="2"/>
            <a:endCxn id="220" idx="1"/>
          </p:cNvCxnSpPr>
          <p:nvPr/>
        </p:nvCxnSpPr>
        <p:spPr bwMode="auto">
          <a:xfrm rot="16200000" flipH="1">
            <a:off x="5272238" y="762941"/>
            <a:ext cx="119202" cy="127808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10" name="Connecteur : en angle 11309">
            <a:extLst>
              <a:ext uri="{FF2B5EF4-FFF2-40B4-BE49-F238E27FC236}">
                <a16:creationId xmlns:a16="http://schemas.microsoft.com/office/drawing/2014/main" id="{3F16EB76-9B22-4E93-A197-0B8D88944900}"/>
              </a:ext>
            </a:extLst>
          </p:cNvPr>
          <p:cNvCxnSpPr>
            <a:stCxn id="220" idx="3"/>
            <a:endCxn id="120" idx="0"/>
          </p:cNvCxnSpPr>
          <p:nvPr/>
        </p:nvCxnSpPr>
        <p:spPr bwMode="auto">
          <a:xfrm flipH="1">
            <a:off x="2053158" y="1461584"/>
            <a:ext cx="4916787" cy="131793"/>
          </a:xfrm>
          <a:prstGeom prst="bentConnector4">
            <a:avLst>
              <a:gd name="adj1" fmla="val -7227"/>
              <a:gd name="adj2" fmla="val 817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Connecteur : en angle 266">
            <a:extLst>
              <a:ext uri="{FF2B5EF4-FFF2-40B4-BE49-F238E27FC236}">
                <a16:creationId xmlns:a16="http://schemas.microsoft.com/office/drawing/2014/main" id="{556305FC-E63F-476C-9748-7AD7326798C1}"/>
              </a:ext>
            </a:extLst>
          </p:cNvPr>
          <p:cNvCxnSpPr>
            <a:stCxn id="225" idx="3"/>
            <a:endCxn id="120" idx="0"/>
          </p:cNvCxnSpPr>
          <p:nvPr/>
        </p:nvCxnSpPr>
        <p:spPr bwMode="auto">
          <a:xfrm flipH="1">
            <a:off x="2053158" y="1263228"/>
            <a:ext cx="5045147" cy="330149"/>
          </a:xfrm>
          <a:prstGeom prst="bentConnector4">
            <a:avLst>
              <a:gd name="adj1" fmla="val -4531"/>
              <a:gd name="adj2" fmla="val 9129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95298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Rectangle 182">
            <a:extLst>
              <a:ext uri="{FF2B5EF4-FFF2-40B4-BE49-F238E27FC236}">
                <a16:creationId xmlns:a16="http://schemas.microsoft.com/office/drawing/2014/main" id="{A6DBB567-B617-4D72-8921-BCD015144A98}"/>
              </a:ext>
            </a:extLst>
          </p:cNvPr>
          <p:cNvSpPr/>
          <p:nvPr/>
        </p:nvSpPr>
        <p:spPr bwMode="auto">
          <a:xfrm>
            <a:off x="9923" y="901581"/>
            <a:ext cx="3884076" cy="1802511"/>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1313" name="Rectangle 11312">
            <a:extLst>
              <a:ext uri="{FF2B5EF4-FFF2-40B4-BE49-F238E27FC236}">
                <a16:creationId xmlns:a16="http://schemas.microsoft.com/office/drawing/2014/main" id="{6319E646-E106-45C8-B696-6C2A45952507}"/>
              </a:ext>
            </a:extLst>
          </p:cNvPr>
          <p:cNvSpPr/>
          <p:nvPr/>
        </p:nvSpPr>
        <p:spPr bwMode="auto">
          <a:xfrm>
            <a:off x="3876778" y="925863"/>
            <a:ext cx="1709209" cy="539575"/>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2290"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F41E8CB6-BA96-44B7-ACBD-C6BF4C23DDAB}" type="slidenum">
              <a:rPr lang="fr-FR" smtClean="0"/>
              <a:pPr eaLnBrk="1" hangingPunct="1"/>
              <a:t>11</a:t>
            </a:fld>
            <a:endParaRPr lang="fr-FR"/>
          </a:p>
        </p:txBody>
      </p:sp>
      <p:sp>
        <p:nvSpPr>
          <p:cNvPr id="11286" name="AutoShape 30">
            <a:hlinkClick r:id="rId3" action="ppaction://hlinksldjump"/>
          </p:cNvPr>
          <p:cNvSpPr>
            <a:spLocks noChangeArrowheads="1"/>
          </p:cNvSpPr>
          <p:nvPr/>
        </p:nvSpPr>
        <p:spPr bwMode="auto">
          <a:xfrm rot="10800000">
            <a:off x="1223794" y="544655"/>
            <a:ext cx="1071563" cy="35264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latin typeface="+mn-lt"/>
                <a:ea typeface="ＭＳ Ｐゴシック" charset="0"/>
              </a:rPr>
              <a:t>ENTREE GP</a:t>
            </a:r>
          </a:p>
        </p:txBody>
      </p:sp>
      <p:sp>
        <p:nvSpPr>
          <p:cNvPr id="22" name="Rectangle 5"/>
          <p:cNvSpPr>
            <a:spLocks noChangeArrowheads="1"/>
          </p:cNvSpPr>
          <p:nvPr/>
        </p:nvSpPr>
        <p:spPr bwMode="auto">
          <a:xfrm>
            <a:off x="3952048" y="1478956"/>
            <a:ext cx="2183418" cy="369332"/>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latin typeface="+mn-lt"/>
              </a:rPr>
              <a:t>NOS</a:t>
            </a:r>
          </a:p>
          <a:p>
            <a:r>
              <a:rPr lang="fr-FR" sz="600">
                <a:latin typeface="+mn-lt"/>
              </a:rPr>
              <a:t>Pour une résiliation ou le suivi de votre résiliation, tapez 1</a:t>
            </a:r>
          </a:p>
          <a:p>
            <a:r>
              <a:rPr lang="fr-FR" sz="600">
                <a:latin typeface="+mn-lt"/>
              </a:rPr>
              <a:t>Pour toute autre demande, tapez 2</a:t>
            </a:r>
            <a:endParaRPr lang="fr-FR" sz="600">
              <a:latin typeface="+mn-lt"/>
              <a:ea typeface="ＭＳ Ｐゴシック" pitchFamily="-80" charset="-128"/>
            </a:endParaRPr>
          </a:p>
        </p:txBody>
      </p:sp>
      <p:sp>
        <p:nvSpPr>
          <p:cNvPr id="37" name="AutoShape 52"/>
          <p:cNvSpPr>
            <a:spLocks noChangeArrowheads="1"/>
          </p:cNvSpPr>
          <p:nvPr/>
        </p:nvSpPr>
        <p:spPr bwMode="auto">
          <a:xfrm>
            <a:off x="4790634" y="191302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39" name="AutoShape 17"/>
          <p:cNvSpPr>
            <a:spLocks noChangeArrowheads="1"/>
          </p:cNvSpPr>
          <p:nvPr/>
        </p:nvSpPr>
        <p:spPr bwMode="auto">
          <a:xfrm>
            <a:off x="4256431" y="2197859"/>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2</a:t>
            </a:r>
          </a:p>
        </p:txBody>
      </p:sp>
      <p:sp>
        <p:nvSpPr>
          <p:cNvPr id="40" name="AutoShape 27"/>
          <p:cNvSpPr>
            <a:spLocks noChangeArrowheads="1"/>
          </p:cNvSpPr>
          <p:nvPr/>
        </p:nvSpPr>
        <p:spPr bwMode="auto">
          <a:xfrm>
            <a:off x="7876932" y="2171531"/>
            <a:ext cx="496168"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NM NI &gt; 1</a:t>
            </a:r>
          </a:p>
        </p:txBody>
      </p:sp>
      <p:sp>
        <p:nvSpPr>
          <p:cNvPr id="41" name="AutoShape 17"/>
          <p:cNvSpPr>
            <a:spLocks noChangeArrowheads="1"/>
          </p:cNvSpPr>
          <p:nvPr/>
        </p:nvSpPr>
        <p:spPr bwMode="auto">
          <a:xfrm>
            <a:off x="6786197" y="2140776"/>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1</a:t>
            </a:r>
          </a:p>
        </p:txBody>
      </p:sp>
      <p:sp>
        <p:nvSpPr>
          <p:cNvPr id="43" name="Rectangle 68"/>
          <p:cNvSpPr>
            <a:spLocks noChangeArrowheads="1"/>
          </p:cNvSpPr>
          <p:nvPr/>
        </p:nvSpPr>
        <p:spPr bwMode="auto">
          <a:xfrm>
            <a:off x="6639947" y="1145449"/>
            <a:ext cx="1245895" cy="4616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latin typeface="+mn-lt"/>
              </a:rPr>
              <a:t>ERREUR_SAISIE_NOUVEAU</a:t>
            </a:r>
          </a:p>
          <a:p>
            <a:pPr algn="ctr" eaLnBrk="0" hangingPunct="0"/>
            <a:r>
              <a:rPr lang="fr-FR" sz="600">
                <a:latin typeface="+mn-lt"/>
                <a:ea typeface="ＭＳ Ｐゴシック" pitchFamily="-80" charset="-128"/>
              </a:rPr>
              <a:t>Désolé, nous n’avons pas compris votre choix.</a:t>
            </a:r>
          </a:p>
          <a:p>
            <a:pPr algn="ctr" eaLnBrk="0" hangingPunct="0"/>
            <a:r>
              <a:rPr lang="fr-FR" sz="600">
                <a:latin typeface="+mn-lt"/>
                <a:ea typeface="ＭＳ Ｐゴシック" pitchFamily="-80" charset="-128"/>
              </a:rPr>
              <a:t>De nouveau :</a:t>
            </a:r>
          </a:p>
        </p:txBody>
      </p:sp>
      <p:cxnSp>
        <p:nvCxnSpPr>
          <p:cNvPr id="16" name="Connecteur en angle 15"/>
          <p:cNvCxnSpPr>
            <a:stCxn id="22" idx="2"/>
            <a:endCxn id="37" idx="0"/>
          </p:cNvCxnSpPr>
          <p:nvPr/>
        </p:nvCxnSpPr>
        <p:spPr bwMode="auto">
          <a:xfrm>
            <a:off x="5043757" y="1848288"/>
            <a:ext cx="8021" cy="64739"/>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en angle 58"/>
          <p:cNvCxnSpPr>
            <a:stCxn id="43" idx="1"/>
            <a:endCxn id="22" idx="0"/>
          </p:cNvCxnSpPr>
          <p:nvPr/>
        </p:nvCxnSpPr>
        <p:spPr bwMode="auto">
          <a:xfrm rot="10800000" flipV="1">
            <a:off x="5043757" y="1376282"/>
            <a:ext cx="1596190" cy="10267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11"/>
          <p:cNvSpPr>
            <a:spLocks noChangeArrowheads="1"/>
          </p:cNvSpPr>
          <p:nvPr/>
        </p:nvSpPr>
        <p:spPr bwMode="auto">
          <a:xfrm>
            <a:off x="6521155" y="3031635"/>
            <a:ext cx="748835" cy="15434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00041_NOS_NON</a:t>
            </a:r>
          </a:p>
        </p:txBody>
      </p:sp>
      <p:cxnSp>
        <p:nvCxnSpPr>
          <p:cNvPr id="7" name="Connecteur droit 6"/>
          <p:cNvCxnSpPr/>
          <p:nvPr/>
        </p:nvCxnSpPr>
        <p:spPr bwMode="auto">
          <a:xfrm>
            <a:off x="1896663" y="2673742"/>
            <a:ext cx="7034" cy="101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AutoShape 11"/>
          <p:cNvSpPr>
            <a:spLocks noChangeArrowheads="1"/>
          </p:cNvSpPr>
          <p:nvPr/>
        </p:nvSpPr>
        <p:spPr bwMode="auto">
          <a:xfrm>
            <a:off x="7709413" y="3027702"/>
            <a:ext cx="831205" cy="14219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00040_NOS_NMNI2</a:t>
            </a:r>
          </a:p>
        </p:txBody>
      </p:sp>
      <p:cxnSp>
        <p:nvCxnSpPr>
          <p:cNvPr id="33" name="Connecteur en angle 32"/>
          <p:cNvCxnSpPr>
            <a:stCxn id="40" idx="0"/>
            <a:endCxn id="94" idx="2"/>
          </p:cNvCxnSpPr>
          <p:nvPr/>
        </p:nvCxnSpPr>
        <p:spPr bwMode="auto">
          <a:xfrm flipV="1">
            <a:off x="8373100" y="1454259"/>
            <a:ext cx="115771" cy="81807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157"/>
          <p:cNvSpPr txBox="1">
            <a:spLocks noChangeArrowheads="1"/>
          </p:cNvSpPr>
          <p:nvPr/>
        </p:nvSpPr>
        <p:spPr bwMode="auto">
          <a:xfrm>
            <a:off x="8087955" y="2374669"/>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94" name="AutoShape 11"/>
          <p:cNvSpPr>
            <a:spLocks noChangeArrowheads="1"/>
          </p:cNvSpPr>
          <p:nvPr/>
        </p:nvSpPr>
        <p:spPr bwMode="auto">
          <a:xfrm>
            <a:off x="8015535" y="1309796"/>
            <a:ext cx="946671"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00040_NOS_NMNI</a:t>
            </a:r>
          </a:p>
        </p:txBody>
      </p:sp>
      <p:sp>
        <p:nvSpPr>
          <p:cNvPr id="52" name="Text Box 157"/>
          <p:cNvSpPr txBox="1">
            <a:spLocks noChangeArrowheads="1"/>
          </p:cNvSpPr>
          <p:nvPr/>
        </p:nvSpPr>
        <p:spPr bwMode="auto">
          <a:xfrm>
            <a:off x="8490249" y="1561286"/>
            <a:ext cx="356187"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t>NON</a:t>
            </a:r>
          </a:p>
        </p:txBody>
      </p:sp>
      <p:cxnSp>
        <p:nvCxnSpPr>
          <p:cNvPr id="60" name="AutoShape 25"/>
          <p:cNvCxnSpPr>
            <a:cxnSpLocks noChangeShapeType="1"/>
            <a:stCxn id="37" idx="1"/>
            <a:endCxn id="39" idx="6"/>
          </p:cNvCxnSpPr>
          <p:nvPr/>
        </p:nvCxnSpPr>
        <p:spPr bwMode="auto">
          <a:xfrm rot="10800000" flipV="1">
            <a:off x="4364382" y="2037645"/>
            <a:ext cx="426253" cy="160213"/>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2" name="AutoShape 25"/>
          <p:cNvCxnSpPr>
            <a:cxnSpLocks noChangeShapeType="1"/>
            <a:stCxn id="37" idx="3"/>
            <a:endCxn id="41" idx="7"/>
          </p:cNvCxnSpPr>
          <p:nvPr/>
        </p:nvCxnSpPr>
        <p:spPr bwMode="auto">
          <a:xfrm>
            <a:off x="5312921" y="2037646"/>
            <a:ext cx="1581226" cy="125157"/>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5" name="AutoShape 25"/>
          <p:cNvCxnSpPr>
            <a:cxnSpLocks noChangeShapeType="1"/>
            <a:stCxn id="37" idx="3"/>
            <a:endCxn id="40" idx="6"/>
          </p:cNvCxnSpPr>
          <p:nvPr/>
        </p:nvCxnSpPr>
        <p:spPr bwMode="auto">
          <a:xfrm>
            <a:off x="5312921" y="2037646"/>
            <a:ext cx="2812095" cy="133885"/>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80" name="Connecteur en angle 79"/>
          <p:cNvCxnSpPr>
            <a:stCxn id="41" idx="2"/>
            <a:endCxn id="42" idx="0"/>
          </p:cNvCxnSpPr>
          <p:nvPr/>
        </p:nvCxnSpPr>
        <p:spPr bwMode="auto">
          <a:xfrm>
            <a:off x="6894147" y="2316989"/>
            <a:ext cx="1426" cy="714646"/>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NOS</a:t>
            </a:r>
            <a:endParaRPr lang="fr-FR" sz="1400"/>
          </a:p>
        </p:txBody>
      </p:sp>
      <p:cxnSp>
        <p:nvCxnSpPr>
          <p:cNvPr id="14" name="Connecteur droit avec flèche 13"/>
          <p:cNvCxnSpPr>
            <a:stCxn id="160" idx="2"/>
            <a:endCxn id="106" idx="0"/>
          </p:cNvCxnSpPr>
          <p:nvPr/>
        </p:nvCxnSpPr>
        <p:spPr bwMode="auto">
          <a:xfrm flipH="1">
            <a:off x="4357814" y="2624485"/>
            <a:ext cx="13134" cy="12923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34"/>
          <p:cNvSpPr>
            <a:spLocks noChangeArrowheads="1"/>
          </p:cNvSpPr>
          <p:nvPr/>
        </p:nvSpPr>
        <p:spPr bwMode="auto">
          <a:xfrm>
            <a:off x="1560315" y="4467036"/>
            <a:ext cx="1272228" cy="454025"/>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chemeClr val="bg1"/>
                </a:solidFill>
                <a:latin typeface="+mn-lt"/>
                <a:ea typeface="ＭＳ Ｐゴシック" charset="-128"/>
              </a:rPr>
              <a:t>MC ACTIVATION ?</a:t>
            </a:r>
          </a:p>
        </p:txBody>
      </p:sp>
      <p:cxnSp>
        <p:nvCxnSpPr>
          <p:cNvPr id="56" name="Connecteur en angle 55"/>
          <p:cNvCxnSpPr>
            <a:cxnSpLocks/>
            <a:stCxn id="97" idx="2"/>
            <a:endCxn id="73" idx="0"/>
          </p:cNvCxnSpPr>
          <p:nvPr/>
        </p:nvCxnSpPr>
        <p:spPr bwMode="auto">
          <a:xfrm rot="16200000" flipH="1">
            <a:off x="1252649" y="4506817"/>
            <a:ext cx="396455" cy="148697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73"/>
          <p:cNvSpPr>
            <a:spLocks noChangeArrowheads="1"/>
          </p:cNvSpPr>
          <p:nvPr/>
        </p:nvSpPr>
        <p:spPr bwMode="auto">
          <a:xfrm>
            <a:off x="3918565" y="2753715"/>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ANC</a:t>
            </a:r>
          </a:p>
        </p:txBody>
      </p:sp>
      <p:sp>
        <p:nvSpPr>
          <p:cNvPr id="108" name="AutoShape 14"/>
          <p:cNvSpPr>
            <a:spLocks noChangeArrowheads="1"/>
          </p:cNvSpPr>
          <p:nvPr/>
        </p:nvSpPr>
        <p:spPr bwMode="auto">
          <a:xfrm>
            <a:off x="5300446" y="3061390"/>
            <a:ext cx="1071524" cy="1878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00042_NOS_HNO_ANC</a:t>
            </a:r>
          </a:p>
        </p:txBody>
      </p:sp>
      <p:cxnSp>
        <p:nvCxnSpPr>
          <p:cNvPr id="109" name="Connecteur droit 108"/>
          <p:cNvCxnSpPr>
            <a:cxnSpLocks/>
            <a:stCxn id="108" idx="2"/>
            <a:endCxn id="110" idx="2"/>
          </p:cNvCxnSpPr>
          <p:nvPr/>
        </p:nvCxnSpPr>
        <p:spPr bwMode="auto">
          <a:xfrm>
            <a:off x="5836208" y="3249230"/>
            <a:ext cx="6921" cy="9841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11">
            <a:hlinkClick r:id="rId4" action="ppaction://hlinksldjump"/>
          </p:cNvPr>
          <p:cNvSpPr>
            <a:spLocks noChangeArrowheads="1"/>
          </p:cNvSpPr>
          <p:nvPr/>
        </p:nvSpPr>
        <p:spPr bwMode="auto">
          <a:xfrm rot="10800000">
            <a:off x="5459850" y="3347640"/>
            <a:ext cx="766559" cy="313013"/>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ANC</a:t>
            </a:r>
          </a:p>
        </p:txBody>
      </p:sp>
      <p:cxnSp>
        <p:nvCxnSpPr>
          <p:cNvPr id="111" name="Connecteur en angle 110"/>
          <p:cNvCxnSpPr>
            <a:stCxn id="106" idx="3"/>
            <a:endCxn id="108" idx="0"/>
          </p:cNvCxnSpPr>
          <p:nvPr/>
        </p:nvCxnSpPr>
        <p:spPr bwMode="auto">
          <a:xfrm>
            <a:off x="4797062" y="2945522"/>
            <a:ext cx="1039146" cy="11586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02" idx="1"/>
          </p:cNvCxnSpPr>
          <p:nvPr/>
        </p:nvCxnSpPr>
        <p:spPr bwMode="auto">
          <a:xfrm rot="10800000" flipV="1">
            <a:off x="2186123" y="2948195"/>
            <a:ext cx="531220" cy="72228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Connecteur droit 86"/>
          <p:cNvCxnSpPr>
            <a:stCxn id="40" idx="3"/>
            <a:endCxn id="51" idx="0"/>
          </p:cNvCxnSpPr>
          <p:nvPr/>
        </p:nvCxnSpPr>
        <p:spPr bwMode="auto">
          <a:xfrm>
            <a:off x="8125016" y="2347942"/>
            <a:ext cx="0" cy="6797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26"/>
          <p:cNvSpPr txBox="1">
            <a:spLocks noChangeArrowheads="1"/>
          </p:cNvSpPr>
          <p:nvPr/>
        </p:nvSpPr>
        <p:spPr bwMode="auto">
          <a:xfrm>
            <a:off x="4901482" y="276574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dirty="0"/>
              <a:t>HNO</a:t>
            </a:r>
          </a:p>
        </p:txBody>
      </p:sp>
      <p:sp>
        <p:nvSpPr>
          <p:cNvPr id="140" name="AutoShape 11">
            <a:hlinkClick r:id="rId5" action="ppaction://hlinksldjump"/>
          </p:cNvPr>
          <p:cNvSpPr>
            <a:spLocks noChangeArrowheads="1"/>
          </p:cNvSpPr>
          <p:nvPr/>
        </p:nvSpPr>
        <p:spPr bwMode="auto">
          <a:xfrm rot="10800000">
            <a:off x="7967891" y="4397956"/>
            <a:ext cx="825707"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ROUTAGE ADMIN 2</a:t>
            </a:r>
          </a:p>
        </p:txBody>
      </p:sp>
      <p:cxnSp>
        <p:nvCxnSpPr>
          <p:cNvPr id="11293" name="Connecteur en angle 11292"/>
          <p:cNvCxnSpPr>
            <a:stCxn id="42" idx="2"/>
            <a:endCxn id="180" idx="0"/>
          </p:cNvCxnSpPr>
          <p:nvPr/>
        </p:nvCxnSpPr>
        <p:spPr bwMode="auto">
          <a:xfrm rot="16200000" flipH="1">
            <a:off x="7013137" y="3068416"/>
            <a:ext cx="645277" cy="88040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5" name="Connecteur en angle 11294"/>
          <p:cNvCxnSpPr>
            <a:stCxn id="51" idx="2"/>
            <a:endCxn id="180" idx="0"/>
          </p:cNvCxnSpPr>
          <p:nvPr/>
        </p:nvCxnSpPr>
        <p:spPr bwMode="auto">
          <a:xfrm rot="5400000">
            <a:off x="7619815" y="3326056"/>
            <a:ext cx="661364" cy="34903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11"/>
          <p:cNvSpPr>
            <a:spLocks noChangeArrowheads="1"/>
          </p:cNvSpPr>
          <p:nvPr/>
        </p:nvSpPr>
        <p:spPr bwMode="auto">
          <a:xfrm>
            <a:off x="1642073" y="5448530"/>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00042_NOS_ACTIVATION</a:t>
            </a:r>
          </a:p>
        </p:txBody>
      </p:sp>
      <p:sp>
        <p:nvSpPr>
          <p:cNvPr id="160" name="AutoShape 11"/>
          <p:cNvSpPr>
            <a:spLocks noChangeArrowheads="1"/>
          </p:cNvSpPr>
          <p:nvPr/>
        </p:nvSpPr>
        <p:spPr bwMode="auto">
          <a:xfrm>
            <a:off x="4001573" y="2461672"/>
            <a:ext cx="738749" cy="1628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00042_NOS_NON</a:t>
            </a:r>
          </a:p>
        </p:txBody>
      </p:sp>
      <p:sp>
        <p:nvSpPr>
          <p:cNvPr id="180" name="AutoShape 8"/>
          <p:cNvSpPr>
            <a:spLocks noChangeArrowheads="1"/>
          </p:cNvSpPr>
          <p:nvPr/>
        </p:nvSpPr>
        <p:spPr bwMode="auto">
          <a:xfrm>
            <a:off x="7321171" y="3831257"/>
            <a:ext cx="909612" cy="32829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PREMIUM</a:t>
            </a:r>
          </a:p>
        </p:txBody>
      </p:sp>
      <p:sp>
        <p:nvSpPr>
          <p:cNvPr id="181" name="Text Box 26"/>
          <p:cNvSpPr txBox="1">
            <a:spLocks noChangeArrowheads="1"/>
          </p:cNvSpPr>
          <p:nvPr/>
        </p:nvSpPr>
        <p:spPr bwMode="auto">
          <a:xfrm>
            <a:off x="7205604" y="3771002"/>
            <a:ext cx="320675" cy="184150"/>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OUI</a:t>
            </a:r>
          </a:p>
        </p:txBody>
      </p:sp>
      <p:sp>
        <p:nvSpPr>
          <p:cNvPr id="182" name="Text Box 26"/>
          <p:cNvSpPr txBox="1">
            <a:spLocks noChangeArrowheads="1"/>
          </p:cNvSpPr>
          <p:nvPr/>
        </p:nvSpPr>
        <p:spPr bwMode="auto">
          <a:xfrm>
            <a:off x="8052689" y="377100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NON</a:t>
            </a:r>
          </a:p>
        </p:txBody>
      </p:sp>
      <p:cxnSp>
        <p:nvCxnSpPr>
          <p:cNvPr id="145" name="Connecteur en angle 144"/>
          <p:cNvCxnSpPr>
            <a:stCxn id="180" idx="3"/>
            <a:endCxn id="140" idx="2"/>
          </p:cNvCxnSpPr>
          <p:nvPr/>
        </p:nvCxnSpPr>
        <p:spPr bwMode="auto">
          <a:xfrm>
            <a:off x="8230783" y="3995403"/>
            <a:ext cx="149961" cy="40255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9" name="AutoShape 11">
            <a:hlinkClick r:id="rId6" action="ppaction://hlinksldjump"/>
          </p:cNvPr>
          <p:cNvSpPr>
            <a:spLocks noChangeArrowheads="1"/>
          </p:cNvSpPr>
          <p:nvPr/>
        </p:nvSpPr>
        <p:spPr bwMode="auto">
          <a:xfrm rot="10800000">
            <a:off x="6950456" y="4409022"/>
            <a:ext cx="636358"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a:t>
            </a:r>
          </a:p>
          <a:p>
            <a:pPr algn="ctr" eaLnBrk="0" hangingPunct="0"/>
            <a:r>
              <a:rPr lang="fr-FR" sz="600"/>
              <a:t>SOUS MENU</a:t>
            </a:r>
          </a:p>
        </p:txBody>
      </p:sp>
      <p:sp>
        <p:nvSpPr>
          <p:cNvPr id="196" name="Text Box 26"/>
          <p:cNvSpPr txBox="1">
            <a:spLocks noChangeArrowheads="1"/>
          </p:cNvSpPr>
          <p:nvPr/>
        </p:nvSpPr>
        <p:spPr bwMode="auto">
          <a:xfrm>
            <a:off x="3670482" y="2736178"/>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cxnSp>
        <p:nvCxnSpPr>
          <p:cNvPr id="165" name="Connecteur en angle 164"/>
          <p:cNvCxnSpPr>
            <a:stCxn id="180" idx="1"/>
            <a:endCxn id="189" idx="2"/>
          </p:cNvCxnSpPr>
          <p:nvPr/>
        </p:nvCxnSpPr>
        <p:spPr bwMode="auto">
          <a:xfrm rot="10800000" flipV="1">
            <a:off x="7268635" y="3995402"/>
            <a:ext cx="52536" cy="41361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11"/>
          <p:cNvSpPr>
            <a:spLocks noChangeArrowheads="1"/>
          </p:cNvSpPr>
          <p:nvPr/>
        </p:nvSpPr>
        <p:spPr bwMode="auto">
          <a:xfrm>
            <a:off x="2717343" y="2876800"/>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00042_NOS_HO_ANC</a:t>
            </a:r>
          </a:p>
        </p:txBody>
      </p:sp>
      <p:sp>
        <p:nvSpPr>
          <p:cNvPr id="61" name="AutoShape 221"/>
          <p:cNvSpPr>
            <a:spLocks noChangeArrowheads="1"/>
          </p:cNvSpPr>
          <p:nvPr/>
        </p:nvSpPr>
        <p:spPr bwMode="auto">
          <a:xfrm rot="10800000">
            <a:off x="4602565" y="5027921"/>
            <a:ext cx="1242369"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rgbClr val="FFFFFF"/>
                </a:solidFill>
                <a:latin typeface="Arial"/>
                <a:ea typeface="ＭＳ Ｐゴシック" pitchFamily="1" charset="-128"/>
              </a:rPr>
              <a:t>SVI MODE CONTINU ACTIVATION</a:t>
            </a:r>
          </a:p>
          <a:p>
            <a:pPr algn="ctr">
              <a:defRPr/>
            </a:pPr>
            <a:r>
              <a:rPr lang="fr-FR" sz="600">
                <a:solidFill>
                  <a:srgbClr val="FFFFFF"/>
                </a:solidFill>
                <a:latin typeface="Arial"/>
                <a:ea typeface="ＭＳ Ｐゴシック" pitchFamily="1" charset="-128"/>
              </a:rPr>
              <a:t>Page Entrée WS</a:t>
            </a:r>
          </a:p>
        </p:txBody>
      </p:sp>
      <p:cxnSp>
        <p:nvCxnSpPr>
          <p:cNvPr id="6" name="Connecteur en angle 5"/>
          <p:cNvCxnSpPr>
            <a:stCxn id="90" idx="3"/>
            <a:endCxn id="61" idx="2"/>
          </p:cNvCxnSpPr>
          <p:nvPr/>
        </p:nvCxnSpPr>
        <p:spPr bwMode="auto">
          <a:xfrm>
            <a:off x="4922975" y="4694048"/>
            <a:ext cx="300774" cy="33387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Connecteur droit 43"/>
          <p:cNvCxnSpPr>
            <a:stCxn id="106" idx="1"/>
            <a:endCxn id="102" idx="3"/>
          </p:cNvCxnSpPr>
          <p:nvPr/>
        </p:nvCxnSpPr>
        <p:spPr bwMode="auto">
          <a:xfrm flipH="1">
            <a:off x="3821919" y="2945522"/>
            <a:ext cx="96646" cy="26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65" name="Connecteur droit 11264"/>
          <p:cNvCxnSpPr>
            <a:stCxn id="96" idx="2"/>
            <a:endCxn id="73" idx="0"/>
          </p:cNvCxnSpPr>
          <p:nvPr/>
        </p:nvCxnSpPr>
        <p:spPr bwMode="auto">
          <a:xfrm flipH="1">
            <a:off x="2194361" y="5199462"/>
            <a:ext cx="8929" cy="2490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62">
            <a:hlinkClick r:id="" action="ppaction://noaction"/>
          </p:cNvPr>
          <p:cNvSpPr>
            <a:spLocks noChangeArrowheads="1"/>
          </p:cNvSpPr>
          <p:nvPr/>
        </p:nvSpPr>
        <p:spPr bwMode="auto">
          <a:xfrm>
            <a:off x="4127852" y="3528608"/>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Activité</a:t>
            </a:r>
          </a:p>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HO</a:t>
            </a:r>
            <a:endParaRPr lang="fr-FR" sz="500">
              <a:solidFill>
                <a:schemeClr val="bg1"/>
              </a:solidFill>
              <a:ea typeface="ＭＳ Ｐゴシック" charset="0"/>
            </a:endParaRPr>
          </a:p>
        </p:txBody>
      </p:sp>
      <p:sp>
        <p:nvSpPr>
          <p:cNvPr id="115" name="AutoShape 68">
            <a:hlinkClick r:id="rId7" action="ppaction://hlinksldjump"/>
          </p:cNvPr>
          <p:cNvSpPr>
            <a:spLocks noChangeArrowheads="1"/>
          </p:cNvSpPr>
          <p:nvPr/>
        </p:nvSpPr>
        <p:spPr bwMode="auto">
          <a:xfrm>
            <a:off x="1814390" y="3552807"/>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FASTR</a:t>
            </a:r>
          </a:p>
        </p:txBody>
      </p:sp>
      <p:sp>
        <p:nvSpPr>
          <p:cNvPr id="116" name="AutoShape 14"/>
          <p:cNvSpPr>
            <a:spLocks noChangeArrowheads="1"/>
          </p:cNvSpPr>
          <p:nvPr/>
        </p:nvSpPr>
        <p:spPr bwMode="auto">
          <a:xfrm>
            <a:off x="2713617" y="3612747"/>
            <a:ext cx="1062627"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00042_NOS_BEB_ANC_OK</a:t>
            </a:r>
          </a:p>
        </p:txBody>
      </p:sp>
      <p:sp>
        <p:nvSpPr>
          <p:cNvPr id="117" name="AutoShape 14"/>
          <p:cNvSpPr>
            <a:spLocks noChangeArrowheads="1"/>
          </p:cNvSpPr>
          <p:nvPr/>
        </p:nvSpPr>
        <p:spPr bwMode="auto">
          <a:xfrm>
            <a:off x="1490468" y="3955061"/>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00042_NOS_BEB_ANC_NOK</a:t>
            </a:r>
          </a:p>
        </p:txBody>
      </p:sp>
      <p:sp>
        <p:nvSpPr>
          <p:cNvPr id="118" name="AutoShape 14"/>
          <p:cNvSpPr>
            <a:spLocks noChangeArrowheads="1"/>
          </p:cNvSpPr>
          <p:nvPr/>
        </p:nvSpPr>
        <p:spPr bwMode="auto">
          <a:xfrm>
            <a:off x="3811117" y="3953355"/>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00042_NOS_BEB_ANC_HNO</a:t>
            </a:r>
          </a:p>
        </p:txBody>
      </p:sp>
      <p:sp>
        <p:nvSpPr>
          <p:cNvPr id="119" name="AutoShape 14"/>
          <p:cNvSpPr>
            <a:spLocks noChangeArrowheads="1"/>
          </p:cNvSpPr>
          <p:nvPr/>
        </p:nvSpPr>
        <p:spPr bwMode="auto">
          <a:xfrm>
            <a:off x="5413132" y="3811310"/>
            <a:ext cx="1304608" cy="132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00042_NOS_BEB_ANC_HO</a:t>
            </a:r>
          </a:p>
        </p:txBody>
      </p:sp>
      <p:sp>
        <p:nvSpPr>
          <p:cNvPr id="120" name="AutoShape 31">
            <a:hlinkClick r:id="" action="ppaction://noaction"/>
          </p:cNvPr>
          <p:cNvSpPr>
            <a:spLocks noChangeArrowheads="1"/>
          </p:cNvSpPr>
          <p:nvPr/>
        </p:nvSpPr>
        <p:spPr bwMode="auto">
          <a:xfrm>
            <a:off x="5519636" y="4014086"/>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FIXE_NOS_BEB_ANC</a:t>
            </a:r>
            <a:endParaRPr lang="fr-FR" sz="600">
              <a:solidFill>
                <a:srgbClr val="FF0000"/>
              </a:solidFill>
            </a:endParaRPr>
          </a:p>
        </p:txBody>
      </p:sp>
      <p:sp>
        <p:nvSpPr>
          <p:cNvPr id="121" name="AutoShape 221"/>
          <p:cNvSpPr>
            <a:spLocks noChangeArrowheads="1"/>
          </p:cNvSpPr>
          <p:nvPr/>
        </p:nvSpPr>
        <p:spPr bwMode="auto">
          <a:xfrm rot="10800000">
            <a:off x="5664098" y="4376567"/>
            <a:ext cx="802676"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(Page ANC)</a:t>
            </a:r>
          </a:p>
        </p:txBody>
      </p:sp>
      <p:cxnSp>
        <p:nvCxnSpPr>
          <p:cNvPr id="122" name="Connecteur en angle 121"/>
          <p:cNvCxnSpPr>
            <a:stCxn id="114" idx="3"/>
            <a:endCxn id="119" idx="0"/>
          </p:cNvCxnSpPr>
          <p:nvPr/>
        </p:nvCxnSpPr>
        <p:spPr bwMode="auto">
          <a:xfrm>
            <a:off x="4908902" y="3688946"/>
            <a:ext cx="1156534" cy="1223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Connecteur droit 122"/>
          <p:cNvCxnSpPr>
            <a:stCxn id="119" idx="2"/>
            <a:endCxn id="120" idx="0"/>
          </p:cNvCxnSpPr>
          <p:nvPr/>
        </p:nvCxnSpPr>
        <p:spPr bwMode="auto">
          <a:xfrm flipH="1">
            <a:off x="6050877" y="3943358"/>
            <a:ext cx="14559" cy="707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Connecteur droit avec flèche 123"/>
          <p:cNvCxnSpPr>
            <a:stCxn id="120" idx="2"/>
            <a:endCxn id="121" idx="2"/>
          </p:cNvCxnSpPr>
          <p:nvPr/>
        </p:nvCxnSpPr>
        <p:spPr bwMode="auto">
          <a:xfrm>
            <a:off x="6050877" y="4158648"/>
            <a:ext cx="14559" cy="21791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Connecteur en angle 124"/>
          <p:cNvCxnSpPr>
            <a:stCxn id="117" idx="2"/>
            <a:endCxn id="54" idx="0"/>
          </p:cNvCxnSpPr>
          <p:nvPr/>
        </p:nvCxnSpPr>
        <p:spPr bwMode="auto">
          <a:xfrm rot="5400000">
            <a:off x="2011217" y="4280393"/>
            <a:ext cx="371855" cy="143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Connecteur droit 125"/>
          <p:cNvCxnSpPr>
            <a:stCxn id="114" idx="2"/>
            <a:endCxn id="118" idx="0"/>
          </p:cNvCxnSpPr>
          <p:nvPr/>
        </p:nvCxnSpPr>
        <p:spPr bwMode="auto">
          <a:xfrm flipH="1">
            <a:off x="4515210" y="3849283"/>
            <a:ext cx="3167" cy="1040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157"/>
          <p:cNvSpPr txBox="1">
            <a:spLocks noChangeArrowheads="1"/>
          </p:cNvSpPr>
          <p:nvPr/>
        </p:nvSpPr>
        <p:spPr bwMode="auto">
          <a:xfrm>
            <a:off x="4925560" y="3537364"/>
            <a:ext cx="3000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128" name="Text Box 157"/>
          <p:cNvSpPr txBox="1">
            <a:spLocks noChangeArrowheads="1"/>
          </p:cNvSpPr>
          <p:nvPr/>
        </p:nvSpPr>
        <p:spPr bwMode="auto">
          <a:xfrm>
            <a:off x="2469780" y="3448789"/>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29" name="Text Box 157"/>
          <p:cNvSpPr txBox="1">
            <a:spLocks noChangeArrowheads="1"/>
          </p:cNvSpPr>
          <p:nvPr/>
        </p:nvSpPr>
        <p:spPr bwMode="auto">
          <a:xfrm>
            <a:off x="2352440" y="381175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30" name="Text Box 157"/>
          <p:cNvSpPr txBox="1">
            <a:spLocks noChangeArrowheads="1"/>
          </p:cNvSpPr>
          <p:nvPr/>
        </p:nvSpPr>
        <p:spPr bwMode="auto">
          <a:xfrm>
            <a:off x="1342119" y="353610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131" name="Connecteur droit avec flèche 130"/>
          <p:cNvCxnSpPr>
            <a:cxnSpLocks/>
            <a:stCxn id="116" idx="3"/>
            <a:endCxn id="114" idx="1"/>
          </p:cNvCxnSpPr>
          <p:nvPr/>
        </p:nvCxnSpPr>
        <p:spPr bwMode="auto">
          <a:xfrm>
            <a:off x="3776244" y="3682807"/>
            <a:ext cx="351608" cy="613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Connecteur droit 131"/>
          <p:cNvCxnSpPr>
            <a:cxnSpLocks/>
            <a:stCxn id="116" idx="1"/>
            <a:endCxn id="115" idx="3"/>
          </p:cNvCxnSpPr>
          <p:nvPr/>
        </p:nvCxnSpPr>
        <p:spPr bwMode="auto">
          <a:xfrm flipH="1">
            <a:off x="2595440" y="3682807"/>
            <a:ext cx="118177" cy="411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Connecteur droit 132"/>
          <p:cNvCxnSpPr>
            <a:stCxn id="115" idx="2"/>
            <a:endCxn id="117" idx="0"/>
          </p:cNvCxnSpPr>
          <p:nvPr/>
        </p:nvCxnSpPr>
        <p:spPr bwMode="auto">
          <a:xfrm flipH="1">
            <a:off x="2197859" y="3821040"/>
            <a:ext cx="7056" cy="1340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AutoShape 14"/>
          <p:cNvSpPr>
            <a:spLocks noChangeArrowheads="1"/>
          </p:cNvSpPr>
          <p:nvPr/>
        </p:nvSpPr>
        <p:spPr bwMode="auto">
          <a:xfrm>
            <a:off x="64626" y="3781077"/>
            <a:ext cx="1166967" cy="13402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00042_NOS_BEB_ANC_OFF</a:t>
            </a:r>
          </a:p>
        </p:txBody>
      </p:sp>
      <p:cxnSp>
        <p:nvCxnSpPr>
          <p:cNvPr id="136" name="Connecteur en angle 135"/>
          <p:cNvCxnSpPr>
            <a:cxnSpLocks/>
            <a:stCxn id="115" idx="1"/>
            <a:endCxn id="135" idx="0"/>
          </p:cNvCxnSpPr>
          <p:nvPr/>
        </p:nvCxnSpPr>
        <p:spPr bwMode="auto">
          <a:xfrm rot="10800000" flipV="1">
            <a:off x="648110" y="3686923"/>
            <a:ext cx="1166280" cy="9415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Connecteur en angle 136"/>
          <p:cNvCxnSpPr>
            <a:cxnSpLocks/>
            <a:stCxn id="135" idx="2"/>
            <a:endCxn id="54" idx="0"/>
          </p:cNvCxnSpPr>
          <p:nvPr/>
        </p:nvCxnSpPr>
        <p:spPr bwMode="auto">
          <a:xfrm rot="16200000" flipH="1">
            <a:off x="1146300" y="3416907"/>
            <a:ext cx="551938" cy="1548319"/>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157"/>
          <p:cNvSpPr txBox="1">
            <a:spLocks noChangeArrowheads="1"/>
          </p:cNvSpPr>
          <p:nvPr/>
        </p:nvSpPr>
        <p:spPr bwMode="auto">
          <a:xfrm>
            <a:off x="4602513" y="380707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cxnSp>
        <p:nvCxnSpPr>
          <p:cNvPr id="139" name="Connecteur en angle 138"/>
          <p:cNvCxnSpPr>
            <a:stCxn id="118" idx="2"/>
            <a:endCxn id="54" idx="0"/>
          </p:cNvCxnSpPr>
          <p:nvPr/>
        </p:nvCxnSpPr>
        <p:spPr bwMode="auto">
          <a:xfrm rot="5400000">
            <a:off x="3172443" y="3124269"/>
            <a:ext cx="366754" cy="231878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AutoShape 14">
            <a:extLst>
              <a:ext uri="{FF2B5EF4-FFF2-40B4-BE49-F238E27FC236}">
                <a16:creationId xmlns:a16="http://schemas.microsoft.com/office/drawing/2014/main" id="{2022121D-4DA9-49E8-A2B8-41E1897C1940}"/>
              </a:ext>
            </a:extLst>
          </p:cNvPr>
          <p:cNvSpPr>
            <a:spLocks noChangeArrowheads="1"/>
          </p:cNvSpPr>
          <p:nvPr/>
        </p:nvSpPr>
        <p:spPr bwMode="auto">
          <a:xfrm>
            <a:off x="3508194" y="4623988"/>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00042_NOS_MC_ACTIV_NOK</a:t>
            </a:r>
          </a:p>
        </p:txBody>
      </p:sp>
      <p:cxnSp>
        <p:nvCxnSpPr>
          <p:cNvPr id="8" name="Connecteur droit 7">
            <a:extLst>
              <a:ext uri="{FF2B5EF4-FFF2-40B4-BE49-F238E27FC236}">
                <a16:creationId xmlns:a16="http://schemas.microsoft.com/office/drawing/2014/main" id="{BB6921ED-35C5-47D1-A346-4CA81A2BA343}"/>
              </a:ext>
            </a:extLst>
          </p:cNvPr>
          <p:cNvCxnSpPr>
            <a:stCxn id="90" idx="1"/>
            <a:endCxn id="54" idx="3"/>
          </p:cNvCxnSpPr>
          <p:nvPr/>
        </p:nvCxnSpPr>
        <p:spPr bwMode="auto">
          <a:xfrm flipH="1">
            <a:off x="2832543" y="4694048"/>
            <a:ext cx="675651"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AutoShape 14">
            <a:extLst>
              <a:ext uri="{FF2B5EF4-FFF2-40B4-BE49-F238E27FC236}">
                <a16:creationId xmlns:a16="http://schemas.microsoft.com/office/drawing/2014/main" id="{1A9856E0-301D-4436-95AA-21F636316B84}"/>
              </a:ext>
            </a:extLst>
          </p:cNvPr>
          <p:cNvSpPr>
            <a:spLocks noChangeArrowheads="1"/>
          </p:cNvSpPr>
          <p:nvPr/>
        </p:nvSpPr>
        <p:spPr bwMode="auto">
          <a:xfrm>
            <a:off x="1495899" y="5059342"/>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00042_NOS_MC_ACTIV_NOK</a:t>
            </a:r>
          </a:p>
        </p:txBody>
      </p:sp>
      <p:sp>
        <p:nvSpPr>
          <p:cNvPr id="97" name="AutoShape 14">
            <a:extLst>
              <a:ext uri="{FF2B5EF4-FFF2-40B4-BE49-F238E27FC236}">
                <a16:creationId xmlns:a16="http://schemas.microsoft.com/office/drawing/2014/main" id="{7FC59F4A-DFAE-4998-9CBD-2DBE1F560768}"/>
              </a:ext>
            </a:extLst>
          </p:cNvPr>
          <p:cNvSpPr>
            <a:spLocks noChangeArrowheads="1"/>
          </p:cNvSpPr>
          <p:nvPr/>
        </p:nvSpPr>
        <p:spPr bwMode="auto">
          <a:xfrm>
            <a:off x="0" y="4911955"/>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00042_NOS_MC_ACTIV_OFF</a:t>
            </a:r>
          </a:p>
        </p:txBody>
      </p:sp>
      <p:cxnSp>
        <p:nvCxnSpPr>
          <p:cNvPr id="24" name="Connecteur droit 23">
            <a:extLst>
              <a:ext uri="{FF2B5EF4-FFF2-40B4-BE49-F238E27FC236}">
                <a16:creationId xmlns:a16="http://schemas.microsoft.com/office/drawing/2014/main" id="{805BA515-5BD6-499D-856F-AFA53B4678E3}"/>
              </a:ext>
            </a:extLst>
          </p:cNvPr>
          <p:cNvCxnSpPr>
            <a:stCxn id="96" idx="0"/>
            <a:endCxn id="54" idx="2"/>
          </p:cNvCxnSpPr>
          <p:nvPr/>
        </p:nvCxnSpPr>
        <p:spPr bwMode="auto">
          <a:xfrm flipH="1" flipV="1">
            <a:off x="2196429" y="4921061"/>
            <a:ext cx="6861" cy="1382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80EBC3A0-3DD6-4403-84B5-31429B0EB903}"/>
              </a:ext>
            </a:extLst>
          </p:cNvPr>
          <p:cNvCxnSpPr>
            <a:stCxn id="54" idx="1"/>
            <a:endCxn id="97" idx="0"/>
          </p:cNvCxnSpPr>
          <p:nvPr/>
        </p:nvCxnSpPr>
        <p:spPr bwMode="auto">
          <a:xfrm rot="10800000" flipV="1">
            <a:off x="707391" y="4694049"/>
            <a:ext cx="852924" cy="21790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18">
            <a:extLst>
              <a:ext uri="{FF2B5EF4-FFF2-40B4-BE49-F238E27FC236}">
                <a16:creationId xmlns:a16="http://schemas.microsoft.com/office/drawing/2014/main" id="{D098B0A9-A40E-428B-81E8-C775C18F8F31}"/>
              </a:ext>
            </a:extLst>
          </p:cNvPr>
          <p:cNvCxnSpPr>
            <a:stCxn id="94" idx="1"/>
            <a:endCxn id="43" idx="3"/>
          </p:cNvCxnSpPr>
          <p:nvPr/>
        </p:nvCxnSpPr>
        <p:spPr bwMode="auto">
          <a:xfrm flipH="1" flipV="1">
            <a:off x="7885842" y="1376282"/>
            <a:ext cx="129693" cy="57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AutoShape 73">
            <a:extLst>
              <a:ext uri="{FF2B5EF4-FFF2-40B4-BE49-F238E27FC236}">
                <a16:creationId xmlns:a16="http://schemas.microsoft.com/office/drawing/2014/main" id="{7F7017B4-2928-4E4C-8EAE-BE8E7C640E67}"/>
              </a:ext>
            </a:extLst>
          </p:cNvPr>
          <p:cNvSpPr>
            <a:spLocks noChangeArrowheads="1"/>
          </p:cNvSpPr>
          <p:nvPr/>
        </p:nvSpPr>
        <p:spPr bwMode="auto">
          <a:xfrm>
            <a:off x="1849324" y="5697598"/>
            <a:ext cx="681210" cy="302362"/>
          </a:xfrm>
          <a:prstGeom prst="flowChartDecision">
            <a:avLst/>
          </a:prstGeom>
          <a:solidFill>
            <a:schemeClr val="accent1"/>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Type client</a:t>
            </a:r>
          </a:p>
        </p:txBody>
      </p:sp>
      <p:cxnSp>
        <p:nvCxnSpPr>
          <p:cNvPr id="11273" name="Connecteur droit avec flèche 11272">
            <a:extLst>
              <a:ext uri="{FF2B5EF4-FFF2-40B4-BE49-F238E27FC236}">
                <a16:creationId xmlns:a16="http://schemas.microsoft.com/office/drawing/2014/main" id="{DBE3E86C-7683-4EDA-850F-6B9445913896}"/>
              </a:ext>
            </a:extLst>
          </p:cNvPr>
          <p:cNvCxnSpPr>
            <a:stCxn id="73" idx="2"/>
            <a:endCxn id="146" idx="0"/>
          </p:cNvCxnSpPr>
          <p:nvPr/>
        </p:nvCxnSpPr>
        <p:spPr bwMode="auto">
          <a:xfrm flipH="1">
            <a:off x="2189929" y="5591319"/>
            <a:ext cx="4432" cy="10627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Text Box 157">
            <a:extLst>
              <a:ext uri="{FF2B5EF4-FFF2-40B4-BE49-F238E27FC236}">
                <a16:creationId xmlns:a16="http://schemas.microsoft.com/office/drawing/2014/main" id="{937BAFB6-E9B9-4E7D-BEFF-A4646BE713FD}"/>
              </a:ext>
            </a:extLst>
          </p:cNvPr>
          <p:cNvSpPr txBox="1">
            <a:spLocks noChangeArrowheads="1"/>
          </p:cNvSpPr>
          <p:nvPr/>
        </p:nvSpPr>
        <p:spPr bwMode="auto">
          <a:xfrm>
            <a:off x="1006570" y="449717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sp>
        <p:nvSpPr>
          <p:cNvPr id="148" name="Text Box 157">
            <a:extLst>
              <a:ext uri="{FF2B5EF4-FFF2-40B4-BE49-F238E27FC236}">
                <a16:creationId xmlns:a16="http://schemas.microsoft.com/office/drawing/2014/main" id="{5F06D2E7-E5BA-41BA-B960-A2147C5484C7}"/>
              </a:ext>
            </a:extLst>
          </p:cNvPr>
          <p:cNvSpPr txBox="1">
            <a:spLocks noChangeArrowheads="1"/>
          </p:cNvSpPr>
          <p:nvPr/>
        </p:nvSpPr>
        <p:spPr bwMode="auto">
          <a:xfrm>
            <a:off x="3110470" y="4485623"/>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49" name="Text Box 157">
            <a:extLst>
              <a:ext uri="{FF2B5EF4-FFF2-40B4-BE49-F238E27FC236}">
                <a16:creationId xmlns:a16="http://schemas.microsoft.com/office/drawing/2014/main" id="{4386C670-C463-497B-A44D-30D64017E90D}"/>
              </a:ext>
            </a:extLst>
          </p:cNvPr>
          <p:cNvSpPr txBox="1">
            <a:spLocks noChangeArrowheads="1"/>
          </p:cNvSpPr>
          <p:nvPr/>
        </p:nvSpPr>
        <p:spPr bwMode="auto">
          <a:xfrm>
            <a:off x="2214709" y="487837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51" name="AutoShape 11">
            <a:extLst>
              <a:ext uri="{FF2B5EF4-FFF2-40B4-BE49-F238E27FC236}">
                <a16:creationId xmlns:a16="http://schemas.microsoft.com/office/drawing/2014/main" id="{DE68F3CB-00DA-4B22-84A5-980E98CE9C44}"/>
              </a:ext>
            </a:extLst>
          </p:cNvPr>
          <p:cNvSpPr>
            <a:spLocks noChangeArrowheads="1"/>
          </p:cNvSpPr>
          <p:nvPr/>
        </p:nvSpPr>
        <p:spPr bwMode="auto">
          <a:xfrm>
            <a:off x="3004434" y="6134391"/>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00042_NOS_ADSL</a:t>
            </a:r>
          </a:p>
        </p:txBody>
      </p:sp>
      <p:cxnSp>
        <p:nvCxnSpPr>
          <p:cNvPr id="11279" name="Connecteur : en angle 11278">
            <a:extLst>
              <a:ext uri="{FF2B5EF4-FFF2-40B4-BE49-F238E27FC236}">
                <a16:creationId xmlns:a16="http://schemas.microsoft.com/office/drawing/2014/main" id="{76DCDD92-5BAF-45DC-85C3-B3D52AFF6878}"/>
              </a:ext>
            </a:extLst>
          </p:cNvPr>
          <p:cNvCxnSpPr>
            <a:stCxn id="146" idx="3"/>
            <a:endCxn id="151" idx="0"/>
          </p:cNvCxnSpPr>
          <p:nvPr/>
        </p:nvCxnSpPr>
        <p:spPr bwMode="auto">
          <a:xfrm>
            <a:off x="2530534" y="5848779"/>
            <a:ext cx="1026188" cy="2856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Text Box 157">
            <a:extLst>
              <a:ext uri="{FF2B5EF4-FFF2-40B4-BE49-F238E27FC236}">
                <a16:creationId xmlns:a16="http://schemas.microsoft.com/office/drawing/2014/main" id="{92DE73E6-6926-4F1F-97AA-BDFD24E69B72}"/>
              </a:ext>
            </a:extLst>
          </p:cNvPr>
          <p:cNvSpPr txBox="1">
            <a:spLocks noChangeArrowheads="1"/>
          </p:cNvSpPr>
          <p:nvPr/>
        </p:nvSpPr>
        <p:spPr bwMode="auto">
          <a:xfrm>
            <a:off x="2831634" y="5686387"/>
            <a:ext cx="44595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AUTRE</a:t>
            </a:r>
          </a:p>
        </p:txBody>
      </p:sp>
      <p:sp>
        <p:nvSpPr>
          <p:cNvPr id="153" name="AutoShape 28">
            <a:extLst>
              <a:ext uri="{FF2B5EF4-FFF2-40B4-BE49-F238E27FC236}">
                <a16:creationId xmlns:a16="http://schemas.microsoft.com/office/drawing/2014/main" id="{EB2F8B53-6F80-49DB-9C56-EC40917B14B3}"/>
              </a:ext>
            </a:extLst>
          </p:cNvPr>
          <p:cNvSpPr>
            <a:spLocks noChangeArrowheads="1"/>
          </p:cNvSpPr>
          <p:nvPr/>
        </p:nvSpPr>
        <p:spPr bwMode="auto">
          <a:xfrm>
            <a:off x="2959324" y="6462729"/>
            <a:ext cx="1194796" cy="296862"/>
          </a:xfrm>
          <a:prstGeom prst="flowChartProcess">
            <a:avLst/>
          </a:prstGeom>
          <a:solidFill>
            <a:schemeClr val="accent1">
              <a:lumMod val="90000"/>
            </a:schemeClr>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TRANSFERT</a:t>
            </a:r>
            <a:br>
              <a:rPr lang="fr-FR" sz="600">
                <a:latin typeface="+mn-lt"/>
                <a:ea typeface="ＭＳ Ｐゴシック" charset="0"/>
              </a:rPr>
            </a:br>
            <a:r>
              <a:rPr lang="fr-FR" sz="600" b="1" err="1">
                <a:latin typeface="+mn-lt"/>
                <a:ea typeface="ＭＳ Ｐゴシック" charset="0"/>
              </a:rPr>
              <a:t>NOS_Nom</a:t>
            </a:r>
            <a:r>
              <a:rPr lang="fr-FR" sz="600" b="1">
                <a:latin typeface="+mn-lt"/>
                <a:ea typeface="ＭＳ Ｐゴシック" charset="0"/>
              </a:rPr>
              <a:t> de routage cible </a:t>
            </a:r>
          </a:p>
          <a:p>
            <a:pPr algn="ctr" eaLnBrk="0" hangingPunct="0">
              <a:defRPr/>
            </a:pPr>
            <a:r>
              <a:rPr lang="fr-FR" sz="600">
                <a:latin typeface="+mn-lt"/>
                <a:ea typeface="ＭＳ Ｐゴシック" charset="0"/>
              </a:rPr>
              <a:t>(selon conditions éligibilités)</a:t>
            </a:r>
          </a:p>
        </p:txBody>
      </p:sp>
      <p:cxnSp>
        <p:nvCxnSpPr>
          <p:cNvPr id="11281" name="Connecteur droit avec flèche 11280">
            <a:extLst>
              <a:ext uri="{FF2B5EF4-FFF2-40B4-BE49-F238E27FC236}">
                <a16:creationId xmlns:a16="http://schemas.microsoft.com/office/drawing/2014/main" id="{0F3D4610-6384-497A-98E2-8A6E2DC9028C}"/>
              </a:ext>
            </a:extLst>
          </p:cNvPr>
          <p:cNvCxnSpPr>
            <a:stCxn id="151" idx="2"/>
            <a:endCxn id="153" idx="0"/>
          </p:cNvCxnSpPr>
          <p:nvPr/>
        </p:nvCxnSpPr>
        <p:spPr bwMode="auto">
          <a:xfrm>
            <a:off x="3556722" y="6277180"/>
            <a:ext cx="0" cy="1855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9">
            <a:extLst>
              <a:ext uri="{FF2B5EF4-FFF2-40B4-BE49-F238E27FC236}">
                <a16:creationId xmlns:a16="http://schemas.microsoft.com/office/drawing/2014/main" id="{63748B7C-1CB4-46C6-B532-4FF2FD73BA32}"/>
              </a:ext>
            </a:extLst>
          </p:cNvPr>
          <p:cNvCxnSpPr>
            <a:stCxn id="39" idx="2"/>
            <a:endCxn id="160" idx="0"/>
          </p:cNvCxnSpPr>
          <p:nvPr/>
        </p:nvCxnSpPr>
        <p:spPr bwMode="auto">
          <a:xfrm>
            <a:off x="4364381" y="2374072"/>
            <a:ext cx="6567" cy="87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AutoShape 73">
            <a:extLst>
              <a:ext uri="{FF2B5EF4-FFF2-40B4-BE49-F238E27FC236}">
                <a16:creationId xmlns:a16="http://schemas.microsoft.com/office/drawing/2014/main" id="{F61EAECD-6634-4128-A410-B88FAB32CC78}"/>
              </a:ext>
            </a:extLst>
          </p:cNvPr>
          <p:cNvSpPr>
            <a:spLocks noChangeArrowheads="1"/>
          </p:cNvSpPr>
          <p:nvPr/>
        </p:nvSpPr>
        <p:spPr bwMode="auto">
          <a:xfrm>
            <a:off x="1638387" y="1627364"/>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RGU</a:t>
            </a:r>
          </a:p>
        </p:txBody>
      </p:sp>
      <p:sp>
        <p:nvSpPr>
          <p:cNvPr id="142" name="Text Box 26">
            <a:extLst>
              <a:ext uri="{FF2B5EF4-FFF2-40B4-BE49-F238E27FC236}">
                <a16:creationId xmlns:a16="http://schemas.microsoft.com/office/drawing/2014/main" id="{E461C51B-4DB4-42DF-8A14-2B48B8AFED4A}"/>
              </a:ext>
            </a:extLst>
          </p:cNvPr>
          <p:cNvSpPr txBox="1">
            <a:spLocks noChangeArrowheads="1"/>
          </p:cNvSpPr>
          <p:nvPr/>
        </p:nvSpPr>
        <p:spPr bwMode="auto">
          <a:xfrm>
            <a:off x="1191772" y="1607553"/>
            <a:ext cx="65755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b="1" dirty="0"/>
              <a:t>OUI RDGU=1</a:t>
            </a:r>
          </a:p>
        </p:txBody>
      </p:sp>
      <p:sp>
        <p:nvSpPr>
          <p:cNvPr id="143" name="Text Box 26">
            <a:extLst>
              <a:ext uri="{FF2B5EF4-FFF2-40B4-BE49-F238E27FC236}">
                <a16:creationId xmlns:a16="http://schemas.microsoft.com/office/drawing/2014/main" id="{2B4B79BF-2338-4E92-8174-B8E43261B4B4}"/>
              </a:ext>
            </a:extLst>
          </p:cNvPr>
          <p:cNvSpPr txBox="1">
            <a:spLocks noChangeArrowheads="1"/>
          </p:cNvSpPr>
          <p:nvPr/>
        </p:nvSpPr>
        <p:spPr bwMode="auto">
          <a:xfrm>
            <a:off x="2280388" y="1497640"/>
            <a:ext cx="62068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b="1" dirty="0"/>
              <a:t>DESACTIVE</a:t>
            </a:r>
          </a:p>
        </p:txBody>
      </p:sp>
      <p:sp>
        <p:nvSpPr>
          <p:cNvPr id="144" name="Text Box 26">
            <a:extLst>
              <a:ext uri="{FF2B5EF4-FFF2-40B4-BE49-F238E27FC236}">
                <a16:creationId xmlns:a16="http://schemas.microsoft.com/office/drawing/2014/main" id="{7C90C6F0-8A4B-425B-A5F4-DC7FEF748F28}"/>
              </a:ext>
            </a:extLst>
          </p:cNvPr>
          <p:cNvSpPr txBox="1">
            <a:spLocks noChangeArrowheads="1"/>
          </p:cNvSpPr>
          <p:nvPr/>
        </p:nvSpPr>
        <p:spPr bwMode="auto">
          <a:xfrm>
            <a:off x="2290555" y="189606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b="1" dirty="0"/>
              <a:t>NON</a:t>
            </a:r>
          </a:p>
        </p:txBody>
      </p:sp>
      <p:sp>
        <p:nvSpPr>
          <p:cNvPr id="150" name="AutoShape 11">
            <a:extLst>
              <a:ext uri="{FF2B5EF4-FFF2-40B4-BE49-F238E27FC236}">
                <a16:creationId xmlns:a16="http://schemas.microsoft.com/office/drawing/2014/main" id="{9ABE902F-08F2-4DA0-8B4C-80F04DF887A9}"/>
              </a:ext>
            </a:extLst>
          </p:cNvPr>
          <p:cNvSpPr>
            <a:spLocks noChangeArrowheads="1"/>
          </p:cNvSpPr>
          <p:nvPr/>
        </p:nvSpPr>
        <p:spPr bwMode="auto">
          <a:xfrm>
            <a:off x="2550492" y="1704725"/>
            <a:ext cx="1205640"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00042_RDGU_NOS_DESACTIVE</a:t>
            </a:r>
          </a:p>
        </p:txBody>
      </p:sp>
      <p:sp>
        <p:nvSpPr>
          <p:cNvPr id="154" name="AutoShape 11">
            <a:extLst>
              <a:ext uri="{FF2B5EF4-FFF2-40B4-BE49-F238E27FC236}">
                <a16:creationId xmlns:a16="http://schemas.microsoft.com/office/drawing/2014/main" id="{43253C0E-3FE3-4BB8-AB94-8DD6F06B3274}"/>
              </a:ext>
            </a:extLst>
          </p:cNvPr>
          <p:cNvSpPr>
            <a:spLocks noChangeArrowheads="1"/>
          </p:cNvSpPr>
          <p:nvPr/>
        </p:nvSpPr>
        <p:spPr bwMode="auto">
          <a:xfrm>
            <a:off x="2626274" y="1991548"/>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00042_RDGU_NOS_NOK</a:t>
            </a:r>
          </a:p>
        </p:txBody>
      </p:sp>
      <p:sp>
        <p:nvSpPr>
          <p:cNvPr id="155" name="AutoShape 11">
            <a:extLst>
              <a:ext uri="{FF2B5EF4-FFF2-40B4-BE49-F238E27FC236}">
                <a16:creationId xmlns:a16="http://schemas.microsoft.com/office/drawing/2014/main" id="{CA07CE18-39C3-48B1-A286-D2618E3EC635}"/>
              </a:ext>
            </a:extLst>
          </p:cNvPr>
          <p:cNvSpPr>
            <a:spLocks noChangeArrowheads="1"/>
          </p:cNvSpPr>
          <p:nvPr/>
        </p:nvSpPr>
        <p:spPr bwMode="auto">
          <a:xfrm>
            <a:off x="506046" y="1757493"/>
            <a:ext cx="955594" cy="12263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00042_RDGU_NOS_NOS</a:t>
            </a:r>
          </a:p>
        </p:txBody>
      </p:sp>
      <p:sp>
        <p:nvSpPr>
          <p:cNvPr id="11314" name="Flèche : droite 11313">
            <a:extLst>
              <a:ext uri="{FF2B5EF4-FFF2-40B4-BE49-F238E27FC236}">
                <a16:creationId xmlns:a16="http://schemas.microsoft.com/office/drawing/2014/main" id="{312E5061-F807-428C-AF2B-42E14DAD951D}"/>
              </a:ext>
            </a:extLst>
          </p:cNvPr>
          <p:cNvSpPr/>
          <p:nvPr/>
        </p:nvSpPr>
        <p:spPr bwMode="auto">
          <a:xfrm rot="10096271">
            <a:off x="6221498" y="645871"/>
            <a:ext cx="978408" cy="484632"/>
          </a:xfrm>
          <a:prstGeom prst="rightArrow">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90" name="AutoShape 31">
            <a:hlinkClick r:id="" action="ppaction://noaction"/>
            <a:extLst>
              <a:ext uri="{FF2B5EF4-FFF2-40B4-BE49-F238E27FC236}">
                <a16:creationId xmlns:a16="http://schemas.microsoft.com/office/drawing/2014/main" id="{E21656F8-62D1-499B-9A8E-66D73CE2B444}"/>
              </a:ext>
            </a:extLst>
          </p:cNvPr>
          <p:cNvSpPr>
            <a:spLocks noChangeArrowheads="1"/>
          </p:cNvSpPr>
          <p:nvPr/>
        </p:nvSpPr>
        <p:spPr bwMode="auto">
          <a:xfrm>
            <a:off x="84384" y="2005748"/>
            <a:ext cx="825241" cy="149965"/>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dirty="0">
                <a:solidFill>
                  <a:srgbClr val="FF0000"/>
                </a:solidFill>
              </a:rPr>
              <a:t>FIXE_RDGU_NOS</a:t>
            </a:r>
            <a:endParaRPr lang="fr-FR" sz="600" dirty="0">
              <a:solidFill>
                <a:srgbClr val="FF0000"/>
              </a:solidFill>
            </a:endParaRPr>
          </a:p>
        </p:txBody>
      </p:sp>
      <p:sp>
        <p:nvSpPr>
          <p:cNvPr id="198" name="AutoShape 28">
            <a:extLst>
              <a:ext uri="{FF2B5EF4-FFF2-40B4-BE49-F238E27FC236}">
                <a16:creationId xmlns:a16="http://schemas.microsoft.com/office/drawing/2014/main" id="{9A01E071-96E9-459D-89C5-24966120A425}"/>
              </a:ext>
            </a:extLst>
          </p:cNvPr>
          <p:cNvSpPr>
            <a:spLocks noChangeArrowheads="1"/>
          </p:cNvSpPr>
          <p:nvPr/>
        </p:nvSpPr>
        <p:spPr bwMode="auto">
          <a:xfrm>
            <a:off x="84384" y="2316989"/>
            <a:ext cx="1194796" cy="296862"/>
          </a:xfrm>
          <a:prstGeom prst="flowChartProcess">
            <a:avLst/>
          </a:prstGeom>
          <a:solidFill>
            <a:schemeClr val="accent1">
              <a:lumMod val="90000"/>
            </a:schemeClr>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TRANSFERT</a:t>
            </a:r>
            <a:br>
              <a:rPr lang="fr-FR" sz="600" dirty="0">
                <a:latin typeface="+mn-lt"/>
                <a:ea typeface="ＭＳ Ｐゴシック" charset="0"/>
              </a:rPr>
            </a:br>
            <a:r>
              <a:rPr lang="fr-FR" sz="600" b="1">
                <a:latin typeface="+mn-lt"/>
                <a:ea typeface="ＭＳ Ｐゴシック" charset="0"/>
              </a:rPr>
              <a:t>RDGU NOS</a:t>
            </a:r>
            <a:endParaRPr lang="fr-FR" sz="600" dirty="0">
              <a:latin typeface="+mn-lt"/>
              <a:ea typeface="ＭＳ Ｐゴシック" charset="0"/>
            </a:endParaRPr>
          </a:p>
        </p:txBody>
      </p:sp>
      <p:sp>
        <p:nvSpPr>
          <p:cNvPr id="156" name="AutoShape 73">
            <a:extLst>
              <a:ext uri="{FF2B5EF4-FFF2-40B4-BE49-F238E27FC236}">
                <a16:creationId xmlns:a16="http://schemas.microsoft.com/office/drawing/2014/main" id="{B1ACE8D3-D8EB-4790-BF1F-4760CD208C6F}"/>
              </a:ext>
            </a:extLst>
          </p:cNvPr>
          <p:cNvSpPr>
            <a:spLocks noChangeArrowheads="1"/>
          </p:cNvSpPr>
          <p:nvPr/>
        </p:nvSpPr>
        <p:spPr bwMode="auto">
          <a:xfrm>
            <a:off x="1638032" y="100414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HO/HNO</a:t>
            </a:r>
          </a:p>
        </p:txBody>
      </p:sp>
      <p:cxnSp>
        <p:nvCxnSpPr>
          <p:cNvPr id="25" name="Connecteur droit 24">
            <a:extLst>
              <a:ext uri="{FF2B5EF4-FFF2-40B4-BE49-F238E27FC236}">
                <a16:creationId xmlns:a16="http://schemas.microsoft.com/office/drawing/2014/main" id="{DEBD5E1C-9016-4C24-A1A2-BD1A86814294}"/>
              </a:ext>
            </a:extLst>
          </p:cNvPr>
          <p:cNvCxnSpPr>
            <a:cxnSpLocks/>
            <a:endCxn id="156" idx="0"/>
          </p:cNvCxnSpPr>
          <p:nvPr/>
        </p:nvCxnSpPr>
        <p:spPr bwMode="auto">
          <a:xfrm>
            <a:off x="2077279" y="906053"/>
            <a:ext cx="2" cy="9809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AutoShape 11">
            <a:extLst>
              <a:ext uri="{FF2B5EF4-FFF2-40B4-BE49-F238E27FC236}">
                <a16:creationId xmlns:a16="http://schemas.microsoft.com/office/drawing/2014/main" id="{3068AF40-33EC-4307-9CD6-7699873E951D}"/>
              </a:ext>
            </a:extLst>
          </p:cNvPr>
          <p:cNvSpPr>
            <a:spLocks noChangeArrowheads="1"/>
          </p:cNvSpPr>
          <p:nvPr/>
        </p:nvSpPr>
        <p:spPr bwMode="auto">
          <a:xfrm>
            <a:off x="455739" y="1124255"/>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dirty="0">
                <a:latin typeface="+mn-lt"/>
                <a:ea typeface="ＭＳ Ｐゴシック" charset="0"/>
              </a:rPr>
              <a:t>00042_RDGU_NOS_HNO</a:t>
            </a:r>
          </a:p>
        </p:txBody>
      </p:sp>
      <p:cxnSp>
        <p:nvCxnSpPr>
          <p:cNvPr id="57" name="Connecteur droit 56">
            <a:extLst>
              <a:ext uri="{FF2B5EF4-FFF2-40B4-BE49-F238E27FC236}">
                <a16:creationId xmlns:a16="http://schemas.microsoft.com/office/drawing/2014/main" id="{5FA50741-F1DD-4664-89E1-8F8FAB59D64F}"/>
              </a:ext>
            </a:extLst>
          </p:cNvPr>
          <p:cNvCxnSpPr>
            <a:stCxn id="156" idx="1"/>
            <a:endCxn id="157" idx="3"/>
          </p:cNvCxnSpPr>
          <p:nvPr/>
        </p:nvCxnSpPr>
        <p:spPr bwMode="auto">
          <a:xfrm flipH="1" flipV="1">
            <a:off x="1560315" y="1195650"/>
            <a:ext cx="77717" cy="30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AutoShape 30">
            <a:hlinkClick r:id="rId3" action="ppaction://hlinksldjump"/>
            <a:extLst>
              <a:ext uri="{FF2B5EF4-FFF2-40B4-BE49-F238E27FC236}">
                <a16:creationId xmlns:a16="http://schemas.microsoft.com/office/drawing/2014/main" id="{34CED847-C90C-45C0-8863-556B3B5EA16D}"/>
              </a:ext>
            </a:extLst>
          </p:cNvPr>
          <p:cNvSpPr>
            <a:spLocks noChangeArrowheads="1"/>
          </p:cNvSpPr>
          <p:nvPr/>
        </p:nvSpPr>
        <p:spPr bwMode="auto">
          <a:xfrm rot="10800000">
            <a:off x="238082" y="1369516"/>
            <a:ext cx="1071563" cy="35264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latin typeface="+mn-lt"/>
                <a:ea typeface="ＭＳ Ｐゴシック" charset="0"/>
              </a:rPr>
              <a:t>HNO TECH</a:t>
            </a:r>
          </a:p>
        </p:txBody>
      </p:sp>
      <p:cxnSp>
        <p:nvCxnSpPr>
          <p:cNvPr id="63" name="Connecteur : en angle 62">
            <a:extLst>
              <a:ext uri="{FF2B5EF4-FFF2-40B4-BE49-F238E27FC236}">
                <a16:creationId xmlns:a16="http://schemas.microsoft.com/office/drawing/2014/main" id="{046B60E3-A50E-4CF9-B8E4-088648C74099}"/>
              </a:ext>
            </a:extLst>
          </p:cNvPr>
          <p:cNvCxnSpPr>
            <a:stCxn id="157" idx="1"/>
            <a:endCxn id="158" idx="2"/>
          </p:cNvCxnSpPr>
          <p:nvPr/>
        </p:nvCxnSpPr>
        <p:spPr bwMode="auto">
          <a:xfrm rot="10800000" flipH="1" flipV="1">
            <a:off x="455739" y="1195650"/>
            <a:ext cx="318124" cy="173866"/>
          </a:xfrm>
          <a:prstGeom prst="bentConnector4">
            <a:avLst>
              <a:gd name="adj1" fmla="val -71859"/>
              <a:gd name="adj2" fmla="val 7053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9" name="Text Box 26">
            <a:extLst>
              <a:ext uri="{FF2B5EF4-FFF2-40B4-BE49-F238E27FC236}">
                <a16:creationId xmlns:a16="http://schemas.microsoft.com/office/drawing/2014/main" id="{99C9EB7C-4675-43F3-B237-216D5C7F4186}"/>
              </a:ext>
            </a:extLst>
          </p:cNvPr>
          <p:cNvSpPr txBox="1">
            <a:spLocks noChangeArrowheads="1"/>
          </p:cNvSpPr>
          <p:nvPr/>
        </p:nvSpPr>
        <p:spPr bwMode="auto">
          <a:xfrm>
            <a:off x="2184643" y="1331825"/>
            <a:ext cx="297267"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b="1" dirty="0"/>
              <a:t>HO</a:t>
            </a:r>
          </a:p>
        </p:txBody>
      </p:sp>
      <p:cxnSp>
        <p:nvCxnSpPr>
          <p:cNvPr id="11274" name="Connecteur droit 11273">
            <a:extLst>
              <a:ext uri="{FF2B5EF4-FFF2-40B4-BE49-F238E27FC236}">
                <a16:creationId xmlns:a16="http://schemas.microsoft.com/office/drawing/2014/main" id="{98C744A4-025B-4D43-A5DC-632BE0A9DBA3}"/>
              </a:ext>
            </a:extLst>
          </p:cNvPr>
          <p:cNvCxnSpPr>
            <a:stCxn id="141" idx="0"/>
            <a:endCxn id="156" idx="2"/>
          </p:cNvCxnSpPr>
          <p:nvPr/>
        </p:nvCxnSpPr>
        <p:spPr bwMode="auto">
          <a:xfrm flipH="1" flipV="1">
            <a:off x="2077281" y="1387761"/>
            <a:ext cx="355" cy="2396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 name="Text Box 26">
            <a:extLst>
              <a:ext uri="{FF2B5EF4-FFF2-40B4-BE49-F238E27FC236}">
                <a16:creationId xmlns:a16="http://schemas.microsoft.com/office/drawing/2014/main" id="{E79E1831-CC2D-4270-9ADD-8BFEEBAE9C2F}"/>
              </a:ext>
            </a:extLst>
          </p:cNvPr>
          <p:cNvSpPr txBox="1">
            <a:spLocks noChangeArrowheads="1"/>
          </p:cNvSpPr>
          <p:nvPr/>
        </p:nvSpPr>
        <p:spPr bwMode="auto">
          <a:xfrm>
            <a:off x="1474350" y="96704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b="1" dirty="0"/>
              <a:t>HNO</a:t>
            </a:r>
          </a:p>
        </p:txBody>
      </p:sp>
      <p:cxnSp>
        <p:nvCxnSpPr>
          <p:cNvPr id="11302" name="Connecteur : en angle 11301">
            <a:extLst>
              <a:ext uri="{FF2B5EF4-FFF2-40B4-BE49-F238E27FC236}">
                <a16:creationId xmlns:a16="http://schemas.microsoft.com/office/drawing/2014/main" id="{1D16B5C5-BB2A-4DDF-9034-82C9CFE79CD4}"/>
              </a:ext>
            </a:extLst>
          </p:cNvPr>
          <p:cNvCxnSpPr>
            <a:stCxn id="141" idx="2"/>
            <a:endCxn id="154" idx="1"/>
          </p:cNvCxnSpPr>
          <p:nvPr/>
        </p:nvCxnSpPr>
        <p:spPr bwMode="auto">
          <a:xfrm rot="16200000" flipH="1">
            <a:off x="2325973" y="1762641"/>
            <a:ext cx="51965" cy="54863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09" name="Connecteur : en angle 11308">
            <a:extLst>
              <a:ext uri="{FF2B5EF4-FFF2-40B4-BE49-F238E27FC236}">
                <a16:creationId xmlns:a16="http://schemas.microsoft.com/office/drawing/2014/main" id="{198B0526-4CBC-4770-A1B9-84671B37C81A}"/>
              </a:ext>
            </a:extLst>
          </p:cNvPr>
          <p:cNvCxnSpPr>
            <a:stCxn id="154" idx="3"/>
            <a:endCxn id="22" idx="0"/>
          </p:cNvCxnSpPr>
          <p:nvPr/>
        </p:nvCxnSpPr>
        <p:spPr bwMode="auto">
          <a:xfrm flipV="1">
            <a:off x="3730850" y="1478956"/>
            <a:ext cx="1312907" cy="583987"/>
          </a:xfrm>
          <a:prstGeom prst="bentConnector4">
            <a:avLst>
              <a:gd name="adj1" fmla="val 8424"/>
              <a:gd name="adj2" fmla="val 13914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Connecteur droit 83">
            <a:extLst>
              <a:ext uri="{FF2B5EF4-FFF2-40B4-BE49-F238E27FC236}">
                <a16:creationId xmlns:a16="http://schemas.microsoft.com/office/drawing/2014/main" id="{21148ADD-A140-4BCC-BFC2-9B22F88DC454}"/>
              </a:ext>
            </a:extLst>
          </p:cNvPr>
          <p:cNvCxnSpPr>
            <a:stCxn id="141" idx="3"/>
            <a:endCxn id="150" idx="1"/>
          </p:cNvCxnSpPr>
          <p:nvPr/>
        </p:nvCxnSpPr>
        <p:spPr bwMode="auto">
          <a:xfrm flipV="1">
            <a:off x="2516884" y="1776120"/>
            <a:ext cx="33608" cy="430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 en angle 166">
            <a:extLst>
              <a:ext uri="{FF2B5EF4-FFF2-40B4-BE49-F238E27FC236}">
                <a16:creationId xmlns:a16="http://schemas.microsoft.com/office/drawing/2014/main" id="{4A1AB17E-303A-427F-AAEB-AE8D0DB13BA4}"/>
              </a:ext>
            </a:extLst>
          </p:cNvPr>
          <p:cNvCxnSpPr>
            <a:endCxn id="22" idx="0"/>
          </p:cNvCxnSpPr>
          <p:nvPr/>
        </p:nvCxnSpPr>
        <p:spPr bwMode="auto">
          <a:xfrm flipV="1">
            <a:off x="3787586" y="1478956"/>
            <a:ext cx="1256171" cy="214046"/>
          </a:xfrm>
          <a:prstGeom prst="bentConnector4">
            <a:avLst>
              <a:gd name="adj1" fmla="val 3663"/>
              <a:gd name="adj2" fmla="val 20679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droit 175">
            <a:extLst>
              <a:ext uri="{FF2B5EF4-FFF2-40B4-BE49-F238E27FC236}">
                <a16:creationId xmlns:a16="http://schemas.microsoft.com/office/drawing/2014/main" id="{3DC9D0FB-89CD-4311-8308-1B92AEBF790B}"/>
              </a:ext>
            </a:extLst>
          </p:cNvPr>
          <p:cNvCxnSpPr>
            <a:stCxn id="141" idx="1"/>
            <a:endCxn id="155" idx="3"/>
          </p:cNvCxnSpPr>
          <p:nvPr/>
        </p:nvCxnSpPr>
        <p:spPr bwMode="auto">
          <a:xfrm flipH="1" flipV="1">
            <a:off x="1461640" y="1818811"/>
            <a:ext cx="176747" cy="3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Connecteur : en angle 184">
            <a:extLst>
              <a:ext uri="{FF2B5EF4-FFF2-40B4-BE49-F238E27FC236}">
                <a16:creationId xmlns:a16="http://schemas.microsoft.com/office/drawing/2014/main" id="{30CFDC20-C0F7-4F85-B7AB-E07CB84CC4D6}"/>
              </a:ext>
            </a:extLst>
          </p:cNvPr>
          <p:cNvCxnSpPr>
            <a:stCxn id="155" idx="1"/>
            <a:endCxn id="190" idx="3"/>
          </p:cNvCxnSpPr>
          <p:nvPr/>
        </p:nvCxnSpPr>
        <p:spPr bwMode="auto">
          <a:xfrm rot="10800000" flipH="1" flipV="1">
            <a:off x="506045" y="1818811"/>
            <a:ext cx="403579" cy="261920"/>
          </a:xfrm>
          <a:prstGeom prst="bentConnector5">
            <a:avLst>
              <a:gd name="adj1" fmla="val -56643"/>
              <a:gd name="adj2" fmla="val 47391"/>
              <a:gd name="adj3" fmla="val 15664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01" name="Connecteur : en angle 12300">
            <a:extLst>
              <a:ext uri="{FF2B5EF4-FFF2-40B4-BE49-F238E27FC236}">
                <a16:creationId xmlns:a16="http://schemas.microsoft.com/office/drawing/2014/main" id="{A42935F0-D965-4D3F-B760-C6F112DBAE25}"/>
              </a:ext>
            </a:extLst>
          </p:cNvPr>
          <p:cNvCxnSpPr>
            <a:stCxn id="190" idx="2"/>
            <a:endCxn id="198" idx="0"/>
          </p:cNvCxnSpPr>
          <p:nvPr/>
        </p:nvCxnSpPr>
        <p:spPr bwMode="auto">
          <a:xfrm rot="16200000" flipH="1">
            <a:off x="508755" y="2143962"/>
            <a:ext cx="161276" cy="18477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686548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77F83998-9131-498D-AFA2-42E044E20611}" type="slidenum">
              <a:rPr lang="fr-FR" smtClean="0"/>
              <a:pPr eaLnBrk="1" hangingPunct="1"/>
              <a:t>12</a:t>
            </a:fld>
            <a:endParaRPr lang="fr-FR"/>
          </a:p>
        </p:txBody>
      </p:sp>
      <p:sp>
        <p:nvSpPr>
          <p:cNvPr id="116" name="AutoShape 10">
            <a:hlinkClick r:id="rId3" action="ppaction://hlinksldjump"/>
          </p:cNvPr>
          <p:cNvSpPr>
            <a:spLocks noChangeArrowheads="1"/>
          </p:cNvSpPr>
          <p:nvPr/>
        </p:nvSpPr>
        <p:spPr bwMode="auto">
          <a:xfrm rot="10800000">
            <a:off x="2545387" y="582922"/>
            <a:ext cx="1071563" cy="47466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a:t>
            </a:r>
          </a:p>
        </p:txBody>
      </p:sp>
      <p:cxnSp>
        <p:nvCxnSpPr>
          <p:cNvPr id="118" name="AutoShape 11"/>
          <p:cNvCxnSpPr>
            <a:cxnSpLocks noChangeShapeType="1"/>
            <a:stCxn id="119" idx="2"/>
            <a:endCxn id="120" idx="0"/>
          </p:cNvCxnSpPr>
          <p:nvPr/>
        </p:nvCxnSpPr>
        <p:spPr bwMode="auto">
          <a:xfrm>
            <a:off x="4262753" y="3635674"/>
            <a:ext cx="381" cy="511863"/>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20" name="AutoShape 52"/>
          <p:cNvSpPr>
            <a:spLocks noChangeArrowheads="1"/>
          </p:cNvSpPr>
          <p:nvPr/>
        </p:nvSpPr>
        <p:spPr bwMode="auto">
          <a:xfrm>
            <a:off x="4001990" y="414753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121" name="AutoShape 17"/>
          <p:cNvSpPr>
            <a:spLocks noChangeArrowheads="1"/>
          </p:cNvSpPr>
          <p:nvPr/>
        </p:nvSpPr>
        <p:spPr bwMode="auto">
          <a:xfrm>
            <a:off x="3500829" y="4392742"/>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122" name="AutoShape 17"/>
          <p:cNvSpPr>
            <a:spLocks noChangeArrowheads="1"/>
          </p:cNvSpPr>
          <p:nvPr/>
        </p:nvSpPr>
        <p:spPr bwMode="auto">
          <a:xfrm>
            <a:off x="5973907" y="4356591"/>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123" name="AutoShape 10"/>
          <p:cNvCxnSpPr>
            <a:cxnSpLocks noChangeShapeType="1"/>
            <a:stCxn id="120" idx="1"/>
            <a:endCxn id="121" idx="6"/>
          </p:cNvCxnSpPr>
          <p:nvPr/>
        </p:nvCxnSpPr>
        <p:spPr bwMode="auto">
          <a:xfrm rot="10800000" flipV="1">
            <a:off x="3608780" y="4272156"/>
            <a:ext cx="393211" cy="12058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10"/>
          <p:cNvCxnSpPr>
            <a:cxnSpLocks noChangeShapeType="1"/>
            <a:stCxn id="120" idx="3"/>
            <a:endCxn id="122" idx="6"/>
          </p:cNvCxnSpPr>
          <p:nvPr/>
        </p:nvCxnSpPr>
        <p:spPr bwMode="auto">
          <a:xfrm>
            <a:off x="4524277" y="4272156"/>
            <a:ext cx="1557580" cy="84435"/>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221"/>
          <p:cNvSpPr>
            <a:spLocks noChangeArrowheads="1"/>
          </p:cNvSpPr>
          <p:nvPr/>
        </p:nvSpPr>
        <p:spPr bwMode="auto">
          <a:xfrm rot="10800000">
            <a:off x="3168733" y="5246634"/>
            <a:ext cx="880093"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SVI PAIEMENT</a:t>
            </a:r>
          </a:p>
        </p:txBody>
      </p:sp>
      <p:cxnSp>
        <p:nvCxnSpPr>
          <p:cNvPr id="127" name="AutoShape 5"/>
          <p:cNvCxnSpPr>
            <a:cxnSpLocks noChangeShapeType="1"/>
            <a:stCxn id="142" idx="2"/>
            <a:endCxn id="126" idx="2"/>
          </p:cNvCxnSpPr>
          <p:nvPr/>
        </p:nvCxnSpPr>
        <p:spPr bwMode="auto">
          <a:xfrm rot="5400000">
            <a:off x="3526721" y="5164574"/>
            <a:ext cx="164118" cy="2"/>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8" name="AutoShape 6"/>
          <p:cNvSpPr>
            <a:spLocks noChangeArrowheads="1"/>
          </p:cNvSpPr>
          <p:nvPr/>
        </p:nvSpPr>
        <p:spPr bwMode="auto">
          <a:xfrm>
            <a:off x="3081167" y="4668942"/>
            <a:ext cx="1055224" cy="168625"/>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00071</a:t>
            </a:r>
            <a:r>
              <a:rPr lang="fr-FR" sz="600">
                <a:ea typeface="ＭＳ Ｐゴシック" charset="0"/>
              </a:rPr>
              <a:t>_SUSP_PAIEMENT</a:t>
            </a:r>
          </a:p>
        </p:txBody>
      </p:sp>
      <p:cxnSp>
        <p:nvCxnSpPr>
          <p:cNvPr id="130" name="AutoShape 10"/>
          <p:cNvCxnSpPr>
            <a:cxnSpLocks noChangeShapeType="1"/>
            <a:stCxn id="65" idx="0"/>
            <a:endCxn id="110" idx="2"/>
          </p:cNvCxnSpPr>
          <p:nvPr/>
        </p:nvCxnSpPr>
        <p:spPr bwMode="auto">
          <a:xfrm flipV="1">
            <a:off x="6085165" y="4800974"/>
            <a:ext cx="4463" cy="45858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AutoShape 27"/>
          <p:cNvSpPr>
            <a:spLocks noChangeArrowheads="1"/>
          </p:cNvSpPr>
          <p:nvPr/>
        </p:nvSpPr>
        <p:spPr bwMode="auto">
          <a:xfrm>
            <a:off x="6712093" y="4171348"/>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132" name="AutoShape 37"/>
          <p:cNvSpPr>
            <a:spLocks noChangeArrowheads="1"/>
          </p:cNvSpPr>
          <p:nvPr/>
        </p:nvSpPr>
        <p:spPr bwMode="auto">
          <a:xfrm>
            <a:off x="6661385" y="3593928"/>
            <a:ext cx="761816"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strike="sngStrike"/>
              <a:t>00070_SUSP_NMNI</a:t>
            </a:r>
          </a:p>
          <a:p>
            <a:pPr algn="ctr" eaLnBrk="0" hangingPunct="0"/>
            <a:r>
              <a:rPr lang="fr-FR" sz="600"/>
              <a:t>00079_SUSP_NMNI</a:t>
            </a:r>
          </a:p>
        </p:txBody>
      </p:sp>
      <p:sp>
        <p:nvSpPr>
          <p:cNvPr id="133" name="Text Box 157"/>
          <p:cNvSpPr txBox="1">
            <a:spLocks noChangeArrowheads="1"/>
          </p:cNvSpPr>
          <p:nvPr/>
        </p:nvSpPr>
        <p:spPr bwMode="auto">
          <a:xfrm>
            <a:off x="7094907" y="436269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34" name="Text Box 156"/>
          <p:cNvSpPr txBox="1">
            <a:spLocks noChangeArrowheads="1"/>
          </p:cNvSpPr>
          <p:nvPr/>
        </p:nvSpPr>
        <p:spPr bwMode="auto">
          <a:xfrm>
            <a:off x="7048014" y="3969226"/>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135" name="AutoShape 69"/>
          <p:cNvCxnSpPr>
            <a:cxnSpLocks noChangeShapeType="1"/>
            <a:stCxn id="132" idx="2"/>
            <a:endCxn id="131" idx="6"/>
          </p:cNvCxnSpPr>
          <p:nvPr/>
        </p:nvCxnSpPr>
        <p:spPr bwMode="auto">
          <a:xfrm>
            <a:off x="7042293" y="3778872"/>
            <a:ext cx="0" cy="39247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13"/>
          <p:cNvCxnSpPr>
            <a:cxnSpLocks noChangeShapeType="1"/>
            <a:stCxn id="144" idx="1"/>
            <a:endCxn id="119" idx="3"/>
          </p:cNvCxnSpPr>
          <p:nvPr/>
        </p:nvCxnSpPr>
        <p:spPr bwMode="auto">
          <a:xfrm flipH="1">
            <a:off x="5878870" y="3099128"/>
            <a:ext cx="541680" cy="5928"/>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7" name="AutoShape 69"/>
          <p:cNvCxnSpPr>
            <a:cxnSpLocks noChangeShapeType="1"/>
            <a:stCxn id="131" idx="2"/>
            <a:endCxn id="139" idx="0"/>
          </p:cNvCxnSpPr>
          <p:nvPr/>
        </p:nvCxnSpPr>
        <p:spPr bwMode="auto">
          <a:xfrm>
            <a:off x="7042293" y="4372960"/>
            <a:ext cx="5721" cy="18488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AutoShape 10"/>
          <p:cNvCxnSpPr>
            <a:cxnSpLocks noChangeShapeType="1"/>
            <a:stCxn id="120" idx="3"/>
            <a:endCxn id="131" idx="4"/>
          </p:cNvCxnSpPr>
          <p:nvPr/>
        </p:nvCxnSpPr>
        <p:spPr bwMode="auto">
          <a:xfrm flipV="1">
            <a:off x="4524277" y="4272154"/>
            <a:ext cx="2187816" cy="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AutoShape 55"/>
          <p:cNvSpPr>
            <a:spLocks noChangeArrowheads="1"/>
          </p:cNvSpPr>
          <p:nvPr/>
        </p:nvSpPr>
        <p:spPr bwMode="auto">
          <a:xfrm>
            <a:off x="6612777" y="4557840"/>
            <a:ext cx="870473" cy="1489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00079_SUSP_NMNI_X2</a:t>
            </a:r>
          </a:p>
        </p:txBody>
      </p:sp>
      <p:cxnSp>
        <p:nvCxnSpPr>
          <p:cNvPr id="140" name="AutoShape 5"/>
          <p:cNvCxnSpPr>
            <a:cxnSpLocks noChangeShapeType="1"/>
            <a:stCxn id="139" idx="2"/>
            <a:endCxn id="65" idx="0"/>
          </p:cNvCxnSpPr>
          <p:nvPr/>
        </p:nvCxnSpPr>
        <p:spPr bwMode="auto">
          <a:xfrm rot="5400000">
            <a:off x="6290226" y="4501767"/>
            <a:ext cx="552729" cy="962849"/>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2" name="AutoShape 31">
            <a:hlinkClick r:id="" action="ppaction://noaction"/>
          </p:cNvPr>
          <p:cNvSpPr>
            <a:spLocks noChangeArrowheads="1"/>
          </p:cNvSpPr>
          <p:nvPr/>
        </p:nvSpPr>
        <p:spPr bwMode="auto">
          <a:xfrm>
            <a:off x="3046572" y="4913890"/>
            <a:ext cx="1124417" cy="16862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00B050"/>
                </a:solidFill>
              </a:rPr>
              <a:t>FIXE_PAIEMENT</a:t>
            </a:r>
          </a:p>
        </p:txBody>
      </p:sp>
      <p:cxnSp>
        <p:nvCxnSpPr>
          <p:cNvPr id="143" name="AutoShape 10"/>
          <p:cNvCxnSpPr>
            <a:cxnSpLocks noChangeShapeType="1"/>
            <a:stCxn id="128" idx="2"/>
            <a:endCxn id="142" idx="0"/>
          </p:cNvCxnSpPr>
          <p:nvPr/>
        </p:nvCxnSpPr>
        <p:spPr bwMode="auto">
          <a:xfrm>
            <a:off x="3608779" y="4837567"/>
            <a:ext cx="2" cy="7632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Rectangle 68"/>
          <p:cNvSpPr>
            <a:spLocks noChangeArrowheads="1"/>
          </p:cNvSpPr>
          <p:nvPr/>
        </p:nvSpPr>
        <p:spPr bwMode="auto">
          <a:xfrm>
            <a:off x="6420550" y="2845212"/>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74" name="AutoShape 68">
            <a:hlinkClick r:id="rId4" action="ppaction://hlinksldjump"/>
          </p:cNvPr>
          <p:cNvSpPr>
            <a:spLocks noChangeArrowheads="1"/>
          </p:cNvSpPr>
          <p:nvPr/>
        </p:nvSpPr>
        <p:spPr bwMode="auto">
          <a:xfrm>
            <a:off x="2690642" y="1323418"/>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80" name="AutoShape 6"/>
          <p:cNvSpPr>
            <a:spLocks noChangeArrowheads="1"/>
          </p:cNvSpPr>
          <p:nvPr/>
        </p:nvSpPr>
        <p:spPr bwMode="auto">
          <a:xfrm>
            <a:off x="515562" y="1677601"/>
            <a:ext cx="1483067" cy="285477"/>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00070</a:t>
            </a:r>
            <a:r>
              <a:rPr lang="fr-FR" sz="600">
                <a:ea typeface="ＭＳ Ｐゴシック" charset="0"/>
              </a:rPr>
              <a:t>_WCB_SUSP_PAIEMENT_MENU</a:t>
            </a:r>
          </a:p>
        </p:txBody>
      </p:sp>
      <p:cxnSp>
        <p:nvCxnSpPr>
          <p:cNvPr id="84" name="AutoShape 10"/>
          <p:cNvCxnSpPr>
            <a:cxnSpLocks noChangeShapeType="1"/>
            <a:stCxn id="74" idx="1"/>
            <a:endCxn id="80" idx="0"/>
          </p:cNvCxnSpPr>
          <p:nvPr/>
        </p:nvCxnSpPr>
        <p:spPr bwMode="auto">
          <a:xfrm rot="10800000" flipV="1">
            <a:off x="1257096" y="1483755"/>
            <a:ext cx="1433546" cy="193845"/>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10"/>
          <p:cNvCxnSpPr>
            <a:cxnSpLocks noChangeShapeType="1"/>
            <a:stCxn id="69" idx="2"/>
            <a:endCxn id="142" idx="1"/>
          </p:cNvCxnSpPr>
          <p:nvPr/>
        </p:nvCxnSpPr>
        <p:spPr bwMode="auto">
          <a:xfrm rot="5400000" flipH="1" flipV="1">
            <a:off x="2607914" y="4564969"/>
            <a:ext cx="5423" cy="871891"/>
          </a:xfrm>
          <a:prstGeom prst="bentConnector4">
            <a:avLst>
              <a:gd name="adj1" fmla="val -4215379"/>
              <a:gd name="adj2" fmla="val 83749"/>
            </a:avLst>
          </a:prstGeom>
          <a:ln>
            <a:headEnd/>
            <a:tailEnd type="triangle"/>
          </a:ln>
        </p:spPr>
        <p:style>
          <a:lnRef idx="1">
            <a:schemeClr val="accent2"/>
          </a:lnRef>
          <a:fillRef idx="0">
            <a:schemeClr val="accent2"/>
          </a:fillRef>
          <a:effectRef idx="0">
            <a:schemeClr val="accent2"/>
          </a:effectRef>
          <a:fontRef idx="minor">
            <a:schemeClr val="tx1"/>
          </a:fontRef>
        </p:style>
      </p:cxnSp>
      <p:cxnSp>
        <p:nvCxnSpPr>
          <p:cNvPr id="97" name="AutoShape 10"/>
          <p:cNvCxnSpPr>
            <a:cxnSpLocks noChangeShapeType="1"/>
            <a:stCxn id="80" idx="2"/>
            <a:endCxn id="93" idx="0"/>
          </p:cNvCxnSpPr>
          <p:nvPr/>
        </p:nvCxnSpPr>
        <p:spPr bwMode="auto">
          <a:xfrm>
            <a:off x="1257096" y="1963078"/>
            <a:ext cx="1" cy="260387"/>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17" name="Titre 1"/>
          <p:cNvSpPr>
            <a:spLocks noGrp="1"/>
          </p:cNvSpPr>
          <p:nvPr>
            <p:ph type="title"/>
          </p:nvPr>
        </p:nvSpPr>
        <p:spPr>
          <a:xfrm>
            <a:off x="2717424" y="43653"/>
            <a:ext cx="6077325" cy="261147"/>
          </a:xfrm>
        </p:spPr>
        <p:txBody>
          <a:bodyPr>
            <a:normAutofit/>
          </a:bodyPr>
          <a:lstStyle/>
          <a:p>
            <a:r>
              <a:rPr lang="fr-FR" sz="1400">
                <a:effectLst>
                  <a:outerShdw blurRad="38100" dist="38100" dir="2700000" algn="tl">
                    <a:srgbClr val="000000">
                      <a:alpha val="43137"/>
                    </a:srgbClr>
                  </a:outerShdw>
                </a:effectLst>
              </a:rPr>
              <a:t>SUSPENDU</a:t>
            </a:r>
            <a:endParaRPr lang="fr-FR" sz="1400"/>
          </a:p>
        </p:txBody>
      </p:sp>
      <p:sp>
        <p:nvSpPr>
          <p:cNvPr id="79" name="Text Box 157"/>
          <p:cNvSpPr txBox="1">
            <a:spLocks noChangeArrowheads="1"/>
          </p:cNvSpPr>
          <p:nvPr/>
        </p:nvSpPr>
        <p:spPr bwMode="auto">
          <a:xfrm>
            <a:off x="1984096" y="1307908"/>
            <a:ext cx="79220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a:t>
            </a:r>
            <a:endParaRPr lang="fr-FR" sz="600" strike="sngStrike">
              <a:solidFill>
                <a:srgbClr val="3333FF"/>
              </a:solidFill>
            </a:endParaRPr>
          </a:p>
        </p:txBody>
      </p:sp>
      <p:sp>
        <p:nvSpPr>
          <p:cNvPr id="93" name="Rectangle 8"/>
          <p:cNvSpPr>
            <a:spLocks noChangeArrowheads="1"/>
          </p:cNvSpPr>
          <p:nvPr/>
        </p:nvSpPr>
        <p:spPr bwMode="auto">
          <a:xfrm>
            <a:off x="32657" y="2223465"/>
            <a:ext cx="2448879" cy="2133126"/>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600">
                <a:solidFill>
                  <a:srgbClr val="FF0000"/>
                </a:solidFill>
                <a:latin typeface="Arial" pitchFamily="34" charset="0"/>
                <a:ea typeface="ＭＳ Ｐゴシック" charset="-128"/>
              </a:rPr>
              <a:t>FIXE MENU SUSPENDU WCB</a:t>
            </a:r>
            <a:br>
              <a:rPr lang="fr-FR" sz="600" b="1">
                <a:solidFill>
                  <a:srgbClr val="FF0000"/>
                </a:solidFill>
                <a:latin typeface="Arial" pitchFamily="34" charset="0"/>
                <a:ea typeface="ＭＳ Ｐゴシック" charset="-128"/>
              </a:rPr>
            </a:br>
            <a:r>
              <a:rPr lang="fr-FR" sz="600">
                <a:latin typeface="Arial" pitchFamily="34" charset="0"/>
                <a:ea typeface="ＭＳ Ｐゴシック" charset="-128"/>
              </a:rPr>
              <a:t> </a:t>
            </a:r>
            <a:r>
              <a:rPr lang="fr-FR" sz="700">
                <a:latin typeface="Arial" pitchFamily="34" charset="0"/>
                <a:cs typeface="Arial" pitchFamily="34" charset="0"/>
              </a:rPr>
              <a:t>Malgré nos différentes relances nous n’avons toujours pas reçu votre règlement. </a:t>
            </a:r>
          </a:p>
          <a:p>
            <a:pPr algn="ctr"/>
            <a:r>
              <a:rPr lang="fr-FR" sz="700">
                <a:latin typeface="Arial" pitchFamily="34" charset="0"/>
                <a:cs typeface="Arial" pitchFamily="34" charset="0"/>
              </a:rPr>
              <a:t>C’est pourquoi vos services et votre ligne téléphonique sont actuellement suspendus. </a:t>
            </a:r>
          </a:p>
          <a:p>
            <a:pPr algn="ctr"/>
            <a:r>
              <a:rPr lang="fr-FR" sz="700">
                <a:latin typeface="Arial" pitchFamily="34" charset="0"/>
                <a:cs typeface="Arial" pitchFamily="34" charset="0"/>
              </a:rPr>
              <a:t>Vous ne pouvez donc plus Emettre d’appels, hormis les numéros d'urgence et de votre service client. </a:t>
            </a:r>
          </a:p>
          <a:p>
            <a:pPr algn="ctr"/>
            <a:r>
              <a:rPr lang="fr-FR" sz="700">
                <a:latin typeface="Arial" pitchFamily="34" charset="0"/>
                <a:cs typeface="Arial" pitchFamily="34" charset="0"/>
              </a:rPr>
              <a:t>En raison de cette situation, et puisque nos conseillers ne seront pas en mesure de pouvoir enregistrer votre paiement au téléphone, ni de traiter l’intégralité de vos demandes nous allons vous mettre en relation avec notre serveur vocal </a:t>
            </a:r>
            <a:r>
              <a:rPr lang="fr-FR" sz="700" err="1">
                <a:latin typeface="Arial" pitchFamily="34" charset="0"/>
                <a:cs typeface="Arial" pitchFamily="34" charset="0"/>
              </a:rPr>
              <a:t>sécruisé</a:t>
            </a:r>
            <a:r>
              <a:rPr lang="fr-FR" sz="700">
                <a:latin typeface="Arial" pitchFamily="34" charset="0"/>
                <a:cs typeface="Arial" pitchFamily="34" charset="0"/>
              </a:rPr>
              <a:t> pour régler votre facture par carte bancaire.</a:t>
            </a:r>
          </a:p>
          <a:p>
            <a:pPr algn="ctr"/>
            <a:r>
              <a:rPr lang="fr-FR" sz="700">
                <a:latin typeface="Arial" pitchFamily="34" charset="0"/>
                <a:cs typeface="Arial" pitchFamily="34" charset="0"/>
              </a:rPr>
              <a:t>Vous pouvez aussi </a:t>
            </a:r>
            <a:r>
              <a:rPr lang="fr-FR" sz="700" err="1">
                <a:latin typeface="Arial" pitchFamily="34" charset="0"/>
                <a:cs typeface="Arial" pitchFamily="34" charset="0"/>
              </a:rPr>
              <a:t>regler</a:t>
            </a:r>
            <a:r>
              <a:rPr lang="fr-FR" sz="700">
                <a:latin typeface="Arial" pitchFamily="34" charset="0"/>
                <a:cs typeface="Arial" pitchFamily="34" charset="0"/>
              </a:rPr>
              <a:t> votre facture par carte bancaire sur votre Espace Client rubrique « Payer vos factures » , ou sur l’application </a:t>
            </a:r>
            <a:r>
              <a:rPr lang="fr-FR" sz="700" err="1">
                <a:latin typeface="Arial" pitchFamily="34" charset="0"/>
                <a:cs typeface="Arial" pitchFamily="34" charset="0"/>
              </a:rPr>
              <a:t>SFR&amp;Moi</a:t>
            </a:r>
            <a:r>
              <a:rPr lang="fr-FR" sz="700">
                <a:latin typeface="Arial" pitchFamily="34" charset="0"/>
                <a:cs typeface="Arial" pitchFamily="34" charset="0"/>
              </a:rPr>
              <a:t> rubrique « Conso » puis onglet « Facture ». </a:t>
            </a:r>
          </a:p>
          <a:p>
            <a:pPr algn="ctr"/>
            <a:r>
              <a:rPr lang="fr-FR" sz="700">
                <a:latin typeface="Arial" pitchFamily="34" charset="0"/>
                <a:cs typeface="Arial" pitchFamily="34" charset="0"/>
              </a:rPr>
              <a:t>Toutefois pour être mis en relation avec un conseiller merci d'appuyer maintenant sur *.</a:t>
            </a:r>
          </a:p>
        </p:txBody>
      </p:sp>
      <p:sp>
        <p:nvSpPr>
          <p:cNvPr id="119" name="Rectangle 8"/>
          <p:cNvSpPr>
            <a:spLocks noChangeArrowheads="1"/>
          </p:cNvSpPr>
          <p:nvPr/>
        </p:nvSpPr>
        <p:spPr bwMode="auto">
          <a:xfrm>
            <a:off x="2646635" y="2574437"/>
            <a:ext cx="3232235" cy="1061237"/>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700">
                <a:solidFill>
                  <a:srgbClr val="FF0000"/>
                </a:solidFill>
                <a:latin typeface="Arial" pitchFamily="34" charset="0"/>
                <a:ea typeface="ＭＳ Ｐゴシック" charset="-128"/>
              </a:rPr>
              <a:t>FIXE MENU SUSPENDU</a:t>
            </a:r>
            <a:br>
              <a:rPr lang="fr-FR" sz="700" b="1">
                <a:solidFill>
                  <a:srgbClr val="FF0000"/>
                </a:solidFill>
                <a:latin typeface="Arial" pitchFamily="34" charset="0"/>
                <a:ea typeface="ＭＳ Ｐゴシック" charset="-128"/>
              </a:rPr>
            </a:br>
            <a:r>
              <a:rPr lang="fr-FR" sz="700">
                <a:latin typeface="Arial" pitchFamily="34" charset="0"/>
                <a:ea typeface="ＭＳ Ｐゴシック" charset="-128"/>
              </a:rPr>
              <a:t> </a:t>
            </a:r>
            <a:r>
              <a:rPr lang="fr-FR" sz="700">
                <a:latin typeface="Arial" pitchFamily="34" charset="0"/>
                <a:cs typeface="Arial" pitchFamily="34" charset="0"/>
              </a:rPr>
              <a:t>Malgré nos différentes relances nous n</a:t>
            </a:r>
            <a:r>
              <a:rPr lang="fr-FR" altLang="fr-FR" sz="700">
                <a:latin typeface="Arial" pitchFamily="34" charset="0"/>
                <a:cs typeface="Arial" pitchFamily="34" charset="0"/>
              </a:rPr>
              <a:t>’</a:t>
            </a:r>
            <a:r>
              <a:rPr lang="fr-FR" sz="700">
                <a:latin typeface="Arial" pitchFamily="34" charset="0"/>
                <a:cs typeface="Arial" pitchFamily="34" charset="0"/>
              </a:rPr>
              <a:t>avons toujours pas reçu votre règlement. C</a:t>
            </a:r>
            <a:r>
              <a:rPr lang="fr-FR" altLang="fr-FR" sz="700">
                <a:latin typeface="Arial" pitchFamily="34" charset="0"/>
                <a:cs typeface="Arial" pitchFamily="34" charset="0"/>
              </a:rPr>
              <a:t>’</a:t>
            </a:r>
            <a:r>
              <a:rPr lang="fr-FR" sz="700">
                <a:latin typeface="Arial" pitchFamily="34" charset="0"/>
                <a:cs typeface="Arial" pitchFamily="34" charset="0"/>
              </a:rPr>
              <a:t>est pourquoi vos services et votre ligne téléphonique sont actuellement suspendus. Vous ne pouvez donc plus Emettre d</a:t>
            </a:r>
            <a:r>
              <a:rPr lang="fr-FR" altLang="fr-FR" sz="700">
                <a:latin typeface="Arial" pitchFamily="34" charset="0"/>
                <a:cs typeface="Arial" pitchFamily="34" charset="0"/>
              </a:rPr>
              <a:t>’</a:t>
            </a:r>
            <a:r>
              <a:rPr lang="fr-FR" sz="700">
                <a:latin typeface="Arial" pitchFamily="34" charset="0"/>
                <a:cs typeface="Arial" pitchFamily="34" charset="0"/>
              </a:rPr>
              <a:t>appels, hormis les numéros d'urgence et de votre service client.</a:t>
            </a:r>
          </a:p>
          <a:p>
            <a:pPr algn="ctr"/>
            <a:r>
              <a:rPr lang="fr-FR" sz="700">
                <a:latin typeface="Arial" pitchFamily="34" charset="0"/>
                <a:cs typeface="Arial" pitchFamily="34" charset="0"/>
              </a:rPr>
              <a:t>Pour régler votre facture par carte bancaire sur notre serveur vocal sécurisé, tapez 1</a:t>
            </a:r>
          </a:p>
          <a:p>
            <a:pPr algn="ctr"/>
            <a:r>
              <a:rPr lang="fr-FR" sz="700">
                <a:latin typeface="Arial" pitchFamily="34" charset="0"/>
                <a:cs typeface="Arial" pitchFamily="34" charset="0"/>
              </a:rPr>
              <a:t> sinon tapez 2</a:t>
            </a:r>
          </a:p>
        </p:txBody>
      </p:sp>
      <p:cxnSp>
        <p:nvCxnSpPr>
          <p:cNvPr id="3" name="Connecteur droit 2"/>
          <p:cNvCxnSpPr>
            <a:stCxn id="116" idx="0"/>
            <a:endCxn id="74" idx="0"/>
          </p:cNvCxnSpPr>
          <p:nvPr/>
        </p:nvCxnSpPr>
        <p:spPr bwMode="auto">
          <a:xfrm flipH="1">
            <a:off x="3081167" y="1057584"/>
            <a:ext cx="1" cy="2658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104"/>
          <p:cNvSpPr>
            <a:spLocks noChangeArrowheads="1"/>
          </p:cNvSpPr>
          <p:nvPr/>
        </p:nvSpPr>
        <p:spPr bwMode="auto">
          <a:xfrm>
            <a:off x="1076274" y="4529868"/>
            <a:ext cx="352622" cy="2984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1400" b="0"/>
              <a:t>*</a:t>
            </a:r>
          </a:p>
        </p:txBody>
      </p:sp>
      <p:sp>
        <p:nvSpPr>
          <p:cNvPr id="99" name="Text Box 156"/>
          <p:cNvSpPr txBox="1">
            <a:spLocks noChangeArrowheads="1"/>
          </p:cNvSpPr>
          <p:nvPr/>
        </p:nvSpPr>
        <p:spPr bwMode="auto">
          <a:xfrm>
            <a:off x="1495560" y="4474333"/>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00" name="Text Box 157"/>
          <p:cNvSpPr txBox="1">
            <a:spLocks noChangeArrowheads="1"/>
          </p:cNvSpPr>
          <p:nvPr/>
        </p:nvSpPr>
        <p:spPr bwMode="auto">
          <a:xfrm>
            <a:off x="647512" y="448131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63" name="Connecteur droit 62"/>
          <p:cNvCxnSpPr>
            <a:stCxn id="93" idx="2"/>
            <a:endCxn id="98" idx="0"/>
          </p:cNvCxnSpPr>
          <p:nvPr/>
        </p:nvCxnSpPr>
        <p:spPr bwMode="auto">
          <a:xfrm flipH="1">
            <a:off x="1252585" y="4356591"/>
            <a:ext cx="4512" cy="173277"/>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Forme libre 74"/>
          <p:cNvSpPr/>
          <p:nvPr/>
        </p:nvSpPr>
        <p:spPr bwMode="auto">
          <a:xfrm>
            <a:off x="24740" y="4700789"/>
            <a:ext cx="6045551" cy="1340474"/>
          </a:xfrm>
          <a:custGeom>
            <a:avLst/>
            <a:gdLst>
              <a:gd name="connsiteX0" fmla="*/ 1069964 w 6208635"/>
              <a:gd name="connsiteY0" fmla="*/ 0 h 1340474"/>
              <a:gd name="connsiteX1" fmla="*/ 374505 w 6208635"/>
              <a:gd name="connsiteY1" fmla="*/ 1326524 h 1340474"/>
              <a:gd name="connsiteX2" fmla="*/ 6208635 w 6208635"/>
              <a:gd name="connsiteY2" fmla="*/ 579549 h 1340474"/>
            </a:gdLst>
            <a:ahLst/>
            <a:cxnLst>
              <a:cxn ang="0">
                <a:pos x="connsiteX0" y="connsiteY0"/>
              </a:cxn>
              <a:cxn ang="0">
                <a:pos x="connsiteX1" y="connsiteY1"/>
              </a:cxn>
              <a:cxn ang="0">
                <a:pos x="connsiteX2" y="connsiteY2"/>
              </a:cxn>
            </a:cxnLst>
            <a:rect l="l" t="t" r="r" b="b"/>
            <a:pathLst>
              <a:path w="6208635" h="1340474">
                <a:moveTo>
                  <a:pt x="1069964" y="0"/>
                </a:moveTo>
                <a:cubicBezTo>
                  <a:pt x="294012" y="614966"/>
                  <a:pt x="-481940" y="1229932"/>
                  <a:pt x="374505" y="1326524"/>
                </a:cubicBezTo>
                <a:cubicBezTo>
                  <a:pt x="1230950" y="1423116"/>
                  <a:pt x="3719792" y="1001332"/>
                  <a:pt x="6208635" y="579549"/>
                </a:cubicBezTo>
              </a:path>
            </a:pathLst>
          </a:custGeom>
          <a:no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6" name="Text Box 157"/>
          <p:cNvSpPr txBox="1">
            <a:spLocks noChangeArrowheads="1"/>
          </p:cNvSpPr>
          <p:nvPr/>
        </p:nvSpPr>
        <p:spPr bwMode="auto">
          <a:xfrm>
            <a:off x="2432993" y="120925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47" name="Text Box 156"/>
          <p:cNvSpPr txBox="1">
            <a:spLocks noChangeArrowheads="1"/>
          </p:cNvSpPr>
          <p:nvPr/>
        </p:nvSpPr>
        <p:spPr bwMode="auto">
          <a:xfrm>
            <a:off x="3499179" y="128522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69" name="AutoShape 6"/>
          <p:cNvSpPr>
            <a:spLocks noChangeArrowheads="1"/>
          </p:cNvSpPr>
          <p:nvPr/>
        </p:nvSpPr>
        <p:spPr bwMode="auto">
          <a:xfrm>
            <a:off x="1586170" y="4796661"/>
            <a:ext cx="1177021" cy="206965"/>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00071_WCB</a:t>
            </a:r>
            <a:r>
              <a:rPr lang="fr-FR" sz="600">
                <a:ea typeface="ＭＳ Ｐゴシック" charset="0"/>
              </a:rPr>
              <a:t>_SUSP_PAIEMENT</a:t>
            </a:r>
          </a:p>
        </p:txBody>
      </p:sp>
      <p:sp>
        <p:nvSpPr>
          <p:cNvPr id="70" name="AutoShape 6"/>
          <p:cNvSpPr>
            <a:spLocks noChangeArrowheads="1"/>
          </p:cNvSpPr>
          <p:nvPr/>
        </p:nvSpPr>
        <p:spPr bwMode="auto">
          <a:xfrm>
            <a:off x="515562" y="5928732"/>
            <a:ext cx="1304417" cy="225300"/>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00072_WCB</a:t>
            </a:r>
            <a:r>
              <a:rPr lang="fr-FR" sz="600">
                <a:ea typeface="ＭＳ Ｐゴシック" charset="0"/>
              </a:rPr>
              <a:t>_SUSP_TRANSFERT</a:t>
            </a:r>
          </a:p>
        </p:txBody>
      </p:sp>
      <p:sp>
        <p:nvSpPr>
          <p:cNvPr id="65" name="AutoShape 73"/>
          <p:cNvSpPr>
            <a:spLocks noChangeArrowheads="1"/>
          </p:cNvSpPr>
          <p:nvPr/>
        </p:nvSpPr>
        <p:spPr bwMode="auto">
          <a:xfrm>
            <a:off x="5741707" y="5259556"/>
            <a:ext cx="686915"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67" name="AutoShape 14"/>
          <p:cNvSpPr>
            <a:spLocks noChangeArrowheads="1"/>
          </p:cNvSpPr>
          <p:nvPr/>
        </p:nvSpPr>
        <p:spPr bwMode="auto">
          <a:xfrm>
            <a:off x="4512686" y="5620291"/>
            <a:ext cx="1159839" cy="20059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00072_SUSPENDU_HNO_COM</a:t>
            </a:r>
          </a:p>
        </p:txBody>
      </p:sp>
      <p:cxnSp>
        <p:nvCxnSpPr>
          <p:cNvPr id="68" name="Connecteur droit 67"/>
          <p:cNvCxnSpPr>
            <a:stCxn id="67" idx="2"/>
            <a:endCxn id="73" idx="2"/>
          </p:cNvCxnSpPr>
          <p:nvPr/>
        </p:nvCxnSpPr>
        <p:spPr bwMode="auto">
          <a:xfrm flipH="1">
            <a:off x="5090747" y="5820890"/>
            <a:ext cx="1859" cy="105212"/>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11">
            <a:hlinkClick r:id="rId5" action="ppaction://hlinksldjump"/>
          </p:cNvPr>
          <p:cNvSpPr>
            <a:spLocks noChangeArrowheads="1"/>
          </p:cNvSpPr>
          <p:nvPr/>
        </p:nvSpPr>
        <p:spPr bwMode="auto">
          <a:xfrm rot="10800000">
            <a:off x="4793506" y="5926102"/>
            <a:ext cx="594482" cy="27038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cxnSp>
        <p:nvCxnSpPr>
          <p:cNvPr id="76" name="Connecteur en angle 75"/>
          <p:cNvCxnSpPr>
            <a:stCxn id="65" idx="1"/>
            <a:endCxn id="67" idx="0"/>
          </p:cNvCxnSpPr>
          <p:nvPr/>
        </p:nvCxnSpPr>
        <p:spPr bwMode="auto">
          <a:xfrm rot="10800000" flipV="1">
            <a:off x="5092607" y="5451362"/>
            <a:ext cx="649101" cy="16892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ZoneTexte 76"/>
          <p:cNvSpPr txBox="1"/>
          <p:nvPr/>
        </p:nvSpPr>
        <p:spPr>
          <a:xfrm>
            <a:off x="5356150" y="5403047"/>
            <a:ext cx="443431" cy="200055"/>
          </a:xfrm>
          <a:prstGeom prst="rect">
            <a:avLst/>
          </a:prstGeom>
          <a:noFill/>
        </p:spPr>
        <p:txBody>
          <a:bodyPr wrap="square" rtlCol="0">
            <a:spAutoFit/>
          </a:bodyPr>
          <a:lstStyle/>
          <a:p>
            <a:pPr algn="ctr"/>
            <a:r>
              <a:rPr lang="fr-FR" sz="700"/>
              <a:t>HNO</a:t>
            </a:r>
          </a:p>
        </p:txBody>
      </p:sp>
      <p:sp>
        <p:nvSpPr>
          <p:cNvPr id="82" name="ZoneTexte 81"/>
          <p:cNvSpPr txBox="1"/>
          <p:nvPr/>
        </p:nvSpPr>
        <p:spPr>
          <a:xfrm>
            <a:off x="6537252" y="5282352"/>
            <a:ext cx="443431" cy="200055"/>
          </a:xfrm>
          <a:prstGeom prst="rect">
            <a:avLst/>
          </a:prstGeom>
          <a:noFill/>
        </p:spPr>
        <p:txBody>
          <a:bodyPr wrap="square" rtlCol="0">
            <a:spAutoFit/>
          </a:bodyPr>
          <a:lstStyle/>
          <a:p>
            <a:pPr algn="ctr"/>
            <a:r>
              <a:rPr lang="fr-FR" sz="700"/>
              <a:t>HO</a:t>
            </a:r>
          </a:p>
        </p:txBody>
      </p:sp>
      <p:sp>
        <p:nvSpPr>
          <p:cNvPr id="85" name="AutoShape 10">
            <a:hlinkClick r:id="rId6" action="ppaction://hlinksldjump"/>
          </p:cNvPr>
          <p:cNvSpPr>
            <a:spLocks noChangeArrowheads="1"/>
          </p:cNvSpPr>
          <p:nvPr/>
        </p:nvSpPr>
        <p:spPr bwMode="auto">
          <a:xfrm rot="10800000">
            <a:off x="8149139" y="6578398"/>
            <a:ext cx="748294" cy="25676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SUSPENDU 2</a:t>
            </a:r>
          </a:p>
        </p:txBody>
      </p:sp>
      <p:sp>
        <p:nvSpPr>
          <p:cNvPr id="94" name="AutoShape 14"/>
          <p:cNvSpPr>
            <a:spLocks noChangeArrowheads="1"/>
          </p:cNvSpPr>
          <p:nvPr/>
        </p:nvSpPr>
        <p:spPr bwMode="auto">
          <a:xfrm>
            <a:off x="7936726" y="6205159"/>
            <a:ext cx="1173123"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00072_SUSPENDU_HO_COM</a:t>
            </a:r>
          </a:p>
        </p:txBody>
      </p:sp>
      <p:sp>
        <p:nvSpPr>
          <p:cNvPr id="95" name="AutoShape 31">
            <a:hlinkClick r:id="" action="ppaction://noaction"/>
          </p:cNvPr>
          <p:cNvSpPr>
            <a:spLocks noChangeArrowheads="1"/>
          </p:cNvSpPr>
          <p:nvPr/>
        </p:nvSpPr>
        <p:spPr bwMode="auto">
          <a:xfrm>
            <a:off x="8016160" y="6361152"/>
            <a:ext cx="1014253" cy="14759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FIXE_SUSPENDU_HO</a:t>
            </a:r>
          </a:p>
        </p:txBody>
      </p:sp>
      <p:sp>
        <p:nvSpPr>
          <p:cNvPr id="62" name="Rectangle 8">
            <a:extLst>
              <a:ext uri="{FF2B5EF4-FFF2-40B4-BE49-F238E27FC236}">
                <a16:creationId xmlns:a16="http://schemas.microsoft.com/office/drawing/2014/main" id="{C9488228-A1C7-4762-B149-BC040857899C}"/>
              </a:ext>
            </a:extLst>
          </p:cNvPr>
          <p:cNvSpPr>
            <a:spLocks noChangeArrowheads="1"/>
          </p:cNvSpPr>
          <p:nvPr/>
        </p:nvSpPr>
        <p:spPr bwMode="auto">
          <a:xfrm>
            <a:off x="6482140" y="1627063"/>
            <a:ext cx="2619727" cy="896271"/>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700" dirty="0">
                <a:solidFill>
                  <a:srgbClr val="FF0000"/>
                </a:solidFill>
                <a:latin typeface="Arial" pitchFamily="34" charset="0"/>
                <a:ea typeface="ＭＳ Ｐゴシック" charset="-128"/>
              </a:rPr>
              <a:t>FIXE MENU SUSPENDU RDGU</a:t>
            </a:r>
            <a:br>
              <a:rPr lang="fr-FR" sz="700" b="1" dirty="0">
                <a:solidFill>
                  <a:srgbClr val="FF0000"/>
                </a:solidFill>
                <a:latin typeface="Arial" pitchFamily="34" charset="0"/>
                <a:ea typeface="ＭＳ Ｐゴシック" charset="-128"/>
              </a:rPr>
            </a:br>
            <a:r>
              <a:rPr lang="fr-FR" sz="700" dirty="0">
                <a:latin typeface="Arial" pitchFamily="34" charset="0"/>
                <a:ea typeface="ＭＳ Ｐゴシック" charset="-128"/>
              </a:rPr>
              <a:t> </a:t>
            </a:r>
            <a:r>
              <a:rPr lang="fr-FR" sz="700" dirty="0">
                <a:latin typeface="Arial" pitchFamily="34" charset="0"/>
                <a:cs typeface="Arial" pitchFamily="34" charset="0"/>
              </a:rPr>
              <a:t>Malgré nos différentes relances nous n</a:t>
            </a:r>
            <a:r>
              <a:rPr lang="fr-FR" altLang="fr-FR" sz="700" dirty="0">
                <a:latin typeface="Arial" pitchFamily="34" charset="0"/>
                <a:cs typeface="Arial" pitchFamily="34" charset="0"/>
              </a:rPr>
              <a:t>’</a:t>
            </a:r>
            <a:r>
              <a:rPr lang="fr-FR" sz="700" dirty="0">
                <a:latin typeface="Arial" pitchFamily="34" charset="0"/>
                <a:cs typeface="Arial" pitchFamily="34" charset="0"/>
              </a:rPr>
              <a:t>avons toujours pas reçu votre règlement. C</a:t>
            </a:r>
            <a:r>
              <a:rPr lang="fr-FR" altLang="fr-FR" sz="700" dirty="0">
                <a:latin typeface="Arial" pitchFamily="34" charset="0"/>
                <a:cs typeface="Arial" pitchFamily="34" charset="0"/>
              </a:rPr>
              <a:t>’</a:t>
            </a:r>
            <a:r>
              <a:rPr lang="fr-FR" sz="700" dirty="0">
                <a:latin typeface="Arial" pitchFamily="34" charset="0"/>
                <a:cs typeface="Arial" pitchFamily="34" charset="0"/>
              </a:rPr>
              <a:t>est pourquoi vo services et votre ligne téléphonique sont actuellement </a:t>
            </a:r>
            <a:r>
              <a:rPr lang="fr-FR" sz="700" dirty="0" err="1">
                <a:latin typeface="Arial" pitchFamily="34" charset="0"/>
                <a:cs typeface="Arial" pitchFamily="34" charset="0"/>
              </a:rPr>
              <a:t>susspendus</a:t>
            </a:r>
            <a:r>
              <a:rPr lang="fr-FR" sz="700" dirty="0">
                <a:latin typeface="Arial" pitchFamily="34" charset="0"/>
                <a:cs typeface="Arial" pitchFamily="34" charset="0"/>
              </a:rPr>
              <a:t>. Vous ne pouvez donc plus Emettre d</a:t>
            </a:r>
            <a:r>
              <a:rPr lang="fr-FR" altLang="fr-FR" sz="700" dirty="0">
                <a:latin typeface="Arial" pitchFamily="34" charset="0"/>
                <a:cs typeface="Arial" pitchFamily="34" charset="0"/>
              </a:rPr>
              <a:t>’</a:t>
            </a:r>
            <a:r>
              <a:rPr lang="fr-FR" sz="700" dirty="0">
                <a:latin typeface="Arial" pitchFamily="34" charset="0"/>
                <a:cs typeface="Arial" pitchFamily="34" charset="0"/>
              </a:rPr>
              <a:t>appels, hormis les numéros d'urgence et de votre service client. Vous allez donc être mis en relation avec le service client commercial</a:t>
            </a:r>
          </a:p>
        </p:txBody>
      </p:sp>
      <p:sp>
        <p:nvSpPr>
          <p:cNvPr id="71" name="AutoShape 6">
            <a:extLst>
              <a:ext uri="{FF2B5EF4-FFF2-40B4-BE49-F238E27FC236}">
                <a16:creationId xmlns:a16="http://schemas.microsoft.com/office/drawing/2014/main" id="{3B10E35F-6C01-4E97-8E5B-0CDEAFAC40A1}"/>
              </a:ext>
            </a:extLst>
          </p:cNvPr>
          <p:cNvSpPr>
            <a:spLocks noChangeArrowheads="1"/>
          </p:cNvSpPr>
          <p:nvPr/>
        </p:nvSpPr>
        <p:spPr bwMode="auto">
          <a:xfrm>
            <a:off x="2702576" y="2004403"/>
            <a:ext cx="1465249" cy="210036"/>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00070</a:t>
            </a:r>
            <a:r>
              <a:rPr lang="fr-FR" sz="600">
                <a:ea typeface="ＭＳ Ｐゴシック" charset="0"/>
              </a:rPr>
              <a:t>_SUSP_PAIEMENT_RDGU_NOK</a:t>
            </a:r>
          </a:p>
        </p:txBody>
      </p:sp>
      <p:cxnSp>
        <p:nvCxnSpPr>
          <p:cNvPr id="16" name="Connecteur droit 15">
            <a:extLst>
              <a:ext uri="{FF2B5EF4-FFF2-40B4-BE49-F238E27FC236}">
                <a16:creationId xmlns:a16="http://schemas.microsoft.com/office/drawing/2014/main" id="{5057FD35-AAC5-4941-BCB1-545EC4554DC4}"/>
              </a:ext>
            </a:extLst>
          </p:cNvPr>
          <p:cNvCxnSpPr>
            <a:stCxn id="132" idx="0"/>
            <a:endCxn id="144" idx="2"/>
          </p:cNvCxnSpPr>
          <p:nvPr/>
        </p:nvCxnSpPr>
        <p:spPr bwMode="auto">
          <a:xfrm flipV="1">
            <a:off x="7042293" y="3353043"/>
            <a:ext cx="0" cy="2408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 en angle 22">
            <a:extLst>
              <a:ext uri="{FF2B5EF4-FFF2-40B4-BE49-F238E27FC236}">
                <a16:creationId xmlns:a16="http://schemas.microsoft.com/office/drawing/2014/main" id="{CC51E9B7-7E4D-4FD2-BA8C-93F989D65F08}"/>
              </a:ext>
            </a:extLst>
          </p:cNvPr>
          <p:cNvCxnSpPr>
            <a:cxnSpLocks/>
            <a:stCxn id="98" idx="3"/>
            <a:endCxn id="69" idx="0"/>
          </p:cNvCxnSpPr>
          <p:nvPr/>
        </p:nvCxnSpPr>
        <p:spPr bwMode="auto">
          <a:xfrm>
            <a:off x="1428896" y="4679093"/>
            <a:ext cx="745785" cy="117568"/>
          </a:xfrm>
          <a:prstGeom prst="bentConnector2">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9" name="Connecteur : en angle 38">
            <a:extLst>
              <a:ext uri="{FF2B5EF4-FFF2-40B4-BE49-F238E27FC236}">
                <a16:creationId xmlns:a16="http://schemas.microsoft.com/office/drawing/2014/main" id="{A1E71267-3567-4159-B917-E1D7B5C13004}"/>
              </a:ext>
            </a:extLst>
          </p:cNvPr>
          <p:cNvCxnSpPr>
            <a:stCxn id="102" idx="3"/>
            <a:endCxn id="62" idx="0"/>
          </p:cNvCxnSpPr>
          <p:nvPr/>
        </p:nvCxnSpPr>
        <p:spPr bwMode="auto">
          <a:xfrm>
            <a:off x="6267952" y="1489584"/>
            <a:ext cx="1524052" cy="13747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AutoShape 6">
            <a:extLst>
              <a:ext uri="{FF2B5EF4-FFF2-40B4-BE49-F238E27FC236}">
                <a16:creationId xmlns:a16="http://schemas.microsoft.com/office/drawing/2014/main" id="{9689A8A4-DEAF-4338-957E-B6D4203FFFF8}"/>
              </a:ext>
            </a:extLst>
          </p:cNvPr>
          <p:cNvSpPr>
            <a:spLocks noChangeArrowheads="1"/>
          </p:cNvSpPr>
          <p:nvPr/>
        </p:nvSpPr>
        <p:spPr bwMode="auto">
          <a:xfrm>
            <a:off x="4816576" y="1409789"/>
            <a:ext cx="1451376" cy="159590"/>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00070</a:t>
            </a:r>
            <a:r>
              <a:rPr lang="fr-FR" sz="600">
                <a:ea typeface="ＭＳ Ｐゴシック" charset="0"/>
              </a:rPr>
              <a:t>_SUSP_PAIEMENT_RDGU_OK</a:t>
            </a:r>
          </a:p>
        </p:txBody>
      </p:sp>
      <p:cxnSp>
        <p:nvCxnSpPr>
          <p:cNvPr id="43" name="Connecteur droit 42">
            <a:extLst>
              <a:ext uri="{FF2B5EF4-FFF2-40B4-BE49-F238E27FC236}">
                <a16:creationId xmlns:a16="http://schemas.microsoft.com/office/drawing/2014/main" id="{7ECBD0FF-39CC-49F0-A548-CC7BDA1CA0FA}"/>
              </a:ext>
            </a:extLst>
          </p:cNvPr>
          <p:cNvCxnSpPr>
            <a:cxnSpLocks/>
            <a:stCxn id="74" idx="3"/>
            <a:endCxn id="161" idx="1"/>
          </p:cNvCxnSpPr>
          <p:nvPr/>
        </p:nvCxnSpPr>
        <p:spPr bwMode="auto">
          <a:xfrm flipV="1">
            <a:off x="3471692" y="1483755"/>
            <a:ext cx="345538"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droit 46">
            <a:extLst>
              <a:ext uri="{FF2B5EF4-FFF2-40B4-BE49-F238E27FC236}">
                <a16:creationId xmlns:a16="http://schemas.microsoft.com/office/drawing/2014/main" id="{508C2DA0-C3AB-4AEB-81FC-6777FB21F792}"/>
              </a:ext>
            </a:extLst>
          </p:cNvPr>
          <p:cNvCxnSpPr>
            <a:stCxn id="121" idx="2"/>
            <a:endCxn id="128" idx="0"/>
          </p:cNvCxnSpPr>
          <p:nvPr/>
        </p:nvCxnSpPr>
        <p:spPr bwMode="auto">
          <a:xfrm>
            <a:off x="3608779" y="4568955"/>
            <a:ext cx="0" cy="999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6">
            <a:extLst>
              <a:ext uri="{FF2B5EF4-FFF2-40B4-BE49-F238E27FC236}">
                <a16:creationId xmlns:a16="http://schemas.microsoft.com/office/drawing/2014/main" id="{7A3E2456-C7C0-43A1-AEEF-4CD2907C0210}"/>
              </a:ext>
            </a:extLst>
          </p:cNvPr>
          <p:cNvSpPr>
            <a:spLocks noChangeArrowheads="1"/>
          </p:cNvSpPr>
          <p:nvPr/>
        </p:nvSpPr>
        <p:spPr bwMode="auto">
          <a:xfrm>
            <a:off x="5651773" y="4652015"/>
            <a:ext cx="875709" cy="148959"/>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00072</a:t>
            </a:r>
            <a:r>
              <a:rPr lang="fr-FR" sz="600">
                <a:ea typeface="ＭＳ Ｐゴシック" charset="0"/>
              </a:rPr>
              <a:t>_SUSP_AUTRE</a:t>
            </a:r>
          </a:p>
        </p:txBody>
      </p:sp>
      <p:cxnSp>
        <p:nvCxnSpPr>
          <p:cNvPr id="51" name="Connecteur droit 50">
            <a:extLst>
              <a:ext uri="{FF2B5EF4-FFF2-40B4-BE49-F238E27FC236}">
                <a16:creationId xmlns:a16="http://schemas.microsoft.com/office/drawing/2014/main" id="{B7F90DA8-F6AD-4CDA-9FF6-D31784492F95}"/>
              </a:ext>
            </a:extLst>
          </p:cNvPr>
          <p:cNvCxnSpPr>
            <a:stCxn id="110" idx="0"/>
            <a:endCxn id="122" idx="2"/>
          </p:cNvCxnSpPr>
          <p:nvPr/>
        </p:nvCxnSpPr>
        <p:spPr bwMode="auto">
          <a:xfrm flipH="1" flipV="1">
            <a:off x="6081857" y="4532804"/>
            <a:ext cx="7771" cy="1192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AutoShape 6">
            <a:extLst>
              <a:ext uri="{FF2B5EF4-FFF2-40B4-BE49-F238E27FC236}">
                <a16:creationId xmlns:a16="http://schemas.microsoft.com/office/drawing/2014/main" id="{E1592AFD-CBF8-445D-84C7-3F562F5992E8}"/>
              </a:ext>
            </a:extLst>
          </p:cNvPr>
          <p:cNvSpPr>
            <a:spLocks noChangeArrowheads="1"/>
          </p:cNvSpPr>
          <p:nvPr/>
        </p:nvSpPr>
        <p:spPr bwMode="auto">
          <a:xfrm>
            <a:off x="7372493" y="4898634"/>
            <a:ext cx="875709" cy="148959"/>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00072</a:t>
            </a:r>
            <a:r>
              <a:rPr lang="fr-FR" sz="600">
                <a:ea typeface="ＭＳ Ｐゴシック" charset="0"/>
              </a:rPr>
              <a:t>_SUSP_RDGU</a:t>
            </a:r>
          </a:p>
        </p:txBody>
      </p:sp>
      <p:cxnSp>
        <p:nvCxnSpPr>
          <p:cNvPr id="55" name="Connecteur droit 54">
            <a:extLst>
              <a:ext uri="{FF2B5EF4-FFF2-40B4-BE49-F238E27FC236}">
                <a16:creationId xmlns:a16="http://schemas.microsoft.com/office/drawing/2014/main" id="{6EECD58A-FD0D-4D2D-A506-42C788A45BE6}"/>
              </a:ext>
            </a:extLst>
          </p:cNvPr>
          <p:cNvCxnSpPr>
            <a:stCxn id="62" idx="2"/>
            <a:endCxn id="124" idx="0"/>
          </p:cNvCxnSpPr>
          <p:nvPr/>
        </p:nvCxnSpPr>
        <p:spPr bwMode="auto">
          <a:xfrm>
            <a:off x="7792004" y="2523334"/>
            <a:ext cx="18344" cy="23753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Connecteur : en angle 56">
            <a:extLst>
              <a:ext uri="{FF2B5EF4-FFF2-40B4-BE49-F238E27FC236}">
                <a16:creationId xmlns:a16="http://schemas.microsoft.com/office/drawing/2014/main" id="{6DDEE680-D968-42A4-96E2-59D600E1080E}"/>
              </a:ext>
            </a:extLst>
          </p:cNvPr>
          <p:cNvCxnSpPr>
            <a:stCxn id="124" idx="2"/>
            <a:endCxn id="65" idx="0"/>
          </p:cNvCxnSpPr>
          <p:nvPr/>
        </p:nvCxnSpPr>
        <p:spPr bwMode="auto">
          <a:xfrm rot="5400000">
            <a:off x="6841776" y="4290983"/>
            <a:ext cx="211963" cy="172518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Text Box 157">
            <a:extLst>
              <a:ext uri="{FF2B5EF4-FFF2-40B4-BE49-F238E27FC236}">
                <a16:creationId xmlns:a16="http://schemas.microsoft.com/office/drawing/2014/main" id="{1958AB15-6759-480A-8F3F-1E552F36F4AB}"/>
              </a:ext>
            </a:extLst>
          </p:cNvPr>
          <p:cNvSpPr txBox="1">
            <a:spLocks noChangeArrowheads="1"/>
          </p:cNvSpPr>
          <p:nvPr/>
        </p:nvSpPr>
        <p:spPr bwMode="auto">
          <a:xfrm>
            <a:off x="4293564" y="1215887"/>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RDGU = 1</a:t>
            </a:r>
            <a:endParaRPr lang="fr-FR" sz="600" strike="sngStrike"/>
          </a:p>
        </p:txBody>
      </p:sp>
      <p:cxnSp>
        <p:nvCxnSpPr>
          <p:cNvPr id="92" name="Connecteur droit 91">
            <a:extLst>
              <a:ext uri="{FF2B5EF4-FFF2-40B4-BE49-F238E27FC236}">
                <a16:creationId xmlns:a16="http://schemas.microsoft.com/office/drawing/2014/main" id="{22293A3F-36E4-4AE2-974C-10F889704DC5}"/>
              </a:ext>
            </a:extLst>
          </p:cNvPr>
          <p:cNvCxnSpPr>
            <a:cxnSpLocks/>
            <a:stCxn id="94" idx="2"/>
            <a:endCxn id="95" idx="0"/>
          </p:cNvCxnSpPr>
          <p:nvPr/>
        </p:nvCxnSpPr>
        <p:spPr bwMode="auto">
          <a:xfrm flipH="1">
            <a:off x="8523287" y="6352757"/>
            <a:ext cx="1" cy="83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AutoShape 68">
            <a:hlinkClick r:id="rId4" action="ppaction://hlinksldjump"/>
            <a:extLst>
              <a:ext uri="{FF2B5EF4-FFF2-40B4-BE49-F238E27FC236}">
                <a16:creationId xmlns:a16="http://schemas.microsoft.com/office/drawing/2014/main" id="{46A07D76-A058-4EF7-94A4-01A90083E9DB}"/>
              </a:ext>
            </a:extLst>
          </p:cNvPr>
          <p:cNvSpPr>
            <a:spLocks noChangeArrowheads="1"/>
          </p:cNvSpPr>
          <p:nvPr/>
        </p:nvSpPr>
        <p:spPr bwMode="auto">
          <a:xfrm>
            <a:off x="3817230" y="1323417"/>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RDGU</a:t>
            </a:r>
          </a:p>
        </p:txBody>
      </p:sp>
      <p:cxnSp>
        <p:nvCxnSpPr>
          <p:cNvPr id="166" name="Connecteur droit 165">
            <a:extLst>
              <a:ext uri="{FF2B5EF4-FFF2-40B4-BE49-F238E27FC236}">
                <a16:creationId xmlns:a16="http://schemas.microsoft.com/office/drawing/2014/main" id="{A7016066-5CB0-405F-B4B3-A87C8A68A204}"/>
              </a:ext>
            </a:extLst>
          </p:cNvPr>
          <p:cNvCxnSpPr>
            <a:stCxn id="161" idx="3"/>
            <a:endCxn id="102" idx="1"/>
          </p:cNvCxnSpPr>
          <p:nvPr/>
        </p:nvCxnSpPr>
        <p:spPr bwMode="auto">
          <a:xfrm>
            <a:off x="4598280" y="1483755"/>
            <a:ext cx="218296" cy="58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Connecteur : en angle 171">
            <a:extLst>
              <a:ext uri="{FF2B5EF4-FFF2-40B4-BE49-F238E27FC236}">
                <a16:creationId xmlns:a16="http://schemas.microsoft.com/office/drawing/2014/main" id="{8ABAE2C4-C7BF-4297-AF25-8CD8EDC0A3E0}"/>
              </a:ext>
            </a:extLst>
          </p:cNvPr>
          <p:cNvCxnSpPr>
            <a:cxnSpLocks/>
            <a:stCxn id="161" idx="2"/>
            <a:endCxn id="71" idx="0"/>
          </p:cNvCxnSpPr>
          <p:nvPr/>
        </p:nvCxnSpPr>
        <p:spPr bwMode="auto">
          <a:xfrm rot="5400000">
            <a:off x="3641323" y="1437970"/>
            <a:ext cx="360311" cy="77255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3" name="Text Box 156">
            <a:extLst>
              <a:ext uri="{FF2B5EF4-FFF2-40B4-BE49-F238E27FC236}">
                <a16:creationId xmlns:a16="http://schemas.microsoft.com/office/drawing/2014/main" id="{7F3ABDF9-B276-409C-8C0E-059FE85C4D24}"/>
              </a:ext>
            </a:extLst>
          </p:cNvPr>
          <p:cNvSpPr txBox="1">
            <a:spLocks noChangeArrowheads="1"/>
          </p:cNvSpPr>
          <p:nvPr/>
        </p:nvSpPr>
        <p:spPr bwMode="auto">
          <a:xfrm>
            <a:off x="3608779" y="1674912"/>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77" name="AutoShape 6">
            <a:extLst>
              <a:ext uri="{FF2B5EF4-FFF2-40B4-BE49-F238E27FC236}">
                <a16:creationId xmlns:a16="http://schemas.microsoft.com/office/drawing/2014/main" id="{18B3D384-0D5D-4FF3-9653-C5F653052B4D}"/>
              </a:ext>
            </a:extLst>
          </p:cNvPr>
          <p:cNvSpPr>
            <a:spLocks noChangeArrowheads="1"/>
          </p:cNvSpPr>
          <p:nvPr/>
        </p:nvSpPr>
        <p:spPr bwMode="auto">
          <a:xfrm>
            <a:off x="4395101" y="2009864"/>
            <a:ext cx="1465249" cy="210036"/>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00070</a:t>
            </a:r>
            <a:r>
              <a:rPr lang="fr-FR" sz="600">
                <a:ea typeface="ＭＳ Ｐゴシック" charset="0"/>
              </a:rPr>
              <a:t>_SUSP_PAIEMENT_RDGU_OFF</a:t>
            </a:r>
          </a:p>
        </p:txBody>
      </p:sp>
      <p:sp>
        <p:nvSpPr>
          <p:cNvPr id="178" name="Text Box 156">
            <a:extLst>
              <a:ext uri="{FF2B5EF4-FFF2-40B4-BE49-F238E27FC236}">
                <a16:creationId xmlns:a16="http://schemas.microsoft.com/office/drawing/2014/main" id="{ABA6D95F-B8D4-4A03-8725-F2718539A365}"/>
              </a:ext>
            </a:extLst>
          </p:cNvPr>
          <p:cNvSpPr txBox="1">
            <a:spLocks noChangeArrowheads="1"/>
          </p:cNvSpPr>
          <p:nvPr/>
        </p:nvSpPr>
        <p:spPr bwMode="auto">
          <a:xfrm>
            <a:off x="4327555" y="167265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79" name="Connecteur : en angle 178">
            <a:extLst>
              <a:ext uri="{FF2B5EF4-FFF2-40B4-BE49-F238E27FC236}">
                <a16:creationId xmlns:a16="http://schemas.microsoft.com/office/drawing/2014/main" id="{26FD819F-FF9B-4572-B938-0B8120B5FFD5}"/>
              </a:ext>
            </a:extLst>
          </p:cNvPr>
          <p:cNvCxnSpPr>
            <a:cxnSpLocks/>
            <a:stCxn id="161" idx="2"/>
            <a:endCxn id="177" idx="0"/>
          </p:cNvCxnSpPr>
          <p:nvPr/>
        </p:nvCxnSpPr>
        <p:spPr bwMode="auto">
          <a:xfrm rot="16200000" flipH="1">
            <a:off x="4484854" y="1366992"/>
            <a:ext cx="365772" cy="91997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Connecteur : en angle 181">
            <a:extLst>
              <a:ext uri="{FF2B5EF4-FFF2-40B4-BE49-F238E27FC236}">
                <a16:creationId xmlns:a16="http://schemas.microsoft.com/office/drawing/2014/main" id="{25C92AF6-49B7-4584-A267-CB5DCE918448}"/>
              </a:ext>
            </a:extLst>
          </p:cNvPr>
          <p:cNvCxnSpPr>
            <a:cxnSpLocks/>
            <a:stCxn id="71" idx="2"/>
            <a:endCxn id="119" idx="0"/>
          </p:cNvCxnSpPr>
          <p:nvPr/>
        </p:nvCxnSpPr>
        <p:spPr bwMode="auto">
          <a:xfrm rot="16200000" flipH="1">
            <a:off x="3668978" y="1980662"/>
            <a:ext cx="359998" cy="827552"/>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Connecteur : en angle 184">
            <a:extLst>
              <a:ext uri="{FF2B5EF4-FFF2-40B4-BE49-F238E27FC236}">
                <a16:creationId xmlns:a16="http://schemas.microsoft.com/office/drawing/2014/main" id="{9A67B14D-47A2-43A8-87D8-D857918A9061}"/>
              </a:ext>
            </a:extLst>
          </p:cNvPr>
          <p:cNvCxnSpPr>
            <a:cxnSpLocks/>
            <a:stCxn id="177" idx="2"/>
            <a:endCxn id="119" idx="0"/>
          </p:cNvCxnSpPr>
          <p:nvPr/>
        </p:nvCxnSpPr>
        <p:spPr bwMode="auto">
          <a:xfrm rot="5400000">
            <a:off x="4517972" y="1964682"/>
            <a:ext cx="354537" cy="86497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Connecteur en angle 243">
            <a:extLst>
              <a:ext uri="{FF2B5EF4-FFF2-40B4-BE49-F238E27FC236}">
                <a16:creationId xmlns:a16="http://schemas.microsoft.com/office/drawing/2014/main" id="{7D20F0B8-C004-451E-90B5-7AFDDF97BE64}"/>
              </a:ext>
            </a:extLst>
          </p:cNvPr>
          <p:cNvCxnSpPr>
            <a:cxnSpLocks/>
            <a:stCxn id="65" idx="3"/>
            <a:endCxn id="202" idx="0"/>
          </p:cNvCxnSpPr>
          <p:nvPr/>
        </p:nvCxnSpPr>
        <p:spPr bwMode="auto">
          <a:xfrm>
            <a:off x="6428622" y="5451363"/>
            <a:ext cx="673978" cy="10047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2" name="AutoShape 68">
            <a:hlinkClick r:id="" action="ppaction://noaction"/>
            <a:extLst>
              <a:ext uri="{FF2B5EF4-FFF2-40B4-BE49-F238E27FC236}">
                <a16:creationId xmlns:a16="http://schemas.microsoft.com/office/drawing/2014/main" id="{CB68C7AE-72B3-4509-8AD1-92D0D3666227}"/>
              </a:ext>
            </a:extLst>
          </p:cNvPr>
          <p:cNvSpPr>
            <a:spLocks noChangeArrowheads="1"/>
          </p:cNvSpPr>
          <p:nvPr/>
        </p:nvSpPr>
        <p:spPr bwMode="auto">
          <a:xfrm>
            <a:off x="6756757" y="5551841"/>
            <a:ext cx="691685" cy="33701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RDGU</a:t>
            </a:r>
          </a:p>
        </p:txBody>
      </p:sp>
      <p:sp>
        <p:nvSpPr>
          <p:cNvPr id="203" name="AutoShape 14">
            <a:extLst>
              <a:ext uri="{FF2B5EF4-FFF2-40B4-BE49-F238E27FC236}">
                <a16:creationId xmlns:a16="http://schemas.microsoft.com/office/drawing/2014/main" id="{281C7DBD-5C8C-43B3-84AB-90EE57DF9A36}"/>
              </a:ext>
            </a:extLst>
          </p:cNvPr>
          <p:cNvSpPr>
            <a:spLocks noChangeArrowheads="1"/>
          </p:cNvSpPr>
          <p:nvPr/>
        </p:nvSpPr>
        <p:spPr bwMode="auto">
          <a:xfrm>
            <a:off x="6452676" y="6011082"/>
            <a:ext cx="1299849" cy="14173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00072_FCT_RDGU_SUSP_NOK</a:t>
            </a:r>
          </a:p>
        </p:txBody>
      </p:sp>
      <p:sp>
        <p:nvSpPr>
          <p:cNvPr id="204" name="AutoShape 14">
            <a:extLst>
              <a:ext uri="{FF2B5EF4-FFF2-40B4-BE49-F238E27FC236}">
                <a16:creationId xmlns:a16="http://schemas.microsoft.com/office/drawing/2014/main" id="{23DCCFA0-2654-4E69-9E74-F6D5F88BEB17}"/>
              </a:ext>
            </a:extLst>
          </p:cNvPr>
          <p:cNvSpPr>
            <a:spLocks noChangeArrowheads="1"/>
          </p:cNvSpPr>
          <p:nvPr/>
        </p:nvSpPr>
        <p:spPr bwMode="auto">
          <a:xfrm>
            <a:off x="7829931" y="5652939"/>
            <a:ext cx="1269557" cy="13421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00072_FCT_RDGU_SUSP_OFF</a:t>
            </a:r>
          </a:p>
        </p:txBody>
      </p:sp>
      <p:sp>
        <p:nvSpPr>
          <p:cNvPr id="205" name="AutoShape 142">
            <a:extLst>
              <a:ext uri="{FF2B5EF4-FFF2-40B4-BE49-F238E27FC236}">
                <a16:creationId xmlns:a16="http://schemas.microsoft.com/office/drawing/2014/main" id="{4ADD22A4-08D0-4A4C-8E58-36C1928D375C}"/>
              </a:ext>
            </a:extLst>
          </p:cNvPr>
          <p:cNvSpPr>
            <a:spLocks noChangeArrowheads="1"/>
          </p:cNvSpPr>
          <p:nvPr/>
        </p:nvSpPr>
        <p:spPr bwMode="auto">
          <a:xfrm>
            <a:off x="3453688" y="6380339"/>
            <a:ext cx="1046959"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PREMIUM RDGU SUSP</a:t>
            </a:r>
          </a:p>
        </p:txBody>
      </p:sp>
      <p:sp>
        <p:nvSpPr>
          <p:cNvPr id="206" name="AutoShape 208">
            <a:extLst>
              <a:ext uri="{FF2B5EF4-FFF2-40B4-BE49-F238E27FC236}">
                <a16:creationId xmlns:a16="http://schemas.microsoft.com/office/drawing/2014/main" id="{DDCA4074-65A0-4FB7-86D5-B99956912931}"/>
              </a:ext>
            </a:extLst>
          </p:cNvPr>
          <p:cNvSpPr>
            <a:spLocks noChangeArrowheads="1"/>
          </p:cNvSpPr>
          <p:nvPr/>
        </p:nvSpPr>
        <p:spPr bwMode="auto">
          <a:xfrm>
            <a:off x="4687721" y="6438923"/>
            <a:ext cx="1138018" cy="129634"/>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00072_FCT_RDGU_SUSP_OK</a:t>
            </a:r>
          </a:p>
        </p:txBody>
      </p:sp>
      <p:cxnSp>
        <p:nvCxnSpPr>
          <p:cNvPr id="210" name="Connecteur droit avec flèche 209">
            <a:extLst>
              <a:ext uri="{FF2B5EF4-FFF2-40B4-BE49-F238E27FC236}">
                <a16:creationId xmlns:a16="http://schemas.microsoft.com/office/drawing/2014/main" id="{281C02C0-CB60-4204-B9E6-8B04C7B729B4}"/>
              </a:ext>
            </a:extLst>
          </p:cNvPr>
          <p:cNvCxnSpPr>
            <a:cxnSpLocks/>
            <a:stCxn id="206" idx="1"/>
            <a:endCxn id="205" idx="3"/>
          </p:cNvCxnSpPr>
          <p:nvPr/>
        </p:nvCxnSpPr>
        <p:spPr bwMode="auto">
          <a:xfrm flipH="1">
            <a:off x="4500647" y="6503740"/>
            <a:ext cx="187074" cy="169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1" name="ZoneTexte 210">
            <a:extLst>
              <a:ext uri="{FF2B5EF4-FFF2-40B4-BE49-F238E27FC236}">
                <a16:creationId xmlns:a16="http://schemas.microsoft.com/office/drawing/2014/main" id="{B7FE12B0-2B4B-4EA3-9880-4A3D5CB259BB}"/>
              </a:ext>
            </a:extLst>
          </p:cNvPr>
          <p:cNvSpPr txBox="1"/>
          <p:nvPr/>
        </p:nvSpPr>
        <p:spPr>
          <a:xfrm>
            <a:off x="7112560" y="5834110"/>
            <a:ext cx="387956" cy="190494"/>
          </a:xfrm>
          <a:prstGeom prst="rect">
            <a:avLst/>
          </a:prstGeom>
          <a:noFill/>
        </p:spPr>
        <p:txBody>
          <a:bodyPr wrap="square" rtlCol="0">
            <a:spAutoFit/>
          </a:bodyPr>
          <a:lstStyle/>
          <a:p>
            <a:r>
              <a:rPr lang="fr-FR" sz="600"/>
              <a:t>NON</a:t>
            </a:r>
          </a:p>
        </p:txBody>
      </p:sp>
      <p:sp>
        <p:nvSpPr>
          <p:cNvPr id="212" name="ZoneTexte 211">
            <a:extLst>
              <a:ext uri="{FF2B5EF4-FFF2-40B4-BE49-F238E27FC236}">
                <a16:creationId xmlns:a16="http://schemas.microsoft.com/office/drawing/2014/main" id="{0DAE43C4-910F-4957-ACE1-8F030FE27239}"/>
              </a:ext>
            </a:extLst>
          </p:cNvPr>
          <p:cNvSpPr txBox="1"/>
          <p:nvPr/>
        </p:nvSpPr>
        <p:spPr>
          <a:xfrm>
            <a:off x="7292761" y="5488390"/>
            <a:ext cx="537170" cy="184666"/>
          </a:xfrm>
          <a:prstGeom prst="rect">
            <a:avLst/>
          </a:prstGeom>
          <a:noFill/>
        </p:spPr>
        <p:txBody>
          <a:bodyPr wrap="square" rtlCol="0">
            <a:spAutoFit/>
          </a:bodyPr>
          <a:lstStyle/>
          <a:p>
            <a:r>
              <a:rPr lang="fr-FR" sz="600"/>
              <a:t>Désactivé</a:t>
            </a:r>
          </a:p>
        </p:txBody>
      </p:sp>
      <p:cxnSp>
        <p:nvCxnSpPr>
          <p:cNvPr id="243" name="Connecteur : en angle 242">
            <a:extLst>
              <a:ext uri="{FF2B5EF4-FFF2-40B4-BE49-F238E27FC236}">
                <a16:creationId xmlns:a16="http://schemas.microsoft.com/office/drawing/2014/main" id="{AF27BDC5-F65E-4934-B31D-B80CFA9253C5}"/>
              </a:ext>
            </a:extLst>
          </p:cNvPr>
          <p:cNvCxnSpPr>
            <a:cxnSpLocks/>
            <a:stCxn id="202" idx="1"/>
            <a:endCxn id="206" idx="3"/>
          </p:cNvCxnSpPr>
          <p:nvPr/>
        </p:nvCxnSpPr>
        <p:spPr bwMode="auto">
          <a:xfrm rot="10800000" flipV="1">
            <a:off x="5825739" y="5720350"/>
            <a:ext cx="931018" cy="78338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Connecteur : en angle 244">
            <a:extLst>
              <a:ext uri="{FF2B5EF4-FFF2-40B4-BE49-F238E27FC236}">
                <a16:creationId xmlns:a16="http://schemas.microsoft.com/office/drawing/2014/main" id="{64451E00-EC62-43C7-BED5-0CFFA68C1C81}"/>
              </a:ext>
            </a:extLst>
          </p:cNvPr>
          <p:cNvCxnSpPr>
            <a:cxnSpLocks/>
            <a:stCxn id="203" idx="3"/>
            <a:endCxn id="94" idx="0"/>
          </p:cNvCxnSpPr>
          <p:nvPr/>
        </p:nvCxnSpPr>
        <p:spPr bwMode="auto">
          <a:xfrm>
            <a:off x="7752525" y="6081949"/>
            <a:ext cx="770763" cy="12321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Connecteur : en angle 246">
            <a:extLst>
              <a:ext uri="{FF2B5EF4-FFF2-40B4-BE49-F238E27FC236}">
                <a16:creationId xmlns:a16="http://schemas.microsoft.com/office/drawing/2014/main" id="{894C5A56-5D69-4BF0-91B3-5F74956800A9}"/>
              </a:ext>
            </a:extLst>
          </p:cNvPr>
          <p:cNvCxnSpPr>
            <a:cxnSpLocks/>
            <a:stCxn id="204" idx="2"/>
            <a:endCxn id="94" idx="0"/>
          </p:cNvCxnSpPr>
          <p:nvPr/>
        </p:nvCxnSpPr>
        <p:spPr bwMode="auto">
          <a:xfrm rot="16200000" flipH="1">
            <a:off x="8284996" y="5966867"/>
            <a:ext cx="418006" cy="5857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Connecteur droit 267">
            <a:extLst>
              <a:ext uri="{FF2B5EF4-FFF2-40B4-BE49-F238E27FC236}">
                <a16:creationId xmlns:a16="http://schemas.microsoft.com/office/drawing/2014/main" id="{704A86DC-9A88-462D-8C2B-6D4126610B5D}"/>
              </a:ext>
            </a:extLst>
          </p:cNvPr>
          <p:cNvCxnSpPr>
            <a:cxnSpLocks/>
            <a:stCxn id="202" idx="3"/>
            <a:endCxn id="204" idx="1"/>
          </p:cNvCxnSpPr>
          <p:nvPr/>
        </p:nvCxnSpPr>
        <p:spPr bwMode="auto">
          <a:xfrm flipV="1">
            <a:off x="7448442" y="5720046"/>
            <a:ext cx="381489" cy="3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2" name="Connecteur droit 281">
            <a:extLst>
              <a:ext uri="{FF2B5EF4-FFF2-40B4-BE49-F238E27FC236}">
                <a16:creationId xmlns:a16="http://schemas.microsoft.com/office/drawing/2014/main" id="{15DBD559-7063-429B-92D5-418EE331A74D}"/>
              </a:ext>
            </a:extLst>
          </p:cNvPr>
          <p:cNvCxnSpPr>
            <a:cxnSpLocks/>
            <a:stCxn id="202" idx="2"/>
            <a:endCxn id="203" idx="0"/>
          </p:cNvCxnSpPr>
          <p:nvPr/>
        </p:nvCxnSpPr>
        <p:spPr bwMode="auto">
          <a:xfrm>
            <a:off x="7102600" y="5888860"/>
            <a:ext cx="1" cy="1222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Connecteur droit 295">
            <a:extLst>
              <a:ext uri="{FF2B5EF4-FFF2-40B4-BE49-F238E27FC236}">
                <a16:creationId xmlns:a16="http://schemas.microsoft.com/office/drawing/2014/main" id="{420500B5-E6C0-47A8-8F95-5793D5395F3E}"/>
              </a:ext>
            </a:extLst>
          </p:cNvPr>
          <p:cNvCxnSpPr>
            <a:stCxn id="95" idx="2"/>
            <a:endCxn id="85" idx="2"/>
          </p:cNvCxnSpPr>
          <p:nvPr/>
        </p:nvCxnSpPr>
        <p:spPr bwMode="auto">
          <a:xfrm flipH="1">
            <a:off x="8523286" y="6508750"/>
            <a:ext cx="1" cy="696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8" name="Text Box 157">
            <a:extLst>
              <a:ext uri="{FF2B5EF4-FFF2-40B4-BE49-F238E27FC236}">
                <a16:creationId xmlns:a16="http://schemas.microsoft.com/office/drawing/2014/main" id="{25333638-3ABE-48D6-8C10-EA8856A3C743}"/>
              </a:ext>
            </a:extLst>
          </p:cNvPr>
          <p:cNvSpPr txBox="1">
            <a:spLocks noChangeArrowheads="1"/>
          </p:cNvSpPr>
          <p:nvPr/>
        </p:nvSpPr>
        <p:spPr bwMode="auto">
          <a:xfrm>
            <a:off x="6309703" y="5573063"/>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RDGU = 1</a:t>
            </a:r>
            <a:endParaRPr lang="fr-FR" sz="600" strike="sngStrike"/>
          </a:p>
        </p:txBody>
      </p:sp>
    </p:spTree>
    <p:extLst>
      <p:ext uri="{BB962C8B-B14F-4D97-AF65-F5344CB8AC3E}">
        <p14:creationId xmlns:p14="http://schemas.microsoft.com/office/powerpoint/2010/main" val="4057771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77F83998-9131-498D-AFA2-42E044E20611}" type="slidenum">
              <a:rPr lang="fr-FR" smtClean="0"/>
              <a:pPr eaLnBrk="1" hangingPunct="1"/>
              <a:t>13</a:t>
            </a:fld>
            <a:endParaRPr lang="fr-FR"/>
          </a:p>
        </p:txBody>
      </p:sp>
      <p:cxnSp>
        <p:nvCxnSpPr>
          <p:cNvPr id="110" name="AutoShape 5"/>
          <p:cNvCxnSpPr>
            <a:cxnSpLocks noChangeShapeType="1"/>
            <a:stCxn id="145" idx="2"/>
            <a:endCxn id="111" idx="0"/>
          </p:cNvCxnSpPr>
          <p:nvPr/>
        </p:nvCxnSpPr>
        <p:spPr bwMode="auto">
          <a:xfrm rot="16200000" flipH="1">
            <a:off x="6178806" y="4744686"/>
            <a:ext cx="145971" cy="11096"/>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2" name="AutoShape 6"/>
          <p:cNvSpPr>
            <a:spLocks noChangeArrowheads="1"/>
          </p:cNvSpPr>
          <p:nvPr/>
        </p:nvSpPr>
        <p:spPr bwMode="auto">
          <a:xfrm>
            <a:off x="5572909" y="4246539"/>
            <a:ext cx="1354078"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00072_SUSPENDU_COM</a:t>
            </a:r>
          </a:p>
        </p:txBody>
      </p:sp>
      <p:sp>
        <p:nvSpPr>
          <p:cNvPr id="116" name="AutoShape 10">
            <a:hlinkClick r:id="rId3" action="ppaction://hlinksldjump"/>
          </p:cNvPr>
          <p:cNvSpPr>
            <a:spLocks noChangeArrowheads="1"/>
          </p:cNvSpPr>
          <p:nvPr/>
        </p:nvSpPr>
        <p:spPr bwMode="auto">
          <a:xfrm rot="10800000">
            <a:off x="2336917" y="531868"/>
            <a:ext cx="718740" cy="35091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SUSPENDU</a:t>
            </a:r>
          </a:p>
        </p:txBody>
      </p:sp>
      <p:cxnSp>
        <p:nvCxnSpPr>
          <p:cNvPr id="130" name="AutoShape 10"/>
          <p:cNvCxnSpPr>
            <a:cxnSpLocks noChangeShapeType="1"/>
            <a:stCxn id="124" idx="0"/>
            <a:endCxn id="212" idx="2"/>
          </p:cNvCxnSpPr>
          <p:nvPr/>
        </p:nvCxnSpPr>
        <p:spPr bwMode="auto">
          <a:xfrm flipH="1" flipV="1">
            <a:off x="4232336" y="2848445"/>
            <a:ext cx="935" cy="10101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AutoShape 31">
            <a:hlinkClick r:id="" action="ppaction://noaction"/>
          </p:cNvPr>
          <p:cNvSpPr>
            <a:spLocks noChangeArrowheads="1"/>
          </p:cNvSpPr>
          <p:nvPr/>
        </p:nvSpPr>
        <p:spPr bwMode="auto">
          <a:xfrm>
            <a:off x="5684034" y="4508623"/>
            <a:ext cx="1124417" cy="16862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FF0000"/>
                </a:solidFill>
              </a:rPr>
              <a:t>FIXE_SUSPENDU_COM</a:t>
            </a:r>
          </a:p>
        </p:txBody>
      </p:sp>
      <p:sp>
        <p:nvSpPr>
          <p:cNvPr id="114"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17" name="Titre 1"/>
          <p:cNvSpPr>
            <a:spLocks noGrp="1"/>
          </p:cNvSpPr>
          <p:nvPr>
            <p:ph type="title"/>
          </p:nvPr>
        </p:nvSpPr>
        <p:spPr>
          <a:xfrm>
            <a:off x="2717424" y="43653"/>
            <a:ext cx="6077325" cy="261147"/>
          </a:xfrm>
        </p:spPr>
        <p:txBody>
          <a:bodyPr>
            <a:normAutofit/>
          </a:bodyPr>
          <a:lstStyle/>
          <a:p>
            <a:r>
              <a:rPr lang="fr-FR" sz="1400">
                <a:effectLst>
                  <a:outerShdw blurRad="38100" dist="38100" dir="2700000" algn="tl">
                    <a:srgbClr val="000000">
                      <a:alpha val="43137"/>
                    </a:srgbClr>
                  </a:outerShdw>
                </a:effectLst>
              </a:rPr>
              <a:t>SUSPENDU 2</a:t>
            </a:r>
            <a:endParaRPr lang="fr-FR" sz="1400"/>
          </a:p>
        </p:txBody>
      </p:sp>
      <p:cxnSp>
        <p:nvCxnSpPr>
          <p:cNvPr id="50" name="AutoShape 10"/>
          <p:cNvCxnSpPr>
            <a:cxnSpLocks noChangeShapeType="1"/>
            <a:stCxn id="112" idx="2"/>
            <a:endCxn id="145" idx="0"/>
          </p:cNvCxnSpPr>
          <p:nvPr/>
        </p:nvCxnSpPr>
        <p:spPr bwMode="auto">
          <a:xfrm flipH="1">
            <a:off x="6246243" y="4391002"/>
            <a:ext cx="3705" cy="11762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AutoShape 6"/>
          <p:cNvSpPr>
            <a:spLocks noChangeArrowheads="1"/>
          </p:cNvSpPr>
          <p:nvPr/>
        </p:nvSpPr>
        <p:spPr bwMode="auto">
          <a:xfrm>
            <a:off x="4403967" y="4741503"/>
            <a:ext cx="1354078" cy="18603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00072_SUSPENDU_PREMIUM_COM</a:t>
            </a:r>
          </a:p>
        </p:txBody>
      </p:sp>
      <p:sp>
        <p:nvSpPr>
          <p:cNvPr id="51" name="AutoShape 31">
            <a:hlinkClick r:id="" action="ppaction://noaction"/>
          </p:cNvPr>
          <p:cNvSpPr>
            <a:spLocks noChangeArrowheads="1"/>
          </p:cNvSpPr>
          <p:nvPr/>
        </p:nvSpPr>
        <p:spPr bwMode="auto">
          <a:xfrm>
            <a:off x="4441988" y="5027507"/>
            <a:ext cx="1286764" cy="17043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FF0000"/>
                </a:solidFill>
              </a:rPr>
              <a:t>FIXE_SUSPENDU_PREMIUM_COM</a:t>
            </a:r>
          </a:p>
        </p:txBody>
      </p:sp>
      <p:cxnSp>
        <p:nvCxnSpPr>
          <p:cNvPr id="53" name="AutoShape 10"/>
          <p:cNvCxnSpPr>
            <a:cxnSpLocks noChangeShapeType="1"/>
            <a:stCxn id="49" idx="2"/>
            <a:endCxn id="51" idx="0"/>
          </p:cNvCxnSpPr>
          <p:nvPr/>
        </p:nvCxnSpPr>
        <p:spPr bwMode="auto">
          <a:xfrm>
            <a:off x="5081006" y="4927539"/>
            <a:ext cx="4364" cy="9996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en angle 7"/>
          <p:cNvCxnSpPr>
            <a:cxnSpLocks/>
            <a:stCxn id="11" idx="1"/>
          </p:cNvCxnSpPr>
          <p:nvPr/>
        </p:nvCxnSpPr>
        <p:spPr bwMode="auto">
          <a:xfrm rot="10800000" flipV="1">
            <a:off x="5052922" y="4010127"/>
            <a:ext cx="343924" cy="68612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1" idx="3"/>
            <a:endCxn id="112" idx="0"/>
          </p:cNvCxnSpPr>
          <p:nvPr/>
        </p:nvCxnSpPr>
        <p:spPr bwMode="auto">
          <a:xfrm>
            <a:off x="6179105" y="4010128"/>
            <a:ext cx="70843" cy="23641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Text Box 157"/>
          <p:cNvSpPr txBox="1">
            <a:spLocks noChangeArrowheads="1"/>
          </p:cNvSpPr>
          <p:nvPr/>
        </p:nvSpPr>
        <p:spPr bwMode="auto">
          <a:xfrm>
            <a:off x="5169585" y="384116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72" name="Text Box 156"/>
          <p:cNvSpPr txBox="1">
            <a:spLocks noChangeArrowheads="1"/>
          </p:cNvSpPr>
          <p:nvPr/>
        </p:nvSpPr>
        <p:spPr bwMode="auto">
          <a:xfrm>
            <a:off x="6036726" y="3817973"/>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73" name="AutoShape 142"/>
          <p:cNvSpPr>
            <a:spLocks noChangeArrowheads="1"/>
          </p:cNvSpPr>
          <p:nvPr/>
        </p:nvSpPr>
        <p:spPr bwMode="auto">
          <a:xfrm>
            <a:off x="8204609" y="6499871"/>
            <a:ext cx="819892" cy="26581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b="1"/>
              <a:t>FCT FIXE SUSP</a:t>
            </a:r>
          </a:p>
        </p:txBody>
      </p:sp>
      <p:cxnSp>
        <p:nvCxnSpPr>
          <p:cNvPr id="76" name="AutoShape 132"/>
          <p:cNvCxnSpPr>
            <a:cxnSpLocks noChangeShapeType="1"/>
            <a:stCxn id="111" idx="2"/>
            <a:endCxn id="73" idx="1"/>
          </p:cNvCxnSpPr>
          <p:nvPr/>
        </p:nvCxnSpPr>
        <p:spPr bwMode="auto">
          <a:xfrm rot="16200000" flipH="1">
            <a:off x="6541552" y="4969719"/>
            <a:ext cx="1378844" cy="194727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AutoShape 142"/>
          <p:cNvSpPr>
            <a:spLocks noChangeArrowheads="1"/>
          </p:cNvSpPr>
          <p:nvPr/>
        </p:nvSpPr>
        <p:spPr bwMode="auto">
          <a:xfrm>
            <a:off x="8137292" y="5703474"/>
            <a:ext cx="861350" cy="249592"/>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b="1" i="1"/>
              <a:t>FCT CONV SUSP</a:t>
            </a:r>
          </a:p>
        </p:txBody>
      </p:sp>
      <p:sp>
        <p:nvSpPr>
          <p:cNvPr id="83" name="AutoShape 208"/>
          <p:cNvSpPr>
            <a:spLocks noChangeArrowheads="1"/>
          </p:cNvSpPr>
          <p:nvPr/>
        </p:nvSpPr>
        <p:spPr bwMode="auto">
          <a:xfrm>
            <a:off x="6859797" y="5752820"/>
            <a:ext cx="980080" cy="15090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lvl="0" algn="ctr" eaLnBrk="0" hangingPunct="0"/>
            <a:r>
              <a:rPr lang="fr-FR" sz="600"/>
              <a:t>00072_SUSP_FCT_CONV</a:t>
            </a:r>
          </a:p>
        </p:txBody>
      </p:sp>
      <p:sp>
        <p:nvSpPr>
          <p:cNvPr id="85" name="AutoShape 208"/>
          <p:cNvSpPr>
            <a:spLocks noChangeArrowheads="1"/>
          </p:cNvSpPr>
          <p:nvPr/>
        </p:nvSpPr>
        <p:spPr bwMode="auto">
          <a:xfrm>
            <a:off x="6818088" y="6557739"/>
            <a:ext cx="1025087" cy="13933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00072_SUSP_FCT_FIXE</a:t>
            </a:r>
          </a:p>
        </p:txBody>
      </p:sp>
      <p:sp>
        <p:nvSpPr>
          <p:cNvPr id="86" name="AutoShape 142"/>
          <p:cNvSpPr>
            <a:spLocks noChangeArrowheads="1"/>
          </p:cNvSpPr>
          <p:nvPr/>
        </p:nvSpPr>
        <p:spPr bwMode="auto">
          <a:xfrm>
            <a:off x="8144887" y="5245960"/>
            <a:ext cx="969967" cy="311423"/>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b="1"/>
              <a:t>FCT CONV RISQUE SUSP</a:t>
            </a:r>
            <a:endParaRPr lang="fr-FR" sz="600" b="1" i="1"/>
          </a:p>
        </p:txBody>
      </p:sp>
      <p:sp>
        <p:nvSpPr>
          <p:cNvPr id="89" name="AutoShape 208"/>
          <p:cNvSpPr>
            <a:spLocks noChangeArrowheads="1"/>
          </p:cNvSpPr>
          <p:nvPr/>
        </p:nvSpPr>
        <p:spPr bwMode="auto">
          <a:xfrm>
            <a:off x="6820426" y="5326221"/>
            <a:ext cx="1148017" cy="15090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lvl="0" algn="ctr" eaLnBrk="0" hangingPunct="0"/>
            <a:r>
              <a:rPr lang="fr-FR" sz="500"/>
              <a:t>00072_SUSP_FCT_CONV_RISQUE</a:t>
            </a:r>
          </a:p>
        </p:txBody>
      </p:sp>
      <p:sp>
        <p:nvSpPr>
          <p:cNvPr id="90" name="AutoShape 142"/>
          <p:cNvSpPr>
            <a:spLocks noChangeArrowheads="1"/>
          </p:cNvSpPr>
          <p:nvPr/>
        </p:nvSpPr>
        <p:spPr bwMode="auto">
          <a:xfrm>
            <a:off x="8137292" y="6065677"/>
            <a:ext cx="954526" cy="270829"/>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b="1"/>
              <a:t>FCT FIXE RISQUE SUSP</a:t>
            </a:r>
          </a:p>
        </p:txBody>
      </p:sp>
      <p:sp>
        <p:nvSpPr>
          <p:cNvPr id="92" name="AutoShape 208"/>
          <p:cNvSpPr>
            <a:spLocks noChangeArrowheads="1"/>
          </p:cNvSpPr>
          <p:nvPr/>
        </p:nvSpPr>
        <p:spPr bwMode="auto">
          <a:xfrm>
            <a:off x="6903801" y="6116236"/>
            <a:ext cx="1086765" cy="1602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t>00072_SUSP_FCT_FIXE_RISQUE</a:t>
            </a:r>
          </a:p>
        </p:txBody>
      </p:sp>
      <p:sp>
        <p:nvSpPr>
          <p:cNvPr id="94" name="ZoneTexte 93"/>
          <p:cNvSpPr txBox="1"/>
          <p:nvPr/>
        </p:nvSpPr>
        <p:spPr>
          <a:xfrm>
            <a:off x="6946642" y="5170828"/>
            <a:ext cx="806389" cy="184666"/>
          </a:xfrm>
          <a:prstGeom prst="rect">
            <a:avLst/>
          </a:prstGeom>
          <a:noFill/>
        </p:spPr>
        <p:txBody>
          <a:bodyPr wrap="square" rtlCol="0">
            <a:spAutoFit/>
          </a:bodyPr>
          <a:lstStyle/>
          <a:p>
            <a:r>
              <a:rPr lang="fr-FR" sz="600" b="1"/>
              <a:t>CONV RISQUE</a:t>
            </a:r>
          </a:p>
        </p:txBody>
      </p:sp>
      <p:sp>
        <p:nvSpPr>
          <p:cNvPr id="95" name="ZoneTexte 94"/>
          <p:cNvSpPr txBox="1"/>
          <p:nvPr/>
        </p:nvSpPr>
        <p:spPr>
          <a:xfrm>
            <a:off x="7108013" y="5569424"/>
            <a:ext cx="571655" cy="184666"/>
          </a:xfrm>
          <a:prstGeom prst="rect">
            <a:avLst/>
          </a:prstGeom>
          <a:noFill/>
        </p:spPr>
        <p:txBody>
          <a:bodyPr wrap="square" rtlCol="0">
            <a:spAutoFit/>
          </a:bodyPr>
          <a:lstStyle/>
          <a:p>
            <a:r>
              <a:rPr lang="fr-FR" sz="600" b="1"/>
              <a:t>CONV</a:t>
            </a:r>
          </a:p>
        </p:txBody>
      </p:sp>
      <p:sp>
        <p:nvSpPr>
          <p:cNvPr id="96" name="ZoneTexte 95"/>
          <p:cNvSpPr txBox="1"/>
          <p:nvPr/>
        </p:nvSpPr>
        <p:spPr>
          <a:xfrm>
            <a:off x="7144752" y="5962350"/>
            <a:ext cx="571655" cy="184666"/>
          </a:xfrm>
          <a:prstGeom prst="rect">
            <a:avLst/>
          </a:prstGeom>
          <a:noFill/>
        </p:spPr>
        <p:txBody>
          <a:bodyPr wrap="square" rtlCol="0">
            <a:spAutoFit/>
          </a:bodyPr>
          <a:lstStyle/>
          <a:p>
            <a:r>
              <a:rPr lang="fr-FR" sz="600" b="1"/>
              <a:t>RISQUE</a:t>
            </a:r>
          </a:p>
        </p:txBody>
      </p:sp>
      <p:sp>
        <p:nvSpPr>
          <p:cNvPr id="111" name="AutoShape 131"/>
          <p:cNvSpPr>
            <a:spLocks noChangeArrowheads="1"/>
          </p:cNvSpPr>
          <p:nvPr/>
        </p:nvSpPr>
        <p:spPr bwMode="auto">
          <a:xfrm>
            <a:off x="5971511" y="4823220"/>
            <a:ext cx="571655" cy="430712"/>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24" name="AutoShape 73"/>
          <p:cNvSpPr>
            <a:spLocks noChangeArrowheads="1"/>
          </p:cNvSpPr>
          <p:nvPr/>
        </p:nvSpPr>
        <p:spPr bwMode="auto">
          <a:xfrm>
            <a:off x="3797903" y="2949461"/>
            <a:ext cx="870735" cy="39617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WCB DIGITAL</a:t>
            </a:r>
          </a:p>
        </p:txBody>
      </p:sp>
      <p:sp>
        <p:nvSpPr>
          <p:cNvPr id="148" name="ZoneTexte 147"/>
          <p:cNvSpPr txBox="1"/>
          <p:nvPr/>
        </p:nvSpPr>
        <p:spPr>
          <a:xfrm>
            <a:off x="4644535" y="2977727"/>
            <a:ext cx="387956" cy="190494"/>
          </a:xfrm>
          <a:prstGeom prst="rect">
            <a:avLst/>
          </a:prstGeom>
          <a:noFill/>
        </p:spPr>
        <p:txBody>
          <a:bodyPr wrap="square" rtlCol="0">
            <a:spAutoFit/>
          </a:bodyPr>
          <a:lstStyle/>
          <a:p>
            <a:r>
              <a:rPr lang="fr-FR" sz="600"/>
              <a:t>NON</a:t>
            </a:r>
          </a:p>
        </p:txBody>
      </p:sp>
      <p:sp>
        <p:nvSpPr>
          <p:cNvPr id="149" name="ZoneTexte 148"/>
          <p:cNvSpPr txBox="1"/>
          <p:nvPr/>
        </p:nvSpPr>
        <p:spPr>
          <a:xfrm>
            <a:off x="3460580" y="2997421"/>
            <a:ext cx="382453" cy="184666"/>
          </a:xfrm>
          <a:prstGeom prst="rect">
            <a:avLst/>
          </a:prstGeom>
          <a:noFill/>
        </p:spPr>
        <p:txBody>
          <a:bodyPr wrap="square" rtlCol="0">
            <a:spAutoFit/>
          </a:bodyPr>
          <a:lstStyle/>
          <a:p>
            <a:r>
              <a:rPr lang="fr-FR" sz="600"/>
              <a:t>OUI</a:t>
            </a:r>
          </a:p>
        </p:txBody>
      </p:sp>
      <p:cxnSp>
        <p:nvCxnSpPr>
          <p:cNvPr id="150" name="Connecteur en angle 149"/>
          <p:cNvCxnSpPr>
            <a:stCxn id="124" idx="1"/>
            <a:endCxn id="205" idx="0"/>
          </p:cNvCxnSpPr>
          <p:nvPr/>
        </p:nvCxnSpPr>
        <p:spPr bwMode="auto">
          <a:xfrm rot="10800000" flipV="1">
            <a:off x="3219365" y="3147546"/>
            <a:ext cx="578539" cy="8787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AutoShape 142"/>
          <p:cNvSpPr>
            <a:spLocks noChangeArrowheads="1"/>
          </p:cNvSpPr>
          <p:nvPr/>
        </p:nvSpPr>
        <p:spPr bwMode="auto">
          <a:xfrm>
            <a:off x="3238622" y="5277697"/>
            <a:ext cx="1080000" cy="252232"/>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a:t>WCB FCT CONV FIXE SUSP</a:t>
            </a:r>
          </a:p>
        </p:txBody>
      </p:sp>
      <p:cxnSp>
        <p:nvCxnSpPr>
          <p:cNvPr id="153" name="Connecteur droit avec flèche 152"/>
          <p:cNvCxnSpPr>
            <a:stCxn id="154" idx="2"/>
            <a:endCxn id="151" idx="0"/>
          </p:cNvCxnSpPr>
          <p:nvPr/>
        </p:nvCxnSpPr>
        <p:spPr bwMode="auto">
          <a:xfrm>
            <a:off x="3778622" y="5065139"/>
            <a:ext cx="0" cy="2125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31">
            <a:hlinkClick r:id="" action="ppaction://noaction"/>
          </p:cNvPr>
          <p:cNvSpPr>
            <a:spLocks noChangeArrowheads="1"/>
          </p:cNvSpPr>
          <p:nvPr/>
        </p:nvSpPr>
        <p:spPr bwMode="auto">
          <a:xfrm>
            <a:off x="3219766" y="4856421"/>
            <a:ext cx="1117712" cy="20871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FIXE_WCB_FCT_CONV_SUSP</a:t>
            </a:r>
            <a:endParaRPr lang="fr-FR" sz="600">
              <a:solidFill>
                <a:srgbClr val="FF0000"/>
              </a:solidFill>
            </a:endParaRPr>
          </a:p>
        </p:txBody>
      </p:sp>
      <p:cxnSp>
        <p:nvCxnSpPr>
          <p:cNvPr id="157" name="AutoShape 13"/>
          <p:cNvCxnSpPr>
            <a:cxnSpLocks noChangeShapeType="1"/>
            <a:stCxn id="198" idx="2"/>
            <a:endCxn id="181" idx="3"/>
          </p:cNvCxnSpPr>
          <p:nvPr/>
        </p:nvCxnSpPr>
        <p:spPr bwMode="auto">
          <a:xfrm rot="5400000">
            <a:off x="1538028" y="4305343"/>
            <a:ext cx="1004286" cy="1533702"/>
          </a:xfrm>
          <a:prstGeom prst="bentConnector2">
            <a:avLst/>
          </a:prstGeom>
          <a:noFill/>
          <a:ln w="3175">
            <a:solidFill>
              <a:srgbClr val="3333FF"/>
            </a:solidFill>
            <a:miter lim="800000"/>
            <a:headEnd/>
            <a:tailEnd type="triangle" w="med" len="med"/>
          </a:ln>
          <a:extLst>
            <a:ext uri="{909E8E84-426E-40DD-AFC4-6F175D3DCCD1}">
              <a14:hiddenFill xmlns:a14="http://schemas.microsoft.com/office/drawing/2010/main">
                <a:noFill/>
              </a14:hiddenFill>
            </a:ext>
          </a:extLst>
        </p:spPr>
      </p:cxnSp>
      <p:sp>
        <p:nvSpPr>
          <p:cNvPr id="159" name="AutoShape 142"/>
          <p:cNvSpPr>
            <a:spLocks noChangeArrowheads="1"/>
          </p:cNvSpPr>
          <p:nvPr/>
        </p:nvSpPr>
        <p:spPr bwMode="auto">
          <a:xfrm>
            <a:off x="2488008" y="6139930"/>
            <a:ext cx="99100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PREMIUM FIDE SUSP</a:t>
            </a:r>
          </a:p>
        </p:txBody>
      </p:sp>
      <p:cxnSp>
        <p:nvCxnSpPr>
          <p:cNvPr id="161" name="AutoShape 13"/>
          <p:cNvCxnSpPr>
            <a:cxnSpLocks noChangeShapeType="1"/>
            <a:stCxn id="51" idx="2"/>
            <a:endCxn id="159" idx="3"/>
          </p:cNvCxnSpPr>
          <p:nvPr/>
        </p:nvCxnSpPr>
        <p:spPr bwMode="auto">
          <a:xfrm rot="5400000">
            <a:off x="3748647" y="4928302"/>
            <a:ext cx="1067084" cy="1606362"/>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67" name="AutoShape 142"/>
          <p:cNvSpPr>
            <a:spLocks noChangeArrowheads="1"/>
          </p:cNvSpPr>
          <p:nvPr/>
        </p:nvSpPr>
        <p:spPr bwMode="auto">
          <a:xfrm>
            <a:off x="-21848" y="5027507"/>
            <a:ext cx="114792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FCT PREMIUM FIDE SUSP</a:t>
            </a:r>
          </a:p>
        </p:txBody>
      </p:sp>
      <p:cxnSp>
        <p:nvCxnSpPr>
          <p:cNvPr id="169" name="AutoShape 13"/>
          <p:cNvCxnSpPr>
            <a:cxnSpLocks noChangeShapeType="1"/>
            <a:stCxn id="198" idx="2"/>
            <a:endCxn id="167" idx="3"/>
          </p:cNvCxnSpPr>
          <p:nvPr/>
        </p:nvCxnSpPr>
        <p:spPr bwMode="auto">
          <a:xfrm rot="5400000">
            <a:off x="1675275" y="4020854"/>
            <a:ext cx="582551" cy="1680945"/>
          </a:xfrm>
          <a:prstGeom prst="bentConnector2">
            <a:avLst/>
          </a:prstGeom>
          <a:noFill/>
          <a:ln w="3175">
            <a:solidFill>
              <a:srgbClr val="3333FF"/>
            </a:solidFill>
            <a:miter lim="800000"/>
            <a:headEnd/>
            <a:tailEnd type="triangle" w="med" len="med"/>
          </a:ln>
          <a:extLst>
            <a:ext uri="{909E8E84-426E-40DD-AFC4-6F175D3DCCD1}">
              <a14:hiddenFill xmlns:a14="http://schemas.microsoft.com/office/drawing/2010/main">
                <a:noFill/>
              </a14:hiddenFill>
            </a:ext>
          </a:extLst>
        </p:spPr>
      </p:cxnSp>
      <p:sp>
        <p:nvSpPr>
          <p:cNvPr id="172" name="AutoShape 208"/>
          <p:cNvSpPr>
            <a:spLocks noChangeArrowheads="1"/>
          </p:cNvSpPr>
          <p:nvPr/>
        </p:nvSpPr>
        <p:spPr bwMode="auto">
          <a:xfrm>
            <a:off x="1269057" y="5092190"/>
            <a:ext cx="1496633" cy="13615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00072_WCB_FCT_PREMIUM_FIDE_SUSP</a:t>
            </a:r>
          </a:p>
        </p:txBody>
      </p:sp>
      <p:sp>
        <p:nvSpPr>
          <p:cNvPr id="177" name="AutoShape 142"/>
          <p:cNvSpPr>
            <a:spLocks noChangeArrowheads="1"/>
          </p:cNvSpPr>
          <p:nvPr/>
        </p:nvSpPr>
        <p:spPr bwMode="auto">
          <a:xfrm>
            <a:off x="2573670" y="6446459"/>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PREMIUM SUSP</a:t>
            </a:r>
          </a:p>
        </p:txBody>
      </p:sp>
      <p:cxnSp>
        <p:nvCxnSpPr>
          <p:cNvPr id="180" name="Connecteur en angle 179"/>
          <p:cNvCxnSpPr>
            <a:stCxn id="51" idx="2"/>
            <a:endCxn id="177" idx="3"/>
          </p:cNvCxnSpPr>
          <p:nvPr/>
        </p:nvCxnSpPr>
        <p:spPr bwMode="auto">
          <a:xfrm rot="5400000">
            <a:off x="3601474" y="5087657"/>
            <a:ext cx="1373613" cy="159418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AutoShape 142"/>
          <p:cNvSpPr>
            <a:spLocks noChangeArrowheads="1"/>
          </p:cNvSpPr>
          <p:nvPr/>
        </p:nvSpPr>
        <p:spPr bwMode="auto">
          <a:xfrm>
            <a:off x="262938" y="5449242"/>
            <a:ext cx="101038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FCT PREMIUM SUSP</a:t>
            </a:r>
          </a:p>
        </p:txBody>
      </p:sp>
      <p:sp>
        <p:nvSpPr>
          <p:cNvPr id="182" name="AutoShape 208"/>
          <p:cNvSpPr>
            <a:spLocks noChangeArrowheads="1"/>
          </p:cNvSpPr>
          <p:nvPr/>
        </p:nvSpPr>
        <p:spPr bwMode="auto">
          <a:xfrm>
            <a:off x="1406538" y="5510104"/>
            <a:ext cx="1359152" cy="10854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00072_WCB_FCT_PREMIUM_SUSP</a:t>
            </a:r>
          </a:p>
        </p:txBody>
      </p:sp>
      <p:sp>
        <p:nvSpPr>
          <p:cNvPr id="183" name="ZoneTexte 129"/>
          <p:cNvSpPr txBox="1"/>
          <p:nvPr/>
        </p:nvSpPr>
        <p:spPr>
          <a:xfrm>
            <a:off x="1311737" y="4941407"/>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Valeur1 = PRE_FID_F</a:t>
            </a:r>
            <a:endParaRPr lang="fr-FR" sz="600">
              <a:solidFill>
                <a:srgbClr val="FF0000"/>
              </a:solidFill>
            </a:endParaRPr>
          </a:p>
        </p:txBody>
      </p:sp>
      <p:sp>
        <p:nvSpPr>
          <p:cNvPr id="184" name="ZoneTexte 183"/>
          <p:cNvSpPr txBox="1"/>
          <p:nvPr/>
        </p:nvSpPr>
        <p:spPr>
          <a:xfrm>
            <a:off x="1135884" y="5289225"/>
            <a:ext cx="1728358" cy="184666"/>
          </a:xfrm>
          <a:prstGeom prst="rect">
            <a:avLst/>
          </a:prstGeom>
          <a:noFill/>
        </p:spPr>
        <p:txBody>
          <a:bodyPr wrap="none" rtlCol="0">
            <a:spAutoFit/>
          </a:bodyPr>
          <a:lstStyle/>
          <a:p>
            <a:r>
              <a:rPr lang="fr-FR" sz="600"/>
              <a:t>AUTRE + Valeur1 = PLATINE_00 + COLLAB</a:t>
            </a:r>
          </a:p>
        </p:txBody>
      </p:sp>
      <p:sp>
        <p:nvSpPr>
          <p:cNvPr id="192" name="ZoneTexte 191"/>
          <p:cNvSpPr txBox="1"/>
          <p:nvPr/>
        </p:nvSpPr>
        <p:spPr>
          <a:xfrm>
            <a:off x="3310901" y="6301388"/>
            <a:ext cx="1728358" cy="184666"/>
          </a:xfrm>
          <a:prstGeom prst="rect">
            <a:avLst/>
          </a:prstGeom>
          <a:noFill/>
        </p:spPr>
        <p:txBody>
          <a:bodyPr wrap="none" rtlCol="0">
            <a:spAutoFit/>
          </a:bodyPr>
          <a:lstStyle/>
          <a:p>
            <a:r>
              <a:rPr lang="fr-FR" sz="600"/>
              <a:t>AUTRE + Valeur1 = PLATINE_00 + COLLAB</a:t>
            </a:r>
          </a:p>
        </p:txBody>
      </p:sp>
      <p:cxnSp>
        <p:nvCxnSpPr>
          <p:cNvPr id="29" name="Connecteur en angle 28"/>
          <p:cNvCxnSpPr>
            <a:cxnSpLocks/>
            <a:stCxn id="124" idx="3"/>
            <a:endCxn id="11" idx="0"/>
          </p:cNvCxnSpPr>
          <p:nvPr/>
        </p:nvCxnSpPr>
        <p:spPr bwMode="auto">
          <a:xfrm>
            <a:off x="4668638" y="3147547"/>
            <a:ext cx="1119338" cy="64758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AutoShape 31">
            <a:hlinkClick r:id="" action="ppaction://noaction"/>
          </p:cNvPr>
          <p:cNvSpPr>
            <a:spLocks noChangeArrowheads="1"/>
          </p:cNvSpPr>
          <p:nvPr/>
        </p:nvSpPr>
        <p:spPr bwMode="auto">
          <a:xfrm>
            <a:off x="2034809" y="4440089"/>
            <a:ext cx="1544425" cy="1299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FF0000"/>
                </a:solidFill>
              </a:rPr>
              <a:t>FIXE_WCB_SUSPENDU_PREMIUM_COM</a:t>
            </a:r>
          </a:p>
        </p:txBody>
      </p:sp>
      <p:cxnSp>
        <p:nvCxnSpPr>
          <p:cNvPr id="199" name="AutoShape 10"/>
          <p:cNvCxnSpPr>
            <a:cxnSpLocks noChangeShapeType="1"/>
            <a:stCxn id="197" idx="2"/>
            <a:endCxn id="198" idx="0"/>
          </p:cNvCxnSpPr>
          <p:nvPr/>
        </p:nvCxnSpPr>
        <p:spPr bwMode="auto">
          <a:xfrm>
            <a:off x="2807022" y="4362886"/>
            <a:ext cx="0" cy="7720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AutoShape 131"/>
          <p:cNvSpPr>
            <a:spLocks noChangeArrowheads="1"/>
          </p:cNvSpPr>
          <p:nvPr/>
        </p:nvSpPr>
        <p:spPr bwMode="auto">
          <a:xfrm>
            <a:off x="2968921" y="3629361"/>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PREMIUM</a:t>
            </a:r>
          </a:p>
        </p:txBody>
      </p:sp>
      <p:cxnSp>
        <p:nvCxnSpPr>
          <p:cNvPr id="201" name="Connecteur en angle 200"/>
          <p:cNvCxnSpPr>
            <a:stCxn id="200" idx="1"/>
            <a:endCxn id="197" idx="0"/>
          </p:cNvCxnSpPr>
          <p:nvPr/>
        </p:nvCxnSpPr>
        <p:spPr bwMode="auto">
          <a:xfrm rot="10800000" flipV="1">
            <a:off x="2807023" y="3848435"/>
            <a:ext cx="161899" cy="338687"/>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 name="Connecteur en angle 201"/>
          <p:cNvCxnSpPr>
            <a:cxnSpLocks/>
            <a:stCxn id="200" idx="3"/>
            <a:endCxn id="152" idx="0"/>
          </p:cNvCxnSpPr>
          <p:nvPr/>
        </p:nvCxnSpPr>
        <p:spPr bwMode="auto">
          <a:xfrm>
            <a:off x="3435646" y="3848436"/>
            <a:ext cx="349272" cy="767665"/>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Text Box 157"/>
          <p:cNvSpPr txBox="1">
            <a:spLocks noChangeArrowheads="1"/>
          </p:cNvSpPr>
          <p:nvPr/>
        </p:nvSpPr>
        <p:spPr bwMode="auto">
          <a:xfrm>
            <a:off x="2514316" y="381797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204" name="Text Box 156"/>
          <p:cNvSpPr txBox="1">
            <a:spLocks noChangeArrowheads="1"/>
          </p:cNvSpPr>
          <p:nvPr/>
        </p:nvSpPr>
        <p:spPr bwMode="auto">
          <a:xfrm>
            <a:off x="3772543" y="3811429"/>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205" name="AutoShape 14"/>
          <p:cNvSpPr>
            <a:spLocks noChangeArrowheads="1"/>
          </p:cNvSpPr>
          <p:nvPr/>
        </p:nvSpPr>
        <p:spPr bwMode="auto">
          <a:xfrm>
            <a:off x="2704551" y="3235422"/>
            <a:ext cx="1029625" cy="13008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00072_WCB_SUSPENDU</a:t>
            </a:r>
          </a:p>
        </p:txBody>
      </p:sp>
      <p:sp>
        <p:nvSpPr>
          <p:cNvPr id="206" name="AutoShape 31">
            <a:hlinkClick r:id="" action="ppaction://noaction"/>
          </p:cNvPr>
          <p:cNvSpPr>
            <a:spLocks noChangeArrowheads="1"/>
          </p:cNvSpPr>
          <p:nvPr/>
        </p:nvSpPr>
        <p:spPr bwMode="auto">
          <a:xfrm>
            <a:off x="2712279" y="3428746"/>
            <a:ext cx="992642" cy="14009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FIXE_WCB_SUSPENDU</a:t>
            </a:r>
          </a:p>
        </p:txBody>
      </p:sp>
      <p:cxnSp>
        <p:nvCxnSpPr>
          <p:cNvPr id="41" name="Connecteur droit 40"/>
          <p:cNvCxnSpPr>
            <a:cxnSpLocks/>
            <a:stCxn id="152" idx="2"/>
            <a:endCxn id="154" idx="0"/>
          </p:cNvCxnSpPr>
          <p:nvPr/>
        </p:nvCxnSpPr>
        <p:spPr bwMode="auto">
          <a:xfrm flipH="1">
            <a:off x="3778622" y="4790020"/>
            <a:ext cx="6296" cy="66401"/>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AutoShape 208"/>
          <p:cNvSpPr>
            <a:spLocks noChangeArrowheads="1"/>
          </p:cNvSpPr>
          <p:nvPr/>
        </p:nvSpPr>
        <p:spPr bwMode="auto">
          <a:xfrm>
            <a:off x="3690610" y="6151689"/>
            <a:ext cx="1275070" cy="143075"/>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00072_FCT_PREMIUM_FIDE_SUSP</a:t>
            </a:r>
          </a:p>
        </p:txBody>
      </p:sp>
      <p:sp>
        <p:nvSpPr>
          <p:cNvPr id="237" name="AutoShape 208"/>
          <p:cNvSpPr>
            <a:spLocks noChangeArrowheads="1"/>
          </p:cNvSpPr>
          <p:nvPr/>
        </p:nvSpPr>
        <p:spPr bwMode="auto">
          <a:xfrm>
            <a:off x="3842045" y="6451877"/>
            <a:ext cx="1181886" cy="143007"/>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00072_FCT_PREMIUM_SUSP</a:t>
            </a:r>
          </a:p>
        </p:txBody>
      </p:sp>
      <p:sp>
        <p:nvSpPr>
          <p:cNvPr id="240" name="ZoneTexte 129"/>
          <p:cNvSpPr txBox="1"/>
          <p:nvPr/>
        </p:nvSpPr>
        <p:spPr>
          <a:xfrm>
            <a:off x="3834329" y="601170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Valeur1 = PRE_FID_F</a:t>
            </a:r>
            <a:endParaRPr lang="fr-FR" sz="600">
              <a:solidFill>
                <a:srgbClr val="FF0000"/>
              </a:solidFill>
            </a:endParaRPr>
          </a:p>
        </p:txBody>
      </p:sp>
      <p:sp>
        <p:nvSpPr>
          <p:cNvPr id="264" name="AutoShape 14"/>
          <p:cNvSpPr>
            <a:spLocks noChangeArrowheads="1"/>
          </p:cNvSpPr>
          <p:nvPr/>
        </p:nvSpPr>
        <p:spPr bwMode="auto">
          <a:xfrm>
            <a:off x="5157583" y="3372188"/>
            <a:ext cx="1192701" cy="12997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a:t>
            </a:r>
          </a:p>
        </p:txBody>
      </p:sp>
      <p:sp>
        <p:nvSpPr>
          <p:cNvPr id="265" name="AutoShape 31">
            <a:hlinkClick r:id="" action="ppaction://noaction"/>
          </p:cNvPr>
          <p:cNvSpPr>
            <a:spLocks noChangeArrowheads="1"/>
          </p:cNvSpPr>
          <p:nvPr/>
        </p:nvSpPr>
        <p:spPr bwMode="auto">
          <a:xfrm>
            <a:off x="5164959" y="3538059"/>
            <a:ext cx="1174778" cy="13769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FIXE_SUSPENDU</a:t>
            </a:r>
          </a:p>
        </p:txBody>
      </p:sp>
      <p:sp>
        <p:nvSpPr>
          <p:cNvPr id="119" name="AutoShape 221"/>
          <p:cNvSpPr>
            <a:spLocks noChangeArrowheads="1"/>
          </p:cNvSpPr>
          <p:nvPr/>
        </p:nvSpPr>
        <p:spPr bwMode="auto">
          <a:xfrm rot="10800000">
            <a:off x="7714789" y="2945241"/>
            <a:ext cx="796490"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p:spPr>
        <p:txBody>
          <a:bodyPr rot="10800000" wrap="none" anchor="ctr"/>
          <a:lstStyle/>
          <a:p>
            <a:pPr algn="ctr">
              <a:defRPr/>
            </a:pPr>
            <a:r>
              <a:rPr lang="fr-FR" sz="600">
                <a:solidFill>
                  <a:schemeClr val="bg1"/>
                </a:solidFill>
                <a:latin typeface="+mn-lt"/>
                <a:ea typeface="+mn-ea"/>
              </a:rPr>
              <a:t>BOUT EN BOUT FIXE</a:t>
            </a:r>
          </a:p>
        </p:txBody>
      </p:sp>
      <p:sp>
        <p:nvSpPr>
          <p:cNvPr id="165" name="AutoShape 14"/>
          <p:cNvSpPr>
            <a:spLocks noChangeArrowheads="1"/>
          </p:cNvSpPr>
          <p:nvPr/>
        </p:nvSpPr>
        <p:spPr bwMode="auto">
          <a:xfrm>
            <a:off x="7447184" y="2283438"/>
            <a:ext cx="1334965" cy="1949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00072_SUSPENDU_BEB_COM_HO</a:t>
            </a:r>
          </a:p>
        </p:txBody>
      </p:sp>
      <p:sp>
        <p:nvSpPr>
          <p:cNvPr id="211" name="AutoShape 31">
            <a:hlinkClick r:id="" action="ppaction://noaction"/>
          </p:cNvPr>
          <p:cNvSpPr>
            <a:spLocks noChangeArrowheads="1"/>
          </p:cNvSpPr>
          <p:nvPr/>
        </p:nvSpPr>
        <p:spPr bwMode="auto">
          <a:xfrm>
            <a:off x="7530996" y="2607218"/>
            <a:ext cx="1174778" cy="20909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FIXE_SUSPENDU_BEB_COM</a:t>
            </a:r>
          </a:p>
        </p:txBody>
      </p:sp>
      <p:sp>
        <p:nvSpPr>
          <p:cNvPr id="212" name="AutoShape 31">
            <a:hlinkClick r:id="" action="ppaction://noaction"/>
          </p:cNvPr>
          <p:cNvSpPr>
            <a:spLocks noChangeArrowheads="1"/>
          </p:cNvSpPr>
          <p:nvPr/>
        </p:nvSpPr>
        <p:spPr bwMode="auto">
          <a:xfrm>
            <a:off x="3644947" y="2660106"/>
            <a:ext cx="1174778" cy="1883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endParaRPr lang="fr-FR" sz="600">
              <a:solidFill>
                <a:srgbClr val="D31E05"/>
              </a:solidFill>
            </a:endParaRPr>
          </a:p>
          <a:p>
            <a:pPr algn="ctr" defTabSz="379413" eaLnBrk="0" hangingPunct="0"/>
            <a:r>
              <a:rPr lang="fr-FR" sz="600">
                <a:solidFill>
                  <a:srgbClr val="D31E05"/>
                </a:solidFill>
              </a:rPr>
              <a:t>FIXE_SUSPENDU_COM</a:t>
            </a:r>
          </a:p>
          <a:p>
            <a:pPr algn="ctr" defTabSz="379413" eaLnBrk="0" hangingPunct="0"/>
            <a:endParaRPr lang="fr-FR" sz="600">
              <a:solidFill>
                <a:srgbClr val="D31E05"/>
              </a:solidFill>
            </a:endParaRPr>
          </a:p>
        </p:txBody>
      </p:sp>
      <p:sp>
        <p:nvSpPr>
          <p:cNvPr id="197" name="AutoShape 6"/>
          <p:cNvSpPr>
            <a:spLocks noChangeArrowheads="1"/>
          </p:cNvSpPr>
          <p:nvPr/>
        </p:nvSpPr>
        <p:spPr bwMode="auto">
          <a:xfrm>
            <a:off x="2054086" y="4187123"/>
            <a:ext cx="1505871" cy="1757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00072_WCB_SUSPENDU_PREMIUM_COM</a:t>
            </a:r>
          </a:p>
        </p:txBody>
      </p:sp>
      <p:sp>
        <p:nvSpPr>
          <p:cNvPr id="152" name="AutoShape 208"/>
          <p:cNvSpPr>
            <a:spLocks noChangeArrowheads="1"/>
          </p:cNvSpPr>
          <p:nvPr/>
        </p:nvSpPr>
        <p:spPr bwMode="auto">
          <a:xfrm>
            <a:off x="3184484" y="4616101"/>
            <a:ext cx="1200867" cy="17391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00072_WCB_FCT_CONV_SUSP</a:t>
            </a:r>
          </a:p>
        </p:txBody>
      </p:sp>
      <p:sp>
        <p:nvSpPr>
          <p:cNvPr id="120" name="ZoneTexte 6"/>
          <p:cNvSpPr txBox="1"/>
          <p:nvPr/>
        </p:nvSpPr>
        <p:spPr>
          <a:xfrm>
            <a:off x="69402" y="578310"/>
            <a:ext cx="1836482"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RET </a:t>
            </a:r>
            <a:r>
              <a:rPr lang="fr-FR" sz="1200"/>
              <a:t>:</a:t>
            </a:r>
          </a:p>
          <a:p>
            <a:pPr lvl="0"/>
            <a:r>
              <a:rPr lang="fr-FR" sz="800" b="1">
                <a:solidFill>
                  <a:srgbClr val="000000"/>
                </a:solidFill>
              </a:rPr>
              <a:t>MC_ACTIV =</a:t>
            </a:r>
          </a:p>
          <a:p>
            <a:pPr lvl="0"/>
            <a:r>
              <a:rPr lang="fr-FR" sz="800">
                <a:solidFill>
                  <a:srgbClr val="000000"/>
                </a:solidFill>
              </a:rPr>
              <a:t>Activité ET Statut ET Seuil d’éligibilité ET Position créateur ET Créateur ET Assigné à ET Position assigné à ET Code conclusion</a:t>
            </a:r>
          </a:p>
        </p:txBody>
      </p:sp>
      <p:sp>
        <p:nvSpPr>
          <p:cNvPr id="121" name="ZoneTexte 6"/>
          <p:cNvSpPr txBox="1"/>
          <p:nvPr/>
        </p:nvSpPr>
        <p:spPr>
          <a:xfrm>
            <a:off x="66533" y="1599215"/>
            <a:ext cx="1836481"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COM </a:t>
            </a:r>
            <a:r>
              <a:rPr lang="fr-FR" sz="1200"/>
              <a:t>:</a:t>
            </a:r>
          </a:p>
          <a:p>
            <a:r>
              <a:rPr lang="fr-FR" sz="800" b="1"/>
              <a:t>MC_ACTIV =</a:t>
            </a:r>
          </a:p>
          <a:p>
            <a:r>
              <a:rPr lang="fr-FR" sz="800">
                <a:solidFill>
                  <a:schemeClr val="tx1"/>
                </a:solidFill>
              </a:rPr>
              <a:t>Activité ET Statut ET Seuil d’éligibilité ET Position créateur ET Créateur ET Assigné à ET Position assigné à ET Code conclusion</a:t>
            </a:r>
            <a:endParaRPr lang="fr-FR" sz="800"/>
          </a:p>
        </p:txBody>
      </p:sp>
      <p:sp>
        <p:nvSpPr>
          <p:cNvPr id="113" name="AutoShape 68">
            <a:hlinkClick r:id="" action="ppaction://noaction"/>
          </p:cNvPr>
          <p:cNvSpPr>
            <a:spLocks noChangeArrowheads="1"/>
          </p:cNvSpPr>
          <p:nvPr/>
        </p:nvSpPr>
        <p:spPr bwMode="auto">
          <a:xfrm>
            <a:off x="6365293" y="2114709"/>
            <a:ext cx="922020" cy="536391"/>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Activité</a:t>
            </a:r>
          </a:p>
          <a:p>
            <a:pPr algn="ctr" eaLnBrk="0" hangingPunct="0">
              <a:defRPr/>
            </a:pPr>
            <a:r>
              <a:rPr lang="fr-FR" sz="800" b="1">
                <a:solidFill>
                  <a:schemeClr val="bg1"/>
                </a:solidFill>
                <a:ea typeface="ＭＳ Ｐゴシック" charset="0"/>
              </a:rPr>
              <a:t>BEB COM</a:t>
            </a:r>
          </a:p>
          <a:p>
            <a:pPr algn="ctr" eaLnBrk="0" hangingPunct="0">
              <a:defRPr/>
            </a:pPr>
            <a:r>
              <a:rPr lang="fr-FR" sz="800" b="1">
                <a:solidFill>
                  <a:schemeClr val="bg1"/>
                </a:solidFill>
                <a:ea typeface="ＭＳ Ｐゴシック" charset="0"/>
              </a:rPr>
              <a:t>HO </a:t>
            </a:r>
          </a:p>
        </p:txBody>
      </p:sp>
      <p:sp>
        <p:nvSpPr>
          <p:cNvPr id="122" name="AutoShape 14"/>
          <p:cNvSpPr>
            <a:spLocks noChangeArrowheads="1"/>
          </p:cNvSpPr>
          <p:nvPr/>
        </p:nvSpPr>
        <p:spPr bwMode="auto">
          <a:xfrm>
            <a:off x="5090562" y="2652506"/>
            <a:ext cx="1334965" cy="1949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00072_SUSPENDU_BEB_COM_HNO</a:t>
            </a:r>
          </a:p>
        </p:txBody>
      </p:sp>
      <p:cxnSp>
        <p:nvCxnSpPr>
          <p:cNvPr id="14" name="Connecteur en angle 13"/>
          <p:cNvCxnSpPr>
            <a:stCxn id="113" idx="1"/>
            <a:endCxn id="122" idx="0"/>
          </p:cNvCxnSpPr>
          <p:nvPr/>
        </p:nvCxnSpPr>
        <p:spPr bwMode="auto">
          <a:xfrm rot="10800000" flipV="1">
            <a:off x="5758045" y="2382904"/>
            <a:ext cx="607248" cy="26960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17"/>
          <p:cNvCxnSpPr>
            <a:stCxn id="122" idx="1"/>
            <a:endCxn id="212" idx="3"/>
          </p:cNvCxnSpPr>
          <p:nvPr/>
        </p:nvCxnSpPr>
        <p:spPr bwMode="auto">
          <a:xfrm flipH="1">
            <a:off x="4819725" y="2750004"/>
            <a:ext cx="270837" cy="42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ZoneTexte 127"/>
          <p:cNvSpPr txBox="1"/>
          <p:nvPr/>
        </p:nvSpPr>
        <p:spPr>
          <a:xfrm>
            <a:off x="7137519" y="2140605"/>
            <a:ext cx="382453" cy="184666"/>
          </a:xfrm>
          <a:prstGeom prst="rect">
            <a:avLst/>
          </a:prstGeom>
          <a:noFill/>
        </p:spPr>
        <p:txBody>
          <a:bodyPr wrap="square" rtlCol="0">
            <a:spAutoFit/>
          </a:bodyPr>
          <a:lstStyle/>
          <a:p>
            <a:r>
              <a:rPr lang="fr-FR" sz="600"/>
              <a:t>OUI</a:t>
            </a:r>
          </a:p>
        </p:txBody>
      </p:sp>
      <p:sp>
        <p:nvSpPr>
          <p:cNvPr id="129" name="ZoneTexte 128"/>
          <p:cNvSpPr txBox="1"/>
          <p:nvPr/>
        </p:nvSpPr>
        <p:spPr>
          <a:xfrm>
            <a:off x="6859797" y="2663702"/>
            <a:ext cx="387956" cy="190494"/>
          </a:xfrm>
          <a:prstGeom prst="rect">
            <a:avLst/>
          </a:prstGeom>
          <a:noFill/>
        </p:spPr>
        <p:txBody>
          <a:bodyPr wrap="square" rtlCol="0">
            <a:spAutoFit/>
          </a:bodyPr>
          <a:lstStyle/>
          <a:p>
            <a:r>
              <a:rPr lang="fr-FR" sz="600"/>
              <a:t>NON</a:t>
            </a:r>
          </a:p>
        </p:txBody>
      </p:sp>
      <p:sp>
        <p:nvSpPr>
          <p:cNvPr id="125" name="AutoShape 73"/>
          <p:cNvSpPr>
            <a:spLocks noChangeArrowheads="1"/>
          </p:cNvSpPr>
          <p:nvPr/>
        </p:nvSpPr>
        <p:spPr bwMode="auto">
          <a:xfrm>
            <a:off x="3793798" y="1784516"/>
            <a:ext cx="870735" cy="39617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BEB COM FASTR</a:t>
            </a:r>
          </a:p>
        </p:txBody>
      </p:sp>
      <p:sp>
        <p:nvSpPr>
          <p:cNvPr id="126" name="ZoneTexte 125"/>
          <p:cNvSpPr txBox="1"/>
          <p:nvPr/>
        </p:nvSpPr>
        <p:spPr>
          <a:xfrm>
            <a:off x="4341634" y="2051575"/>
            <a:ext cx="758267" cy="276999"/>
          </a:xfrm>
          <a:prstGeom prst="rect">
            <a:avLst/>
          </a:prstGeom>
          <a:noFill/>
        </p:spPr>
        <p:txBody>
          <a:bodyPr wrap="square" rtlCol="0">
            <a:spAutoFit/>
          </a:bodyPr>
          <a:lstStyle/>
          <a:p>
            <a:r>
              <a:rPr lang="fr-FR" sz="600"/>
              <a:t>NON ou désactivé</a:t>
            </a:r>
          </a:p>
        </p:txBody>
      </p:sp>
      <p:sp>
        <p:nvSpPr>
          <p:cNvPr id="127" name="ZoneTexte 126"/>
          <p:cNvSpPr txBox="1"/>
          <p:nvPr/>
        </p:nvSpPr>
        <p:spPr>
          <a:xfrm>
            <a:off x="4522707" y="1797936"/>
            <a:ext cx="382453" cy="184666"/>
          </a:xfrm>
          <a:prstGeom prst="rect">
            <a:avLst/>
          </a:prstGeom>
          <a:noFill/>
        </p:spPr>
        <p:txBody>
          <a:bodyPr wrap="square" rtlCol="0">
            <a:spAutoFit/>
          </a:bodyPr>
          <a:lstStyle/>
          <a:p>
            <a:r>
              <a:rPr lang="fr-FR" sz="600"/>
              <a:t>OUI</a:t>
            </a:r>
          </a:p>
        </p:txBody>
      </p:sp>
      <p:sp>
        <p:nvSpPr>
          <p:cNvPr id="131" name="AutoShape 14"/>
          <p:cNvSpPr>
            <a:spLocks noChangeArrowheads="1"/>
          </p:cNvSpPr>
          <p:nvPr/>
        </p:nvSpPr>
        <p:spPr bwMode="auto">
          <a:xfrm>
            <a:off x="3512463" y="2269190"/>
            <a:ext cx="1434206" cy="15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00072_SUSP_BEB_COM_FASTR_NOK</a:t>
            </a:r>
          </a:p>
        </p:txBody>
      </p:sp>
      <p:sp>
        <p:nvSpPr>
          <p:cNvPr id="132" name="AutoShape 14"/>
          <p:cNvSpPr>
            <a:spLocks noChangeArrowheads="1"/>
          </p:cNvSpPr>
          <p:nvPr/>
        </p:nvSpPr>
        <p:spPr bwMode="auto">
          <a:xfrm>
            <a:off x="4830322" y="1892356"/>
            <a:ext cx="1334965" cy="16777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00072_SUSP_BEB_COM_FASTR_OK</a:t>
            </a:r>
          </a:p>
        </p:txBody>
      </p:sp>
      <p:cxnSp>
        <p:nvCxnSpPr>
          <p:cNvPr id="247" name="Connecteur droit 246"/>
          <p:cNvCxnSpPr>
            <a:stCxn id="125" idx="2"/>
            <a:endCxn id="131" idx="0"/>
          </p:cNvCxnSpPr>
          <p:nvPr/>
        </p:nvCxnSpPr>
        <p:spPr bwMode="auto">
          <a:xfrm>
            <a:off x="4229166" y="2180687"/>
            <a:ext cx="400" cy="885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Connecteur droit avec flèche 248"/>
          <p:cNvCxnSpPr>
            <a:cxnSpLocks/>
            <a:stCxn id="131" idx="2"/>
            <a:endCxn id="212" idx="0"/>
          </p:cNvCxnSpPr>
          <p:nvPr/>
        </p:nvCxnSpPr>
        <p:spPr bwMode="auto">
          <a:xfrm>
            <a:off x="4229566" y="2425420"/>
            <a:ext cx="2770" cy="23468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Connecteur droit avec flèche 250"/>
          <p:cNvCxnSpPr>
            <a:stCxn id="125" idx="3"/>
            <a:endCxn id="132" idx="1"/>
          </p:cNvCxnSpPr>
          <p:nvPr/>
        </p:nvCxnSpPr>
        <p:spPr bwMode="auto">
          <a:xfrm flipV="1">
            <a:off x="4664533" y="1976246"/>
            <a:ext cx="165789" cy="63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Connecteur en angle 252"/>
          <p:cNvCxnSpPr>
            <a:stCxn id="132" idx="3"/>
            <a:endCxn id="113" idx="0"/>
          </p:cNvCxnSpPr>
          <p:nvPr/>
        </p:nvCxnSpPr>
        <p:spPr bwMode="auto">
          <a:xfrm>
            <a:off x="6165287" y="1976246"/>
            <a:ext cx="661016" cy="13846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droit 34"/>
          <p:cNvCxnSpPr>
            <a:stCxn id="113" idx="3"/>
            <a:endCxn id="165" idx="1"/>
          </p:cNvCxnSpPr>
          <p:nvPr/>
        </p:nvCxnSpPr>
        <p:spPr bwMode="auto">
          <a:xfrm flipV="1">
            <a:off x="7287313" y="2380936"/>
            <a:ext cx="159871" cy="19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15"/>
          <p:cNvSpPr>
            <a:spLocks noChangeArrowheads="1"/>
          </p:cNvSpPr>
          <p:nvPr/>
        </p:nvSpPr>
        <p:spPr bwMode="auto">
          <a:xfrm>
            <a:off x="2975996" y="2038793"/>
            <a:ext cx="480318" cy="199221"/>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FASTR</a:t>
            </a:r>
          </a:p>
        </p:txBody>
      </p:sp>
      <p:grpSp>
        <p:nvGrpSpPr>
          <p:cNvPr id="176" name="Group 12"/>
          <p:cNvGrpSpPr>
            <a:grpSpLocks/>
          </p:cNvGrpSpPr>
          <p:nvPr/>
        </p:nvGrpSpPr>
        <p:grpSpPr bwMode="auto">
          <a:xfrm rot="20671521">
            <a:off x="3533655" y="2003142"/>
            <a:ext cx="236300" cy="162906"/>
            <a:chOff x="1920" y="715"/>
            <a:chExt cx="270" cy="139"/>
          </a:xfrm>
          <a:effectLst>
            <a:outerShdw blurRad="50800" dist="38100" dir="2700000" algn="tl" rotWithShape="0">
              <a:prstClr val="black">
                <a:alpha val="40000"/>
              </a:prstClr>
            </a:outerShdw>
          </a:effectLst>
        </p:grpSpPr>
        <p:sp>
          <p:nvSpPr>
            <p:cNvPr id="178" name="AutoShape 13"/>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79" name="AutoShape 14"/>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33" name="Rectangle 132"/>
          <p:cNvSpPr/>
          <p:nvPr/>
        </p:nvSpPr>
        <p:spPr>
          <a:xfrm>
            <a:off x="53005" y="2595923"/>
            <a:ext cx="1977790" cy="646331"/>
          </a:xfrm>
          <a:prstGeom prst="rect">
            <a:avLst/>
          </a:prstGeom>
          <a:ln>
            <a:solidFill>
              <a:schemeClr val="tx1"/>
            </a:solidFill>
          </a:ln>
        </p:spPr>
        <p:txBody>
          <a:bodyPr wrap="square">
            <a:spAutoFit/>
          </a:bodyPr>
          <a:lstStyle/>
          <a:p>
            <a:r>
              <a:rPr lang="fr-FR" sz="600" b="1"/>
              <a:t>DEXTER : </a:t>
            </a:r>
          </a:p>
          <a:p>
            <a:r>
              <a:rPr lang="fr-FR" sz="600"/>
              <a:t>COLLAB = OUI </a:t>
            </a:r>
          </a:p>
          <a:p>
            <a:r>
              <a:rPr lang="fr-FR" sz="600"/>
              <a:t>ou pour Ambassadeur LPM :</a:t>
            </a:r>
          </a:p>
          <a:p>
            <a:r>
              <a:rPr lang="fr-FR" sz="600"/>
              <a:t>REMISE_PARTENAIRE = OUI ET (CODE_APPORTEUR = 1055888 OU 1050508 ou CACHE_SVI = CQT_LPM)</a:t>
            </a:r>
          </a:p>
        </p:txBody>
      </p:sp>
      <p:cxnSp>
        <p:nvCxnSpPr>
          <p:cNvPr id="10" name="Connecteur droit 9">
            <a:extLst>
              <a:ext uri="{FF2B5EF4-FFF2-40B4-BE49-F238E27FC236}">
                <a16:creationId xmlns:a16="http://schemas.microsoft.com/office/drawing/2014/main" id="{52424E98-2E9B-4BB2-B304-38412733CDBB}"/>
              </a:ext>
            </a:extLst>
          </p:cNvPr>
          <p:cNvCxnSpPr>
            <a:stCxn id="165" idx="2"/>
            <a:endCxn id="211" idx="0"/>
          </p:cNvCxnSpPr>
          <p:nvPr/>
        </p:nvCxnSpPr>
        <p:spPr bwMode="auto">
          <a:xfrm>
            <a:off x="8114667" y="2478434"/>
            <a:ext cx="3718" cy="1287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a:extLst>
              <a:ext uri="{FF2B5EF4-FFF2-40B4-BE49-F238E27FC236}">
                <a16:creationId xmlns:a16="http://schemas.microsoft.com/office/drawing/2014/main" id="{D97F429A-820A-4D43-B1EC-7052166BADB0}"/>
              </a:ext>
            </a:extLst>
          </p:cNvPr>
          <p:cNvCxnSpPr>
            <a:stCxn id="211" idx="2"/>
            <a:endCxn id="119" idx="2"/>
          </p:cNvCxnSpPr>
          <p:nvPr/>
        </p:nvCxnSpPr>
        <p:spPr bwMode="auto">
          <a:xfrm flipH="1">
            <a:off x="8113034" y="2816310"/>
            <a:ext cx="5351" cy="1289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 name="Connecteur droit 226">
            <a:extLst>
              <a:ext uri="{FF2B5EF4-FFF2-40B4-BE49-F238E27FC236}">
                <a16:creationId xmlns:a16="http://schemas.microsoft.com/office/drawing/2014/main" id="{50DFD12A-7985-40CB-A0DA-31D75DA8AFAB}"/>
              </a:ext>
            </a:extLst>
          </p:cNvPr>
          <p:cNvCxnSpPr>
            <a:stCxn id="205" idx="2"/>
            <a:endCxn id="206" idx="0"/>
          </p:cNvCxnSpPr>
          <p:nvPr/>
        </p:nvCxnSpPr>
        <p:spPr bwMode="auto">
          <a:xfrm flipH="1">
            <a:off x="3208600" y="3365505"/>
            <a:ext cx="10764" cy="632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Connecteur droit 228">
            <a:extLst>
              <a:ext uri="{FF2B5EF4-FFF2-40B4-BE49-F238E27FC236}">
                <a16:creationId xmlns:a16="http://schemas.microsoft.com/office/drawing/2014/main" id="{9DAA4BDA-FE19-4335-B306-D64C2F05D884}"/>
              </a:ext>
            </a:extLst>
          </p:cNvPr>
          <p:cNvCxnSpPr>
            <a:stCxn id="206" idx="2"/>
            <a:endCxn id="200" idx="0"/>
          </p:cNvCxnSpPr>
          <p:nvPr/>
        </p:nvCxnSpPr>
        <p:spPr bwMode="auto">
          <a:xfrm flipH="1">
            <a:off x="3202284" y="3568838"/>
            <a:ext cx="6316" cy="605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Connecteur : en angle 247">
            <a:extLst>
              <a:ext uri="{FF2B5EF4-FFF2-40B4-BE49-F238E27FC236}">
                <a16:creationId xmlns:a16="http://schemas.microsoft.com/office/drawing/2014/main" id="{1F3B6F39-816D-4BF0-B160-05C836F814C1}"/>
              </a:ext>
            </a:extLst>
          </p:cNvPr>
          <p:cNvCxnSpPr>
            <a:cxnSpLocks/>
            <a:stCxn id="116" idx="0"/>
            <a:endCxn id="125" idx="0"/>
          </p:cNvCxnSpPr>
          <p:nvPr/>
        </p:nvCxnSpPr>
        <p:spPr bwMode="auto">
          <a:xfrm rot="16200000" flipH="1">
            <a:off x="3011859" y="567208"/>
            <a:ext cx="901735" cy="153287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8" name="AutoShape 142">
            <a:extLst>
              <a:ext uri="{FF2B5EF4-FFF2-40B4-BE49-F238E27FC236}">
                <a16:creationId xmlns:a16="http://schemas.microsoft.com/office/drawing/2014/main" id="{838917BB-29EB-42FB-B2C8-CBCAD1155502}"/>
              </a:ext>
            </a:extLst>
          </p:cNvPr>
          <p:cNvSpPr>
            <a:spLocks noChangeArrowheads="1"/>
          </p:cNvSpPr>
          <p:nvPr/>
        </p:nvSpPr>
        <p:spPr bwMode="auto">
          <a:xfrm>
            <a:off x="2534435" y="5641080"/>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PACKPRO SUSP</a:t>
            </a:r>
          </a:p>
        </p:txBody>
      </p:sp>
      <p:sp>
        <p:nvSpPr>
          <p:cNvPr id="189" name="AutoShape 208">
            <a:extLst>
              <a:ext uri="{FF2B5EF4-FFF2-40B4-BE49-F238E27FC236}">
                <a16:creationId xmlns:a16="http://schemas.microsoft.com/office/drawing/2014/main" id="{4254BED8-0CF0-47E9-B092-58F29FC3C5E5}"/>
              </a:ext>
            </a:extLst>
          </p:cNvPr>
          <p:cNvSpPr>
            <a:spLocks noChangeArrowheads="1"/>
          </p:cNvSpPr>
          <p:nvPr/>
        </p:nvSpPr>
        <p:spPr bwMode="auto">
          <a:xfrm>
            <a:off x="3795250" y="5692532"/>
            <a:ext cx="1181886" cy="143007"/>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00072_FCT_PACKPRO_SUSP</a:t>
            </a:r>
          </a:p>
        </p:txBody>
      </p:sp>
      <p:cxnSp>
        <p:nvCxnSpPr>
          <p:cNvPr id="257" name="Connecteur : en angle 256">
            <a:extLst>
              <a:ext uri="{FF2B5EF4-FFF2-40B4-BE49-F238E27FC236}">
                <a16:creationId xmlns:a16="http://schemas.microsoft.com/office/drawing/2014/main" id="{1FECD844-3FAE-49A7-B5A2-EB788497126B}"/>
              </a:ext>
            </a:extLst>
          </p:cNvPr>
          <p:cNvCxnSpPr>
            <a:stCxn id="189" idx="3"/>
            <a:endCxn id="51" idx="2"/>
          </p:cNvCxnSpPr>
          <p:nvPr/>
        </p:nvCxnSpPr>
        <p:spPr bwMode="auto">
          <a:xfrm flipV="1">
            <a:off x="4977136" y="5197941"/>
            <a:ext cx="108234" cy="56609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Connecteur droit avec flèche 258">
            <a:extLst>
              <a:ext uri="{FF2B5EF4-FFF2-40B4-BE49-F238E27FC236}">
                <a16:creationId xmlns:a16="http://schemas.microsoft.com/office/drawing/2014/main" id="{6A334856-C03F-4005-A810-FF50411E5EED}"/>
              </a:ext>
            </a:extLst>
          </p:cNvPr>
          <p:cNvCxnSpPr>
            <a:stCxn id="189" idx="1"/>
            <a:endCxn id="188" idx="3"/>
          </p:cNvCxnSpPr>
          <p:nvPr/>
        </p:nvCxnSpPr>
        <p:spPr bwMode="auto">
          <a:xfrm flipH="1">
            <a:off x="3451955" y="5764036"/>
            <a:ext cx="343295" cy="213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282">
            <a:extLst>
              <a:ext uri="{FF2B5EF4-FFF2-40B4-BE49-F238E27FC236}">
                <a16:creationId xmlns:a16="http://schemas.microsoft.com/office/drawing/2014/main" id="{1D0AFDE8-50A9-A03D-9A76-8F2CD39F4DBF}"/>
              </a:ext>
            </a:extLst>
          </p:cNvPr>
          <p:cNvSpPr>
            <a:spLocks noChangeArrowheads="1"/>
          </p:cNvSpPr>
          <p:nvPr/>
        </p:nvSpPr>
        <p:spPr bwMode="auto">
          <a:xfrm>
            <a:off x="6306989" y="5242212"/>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a:t>
            </a:r>
          </a:p>
          <a:p>
            <a:pPr algn="ctr" eaLnBrk="0" hangingPunct="0"/>
            <a:r>
              <a:rPr lang="fr-FR" sz="500">
                <a:solidFill>
                  <a:srgbClr val="FFFFFF"/>
                </a:solidFill>
              </a:rPr>
              <a:t>CONV </a:t>
            </a:r>
          </a:p>
          <a:p>
            <a:pPr algn="ctr" eaLnBrk="0" hangingPunct="0"/>
            <a:r>
              <a:rPr lang="fr-FR" sz="500">
                <a:solidFill>
                  <a:srgbClr val="FFFFFF"/>
                </a:solidFill>
              </a:rPr>
              <a:t>RISQUE</a:t>
            </a:r>
          </a:p>
        </p:txBody>
      </p:sp>
      <p:sp>
        <p:nvSpPr>
          <p:cNvPr id="4" name="AutoShape 282">
            <a:extLst>
              <a:ext uri="{FF2B5EF4-FFF2-40B4-BE49-F238E27FC236}">
                <a16:creationId xmlns:a16="http://schemas.microsoft.com/office/drawing/2014/main" id="{57C0C58C-A26F-B128-CA75-65E264F9C174}"/>
              </a:ext>
            </a:extLst>
          </p:cNvPr>
          <p:cNvSpPr>
            <a:spLocks noChangeArrowheads="1"/>
          </p:cNvSpPr>
          <p:nvPr/>
        </p:nvSpPr>
        <p:spPr bwMode="auto">
          <a:xfrm>
            <a:off x="6308579" y="5668928"/>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CONV</a:t>
            </a:r>
          </a:p>
        </p:txBody>
      </p:sp>
      <p:sp>
        <p:nvSpPr>
          <p:cNvPr id="5" name="AutoShape 282">
            <a:extLst>
              <a:ext uri="{FF2B5EF4-FFF2-40B4-BE49-F238E27FC236}">
                <a16:creationId xmlns:a16="http://schemas.microsoft.com/office/drawing/2014/main" id="{9A6AA1A2-987F-7A85-CF68-E476BD9854AA}"/>
              </a:ext>
            </a:extLst>
          </p:cNvPr>
          <p:cNvSpPr>
            <a:spLocks noChangeArrowheads="1"/>
          </p:cNvSpPr>
          <p:nvPr/>
        </p:nvSpPr>
        <p:spPr bwMode="auto">
          <a:xfrm>
            <a:off x="6291912" y="6041899"/>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sp>
        <p:nvSpPr>
          <p:cNvPr id="6" name="ZoneTexte 5">
            <a:extLst>
              <a:ext uri="{FF2B5EF4-FFF2-40B4-BE49-F238E27FC236}">
                <a16:creationId xmlns:a16="http://schemas.microsoft.com/office/drawing/2014/main" id="{5AF2ED5F-91E0-4756-B40D-BA7AC75F76E1}"/>
              </a:ext>
            </a:extLst>
          </p:cNvPr>
          <p:cNvSpPr txBox="1"/>
          <p:nvPr/>
        </p:nvSpPr>
        <p:spPr>
          <a:xfrm>
            <a:off x="6531712" y="5155965"/>
            <a:ext cx="428322" cy="200055"/>
          </a:xfrm>
          <a:prstGeom prst="rect">
            <a:avLst/>
          </a:prstGeom>
          <a:noFill/>
        </p:spPr>
        <p:txBody>
          <a:bodyPr wrap="none" rtlCol="0">
            <a:spAutoFit/>
          </a:bodyPr>
          <a:lstStyle/>
          <a:p>
            <a:r>
              <a:rPr lang="fr-FR" sz="700"/>
              <a:t>Activé</a:t>
            </a:r>
          </a:p>
        </p:txBody>
      </p:sp>
      <p:sp>
        <p:nvSpPr>
          <p:cNvPr id="11" name="AutoShape 73">
            <a:extLst>
              <a:ext uri="{FF2B5EF4-FFF2-40B4-BE49-F238E27FC236}">
                <a16:creationId xmlns:a16="http://schemas.microsoft.com/office/drawing/2014/main" id="{298DB750-F5F2-B95F-22DD-4987CA6DD24E}"/>
              </a:ext>
            </a:extLst>
          </p:cNvPr>
          <p:cNvSpPr>
            <a:spLocks noChangeArrowheads="1"/>
          </p:cNvSpPr>
          <p:nvPr/>
        </p:nvSpPr>
        <p:spPr bwMode="auto">
          <a:xfrm>
            <a:off x="5396846" y="3795129"/>
            <a:ext cx="782259" cy="429998"/>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500">
                <a:solidFill>
                  <a:schemeClr val="bg1"/>
                </a:solidFill>
              </a:rPr>
              <a:t>PREMIUM</a:t>
            </a:r>
          </a:p>
        </p:txBody>
      </p:sp>
      <p:cxnSp>
        <p:nvCxnSpPr>
          <p:cNvPr id="43" name="Connecteur : en angle 42">
            <a:extLst>
              <a:ext uri="{FF2B5EF4-FFF2-40B4-BE49-F238E27FC236}">
                <a16:creationId xmlns:a16="http://schemas.microsoft.com/office/drawing/2014/main" id="{24761ABF-0B00-8A9B-E859-2D5667C26F9A}"/>
              </a:ext>
            </a:extLst>
          </p:cNvPr>
          <p:cNvCxnSpPr>
            <a:stCxn id="111" idx="2"/>
            <a:endCxn id="3" idx="1"/>
          </p:cNvCxnSpPr>
          <p:nvPr/>
        </p:nvCxnSpPr>
        <p:spPr bwMode="auto">
          <a:xfrm rot="16200000" flipH="1">
            <a:off x="6208294" y="5302977"/>
            <a:ext cx="147741" cy="4965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 en angle 44">
            <a:extLst>
              <a:ext uri="{FF2B5EF4-FFF2-40B4-BE49-F238E27FC236}">
                <a16:creationId xmlns:a16="http://schemas.microsoft.com/office/drawing/2014/main" id="{A3F30FDE-9129-AE0D-1B75-02B2352127EB}"/>
              </a:ext>
            </a:extLst>
          </p:cNvPr>
          <p:cNvCxnSpPr>
            <a:stCxn id="111" idx="2"/>
            <a:endCxn id="4" idx="1"/>
          </p:cNvCxnSpPr>
          <p:nvPr/>
        </p:nvCxnSpPr>
        <p:spPr bwMode="auto">
          <a:xfrm rot="16200000" flipH="1">
            <a:off x="5995731" y="5515540"/>
            <a:ext cx="574457" cy="5124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 en angle 46">
            <a:extLst>
              <a:ext uri="{FF2B5EF4-FFF2-40B4-BE49-F238E27FC236}">
                <a16:creationId xmlns:a16="http://schemas.microsoft.com/office/drawing/2014/main" id="{3DAE051D-6D0C-D96C-EF66-28E237029C8E}"/>
              </a:ext>
            </a:extLst>
          </p:cNvPr>
          <p:cNvCxnSpPr>
            <a:stCxn id="111" idx="2"/>
            <a:endCxn id="5" idx="1"/>
          </p:cNvCxnSpPr>
          <p:nvPr/>
        </p:nvCxnSpPr>
        <p:spPr bwMode="auto">
          <a:xfrm rot="16200000" flipH="1">
            <a:off x="5800911" y="5710359"/>
            <a:ext cx="947428" cy="3457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Connecteur droit 51">
            <a:extLst>
              <a:ext uri="{FF2B5EF4-FFF2-40B4-BE49-F238E27FC236}">
                <a16:creationId xmlns:a16="http://schemas.microsoft.com/office/drawing/2014/main" id="{1A39C2E4-DD85-3A4F-4C63-F00E3D08F3CC}"/>
              </a:ext>
            </a:extLst>
          </p:cNvPr>
          <p:cNvCxnSpPr>
            <a:stCxn id="3" idx="3"/>
            <a:endCxn id="89" idx="1"/>
          </p:cNvCxnSpPr>
          <p:nvPr/>
        </p:nvCxnSpPr>
        <p:spPr bwMode="auto">
          <a:xfrm flipV="1">
            <a:off x="6747453" y="5401672"/>
            <a:ext cx="72973"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Connecteur droit avec flèche 56">
            <a:extLst>
              <a:ext uri="{FF2B5EF4-FFF2-40B4-BE49-F238E27FC236}">
                <a16:creationId xmlns:a16="http://schemas.microsoft.com/office/drawing/2014/main" id="{3FE0C107-0B6B-15EA-C7A9-1C4F67D49831}"/>
              </a:ext>
            </a:extLst>
          </p:cNvPr>
          <p:cNvCxnSpPr>
            <a:stCxn id="89" idx="3"/>
            <a:endCxn id="86" idx="1"/>
          </p:cNvCxnSpPr>
          <p:nvPr/>
        </p:nvCxnSpPr>
        <p:spPr bwMode="auto">
          <a:xfrm>
            <a:off x="7968443" y="5401672"/>
            <a:ext cx="176444"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ZoneTexte 58">
            <a:extLst>
              <a:ext uri="{FF2B5EF4-FFF2-40B4-BE49-F238E27FC236}">
                <a16:creationId xmlns:a16="http://schemas.microsoft.com/office/drawing/2014/main" id="{C1EBC87E-9D11-B55C-E757-78A3CB884944}"/>
              </a:ext>
            </a:extLst>
          </p:cNvPr>
          <p:cNvSpPr txBox="1"/>
          <p:nvPr/>
        </p:nvSpPr>
        <p:spPr>
          <a:xfrm>
            <a:off x="6521419" y="5939875"/>
            <a:ext cx="428322" cy="200055"/>
          </a:xfrm>
          <a:prstGeom prst="rect">
            <a:avLst/>
          </a:prstGeom>
          <a:noFill/>
        </p:spPr>
        <p:txBody>
          <a:bodyPr wrap="none" rtlCol="0">
            <a:spAutoFit/>
          </a:bodyPr>
          <a:lstStyle/>
          <a:p>
            <a:r>
              <a:rPr lang="fr-FR" sz="700"/>
              <a:t>Activé</a:t>
            </a:r>
          </a:p>
        </p:txBody>
      </p:sp>
      <p:sp>
        <p:nvSpPr>
          <p:cNvPr id="60" name="ZoneTexte 59">
            <a:extLst>
              <a:ext uri="{FF2B5EF4-FFF2-40B4-BE49-F238E27FC236}">
                <a16:creationId xmlns:a16="http://schemas.microsoft.com/office/drawing/2014/main" id="{5CC4B420-89A3-DEC3-A5C1-1849AC3D7715}"/>
              </a:ext>
            </a:extLst>
          </p:cNvPr>
          <p:cNvSpPr txBox="1"/>
          <p:nvPr/>
        </p:nvSpPr>
        <p:spPr>
          <a:xfrm>
            <a:off x="6545411" y="5583290"/>
            <a:ext cx="428322" cy="200055"/>
          </a:xfrm>
          <a:prstGeom prst="rect">
            <a:avLst/>
          </a:prstGeom>
          <a:noFill/>
        </p:spPr>
        <p:txBody>
          <a:bodyPr wrap="none" rtlCol="0">
            <a:spAutoFit/>
          </a:bodyPr>
          <a:lstStyle/>
          <a:p>
            <a:r>
              <a:rPr lang="fr-FR" sz="700"/>
              <a:t>Activé</a:t>
            </a:r>
          </a:p>
        </p:txBody>
      </p:sp>
      <p:cxnSp>
        <p:nvCxnSpPr>
          <p:cNvPr id="62" name="Connecteur droit 61">
            <a:extLst>
              <a:ext uri="{FF2B5EF4-FFF2-40B4-BE49-F238E27FC236}">
                <a16:creationId xmlns:a16="http://schemas.microsoft.com/office/drawing/2014/main" id="{202D227A-4E3F-E178-473C-D0781F109C46}"/>
              </a:ext>
            </a:extLst>
          </p:cNvPr>
          <p:cNvCxnSpPr>
            <a:stCxn id="4" idx="3"/>
            <a:endCxn id="83" idx="1"/>
          </p:cNvCxnSpPr>
          <p:nvPr/>
        </p:nvCxnSpPr>
        <p:spPr bwMode="auto">
          <a:xfrm flipV="1">
            <a:off x="6749043" y="5828271"/>
            <a:ext cx="110754" cy="1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Connecteur droit 65">
            <a:extLst>
              <a:ext uri="{FF2B5EF4-FFF2-40B4-BE49-F238E27FC236}">
                <a16:creationId xmlns:a16="http://schemas.microsoft.com/office/drawing/2014/main" id="{ABDB0F75-F0E1-06FB-34AE-3CDEAAB347D6}"/>
              </a:ext>
            </a:extLst>
          </p:cNvPr>
          <p:cNvCxnSpPr>
            <a:stCxn id="5" idx="3"/>
            <a:endCxn id="92" idx="1"/>
          </p:cNvCxnSpPr>
          <p:nvPr/>
        </p:nvCxnSpPr>
        <p:spPr bwMode="auto">
          <a:xfrm flipV="1">
            <a:off x="6732376" y="6196367"/>
            <a:ext cx="171425" cy="49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ZoneTexte 67">
            <a:extLst>
              <a:ext uri="{FF2B5EF4-FFF2-40B4-BE49-F238E27FC236}">
                <a16:creationId xmlns:a16="http://schemas.microsoft.com/office/drawing/2014/main" id="{C9D7201D-64CB-6CA4-0F44-D0A3293FEA4D}"/>
              </a:ext>
            </a:extLst>
          </p:cNvPr>
          <p:cNvSpPr txBox="1"/>
          <p:nvPr/>
        </p:nvSpPr>
        <p:spPr>
          <a:xfrm>
            <a:off x="6246242" y="6435379"/>
            <a:ext cx="577402" cy="200055"/>
          </a:xfrm>
          <a:prstGeom prst="rect">
            <a:avLst/>
          </a:prstGeom>
          <a:noFill/>
        </p:spPr>
        <p:txBody>
          <a:bodyPr wrap="none" rtlCol="0">
            <a:spAutoFit/>
          </a:bodyPr>
          <a:lstStyle/>
          <a:p>
            <a:r>
              <a:rPr lang="fr-FR" sz="700"/>
              <a:t>Désactivé</a:t>
            </a:r>
          </a:p>
        </p:txBody>
      </p:sp>
      <p:cxnSp>
        <p:nvCxnSpPr>
          <p:cNvPr id="74" name="Connecteur droit avec flèche 73">
            <a:extLst>
              <a:ext uri="{FF2B5EF4-FFF2-40B4-BE49-F238E27FC236}">
                <a16:creationId xmlns:a16="http://schemas.microsoft.com/office/drawing/2014/main" id="{2AEC8F53-F459-5B07-651D-830E45BDA62A}"/>
              </a:ext>
            </a:extLst>
          </p:cNvPr>
          <p:cNvCxnSpPr>
            <a:stCxn id="83" idx="3"/>
            <a:endCxn id="77" idx="1"/>
          </p:cNvCxnSpPr>
          <p:nvPr/>
        </p:nvCxnSpPr>
        <p:spPr bwMode="auto">
          <a:xfrm flipV="1">
            <a:off x="7839877" y="5828270"/>
            <a:ext cx="297415" cy="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Connecteur droit avec flèche 78">
            <a:extLst>
              <a:ext uri="{FF2B5EF4-FFF2-40B4-BE49-F238E27FC236}">
                <a16:creationId xmlns:a16="http://schemas.microsoft.com/office/drawing/2014/main" id="{264C6FFD-2631-E9DB-197B-B876873AA15A}"/>
              </a:ext>
            </a:extLst>
          </p:cNvPr>
          <p:cNvCxnSpPr>
            <a:stCxn id="92" idx="3"/>
            <a:endCxn id="90" idx="1"/>
          </p:cNvCxnSpPr>
          <p:nvPr/>
        </p:nvCxnSpPr>
        <p:spPr bwMode="auto">
          <a:xfrm>
            <a:off x="7990566" y="6196367"/>
            <a:ext cx="146726" cy="472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1348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77F83998-9131-498D-AFA2-42E044E20611}" type="slidenum">
              <a:rPr lang="fr-FR" smtClean="0"/>
              <a:pPr eaLnBrk="1" hangingPunct="1"/>
              <a:t>14</a:t>
            </a:fld>
            <a:endParaRPr lang="fr-FR"/>
          </a:p>
        </p:txBody>
      </p:sp>
      <p:cxnSp>
        <p:nvCxnSpPr>
          <p:cNvPr id="110" name="AutoShape 5"/>
          <p:cNvCxnSpPr>
            <a:cxnSpLocks noChangeShapeType="1"/>
            <a:stCxn id="145" idx="2"/>
            <a:endCxn id="81" idx="2"/>
          </p:cNvCxnSpPr>
          <p:nvPr/>
        </p:nvCxnSpPr>
        <p:spPr bwMode="auto">
          <a:xfrm rot="5400000">
            <a:off x="7223227" y="6402088"/>
            <a:ext cx="130601" cy="505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2" name="AutoShape 6"/>
          <p:cNvSpPr>
            <a:spLocks noChangeArrowheads="1"/>
          </p:cNvSpPr>
          <p:nvPr/>
        </p:nvSpPr>
        <p:spPr bwMode="auto">
          <a:xfrm>
            <a:off x="6605284" y="5715742"/>
            <a:ext cx="1354078" cy="18918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00082</a:t>
            </a:r>
            <a:r>
              <a:rPr lang="fr-FR" sz="600">
                <a:ea typeface="ＭＳ Ｐゴシック" charset="0"/>
              </a:rPr>
              <a:t>_IMPAYE_CONTINUE</a:t>
            </a:r>
          </a:p>
        </p:txBody>
      </p:sp>
      <p:sp>
        <p:nvSpPr>
          <p:cNvPr id="116" name="AutoShape 10">
            <a:hlinkClick r:id="rId3" action="ppaction://hlinksldjump"/>
          </p:cNvPr>
          <p:cNvSpPr>
            <a:spLocks noChangeArrowheads="1"/>
          </p:cNvSpPr>
          <p:nvPr/>
        </p:nvSpPr>
        <p:spPr bwMode="auto">
          <a:xfrm rot="10800000">
            <a:off x="5973940" y="698500"/>
            <a:ext cx="1071563" cy="47466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a:t>
            </a:r>
          </a:p>
        </p:txBody>
      </p:sp>
      <p:cxnSp>
        <p:nvCxnSpPr>
          <p:cNvPr id="118" name="AutoShape 11"/>
          <p:cNvCxnSpPr>
            <a:cxnSpLocks noChangeShapeType="1"/>
            <a:stCxn id="63" idx="2"/>
            <a:endCxn id="120" idx="0"/>
          </p:cNvCxnSpPr>
          <p:nvPr/>
        </p:nvCxnSpPr>
        <p:spPr bwMode="auto">
          <a:xfrm>
            <a:off x="6504120" y="4621607"/>
            <a:ext cx="1" cy="134112"/>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20" name="AutoShape 52"/>
          <p:cNvSpPr>
            <a:spLocks noChangeArrowheads="1"/>
          </p:cNvSpPr>
          <p:nvPr/>
        </p:nvSpPr>
        <p:spPr bwMode="auto">
          <a:xfrm>
            <a:off x="6242977" y="475571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121" name="AutoShape 17"/>
          <p:cNvSpPr>
            <a:spLocks noChangeArrowheads="1"/>
          </p:cNvSpPr>
          <p:nvPr/>
        </p:nvSpPr>
        <p:spPr bwMode="auto">
          <a:xfrm>
            <a:off x="4920611" y="4960900"/>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122" name="AutoShape 17"/>
          <p:cNvSpPr>
            <a:spLocks noChangeArrowheads="1"/>
          </p:cNvSpPr>
          <p:nvPr/>
        </p:nvSpPr>
        <p:spPr bwMode="auto">
          <a:xfrm>
            <a:off x="7183105" y="4978808"/>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123" name="AutoShape 10"/>
          <p:cNvCxnSpPr>
            <a:cxnSpLocks noChangeShapeType="1"/>
            <a:stCxn id="120" idx="1"/>
            <a:endCxn id="121" idx="6"/>
          </p:cNvCxnSpPr>
          <p:nvPr/>
        </p:nvCxnSpPr>
        <p:spPr bwMode="auto">
          <a:xfrm rot="10800000" flipV="1">
            <a:off x="5028561" y="4880338"/>
            <a:ext cx="1214416" cy="8056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10"/>
          <p:cNvCxnSpPr>
            <a:cxnSpLocks noChangeShapeType="1"/>
            <a:stCxn id="120" idx="3"/>
            <a:endCxn id="122" idx="6"/>
          </p:cNvCxnSpPr>
          <p:nvPr/>
        </p:nvCxnSpPr>
        <p:spPr bwMode="auto">
          <a:xfrm>
            <a:off x="6765264" y="4880338"/>
            <a:ext cx="525791" cy="9847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221"/>
          <p:cNvSpPr>
            <a:spLocks noChangeArrowheads="1"/>
          </p:cNvSpPr>
          <p:nvPr/>
        </p:nvSpPr>
        <p:spPr bwMode="auto">
          <a:xfrm rot="10800000">
            <a:off x="4588513" y="5786470"/>
            <a:ext cx="880093"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SVI PAIEMENT</a:t>
            </a:r>
          </a:p>
        </p:txBody>
      </p:sp>
      <p:cxnSp>
        <p:nvCxnSpPr>
          <p:cNvPr id="127" name="AutoShape 5"/>
          <p:cNvCxnSpPr>
            <a:cxnSpLocks noChangeShapeType="1"/>
            <a:stCxn id="142" idx="2"/>
            <a:endCxn id="126" idx="2"/>
          </p:cNvCxnSpPr>
          <p:nvPr/>
        </p:nvCxnSpPr>
        <p:spPr bwMode="auto">
          <a:xfrm rot="5400000">
            <a:off x="4946501" y="5704411"/>
            <a:ext cx="164118" cy="1"/>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8" name="AutoShape 6"/>
          <p:cNvSpPr>
            <a:spLocks noChangeArrowheads="1"/>
          </p:cNvSpPr>
          <p:nvPr/>
        </p:nvSpPr>
        <p:spPr bwMode="auto">
          <a:xfrm>
            <a:off x="4376351" y="5206398"/>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00081</a:t>
            </a:r>
            <a:r>
              <a:rPr lang="fr-FR" sz="600">
                <a:ea typeface="ＭＳ Ｐゴシック" charset="0"/>
              </a:rPr>
              <a:t>_IMPAYE_PAIEMENT</a:t>
            </a:r>
          </a:p>
        </p:txBody>
      </p:sp>
      <p:cxnSp>
        <p:nvCxnSpPr>
          <p:cNvPr id="129" name="AutoShape 10"/>
          <p:cNvCxnSpPr>
            <a:cxnSpLocks noChangeShapeType="1"/>
            <a:stCxn id="121" idx="2"/>
            <a:endCxn id="128" idx="0"/>
          </p:cNvCxnSpPr>
          <p:nvPr/>
        </p:nvCxnSpPr>
        <p:spPr bwMode="auto">
          <a:xfrm rot="5400000">
            <a:off x="4993919" y="5171755"/>
            <a:ext cx="69285"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AutoShape 10"/>
          <p:cNvCxnSpPr>
            <a:cxnSpLocks noChangeShapeType="1"/>
            <a:stCxn id="122" idx="2"/>
            <a:endCxn id="112" idx="0"/>
          </p:cNvCxnSpPr>
          <p:nvPr/>
        </p:nvCxnSpPr>
        <p:spPr bwMode="auto">
          <a:xfrm flipH="1">
            <a:off x="7282323" y="5155021"/>
            <a:ext cx="8732" cy="56072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AutoShape 27"/>
          <p:cNvSpPr>
            <a:spLocks noChangeArrowheads="1"/>
          </p:cNvSpPr>
          <p:nvPr/>
        </p:nvSpPr>
        <p:spPr bwMode="auto">
          <a:xfrm>
            <a:off x="8213771" y="4777196"/>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132" name="AutoShape 37"/>
          <p:cNvSpPr>
            <a:spLocks noChangeArrowheads="1"/>
          </p:cNvSpPr>
          <p:nvPr/>
        </p:nvSpPr>
        <p:spPr bwMode="auto">
          <a:xfrm>
            <a:off x="8055875" y="3198384"/>
            <a:ext cx="930561" cy="1854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00089_IMPAYE_NMNI</a:t>
            </a:r>
          </a:p>
        </p:txBody>
      </p:sp>
      <p:sp>
        <p:nvSpPr>
          <p:cNvPr id="133" name="Text Box 157"/>
          <p:cNvSpPr txBox="1">
            <a:spLocks noChangeArrowheads="1"/>
          </p:cNvSpPr>
          <p:nvPr/>
        </p:nvSpPr>
        <p:spPr bwMode="auto">
          <a:xfrm>
            <a:off x="8545876" y="5163339"/>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34" name="Text Box 156"/>
          <p:cNvSpPr txBox="1">
            <a:spLocks noChangeArrowheads="1"/>
          </p:cNvSpPr>
          <p:nvPr/>
        </p:nvSpPr>
        <p:spPr bwMode="auto">
          <a:xfrm>
            <a:off x="8620838" y="458498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135" name="AutoShape 69"/>
          <p:cNvCxnSpPr>
            <a:cxnSpLocks noChangeShapeType="1"/>
            <a:stCxn id="132" idx="2"/>
            <a:endCxn id="131" idx="6"/>
          </p:cNvCxnSpPr>
          <p:nvPr/>
        </p:nvCxnSpPr>
        <p:spPr bwMode="auto">
          <a:xfrm>
            <a:off x="8521156" y="3383811"/>
            <a:ext cx="22815" cy="139338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13"/>
          <p:cNvCxnSpPr>
            <a:cxnSpLocks noChangeShapeType="1"/>
            <a:stCxn id="144" idx="1"/>
            <a:endCxn id="77" idx="3"/>
          </p:cNvCxnSpPr>
          <p:nvPr/>
        </p:nvCxnSpPr>
        <p:spPr bwMode="auto">
          <a:xfrm flipH="1">
            <a:off x="7488761" y="1470761"/>
            <a:ext cx="408852" cy="1312"/>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7" name="AutoShape 69"/>
          <p:cNvCxnSpPr>
            <a:cxnSpLocks noChangeShapeType="1"/>
            <a:stCxn id="131" idx="2"/>
            <a:endCxn id="139" idx="0"/>
          </p:cNvCxnSpPr>
          <p:nvPr/>
        </p:nvCxnSpPr>
        <p:spPr bwMode="auto">
          <a:xfrm>
            <a:off x="8543971" y="4978808"/>
            <a:ext cx="0" cy="38691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AutoShape 10"/>
          <p:cNvCxnSpPr>
            <a:cxnSpLocks noChangeShapeType="1"/>
            <a:stCxn id="120" idx="3"/>
            <a:endCxn id="131" idx="4"/>
          </p:cNvCxnSpPr>
          <p:nvPr/>
        </p:nvCxnSpPr>
        <p:spPr bwMode="auto">
          <a:xfrm flipV="1">
            <a:off x="6765264" y="4878002"/>
            <a:ext cx="1448507" cy="2336"/>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AutoShape 55"/>
          <p:cNvSpPr>
            <a:spLocks noChangeArrowheads="1"/>
          </p:cNvSpPr>
          <p:nvPr/>
        </p:nvSpPr>
        <p:spPr bwMode="auto">
          <a:xfrm>
            <a:off x="7943942" y="5365719"/>
            <a:ext cx="1200058" cy="1489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00089_IMPAYE_NMNI_X2</a:t>
            </a:r>
          </a:p>
        </p:txBody>
      </p:sp>
      <p:cxnSp>
        <p:nvCxnSpPr>
          <p:cNvPr id="140" name="AutoShape 5"/>
          <p:cNvCxnSpPr>
            <a:cxnSpLocks noChangeShapeType="1"/>
            <a:stCxn id="139" idx="2"/>
            <a:endCxn id="145" idx="3"/>
          </p:cNvCxnSpPr>
          <p:nvPr/>
        </p:nvCxnSpPr>
        <p:spPr bwMode="auto">
          <a:xfrm rot="5400000">
            <a:off x="7828469" y="5539502"/>
            <a:ext cx="740298" cy="690707"/>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2" name="AutoShape 31">
            <a:hlinkClick r:id="" action="ppaction://noaction"/>
          </p:cNvPr>
          <p:cNvSpPr>
            <a:spLocks noChangeArrowheads="1"/>
          </p:cNvSpPr>
          <p:nvPr/>
        </p:nvSpPr>
        <p:spPr bwMode="auto">
          <a:xfrm>
            <a:off x="4466351" y="5453726"/>
            <a:ext cx="1124417" cy="16862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FIXE_PAIEMENT</a:t>
            </a:r>
          </a:p>
        </p:txBody>
      </p:sp>
      <p:cxnSp>
        <p:nvCxnSpPr>
          <p:cNvPr id="143" name="AutoShape 10"/>
          <p:cNvCxnSpPr>
            <a:cxnSpLocks noChangeShapeType="1"/>
            <a:stCxn id="128" idx="2"/>
            <a:endCxn id="142" idx="0"/>
          </p:cNvCxnSpPr>
          <p:nvPr/>
        </p:nvCxnSpPr>
        <p:spPr bwMode="auto">
          <a:xfrm>
            <a:off x="5028560" y="5361940"/>
            <a:ext cx="0" cy="9178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Rectangle 68"/>
          <p:cNvSpPr>
            <a:spLocks noChangeArrowheads="1"/>
          </p:cNvSpPr>
          <p:nvPr/>
        </p:nvSpPr>
        <p:spPr bwMode="auto">
          <a:xfrm>
            <a:off x="7897613" y="1216845"/>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145" name="AutoShape 31">
            <a:hlinkClick r:id="" action="ppaction://noaction"/>
          </p:cNvPr>
          <p:cNvSpPr>
            <a:spLocks noChangeArrowheads="1"/>
          </p:cNvSpPr>
          <p:nvPr/>
        </p:nvSpPr>
        <p:spPr bwMode="auto">
          <a:xfrm>
            <a:off x="6728847" y="6170691"/>
            <a:ext cx="1124417" cy="16862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FF0000"/>
                </a:solidFill>
              </a:rPr>
              <a:t>FIXE_IMPAYE</a:t>
            </a:r>
          </a:p>
        </p:txBody>
      </p:sp>
      <p:sp>
        <p:nvSpPr>
          <p:cNvPr id="114"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17" name="Titre 1"/>
          <p:cNvSpPr>
            <a:spLocks noGrp="1"/>
          </p:cNvSpPr>
          <p:nvPr>
            <p:ph type="title"/>
          </p:nvPr>
        </p:nvSpPr>
        <p:spPr>
          <a:xfrm>
            <a:off x="2717424" y="43653"/>
            <a:ext cx="6077325" cy="261147"/>
          </a:xfrm>
        </p:spPr>
        <p:txBody>
          <a:bodyPr>
            <a:normAutofit/>
          </a:bodyPr>
          <a:lstStyle/>
          <a:p>
            <a:r>
              <a:rPr lang="fr-FR" sz="1400">
                <a:effectLst>
                  <a:outerShdw blurRad="38100" dist="38100" dir="2700000" algn="tl">
                    <a:srgbClr val="000000">
                      <a:alpha val="43137"/>
                    </a:srgbClr>
                  </a:outerShdw>
                </a:effectLst>
              </a:rPr>
              <a:t>IMPAYE</a:t>
            </a:r>
            <a:endParaRPr lang="fr-FR" sz="1400"/>
          </a:p>
        </p:txBody>
      </p:sp>
      <p:sp>
        <p:nvSpPr>
          <p:cNvPr id="81" name="AutoShape 10">
            <a:hlinkClick r:id="rId4" action="ppaction://hlinksldjump"/>
          </p:cNvPr>
          <p:cNvSpPr>
            <a:spLocks noChangeArrowheads="1"/>
          </p:cNvSpPr>
          <p:nvPr/>
        </p:nvSpPr>
        <p:spPr bwMode="auto">
          <a:xfrm rot="10800000">
            <a:off x="6750217" y="6469918"/>
            <a:ext cx="1071563"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 GP SUITE</a:t>
            </a:r>
          </a:p>
        </p:txBody>
      </p:sp>
      <p:cxnSp>
        <p:nvCxnSpPr>
          <p:cNvPr id="50" name="AutoShape 10"/>
          <p:cNvCxnSpPr>
            <a:cxnSpLocks noChangeShapeType="1"/>
            <a:stCxn id="112" idx="2"/>
            <a:endCxn id="145" idx="0"/>
          </p:cNvCxnSpPr>
          <p:nvPr/>
        </p:nvCxnSpPr>
        <p:spPr bwMode="auto">
          <a:xfrm>
            <a:off x="7282323" y="5904928"/>
            <a:ext cx="8733" cy="26576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Rectangle 99"/>
          <p:cNvSpPr>
            <a:spLocks noChangeArrowheads="1"/>
          </p:cNvSpPr>
          <p:nvPr/>
        </p:nvSpPr>
        <p:spPr bwMode="auto">
          <a:xfrm>
            <a:off x="5519479" y="1256629"/>
            <a:ext cx="1969282" cy="430887"/>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700" b="1">
                <a:solidFill>
                  <a:srgbClr val="CC3300"/>
                </a:solidFill>
              </a:rPr>
              <a:t>FIXE MENU IMPAYE</a:t>
            </a:r>
            <a:endParaRPr lang="fr-FR" sz="700" b="1">
              <a:solidFill>
                <a:srgbClr val="C00000"/>
              </a:solidFill>
            </a:endParaRPr>
          </a:p>
          <a:p>
            <a:pPr algn="ctr" eaLnBrk="0" hangingPunct="0"/>
            <a:r>
              <a:rPr lang="fr-FR" sz="700"/>
              <a:t>Votre ligne présente actuellement un défaut de paiement de :</a:t>
            </a:r>
          </a:p>
        </p:txBody>
      </p:sp>
      <p:sp>
        <p:nvSpPr>
          <p:cNvPr id="82" name="Rectangle 98"/>
          <p:cNvSpPr>
            <a:spLocks noChangeArrowheads="1"/>
          </p:cNvSpPr>
          <p:nvPr/>
        </p:nvSpPr>
        <p:spPr bwMode="auto">
          <a:xfrm>
            <a:off x="5296666" y="1797699"/>
            <a:ext cx="2414905" cy="276999"/>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i="1"/>
              <a:t>Prompt énumération du montant « MONTANT_A_PAYER » + « EUROS »</a:t>
            </a:r>
            <a:endParaRPr lang="fr-FR" sz="600" b="1" i="1" u="sng"/>
          </a:p>
        </p:txBody>
      </p:sp>
      <p:cxnSp>
        <p:nvCxnSpPr>
          <p:cNvPr id="83" name="Connecteur droit 82"/>
          <p:cNvCxnSpPr>
            <a:stCxn id="77" idx="2"/>
            <a:endCxn id="82" idx="0"/>
          </p:cNvCxnSpPr>
          <p:nvPr/>
        </p:nvCxnSpPr>
        <p:spPr bwMode="auto">
          <a:xfrm flipH="1">
            <a:off x="6504119" y="1687516"/>
            <a:ext cx="1" cy="1101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droit 5"/>
          <p:cNvCxnSpPr>
            <a:stCxn id="116" idx="0"/>
            <a:endCxn id="77" idx="0"/>
          </p:cNvCxnSpPr>
          <p:nvPr/>
        </p:nvCxnSpPr>
        <p:spPr bwMode="auto">
          <a:xfrm flipH="1">
            <a:off x="6504120" y="1173162"/>
            <a:ext cx="5601" cy="834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AutoShape 68">
            <a:hlinkClick r:id="rId5" action="ppaction://hlinksldjump"/>
          </p:cNvPr>
          <p:cNvSpPr>
            <a:spLocks noChangeArrowheads="1"/>
          </p:cNvSpPr>
          <p:nvPr/>
        </p:nvSpPr>
        <p:spPr bwMode="auto">
          <a:xfrm>
            <a:off x="6113594" y="2889684"/>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63" name="Rectangle 8"/>
          <p:cNvSpPr>
            <a:spLocks noChangeArrowheads="1"/>
          </p:cNvSpPr>
          <p:nvPr/>
        </p:nvSpPr>
        <p:spPr bwMode="auto">
          <a:xfrm>
            <a:off x="4741751" y="3567597"/>
            <a:ext cx="3524738" cy="1054010"/>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800">
                <a:solidFill>
                  <a:srgbClr val="FF0000"/>
                </a:solidFill>
                <a:latin typeface="Arial" pitchFamily="34" charset="0"/>
                <a:ea typeface="ＭＳ Ｐゴシック" charset="-128"/>
              </a:rPr>
              <a:t>FIXE MENU IMPAYE FIN</a:t>
            </a:r>
            <a:br>
              <a:rPr lang="fr-FR" sz="800" b="1">
                <a:solidFill>
                  <a:srgbClr val="FF0000"/>
                </a:solidFill>
                <a:latin typeface="Arial" pitchFamily="34" charset="0"/>
                <a:ea typeface="ＭＳ Ｐゴシック" charset="-128"/>
              </a:rPr>
            </a:br>
            <a:r>
              <a:rPr lang="fr-FR" sz="800"/>
              <a:t>En raison de cette situation, nos conseillers ne seront pas en mesure de pouvoir traiter l’intégralité de vos demandes.</a:t>
            </a:r>
          </a:p>
          <a:p>
            <a:pPr algn="ctr"/>
            <a:r>
              <a:rPr lang="fr-FR" sz="800"/>
              <a:t>Nous vous invitons à payer votre facture par carte bancaire sur votre Espace Client rubrique « Payer vos factures » , ou sur l’application </a:t>
            </a:r>
            <a:r>
              <a:rPr lang="fr-FR" sz="800" err="1"/>
              <a:t>SFR&amp;Moi</a:t>
            </a:r>
            <a:r>
              <a:rPr lang="fr-FR" sz="800"/>
              <a:t> rubrique « Conso » puis onglet « Facture » ou sur notre serveur vocal sécurisé en</a:t>
            </a:r>
            <a:r>
              <a:rPr lang="fr-FR" sz="800" b="1"/>
              <a:t> tapant 1</a:t>
            </a:r>
            <a:endParaRPr lang="fr-FR" sz="800"/>
          </a:p>
          <a:p>
            <a:pPr algn="ctr"/>
            <a:r>
              <a:rPr lang="fr-FR" sz="800"/>
              <a:t>Pour toutes autres questions </a:t>
            </a:r>
            <a:r>
              <a:rPr lang="fr-FR" sz="800" b="1"/>
              <a:t>tapez 2</a:t>
            </a:r>
            <a:endParaRPr lang="fr-FR" sz="800"/>
          </a:p>
        </p:txBody>
      </p:sp>
      <p:cxnSp>
        <p:nvCxnSpPr>
          <p:cNvPr id="32" name="Connecteur droit 31"/>
          <p:cNvCxnSpPr>
            <a:cxnSpLocks/>
            <a:stCxn id="63" idx="0"/>
            <a:endCxn id="51" idx="2"/>
          </p:cNvCxnSpPr>
          <p:nvPr/>
        </p:nvCxnSpPr>
        <p:spPr bwMode="auto">
          <a:xfrm flipH="1" flipV="1">
            <a:off x="6504119" y="3210359"/>
            <a:ext cx="1" cy="35723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Rectangle 8"/>
          <p:cNvSpPr>
            <a:spLocks noChangeArrowheads="1"/>
          </p:cNvSpPr>
          <p:nvPr/>
        </p:nvSpPr>
        <p:spPr bwMode="auto">
          <a:xfrm>
            <a:off x="1607438" y="3195420"/>
            <a:ext cx="2879645" cy="1329832"/>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700">
                <a:solidFill>
                  <a:srgbClr val="FF0000"/>
                </a:solidFill>
                <a:latin typeface="Arial" pitchFamily="34" charset="0"/>
                <a:ea typeface="ＭＳ Ｐゴシック" charset="-128"/>
              </a:rPr>
              <a:t>FIXE MENU IMPAYE FIN WCB</a:t>
            </a:r>
            <a:br>
              <a:rPr lang="fr-FR" sz="700" b="1">
                <a:solidFill>
                  <a:srgbClr val="FF0000"/>
                </a:solidFill>
                <a:latin typeface="Arial" pitchFamily="34" charset="0"/>
                <a:ea typeface="ＭＳ Ｐゴシック" charset="-128"/>
              </a:rPr>
            </a:br>
            <a:r>
              <a:rPr lang="fr-FR" sz="800"/>
              <a:t>En raison de cette situation, nos conseillers ne seront pas en mesure de pouvoir enregistrer votre paiement au téléphone, ni de traiter l’intégralité de vos demandes. C’est pourquoi nous vous invitons à payer votre facture par carte bancaire sur votre Espace Client rubrique « Payer vos factures » , ou sur l’application </a:t>
            </a:r>
            <a:r>
              <a:rPr lang="fr-FR" sz="800" err="1"/>
              <a:t>SFR&amp;Moi</a:t>
            </a:r>
            <a:r>
              <a:rPr lang="fr-FR" sz="800"/>
              <a:t> rubrique « Conso » puis onglet « Facture » ou sur notre serveur vocal sécurisé en tapant maintenant sur *. Pour être mis en relation avec un conseiller merci de patienter.</a:t>
            </a:r>
            <a:endParaRPr lang="fr-FR" sz="700"/>
          </a:p>
        </p:txBody>
      </p:sp>
      <p:cxnSp>
        <p:nvCxnSpPr>
          <p:cNvPr id="34" name="Connecteur en angle 33"/>
          <p:cNvCxnSpPr>
            <a:stCxn id="51" idx="1"/>
            <a:endCxn id="76" idx="0"/>
          </p:cNvCxnSpPr>
          <p:nvPr/>
        </p:nvCxnSpPr>
        <p:spPr bwMode="auto">
          <a:xfrm rot="10800000" flipV="1">
            <a:off x="3047262" y="3050022"/>
            <a:ext cx="3066333" cy="145398"/>
          </a:xfrm>
          <a:prstGeom prst="bentConnector2">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42"/>
          <p:cNvCxnSpPr>
            <a:stCxn id="113" idx="0"/>
            <a:endCxn id="76" idx="2"/>
          </p:cNvCxnSpPr>
          <p:nvPr/>
        </p:nvCxnSpPr>
        <p:spPr bwMode="auto">
          <a:xfrm flipV="1">
            <a:off x="3047260" y="4525252"/>
            <a:ext cx="1" cy="256839"/>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AutoShape 104"/>
          <p:cNvSpPr>
            <a:spLocks noChangeArrowheads="1"/>
          </p:cNvSpPr>
          <p:nvPr/>
        </p:nvSpPr>
        <p:spPr bwMode="auto">
          <a:xfrm>
            <a:off x="2870949" y="4782091"/>
            <a:ext cx="352622" cy="2984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1400" b="0"/>
              <a:t>*</a:t>
            </a:r>
          </a:p>
        </p:txBody>
      </p:sp>
      <p:cxnSp>
        <p:nvCxnSpPr>
          <p:cNvPr id="60" name="Connecteur en angle 59"/>
          <p:cNvCxnSpPr>
            <a:stCxn id="113" idx="3"/>
            <a:endCxn id="142" idx="1"/>
          </p:cNvCxnSpPr>
          <p:nvPr/>
        </p:nvCxnSpPr>
        <p:spPr bwMode="auto">
          <a:xfrm>
            <a:off x="3223571" y="4931316"/>
            <a:ext cx="1242780" cy="60672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en angle 61"/>
          <p:cNvCxnSpPr>
            <a:stCxn id="113" idx="1"/>
            <a:endCxn id="65" idx="1"/>
          </p:cNvCxnSpPr>
          <p:nvPr/>
        </p:nvCxnSpPr>
        <p:spPr bwMode="auto">
          <a:xfrm rot="10800000" flipH="1" flipV="1">
            <a:off x="2870948" y="4931315"/>
            <a:ext cx="52965" cy="1336683"/>
          </a:xfrm>
          <a:prstGeom prst="bentConnector3">
            <a:avLst>
              <a:gd name="adj1" fmla="val -431606"/>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Text Box 156"/>
          <p:cNvSpPr txBox="1">
            <a:spLocks noChangeArrowheads="1"/>
          </p:cNvSpPr>
          <p:nvPr/>
        </p:nvSpPr>
        <p:spPr bwMode="auto">
          <a:xfrm>
            <a:off x="2555361" y="473848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47" name="Text Box 157"/>
          <p:cNvSpPr txBox="1">
            <a:spLocks noChangeArrowheads="1"/>
          </p:cNvSpPr>
          <p:nvPr/>
        </p:nvSpPr>
        <p:spPr bwMode="auto">
          <a:xfrm>
            <a:off x="3255448" y="4729576"/>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61" name="AutoShape 6"/>
          <p:cNvSpPr>
            <a:spLocks noChangeArrowheads="1"/>
          </p:cNvSpPr>
          <p:nvPr/>
        </p:nvSpPr>
        <p:spPr bwMode="auto">
          <a:xfrm>
            <a:off x="3310955" y="2969709"/>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00080</a:t>
            </a:r>
            <a:r>
              <a:rPr lang="fr-FR" sz="600">
                <a:ea typeface="ＭＳ Ｐゴシック" charset="0"/>
              </a:rPr>
              <a:t>_WCB_IMPAYE_MENU</a:t>
            </a:r>
          </a:p>
        </p:txBody>
      </p:sp>
      <p:sp>
        <p:nvSpPr>
          <p:cNvPr id="66" name="Text Box 156"/>
          <p:cNvSpPr txBox="1">
            <a:spLocks noChangeArrowheads="1"/>
          </p:cNvSpPr>
          <p:nvPr/>
        </p:nvSpPr>
        <p:spPr bwMode="auto">
          <a:xfrm>
            <a:off x="6626990" y="3113370"/>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68" name="Text Box 157"/>
          <p:cNvSpPr txBox="1">
            <a:spLocks noChangeArrowheads="1"/>
          </p:cNvSpPr>
          <p:nvPr/>
        </p:nvSpPr>
        <p:spPr bwMode="auto">
          <a:xfrm>
            <a:off x="5044825" y="2871300"/>
            <a:ext cx="79220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a:t>
            </a:r>
            <a:endParaRPr lang="fr-FR" sz="600" strike="sngStrike">
              <a:solidFill>
                <a:srgbClr val="3333FF"/>
              </a:solidFill>
            </a:endParaRPr>
          </a:p>
        </p:txBody>
      </p:sp>
      <p:sp>
        <p:nvSpPr>
          <p:cNvPr id="64" name="AutoShape 6"/>
          <p:cNvSpPr>
            <a:spLocks noChangeArrowheads="1"/>
          </p:cNvSpPr>
          <p:nvPr/>
        </p:nvSpPr>
        <p:spPr bwMode="auto">
          <a:xfrm>
            <a:off x="3267439" y="4964763"/>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00081</a:t>
            </a:r>
            <a:r>
              <a:rPr lang="fr-FR" sz="600">
                <a:ea typeface="ＭＳ Ｐゴシック" charset="0"/>
              </a:rPr>
              <a:t>_WCB_IMPAYE_PAIEMENT</a:t>
            </a:r>
          </a:p>
        </p:txBody>
      </p:sp>
      <p:sp>
        <p:nvSpPr>
          <p:cNvPr id="65" name="AutoShape 6"/>
          <p:cNvSpPr>
            <a:spLocks noChangeArrowheads="1"/>
          </p:cNvSpPr>
          <p:nvPr/>
        </p:nvSpPr>
        <p:spPr bwMode="auto">
          <a:xfrm>
            <a:off x="2923914" y="6147809"/>
            <a:ext cx="1304417" cy="240380"/>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00082</a:t>
            </a:r>
            <a:r>
              <a:rPr lang="fr-FR" sz="600">
                <a:ea typeface="ＭＳ Ｐゴシック" charset="0"/>
              </a:rPr>
              <a:t>_WCB_IMPAYE_CONTINUE</a:t>
            </a:r>
          </a:p>
        </p:txBody>
      </p:sp>
      <p:cxnSp>
        <p:nvCxnSpPr>
          <p:cNvPr id="19" name="Connecteur droit 18">
            <a:extLst>
              <a:ext uri="{FF2B5EF4-FFF2-40B4-BE49-F238E27FC236}">
                <a16:creationId xmlns:a16="http://schemas.microsoft.com/office/drawing/2014/main" id="{AEDF8E1B-F7A6-40E9-BD9F-49CBEDE687BA}"/>
              </a:ext>
            </a:extLst>
          </p:cNvPr>
          <p:cNvCxnSpPr>
            <a:stCxn id="144" idx="2"/>
            <a:endCxn id="132" idx="0"/>
          </p:cNvCxnSpPr>
          <p:nvPr/>
        </p:nvCxnSpPr>
        <p:spPr bwMode="auto">
          <a:xfrm>
            <a:off x="8519356" y="1724676"/>
            <a:ext cx="1800" cy="14737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Rectangle 8">
            <a:extLst>
              <a:ext uri="{FF2B5EF4-FFF2-40B4-BE49-F238E27FC236}">
                <a16:creationId xmlns:a16="http://schemas.microsoft.com/office/drawing/2014/main" id="{41832DBE-C901-4304-B111-84119D811CC1}"/>
              </a:ext>
            </a:extLst>
          </p:cNvPr>
          <p:cNvSpPr>
            <a:spLocks noChangeArrowheads="1"/>
          </p:cNvSpPr>
          <p:nvPr/>
        </p:nvSpPr>
        <p:spPr bwMode="auto">
          <a:xfrm>
            <a:off x="20337" y="1835546"/>
            <a:ext cx="2859501" cy="967000"/>
          </a:xfrm>
          <a:prstGeom prst="rect">
            <a:avLst/>
          </a:prstGeom>
          <a:solidFill>
            <a:srgbClr val="FF7C80"/>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800">
                <a:solidFill>
                  <a:srgbClr val="FF0000"/>
                </a:solidFill>
                <a:latin typeface="Arial" pitchFamily="34" charset="0"/>
                <a:ea typeface="ＭＳ Ｐゴシック" charset="-128"/>
              </a:rPr>
              <a:t>FIXE MENU IMPAYE FIN  RDGU</a:t>
            </a:r>
            <a:br>
              <a:rPr lang="fr-FR" sz="800" b="1">
                <a:solidFill>
                  <a:srgbClr val="FF0000"/>
                </a:solidFill>
                <a:latin typeface="Arial" pitchFamily="34" charset="0"/>
                <a:ea typeface="ＭＳ Ｐゴシック" charset="-128"/>
              </a:rPr>
            </a:br>
            <a:r>
              <a:rPr lang="fr-FR" sz="800"/>
              <a:t>En raison de cette situation, nos conseillers ne seront pas en mesure de pouvoir traiter l’intégralité de vos demandes.</a:t>
            </a:r>
          </a:p>
          <a:p>
            <a:pPr algn="ctr"/>
            <a:r>
              <a:rPr lang="fr-FR" sz="800"/>
              <a:t>Nous vous invitons à payer votre facture par carte bancaire sur votre Espace Client rubrique « Payer vos factures » , ou sur l’application </a:t>
            </a:r>
            <a:r>
              <a:rPr lang="fr-FR" sz="800" err="1"/>
              <a:t>SFR&amp;Moi</a:t>
            </a:r>
            <a:r>
              <a:rPr lang="fr-FR" sz="800"/>
              <a:t> rubrique « Conso » puis onglet « Facture ».</a:t>
            </a:r>
          </a:p>
        </p:txBody>
      </p:sp>
      <p:sp>
        <p:nvSpPr>
          <p:cNvPr id="86" name="AutoShape 68">
            <a:hlinkClick r:id="rId5" action="ppaction://hlinksldjump"/>
            <a:extLst>
              <a:ext uri="{FF2B5EF4-FFF2-40B4-BE49-F238E27FC236}">
                <a16:creationId xmlns:a16="http://schemas.microsoft.com/office/drawing/2014/main" id="{D297CF4F-84A8-43D2-8C32-FFE406082A0A}"/>
              </a:ext>
            </a:extLst>
          </p:cNvPr>
          <p:cNvSpPr>
            <a:spLocks noChangeArrowheads="1"/>
          </p:cNvSpPr>
          <p:nvPr/>
        </p:nvSpPr>
        <p:spPr bwMode="auto">
          <a:xfrm>
            <a:off x="6115030" y="2146245"/>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RDGU</a:t>
            </a:r>
          </a:p>
        </p:txBody>
      </p:sp>
      <p:cxnSp>
        <p:nvCxnSpPr>
          <p:cNvPr id="31" name="Connecteur droit 30">
            <a:extLst>
              <a:ext uri="{FF2B5EF4-FFF2-40B4-BE49-F238E27FC236}">
                <a16:creationId xmlns:a16="http://schemas.microsoft.com/office/drawing/2014/main" id="{EEDE9AF9-945D-44AD-BC46-3BC9C0B23BFB}"/>
              </a:ext>
            </a:extLst>
          </p:cNvPr>
          <p:cNvCxnSpPr>
            <a:stCxn id="86" idx="0"/>
            <a:endCxn id="82" idx="2"/>
          </p:cNvCxnSpPr>
          <p:nvPr/>
        </p:nvCxnSpPr>
        <p:spPr bwMode="auto">
          <a:xfrm flipH="1" flipV="1">
            <a:off x="6504119" y="2074698"/>
            <a:ext cx="1436" cy="7154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droit 34">
            <a:extLst>
              <a:ext uri="{FF2B5EF4-FFF2-40B4-BE49-F238E27FC236}">
                <a16:creationId xmlns:a16="http://schemas.microsoft.com/office/drawing/2014/main" id="{414F07A6-44C5-4320-8EBD-F31E98B7EFE4}"/>
              </a:ext>
            </a:extLst>
          </p:cNvPr>
          <p:cNvCxnSpPr>
            <a:stCxn id="86" idx="1"/>
            <a:endCxn id="84" idx="3"/>
          </p:cNvCxnSpPr>
          <p:nvPr/>
        </p:nvCxnSpPr>
        <p:spPr bwMode="auto">
          <a:xfrm flipH="1">
            <a:off x="2879838" y="2306583"/>
            <a:ext cx="3235192" cy="124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AutoShape 6">
            <a:extLst>
              <a:ext uri="{FF2B5EF4-FFF2-40B4-BE49-F238E27FC236}">
                <a16:creationId xmlns:a16="http://schemas.microsoft.com/office/drawing/2014/main" id="{08E87B7A-46E4-4630-8F9B-D9193B7CD0BB}"/>
              </a:ext>
            </a:extLst>
          </p:cNvPr>
          <p:cNvSpPr>
            <a:spLocks noChangeArrowheads="1"/>
          </p:cNvSpPr>
          <p:nvPr/>
        </p:nvSpPr>
        <p:spPr bwMode="auto">
          <a:xfrm>
            <a:off x="3576123" y="2228811"/>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00080</a:t>
            </a:r>
            <a:r>
              <a:rPr lang="fr-FR" sz="600">
                <a:ea typeface="ＭＳ Ｐゴシック" charset="0"/>
              </a:rPr>
              <a:t>_IMPAYE_RDGU_OK</a:t>
            </a:r>
          </a:p>
        </p:txBody>
      </p:sp>
      <p:sp>
        <p:nvSpPr>
          <p:cNvPr id="92" name="AutoShape 6">
            <a:extLst>
              <a:ext uri="{FF2B5EF4-FFF2-40B4-BE49-F238E27FC236}">
                <a16:creationId xmlns:a16="http://schemas.microsoft.com/office/drawing/2014/main" id="{2FC0ECE0-24CC-4515-89B3-B460926CF879}"/>
              </a:ext>
            </a:extLst>
          </p:cNvPr>
          <p:cNvSpPr>
            <a:spLocks noChangeArrowheads="1"/>
          </p:cNvSpPr>
          <p:nvPr/>
        </p:nvSpPr>
        <p:spPr bwMode="auto">
          <a:xfrm>
            <a:off x="5274157" y="2573706"/>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00080</a:t>
            </a:r>
            <a:r>
              <a:rPr lang="fr-FR" sz="600">
                <a:ea typeface="ＭＳ Ｐゴシック" charset="0"/>
              </a:rPr>
              <a:t>_IMPAYE_RDGU_NOK</a:t>
            </a:r>
          </a:p>
        </p:txBody>
      </p:sp>
      <p:sp>
        <p:nvSpPr>
          <p:cNvPr id="93" name="AutoShape 6">
            <a:extLst>
              <a:ext uri="{FF2B5EF4-FFF2-40B4-BE49-F238E27FC236}">
                <a16:creationId xmlns:a16="http://schemas.microsoft.com/office/drawing/2014/main" id="{833A426C-2F3C-4E5A-8CCB-7D8A5601755C}"/>
              </a:ext>
            </a:extLst>
          </p:cNvPr>
          <p:cNvSpPr>
            <a:spLocks noChangeArrowheads="1"/>
          </p:cNvSpPr>
          <p:nvPr/>
        </p:nvSpPr>
        <p:spPr bwMode="auto">
          <a:xfrm>
            <a:off x="6846550" y="2573706"/>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00080</a:t>
            </a:r>
            <a:r>
              <a:rPr lang="fr-FR" sz="600">
                <a:ea typeface="ＭＳ Ｐゴシック" charset="0"/>
              </a:rPr>
              <a:t>_IMPAYE_RDGU_OFF</a:t>
            </a:r>
          </a:p>
        </p:txBody>
      </p:sp>
      <p:cxnSp>
        <p:nvCxnSpPr>
          <p:cNvPr id="38" name="Connecteur : en angle 37">
            <a:extLst>
              <a:ext uri="{FF2B5EF4-FFF2-40B4-BE49-F238E27FC236}">
                <a16:creationId xmlns:a16="http://schemas.microsoft.com/office/drawing/2014/main" id="{9282F38C-9772-4376-9880-30BD05F54232}"/>
              </a:ext>
            </a:extLst>
          </p:cNvPr>
          <p:cNvCxnSpPr>
            <a:stCxn id="86" idx="2"/>
            <a:endCxn id="92" idx="0"/>
          </p:cNvCxnSpPr>
          <p:nvPr/>
        </p:nvCxnSpPr>
        <p:spPr bwMode="auto">
          <a:xfrm rot="5400000">
            <a:off x="6162568" y="2230719"/>
            <a:ext cx="106786" cy="57918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742F7C11-292C-4E32-AD5C-AC16B35C743B}"/>
              </a:ext>
            </a:extLst>
          </p:cNvPr>
          <p:cNvCxnSpPr>
            <a:stCxn id="86" idx="3"/>
            <a:endCxn id="93" idx="0"/>
          </p:cNvCxnSpPr>
          <p:nvPr/>
        </p:nvCxnSpPr>
        <p:spPr bwMode="auto">
          <a:xfrm>
            <a:off x="6896080" y="2306583"/>
            <a:ext cx="602679" cy="2671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Connecteur : en angle 41">
            <a:extLst>
              <a:ext uri="{FF2B5EF4-FFF2-40B4-BE49-F238E27FC236}">
                <a16:creationId xmlns:a16="http://schemas.microsoft.com/office/drawing/2014/main" id="{4D0D703E-6D65-4B08-A49B-3C064D1E9CBC}"/>
              </a:ext>
            </a:extLst>
          </p:cNvPr>
          <p:cNvCxnSpPr>
            <a:stCxn id="92" idx="2"/>
            <a:endCxn id="51" idx="0"/>
          </p:cNvCxnSpPr>
          <p:nvPr/>
        </p:nvCxnSpPr>
        <p:spPr bwMode="auto">
          <a:xfrm rot="16200000" flipH="1">
            <a:off x="6135024" y="2520589"/>
            <a:ext cx="160436" cy="57775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 en angle 44">
            <a:extLst>
              <a:ext uri="{FF2B5EF4-FFF2-40B4-BE49-F238E27FC236}">
                <a16:creationId xmlns:a16="http://schemas.microsoft.com/office/drawing/2014/main" id="{D528FBD3-17DC-4C56-A282-8CF11363C9DD}"/>
              </a:ext>
            </a:extLst>
          </p:cNvPr>
          <p:cNvCxnSpPr>
            <a:stCxn id="93" idx="2"/>
            <a:endCxn id="51" idx="0"/>
          </p:cNvCxnSpPr>
          <p:nvPr/>
        </p:nvCxnSpPr>
        <p:spPr bwMode="auto">
          <a:xfrm rot="5400000">
            <a:off x="6921221" y="2312146"/>
            <a:ext cx="160436" cy="99464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 Box 157">
            <a:extLst>
              <a:ext uri="{FF2B5EF4-FFF2-40B4-BE49-F238E27FC236}">
                <a16:creationId xmlns:a16="http://schemas.microsoft.com/office/drawing/2014/main" id="{155586D9-A99D-436D-B880-6D92A7616901}"/>
              </a:ext>
            </a:extLst>
          </p:cNvPr>
          <p:cNvSpPr txBox="1">
            <a:spLocks noChangeArrowheads="1"/>
          </p:cNvSpPr>
          <p:nvPr/>
        </p:nvSpPr>
        <p:spPr bwMode="auto">
          <a:xfrm>
            <a:off x="5180722" y="2129090"/>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RDGU = 1</a:t>
            </a:r>
            <a:endParaRPr lang="fr-FR" sz="600" strike="sngStrike"/>
          </a:p>
        </p:txBody>
      </p:sp>
      <p:sp>
        <p:nvSpPr>
          <p:cNvPr id="103" name="Text Box 156">
            <a:extLst>
              <a:ext uri="{FF2B5EF4-FFF2-40B4-BE49-F238E27FC236}">
                <a16:creationId xmlns:a16="http://schemas.microsoft.com/office/drawing/2014/main" id="{2431196E-0C47-4A4E-BC1E-7D5B580BAF2C}"/>
              </a:ext>
            </a:extLst>
          </p:cNvPr>
          <p:cNvSpPr txBox="1">
            <a:spLocks noChangeArrowheads="1"/>
          </p:cNvSpPr>
          <p:nvPr/>
        </p:nvSpPr>
        <p:spPr bwMode="auto">
          <a:xfrm>
            <a:off x="5886516" y="233132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04" name="Text Box 156">
            <a:extLst>
              <a:ext uri="{FF2B5EF4-FFF2-40B4-BE49-F238E27FC236}">
                <a16:creationId xmlns:a16="http://schemas.microsoft.com/office/drawing/2014/main" id="{BC3D4829-1BF2-487D-821D-845B6D844122}"/>
              </a:ext>
            </a:extLst>
          </p:cNvPr>
          <p:cNvSpPr txBox="1">
            <a:spLocks noChangeArrowheads="1"/>
          </p:cNvSpPr>
          <p:nvPr/>
        </p:nvSpPr>
        <p:spPr bwMode="auto">
          <a:xfrm>
            <a:off x="7010763" y="2138738"/>
            <a:ext cx="33695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OFF</a:t>
            </a:r>
          </a:p>
        </p:txBody>
      </p:sp>
      <p:sp>
        <p:nvSpPr>
          <p:cNvPr id="105" name="AutoShape 6">
            <a:extLst>
              <a:ext uri="{FF2B5EF4-FFF2-40B4-BE49-F238E27FC236}">
                <a16:creationId xmlns:a16="http://schemas.microsoft.com/office/drawing/2014/main" id="{B074EDC9-2D8F-4875-BEA7-2FAA1104FA33}"/>
              </a:ext>
            </a:extLst>
          </p:cNvPr>
          <p:cNvSpPr>
            <a:spLocks noChangeArrowheads="1"/>
          </p:cNvSpPr>
          <p:nvPr/>
        </p:nvSpPr>
        <p:spPr bwMode="auto">
          <a:xfrm>
            <a:off x="805964" y="6554377"/>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00082</a:t>
            </a:r>
            <a:r>
              <a:rPr lang="fr-FR" sz="600">
                <a:ea typeface="ＭＳ Ｐゴシック" charset="0"/>
              </a:rPr>
              <a:t>_IMPAYE_RDGU</a:t>
            </a:r>
          </a:p>
        </p:txBody>
      </p:sp>
      <p:cxnSp>
        <p:nvCxnSpPr>
          <p:cNvPr id="47" name="Connecteur droit 46">
            <a:extLst>
              <a:ext uri="{FF2B5EF4-FFF2-40B4-BE49-F238E27FC236}">
                <a16:creationId xmlns:a16="http://schemas.microsoft.com/office/drawing/2014/main" id="{918207C9-1944-451E-88DD-02F345FB9A29}"/>
              </a:ext>
            </a:extLst>
          </p:cNvPr>
          <p:cNvCxnSpPr>
            <a:stCxn id="84" idx="2"/>
            <a:endCxn id="105" idx="0"/>
          </p:cNvCxnSpPr>
          <p:nvPr/>
        </p:nvCxnSpPr>
        <p:spPr bwMode="auto">
          <a:xfrm>
            <a:off x="1450088" y="2802546"/>
            <a:ext cx="8085" cy="37518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Connecteur : en angle 48">
            <a:extLst>
              <a:ext uri="{FF2B5EF4-FFF2-40B4-BE49-F238E27FC236}">
                <a16:creationId xmlns:a16="http://schemas.microsoft.com/office/drawing/2014/main" id="{A8E2303D-5560-4F33-9F05-DE1CA8EA0E46}"/>
              </a:ext>
            </a:extLst>
          </p:cNvPr>
          <p:cNvCxnSpPr>
            <a:stCxn id="105" idx="3"/>
            <a:endCxn id="81" idx="3"/>
          </p:cNvCxnSpPr>
          <p:nvPr/>
        </p:nvCxnSpPr>
        <p:spPr bwMode="auto">
          <a:xfrm>
            <a:off x="2110381" y="6632148"/>
            <a:ext cx="4639836" cy="7777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AutoShape 6">
            <a:extLst>
              <a:ext uri="{FF2B5EF4-FFF2-40B4-BE49-F238E27FC236}">
                <a16:creationId xmlns:a16="http://schemas.microsoft.com/office/drawing/2014/main" id="{7D62866D-4E48-40CF-ADD2-6D4423B1C078}"/>
              </a:ext>
            </a:extLst>
          </p:cNvPr>
          <p:cNvSpPr>
            <a:spLocks noChangeArrowheads="1"/>
          </p:cNvSpPr>
          <p:nvPr/>
        </p:nvSpPr>
        <p:spPr bwMode="auto">
          <a:xfrm>
            <a:off x="5851909" y="3330415"/>
            <a:ext cx="1304417" cy="155542"/>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t>00080</a:t>
            </a:r>
            <a:r>
              <a:rPr lang="fr-FR" sz="600">
                <a:ea typeface="ＭＳ Ｐゴシック" charset="0"/>
              </a:rPr>
              <a:t>_IMPAYE_MENU</a:t>
            </a:r>
          </a:p>
        </p:txBody>
      </p:sp>
      <p:cxnSp>
        <p:nvCxnSpPr>
          <p:cNvPr id="56" name="Connecteur droit avec flèche 55">
            <a:extLst>
              <a:ext uri="{FF2B5EF4-FFF2-40B4-BE49-F238E27FC236}">
                <a16:creationId xmlns:a16="http://schemas.microsoft.com/office/drawing/2014/main" id="{8FFCFD2E-5B5C-4540-9069-648374094F9F}"/>
              </a:ext>
            </a:extLst>
          </p:cNvPr>
          <p:cNvCxnSpPr>
            <a:stCxn id="65" idx="3"/>
            <a:endCxn id="145" idx="1"/>
          </p:cNvCxnSpPr>
          <p:nvPr/>
        </p:nvCxnSpPr>
        <p:spPr bwMode="auto">
          <a:xfrm flipV="1">
            <a:off x="4228331" y="6255004"/>
            <a:ext cx="2500516" cy="1299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48013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77F83998-9131-498D-AFA2-42E044E20611}" type="slidenum">
              <a:rPr lang="fr-FR" smtClean="0"/>
              <a:pPr eaLnBrk="1" hangingPunct="1"/>
              <a:t>15</a:t>
            </a:fld>
            <a:endParaRPr lang="fr-FR"/>
          </a:p>
        </p:txBody>
      </p:sp>
      <p:sp>
        <p:nvSpPr>
          <p:cNvPr id="15370" name="AutoShape 10">
            <a:hlinkClick r:id="rId3" action="ppaction://hlinksldjump"/>
          </p:cNvPr>
          <p:cNvSpPr>
            <a:spLocks noChangeArrowheads="1"/>
          </p:cNvSpPr>
          <p:nvPr/>
        </p:nvSpPr>
        <p:spPr bwMode="auto">
          <a:xfrm rot="10800000">
            <a:off x="3601402" y="648696"/>
            <a:ext cx="1071563" cy="47466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a:t>
            </a:r>
          </a:p>
        </p:txBody>
      </p:sp>
      <p:cxnSp>
        <p:nvCxnSpPr>
          <p:cNvPr id="71" name="AutoShape 9"/>
          <p:cNvCxnSpPr>
            <a:cxnSpLocks noChangeShapeType="1"/>
            <a:stCxn id="57" idx="2"/>
          </p:cNvCxnSpPr>
          <p:nvPr/>
        </p:nvCxnSpPr>
        <p:spPr bwMode="auto">
          <a:xfrm flipH="1">
            <a:off x="4134081" y="1867543"/>
            <a:ext cx="3102" cy="2087758"/>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79" name="AutoShape 6"/>
          <p:cNvSpPr>
            <a:spLocks noChangeArrowheads="1"/>
          </p:cNvSpPr>
          <p:nvPr/>
        </p:nvSpPr>
        <p:spPr bwMode="auto">
          <a:xfrm>
            <a:off x="4853978" y="1635205"/>
            <a:ext cx="1304417"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00080_WCB_TECHNIQUE</a:t>
            </a:r>
          </a:p>
        </p:txBody>
      </p:sp>
      <p:cxnSp>
        <p:nvCxnSpPr>
          <p:cNvPr id="83" name="AutoShape 10"/>
          <p:cNvCxnSpPr>
            <a:cxnSpLocks noChangeShapeType="1"/>
            <a:stCxn id="57" idx="3"/>
            <a:endCxn id="79" idx="1"/>
          </p:cNvCxnSpPr>
          <p:nvPr/>
        </p:nvCxnSpPr>
        <p:spPr bwMode="auto">
          <a:xfrm flipV="1">
            <a:off x="4527708" y="1707205"/>
            <a:ext cx="326270" cy="1"/>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AutoShape 10"/>
          <p:cNvCxnSpPr>
            <a:cxnSpLocks noChangeShapeType="1"/>
            <a:stCxn id="57" idx="2"/>
            <a:endCxn id="95" idx="1"/>
          </p:cNvCxnSpPr>
          <p:nvPr/>
        </p:nvCxnSpPr>
        <p:spPr bwMode="auto">
          <a:xfrm rot="16200000" flipH="1">
            <a:off x="3180227" y="2824499"/>
            <a:ext cx="2100261" cy="186348"/>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AutoShape 6"/>
          <p:cNvSpPr>
            <a:spLocks noChangeArrowheads="1"/>
          </p:cNvSpPr>
          <p:nvPr/>
        </p:nvSpPr>
        <p:spPr bwMode="auto">
          <a:xfrm>
            <a:off x="4323531" y="3866214"/>
            <a:ext cx="1182655" cy="20317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charset="0"/>
              </a:rPr>
              <a:t>00080_WCB_DEMENAGEMENT</a:t>
            </a:r>
          </a:p>
        </p:txBody>
      </p:sp>
      <p:cxnSp>
        <p:nvCxnSpPr>
          <p:cNvPr id="102" name="AutoShape 10"/>
          <p:cNvCxnSpPr>
            <a:cxnSpLocks noChangeShapeType="1"/>
            <a:stCxn id="57" idx="1"/>
            <a:endCxn id="104" idx="3"/>
          </p:cNvCxnSpPr>
          <p:nvPr/>
        </p:nvCxnSpPr>
        <p:spPr bwMode="auto">
          <a:xfrm rot="10800000">
            <a:off x="3686080" y="1707206"/>
            <a:ext cx="60578" cy="1"/>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6"/>
          <p:cNvSpPr>
            <a:spLocks noChangeArrowheads="1"/>
          </p:cNvSpPr>
          <p:nvPr/>
        </p:nvSpPr>
        <p:spPr bwMode="auto">
          <a:xfrm>
            <a:off x="2381663" y="1635205"/>
            <a:ext cx="1304417"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charset="0"/>
              </a:rPr>
              <a:t>00080_WCB_ADMIN</a:t>
            </a:r>
          </a:p>
        </p:txBody>
      </p:sp>
      <p:sp>
        <p:nvSpPr>
          <p:cNvPr id="107" name="AutoShape 46">
            <a:hlinkClick r:id="rId4" action="ppaction://hlinksldjump"/>
          </p:cNvPr>
          <p:cNvSpPr>
            <a:spLocks noChangeArrowheads="1"/>
          </p:cNvSpPr>
          <p:nvPr/>
        </p:nvSpPr>
        <p:spPr bwMode="auto">
          <a:xfrm rot="10800000">
            <a:off x="51536" y="4472752"/>
            <a:ext cx="782999"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ADMINISTRATIF</a:t>
            </a:r>
          </a:p>
        </p:txBody>
      </p:sp>
      <p:cxnSp>
        <p:nvCxnSpPr>
          <p:cNvPr id="109" name="AutoShape 10"/>
          <p:cNvCxnSpPr>
            <a:cxnSpLocks noChangeShapeType="1"/>
            <a:stCxn id="104" idx="1"/>
            <a:endCxn id="53" idx="0"/>
          </p:cNvCxnSpPr>
          <p:nvPr/>
        </p:nvCxnSpPr>
        <p:spPr bwMode="auto">
          <a:xfrm rot="10800000" flipV="1">
            <a:off x="1942415" y="1707204"/>
            <a:ext cx="439248" cy="657613"/>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10"/>
          <p:cNvCxnSpPr>
            <a:cxnSpLocks noChangeShapeType="1"/>
            <a:stCxn id="79" idx="3"/>
            <a:endCxn id="67" idx="0"/>
          </p:cNvCxnSpPr>
          <p:nvPr/>
        </p:nvCxnSpPr>
        <p:spPr bwMode="auto">
          <a:xfrm>
            <a:off x="6158395" y="1707205"/>
            <a:ext cx="484162" cy="149453"/>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AutoShape 87">
            <a:hlinkClick r:id="rId3" action="ppaction://hlinksldjump"/>
          </p:cNvPr>
          <p:cNvSpPr>
            <a:spLocks noChangeArrowheads="1"/>
          </p:cNvSpPr>
          <p:nvPr/>
        </p:nvSpPr>
        <p:spPr bwMode="auto">
          <a:xfrm rot="10800000">
            <a:off x="3712246" y="5419494"/>
            <a:ext cx="849876" cy="426015"/>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ENTREE GP SUITE</a:t>
            </a:r>
          </a:p>
        </p:txBody>
      </p:sp>
      <p:sp>
        <p:nvSpPr>
          <p:cNvPr id="51"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5" name="Titre 14"/>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WCB DIGITAL</a:t>
            </a:r>
            <a:endParaRPr lang="fr-FR" sz="1400"/>
          </a:p>
        </p:txBody>
      </p:sp>
      <p:sp>
        <p:nvSpPr>
          <p:cNvPr id="57" name="AutoShape 68">
            <a:hlinkClick r:id="rId5" action="ppaction://hlinksldjump"/>
          </p:cNvPr>
          <p:cNvSpPr>
            <a:spLocks noChangeArrowheads="1"/>
          </p:cNvSpPr>
          <p:nvPr/>
        </p:nvSpPr>
        <p:spPr bwMode="auto">
          <a:xfrm>
            <a:off x="3746658" y="1546868"/>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a:t>
            </a:r>
          </a:p>
        </p:txBody>
      </p:sp>
      <p:cxnSp>
        <p:nvCxnSpPr>
          <p:cNvPr id="59" name="AutoShape 9"/>
          <p:cNvCxnSpPr>
            <a:cxnSpLocks noChangeShapeType="1"/>
            <a:stCxn id="15370" idx="0"/>
            <a:endCxn id="57" idx="0"/>
          </p:cNvCxnSpPr>
          <p:nvPr/>
        </p:nvCxnSpPr>
        <p:spPr bwMode="auto">
          <a:xfrm>
            <a:off x="4137183" y="1123358"/>
            <a:ext cx="0" cy="423510"/>
          </a:xfrm>
          <a:prstGeom prst="straightConnector1">
            <a:avLst/>
          </a:prstGeom>
          <a:noFill/>
          <a:ln w="9525">
            <a:solidFill>
              <a:srgbClr val="3333FF"/>
            </a:solidFill>
            <a:miter lim="800000"/>
            <a:headEnd/>
            <a:tailEnd/>
          </a:ln>
          <a:extLst>
            <a:ext uri="{909E8E84-426E-40DD-AFC4-6F175D3DCCD1}">
              <a14:hiddenFill xmlns:a14="http://schemas.microsoft.com/office/drawing/2010/main">
                <a:noFill/>
              </a14:hiddenFill>
            </a:ext>
          </a:extLst>
        </p:spPr>
      </p:cxnSp>
      <p:sp>
        <p:nvSpPr>
          <p:cNvPr id="80" name="ZoneTexte 79"/>
          <p:cNvSpPr txBox="1"/>
          <p:nvPr/>
        </p:nvSpPr>
        <p:spPr>
          <a:xfrm>
            <a:off x="4151281" y="5005260"/>
            <a:ext cx="411637" cy="184666"/>
          </a:xfrm>
          <a:prstGeom prst="rect">
            <a:avLst/>
          </a:prstGeom>
          <a:noFill/>
        </p:spPr>
        <p:txBody>
          <a:bodyPr wrap="square" rtlCol="0">
            <a:spAutoFit/>
          </a:bodyPr>
          <a:lstStyle/>
          <a:p>
            <a:pPr algn="ctr"/>
            <a:r>
              <a:rPr lang="fr-FR" sz="600"/>
              <a:t>NON</a:t>
            </a:r>
          </a:p>
        </p:txBody>
      </p:sp>
      <p:sp>
        <p:nvSpPr>
          <p:cNvPr id="30" name="Text Box 157"/>
          <p:cNvSpPr txBox="1">
            <a:spLocks noChangeArrowheads="1"/>
          </p:cNvSpPr>
          <p:nvPr/>
        </p:nvSpPr>
        <p:spPr bwMode="auto">
          <a:xfrm>
            <a:off x="2452559" y="1411395"/>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05</a:t>
            </a:r>
          </a:p>
        </p:txBody>
      </p:sp>
      <p:sp>
        <p:nvSpPr>
          <p:cNvPr id="31" name="Text Box 157"/>
          <p:cNvSpPr txBox="1">
            <a:spLocks noChangeArrowheads="1"/>
          </p:cNvSpPr>
          <p:nvPr/>
        </p:nvSpPr>
        <p:spPr bwMode="auto">
          <a:xfrm>
            <a:off x="4427570" y="1407755"/>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 02, 03</a:t>
            </a:r>
          </a:p>
        </p:txBody>
      </p:sp>
      <p:sp>
        <p:nvSpPr>
          <p:cNvPr id="32" name="Text Box 157"/>
          <p:cNvSpPr txBox="1">
            <a:spLocks noChangeArrowheads="1"/>
          </p:cNvSpPr>
          <p:nvPr/>
        </p:nvSpPr>
        <p:spPr bwMode="auto">
          <a:xfrm>
            <a:off x="4277965" y="4117759"/>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04</a:t>
            </a:r>
          </a:p>
        </p:txBody>
      </p:sp>
      <p:cxnSp>
        <p:nvCxnSpPr>
          <p:cNvPr id="12" name="Connecteur en angle 11"/>
          <p:cNvCxnSpPr>
            <a:stCxn id="57" idx="2"/>
            <a:endCxn id="120" idx="2"/>
          </p:cNvCxnSpPr>
          <p:nvPr/>
        </p:nvCxnSpPr>
        <p:spPr bwMode="auto">
          <a:xfrm rot="16200000" flipH="1">
            <a:off x="2361208" y="3643517"/>
            <a:ext cx="3551951" cy="1"/>
          </a:xfrm>
          <a:prstGeom prst="bentConnector3">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AutoShape 46">
            <a:hlinkClick r:id="rId6" action="ppaction://hlinksldjump"/>
          </p:cNvPr>
          <p:cNvSpPr>
            <a:spLocks noChangeArrowheads="1"/>
          </p:cNvSpPr>
          <p:nvPr/>
        </p:nvSpPr>
        <p:spPr bwMode="auto">
          <a:xfrm rot="10800000">
            <a:off x="1287883" y="4472751"/>
            <a:ext cx="943044"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SOUS MENU</a:t>
            </a:r>
          </a:p>
        </p:txBody>
      </p:sp>
      <p:sp>
        <p:nvSpPr>
          <p:cNvPr id="61" name="AutoShape 131"/>
          <p:cNvSpPr>
            <a:spLocks noChangeArrowheads="1"/>
          </p:cNvSpPr>
          <p:nvPr/>
        </p:nvSpPr>
        <p:spPr bwMode="auto">
          <a:xfrm>
            <a:off x="852663" y="3685089"/>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PREMIUM</a:t>
            </a:r>
          </a:p>
        </p:txBody>
      </p:sp>
      <p:cxnSp>
        <p:nvCxnSpPr>
          <p:cNvPr id="64" name="Connecteur en angle 63"/>
          <p:cNvCxnSpPr>
            <a:stCxn id="61" idx="1"/>
            <a:endCxn id="107" idx="2"/>
          </p:cNvCxnSpPr>
          <p:nvPr/>
        </p:nvCxnSpPr>
        <p:spPr bwMode="auto">
          <a:xfrm rot="10800000" flipV="1">
            <a:off x="443035" y="3904164"/>
            <a:ext cx="409628" cy="568588"/>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Connecteur en angle 67"/>
          <p:cNvCxnSpPr>
            <a:stCxn id="61" idx="3"/>
            <a:endCxn id="52" idx="2"/>
          </p:cNvCxnSpPr>
          <p:nvPr/>
        </p:nvCxnSpPr>
        <p:spPr bwMode="auto">
          <a:xfrm>
            <a:off x="1319388" y="3904164"/>
            <a:ext cx="440017" cy="568587"/>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ZoneTexte 72"/>
          <p:cNvSpPr txBox="1"/>
          <p:nvPr/>
        </p:nvSpPr>
        <p:spPr>
          <a:xfrm>
            <a:off x="402119" y="3719498"/>
            <a:ext cx="411637" cy="184666"/>
          </a:xfrm>
          <a:prstGeom prst="rect">
            <a:avLst/>
          </a:prstGeom>
          <a:noFill/>
        </p:spPr>
        <p:txBody>
          <a:bodyPr wrap="square" rtlCol="0">
            <a:spAutoFit/>
          </a:bodyPr>
          <a:lstStyle/>
          <a:p>
            <a:pPr algn="ctr"/>
            <a:r>
              <a:rPr lang="fr-FR" sz="600"/>
              <a:t>NON</a:t>
            </a:r>
          </a:p>
        </p:txBody>
      </p:sp>
      <p:sp>
        <p:nvSpPr>
          <p:cNvPr id="76" name="ZoneTexte 75"/>
          <p:cNvSpPr txBox="1"/>
          <p:nvPr/>
        </p:nvSpPr>
        <p:spPr>
          <a:xfrm>
            <a:off x="1217070" y="3719498"/>
            <a:ext cx="411637" cy="184666"/>
          </a:xfrm>
          <a:prstGeom prst="rect">
            <a:avLst/>
          </a:prstGeom>
          <a:noFill/>
        </p:spPr>
        <p:txBody>
          <a:bodyPr wrap="square" rtlCol="0">
            <a:spAutoFit/>
          </a:bodyPr>
          <a:lstStyle/>
          <a:p>
            <a:pPr algn="ctr"/>
            <a:r>
              <a:rPr lang="fr-FR" sz="600"/>
              <a:t>OUI</a:t>
            </a:r>
          </a:p>
        </p:txBody>
      </p:sp>
      <p:cxnSp>
        <p:nvCxnSpPr>
          <p:cNvPr id="18" name="Connecteur en angle 17"/>
          <p:cNvCxnSpPr>
            <a:stCxn id="101" idx="1"/>
            <a:endCxn id="91" idx="0"/>
          </p:cNvCxnSpPr>
          <p:nvPr/>
        </p:nvCxnSpPr>
        <p:spPr bwMode="auto">
          <a:xfrm rot="10800000" flipV="1">
            <a:off x="6045443" y="4302424"/>
            <a:ext cx="325540" cy="887501"/>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AutoShape 46">
            <a:hlinkClick r:id="rId7" action="ppaction://hlinksldjump"/>
          </p:cNvPr>
          <p:cNvSpPr>
            <a:spLocks noChangeArrowheads="1"/>
          </p:cNvSpPr>
          <p:nvPr/>
        </p:nvSpPr>
        <p:spPr bwMode="auto">
          <a:xfrm rot="10800000">
            <a:off x="5767075" y="3211783"/>
            <a:ext cx="655638"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a:p>
            <a:pPr algn="ctr" eaLnBrk="0" hangingPunct="0"/>
            <a:r>
              <a:rPr lang="fr-FR" sz="600"/>
              <a:t>(choix 1)</a:t>
            </a:r>
          </a:p>
        </p:txBody>
      </p:sp>
      <p:sp>
        <p:nvSpPr>
          <p:cNvPr id="78" name="AutoShape 46">
            <a:hlinkClick r:id="rId8" action="ppaction://hlinksldjump"/>
          </p:cNvPr>
          <p:cNvSpPr>
            <a:spLocks noChangeArrowheads="1"/>
          </p:cNvSpPr>
          <p:nvPr/>
        </p:nvSpPr>
        <p:spPr bwMode="auto">
          <a:xfrm rot="10800000">
            <a:off x="4544104" y="3165352"/>
            <a:ext cx="655638"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a:t>
            </a:r>
          </a:p>
          <a:p>
            <a:pPr algn="ctr" eaLnBrk="0" hangingPunct="0"/>
            <a:r>
              <a:rPr lang="fr-FR" sz="600"/>
              <a:t>(choix 1)</a:t>
            </a:r>
          </a:p>
        </p:txBody>
      </p:sp>
      <p:sp>
        <p:nvSpPr>
          <p:cNvPr id="81" name="AutoShape 131"/>
          <p:cNvSpPr>
            <a:spLocks noChangeArrowheads="1"/>
          </p:cNvSpPr>
          <p:nvPr/>
        </p:nvSpPr>
        <p:spPr bwMode="auto">
          <a:xfrm>
            <a:off x="5286588" y="2531406"/>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PREMIUM</a:t>
            </a:r>
          </a:p>
        </p:txBody>
      </p:sp>
      <p:cxnSp>
        <p:nvCxnSpPr>
          <p:cNvPr id="82" name="Connecteur en angle 81"/>
          <p:cNvCxnSpPr>
            <a:stCxn id="81" idx="1"/>
            <a:endCxn id="78" idx="2"/>
          </p:cNvCxnSpPr>
          <p:nvPr/>
        </p:nvCxnSpPr>
        <p:spPr bwMode="auto">
          <a:xfrm rot="10800000" flipV="1">
            <a:off x="4871924" y="2750480"/>
            <a:ext cx="414665" cy="414871"/>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Connecteur en angle 83"/>
          <p:cNvCxnSpPr>
            <a:stCxn id="81" idx="3"/>
            <a:endCxn id="77" idx="2"/>
          </p:cNvCxnSpPr>
          <p:nvPr/>
        </p:nvCxnSpPr>
        <p:spPr bwMode="auto">
          <a:xfrm>
            <a:off x="5753313" y="2750481"/>
            <a:ext cx="341581" cy="461302"/>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ZoneTexte 84"/>
          <p:cNvSpPr txBox="1"/>
          <p:nvPr/>
        </p:nvSpPr>
        <p:spPr>
          <a:xfrm>
            <a:off x="5772791" y="2548844"/>
            <a:ext cx="411637" cy="184666"/>
          </a:xfrm>
          <a:prstGeom prst="rect">
            <a:avLst/>
          </a:prstGeom>
          <a:noFill/>
        </p:spPr>
        <p:txBody>
          <a:bodyPr wrap="square" rtlCol="0">
            <a:spAutoFit/>
          </a:bodyPr>
          <a:lstStyle/>
          <a:p>
            <a:pPr algn="ctr"/>
            <a:r>
              <a:rPr lang="fr-FR" sz="600"/>
              <a:t>NON</a:t>
            </a:r>
          </a:p>
        </p:txBody>
      </p:sp>
      <p:sp>
        <p:nvSpPr>
          <p:cNvPr id="86" name="ZoneTexte 85"/>
          <p:cNvSpPr txBox="1"/>
          <p:nvPr/>
        </p:nvSpPr>
        <p:spPr>
          <a:xfrm>
            <a:off x="4881360" y="2557370"/>
            <a:ext cx="411637" cy="184666"/>
          </a:xfrm>
          <a:prstGeom prst="rect">
            <a:avLst/>
          </a:prstGeom>
          <a:noFill/>
        </p:spPr>
        <p:txBody>
          <a:bodyPr wrap="square" rtlCol="0">
            <a:spAutoFit/>
          </a:bodyPr>
          <a:lstStyle/>
          <a:p>
            <a:pPr algn="ctr"/>
            <a:r>
              <a:rPr lang="fr-FR" sz="600"/>
              <a:t>OUI</a:t>
            </a:r>
          </a:p>
        </p:txBody>
      </p:sp>
      <p:sp>
        <p:nvSpPr>
          <p:cNvPr id="89" name="AutoShape 46">
            <a:hlinkClick r:id="rId7" action="ppaction://hlinksldjump"/>
          </p:cNvPr>
          <p:cNvSpPr>
            <a:spLocks noChangeArrowheads="1"/>
          </p:cNvSpPr>
          <p:nvPr/>
        </p:nvSpPr>
        <p:spPr bwMode="auto">
          <a:xfrm rot="10800000">
            <a:off x="6194254" y="5961583"/>
            <a:ext cx="655638"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a:p>
            <a:pPr algn="ctr" eaLnBrk="0" hangingPunct="0"/>
            <a:r>
              <a:rPr lang="fr-FR" sz="600"/>
              <a:t>(choix 2)</a:t>
            </a:r>
          </a:p>
        </p:txBody>
      </p:sp>
      <p:sp>
        <p:nvSpPr>
          <p:cNvPr id="90" name="AutoShape 46">
            <a:hlinkClick r:id="rId8" action="ppaction://hlinksldjump"/>
          </p:cNvPr>
          <p:cNvSpPr>
            <a:spLocks noChangeArrowheads="1"/>
          </p:cNvSpPr>
          <p:nvPr/>
        </p:nvSpPr>
        <p:spPr bwMode="auto">
          <a:xfrm rot="10800000">
            <a:off x="5144269" y="5991046"/>
            <a:ext cx="655638" cy="474663"/>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a:t>
            </a:r>
          </a:p>
          <a:p>
            <a:pPr algn="ctr" eaLnBrk="0" hangingPunct="0"/>
            <a:r>
              <a:rPr lang="fr-FR" sz="600"/>
              <a:t>(choix 2)</a:t>
            </a:r>
          </a:p>
        </p:txBody>
      </p:sp>
      <p:sp>
        <p:nvSpPr>
          <p:cNvPr id="91" name="AutoShape 131"/>
          <p:cNvSpPr>
            <a:spLocks noChangeArrowheads="1"/>
          </p:cNvSpPr>
          <p:nvPr/>
        </p:nvSpPr>
        <p:spPr bwMode="auto">
          <a:xfrm>
            <a:off x="5812080" y="5189926"/>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PREMIUM</a:t>
            </a:r>
          </a:p>
        </p:txBody>
      </p:sp>
      <p:cxnSp>
        <p:nvCxnSpPr>
          <p:cNvPr id="93" name="Connecteur en angle 92"/>
          <p:cNvCxnSpPr>
            <a:stCxn id="91" idx="1"/>
            <a:endCxn id="90" idx="2"/>
          </p:cNvCxnSpPr>
          <p:nvPr/>
        </p:nvCxnSpPr>
        <p:spPr bwMode="auto">
          <a:xfrm rot="10800000" flipV="1">
            <a:off x="5472088" y="5409000"/>
            <a:ext cx="339992" cy="582045"/>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Connecteur en angle 93"/>
          <p:cNvCxnSpPr>
            <a:stCxn id="91" idx="3"/>
            <a:endCxn id="89" idx="2"/>
          </p:cNvCxnSpPr>
          <p:nvPr/>
        </p:nvCxnSpPr>
        <p:spPr bwMode="auto">
          <a:xfrm>
            <a:off x="6278805" y="5409001"/>
            <a:ext cx="243268" cy="552582"/>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ZoneTexte 95"/>
          <p:cNvSpPr txBox="1"/>
          <p:nvPr/>
        </p:nvSpPr>
        <p:spPr>
          <a:xfrm>
            <a:off x="6288101" y="5256298"/>
            <a:ext cx="411637" cy="184666"/>
          </a:xfrm>
          <a:prstGeom prst="rect">
            <a:avLst/>
          </a:prstGeom>
          <a:noFill/>
        </p:spPr>
        <p:txBody>
          <a:bodyPr wrap="square" rtlCol="0">
            <a:spAutoFit/>
          </a:bodyPr>
          <a:lstStyle/>
          <a:p>
            <a:pPr algn="ctr"/>
            <a:r>
              <a:rPr lang="fr-FR" sz="600"/>
              <a:t>NON</a:t>
            </a:r>
          </a:p>
        </p:txBody>
      </p:sp>
      <p:sp>
        <p:nvSpPr>
          <p:cNvPr id="97" name="ZoneTexte 96"/>
          <p:cNvSpPr txBox="1"/>
          <p:nvPr/>
        </p:nvSpPr>
        <p:spPr>
          <a:xfrm>
            <a:off x="5461293" y="5246515"/>
            <a:ext cx="411637" cy="184666"/>
          </a:xfrm>
          <a:prstGeom prst="rect">
            <a:avLst/>
          </a:prstGeom>
          <a:noFill/>
        </p:spPr>
        <p:txBody>
          <a:bodyPr wrap="square" rtlCol="0">
            <a:spAutoFit/>
          </a:bodyPr>
          <a:lstStyle/>
          <a:p>
            <a:pPr algn="ctr"/>
            <a:r>
              <a:rPr lang="fr-FR" sz="600"/>
              <a:t>OUI</a:t>
            </a:r>
          </a:p>
        </p:txBody>
      </p:sp>
      <p:sp>
        <p:nvSpPr>
          <p:cNvPr id="100" name="AutoShape 6"/>
          <p:cNvSpPr>
            <a:spLocks noChangeArrowheads="1"/>
          </p:cNvSpPr>
          <p:nvPr/>
        </p:nvSpPr>
        <p:spPr bwMode="auto">
          <a:xfrm>
            <a:off x="4984560" y="5689216"/>
            <a:ext cx="975053" cy="1709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charset="0"/>
              </a:rPr>
              <a:t>00080_WCB_PREM_DMGT</a:t>
            </a:r>
          </a:p>
        </p:txBody>
      </p:sp>
      <p:sp>
        <p:nvSpPr>
          <p:cNvPr id="103" name="AutoShape 6"/>
          <p:cNvSpPr>
            <a:spLocks noChangeArrowheads="1"/>
          </p:cNvSpPr>
          <p:nvPr/>
        </p:nvSpPr>
        <p:spPr bwMode="auto">
          <a:xfrm>
            <a:off x="6143969" y="5702771"/>
            <a:ext cx="789049" cy="1438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charset="0"/>
              </a:rPr>
              <a:t>00080_WCB_DMGT</a:t>
            </a:r>
          </a:p>
        </p:txBody>
      </p:sp>
      <p:sp>
        <p:nvSpPr>
          <p:cNvPr id="108" name="AutoShape 6"/>
          <p:cNvSpPr>
            <a:spLocks noChangeArrowheads="1"/>
          </p:cNvSpPr>
          <p:nvPr/>
        </p:nvSpPr>
        <p:spPr bwMode="auto">
          <a:xfrm>
            <a:off x="4351910" y="2879042"/>
            <a:ext cx="1031067" cy="13096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00080_WCB_PREM_TECH</a:t>
            </a:r>
          </a:p>
        </p:txBody>
      </p:sp>
      <p:sp>
        <p:nvSpPr>
          <p:cNvPr id="111" name="AutoShape 6"/>
          <p:cNvSpPr>
            <a:spLocks noChangeArrowheads="1"/>
          </p:cNvSpPr>
          <p:nvPr/>
        </p:nvSpPr>
        <p:spPr bwMode="auto">
          <a:xfrm>
            <a:off x="5706862" y="2904628"/>
            <a:ext cx="761256" cy="1468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00080_WCB_TECH</a:t>
            </a:r>
          </a:p>
        </p:txBody>
      </p:sp>
      <p:sp>
        <p:nvSpPr>
          <p:cNvPr id="53" name="AutoShape 73"/>
          <p:cNvSpPr>
            <a:spLocks noChangeArrowheads="1"/>
          </p:cNvSpPr>
          <p:nvPr/>
        </p:nvSpPr>
        <p:spPr bwMode="auto">
          <a:xfrm>
            <a:off x="1503166" y="236481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55" name="AutoShape 14"/>
          <p:cNvSpPr>
            <a:spLocks noChangeArrowheads="1"/>
          </p:cNvSpPr>
          <p:nvPr/>
        </p:nvSpPr>
        <p:spPr bwMode="auto">
          <a:xfrm>
            <a:off x="2550072" y="2804221"/>
            <a:ext cx="1071524" cy="1878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00042_WCB_HNO_COM</a:t>
            </a:r>
          </a:p>
        </p:txBody>
      </p:sp>
      <p:cxnSp>
        <p:nvCxnSpPr>
          <p:cNvPr id="56" name="Connecteur droit 55"/>
          <p:cNvCxnSpPr>
            <a:stCxn id="55" idx="2"/>
            <a:endCxn id="58" idx="2"/>
          </p:cNvCxnSpPr>
          <p:nvPr/>
        </p:nvCxnSpPr>
        <p:spPr bwMode="auto">
          <a:xfrm>
            <a:off x="3085834" y="2992061"/>
            <a:ext cx="6922" cy="98410"/>
          </a:xfrm>
          <a:prstGeom prst="line">
            <a:avLst/>
          </a:prstGeom>
          <a:solidFill>
            <a:schemeClr val="accent1"/>
          </a:solidFill>
          <a:ln w="9525" cap="flat" cmpd="sng" algn="ctr">
            <a:solidFill>
              <a:srgbClr val="0000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AutoShape 11">
            <a:hlinkClick r:id="rId9" action="ppaction://hlinksldjump"/>
          </p:cNvPr>
          <p:cNvSpPr>
            <a:spLocks noChangeArrowheads="1"/>
          </p:cNvSpPr>
          <p:nvPr/>
        </p:nvSpPr>
        <p:spPr bwMode="auto">
          <a:xfrm rot="10800000">
            <a:off x="2709477" y="3090471"/>
            <a:ext cx="766559"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cxnSp>
        <p:nvCxnSpPr>
          <p:cNvPr id="60" name="Connecteur en angle 59"/>
          <p:cNvCxnSpPr>
            <a:stCxn id="53" idx="3"/>
            <a:endCxn id="55" idx="0"/>
          </p:cNvCxnSpPr>
          <p:nvPr/>
        </p:nvCxnSpPr>
        <p:spPr bwMode="auto">
          <a:xfrm>
            <a:off x="2381663" y="2556625"/>
            <a:ext cx="704171" cy="247596"/>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en angle 61"/>
          <p:cNvCxnSpPr>
            <a:stCxn id="53" idx="1"/>
            <a:endCxn id="61" idx="0"/>
          </p:cNvCxnSpPr>
          <p:nvPr/>
        </p:nvCxnSpPr>
        <p:spPr bwMode="auto">
          <a:xfrm rot="10800000" flipV="1">
            <a:off x="1086026" y="2556625"/>
            <a:ext cx="417140" cy="1128464"/>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Text Box 26"/>
          <p:cNvSpPr txBox="1">
            <a:spLocks noChangeArrowheads="1"/>
          </p:cNvSpPr>
          <p:nvPr/>
        </p:nvSpPr>
        <p:spPr bwMode="auto">
          <a:xfrm>
            <a:off x="2486083" y="237684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HNO</a:t>
            </a:r>
          </a:p>
        </p:txBody>
      </p:sp>
      <p:sp>
        <p:nvSpPr>
          <p:cNvPr id="65" name="Text Box 26"/>
          <p:cNvSpPr txBox="1">
            <a:spLocks noChangeArrowheads="1"/>
          </p:cNvSpPr>
          <p:nvPr/>
        </p:nvSpPr>
        <p:spPr bwMode="auto">
          <a:xfrm>
            <a:off x="1170233" y="2376284"/>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sp>
        <p:nvSpPr>
          <p:cNvPr id="66" name="AutoShape 11"/>
          <p:cNvSpPr>
            <a:spLocks noChangeArrowheads="1"/>
          </p:cNvSpPr>
          <p:nvPr/>
        </p:nvSpPr>
        <p:spPr bwMode="auto">
          <a:xfrm>
            <a:off x="533737" y="3016719"/>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00080_WCB_HO_COM</a:t>
            </a:r>
          </a:p>
        </p:txBody>
      </p:sp>
      <p:sp>
        <p:nvSpPr>
          <p:cNvPr id="67" name="AutoShape 73"/>
          <p:cNvSpPr>
            <a:spLocks noChangeArrowheads="1"/>
          </p:cNvSpPr>
          <p:nvPr/>
        </p:nvSpPr>
        <p:spPr bwMode="auto">
          <a:xfrm>
            <a:off x="6203308" y="185665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sp>
        <p:nvSpPr>
          <p:cNvPr id="70" name="AutoShape 14"/>
          <p:cNvSpPr>
            <a:spLocks noChangeArrowheads="1"/>
          </p:cNvSpPr>
          <p:nvPr/>
        </p:nvSpPr>
        <p:spPr bwMode="auto">
          <a:xfrm>
            <a:off x="7281901" y="2132524"/>
            <a:ext cx="1071524" cy="1878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00042_WCB_HNO_TECH</a:t>
            </a:r>
          </a:p>
        </p:txBody>
      </p:sp>
      <p:cxnSp>
        <p:nvCxnSpPr>
          <p:cNvPr id="72" name="Connecteur droit 71"/>
          <p:cNvCxnSpPr>
            <a:stCxn id="70" idx="2"/>
            <a:endCxn id="74" idx="2"/>
          </p:cNvCxnSpPr>
          <p:nvPr/>
        </p:nvCxnSpPr>
        <p:spPr bwMode="auto">
          <a:xfrm>
            <a:off x="7817663" y="2320364"/>
            <a:ext cx="6922" cy="98410"/>
          </a:xfrm>
          <a:prstGeom prst="line">
            <a:avLst/>
          </a:prstGeom>
          <a:solidFill>
            <a:schemeClr val="accent1"/>
          </a:solidFill>
          <a:ln w="9525" cap="flat" cmpd="sng" algn="ctr">
            <a:solidFill>
              <a:srgbClr val="0000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AutoShape 11">
            <a:hlinkClick r:id="rId10" action="ppaction://hlinksldjump"/>
          </p:cNvPr>
          <p:cNvSpPr>
            <a:spLocks noChangeArrowheads="1"/>
          </p:cNvSpPr>
          <p:nvPr/>
        </p:nvSpPr>
        <p:spPr bwMode="auto">
          <a:xfrm rot="10800000">
            <a:off x="7441306" y="2418774"/>
            <a:ext cx="766559"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cxnSp>
        <p:nvCxnSpPr>
          <p:cNvPr id="75" name="Connecteur en angle 74"/>
          <p:cNvCxnSpPr>
            <a:stCxn id="67" idx="3"/>
            <a:endCxn id="70" idx="0"/>
          </p:cNvCxnSpPr>
          <p:nvPr/>
        </p:nvCxnSpPr>
        <p:spPr bwMode="auto">
          <a:xfrm>
            <a:off x="7081805" y="2048465"/>
            <a:ext cx="735858" cy="84059"/>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Connecteur en angle 86"/>
          <p:cNvCxnSpPr>
            <a:stCxn id="67" idx="1"/>
            <a:endCxn id="81" idx="0"/>
          </p:cNvCxnSpPr>
          <p:nvPr/>
        </p:nvCxnSpPr>
        <p:spPr bwMode="auto">
          <a:xfrm rot="10800000" flipV="1">
            <a:off x="5519952" y="2048464"/>
            <a:ext cx="683357" cy="482941"/>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26"/>
          <p:cNvSpPr txBox="1">
            <a:spLocks noChangeArrowheads="1"/>
          </p:cNvSpPr>
          <p:nvPr/>
        </p:nvSpPr>
        <p:spPr bwMode="auto">
          <a:xfrm>
            <a:off x="7186225" y="186868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HNO</a:t>
            </a:r>
          </a:p>
        </p:txBody>
      </p:sp>
      <p:sp>
        <p:nvSpPr>
          <p:cNvPr id="98" name="Text Box 26"/>
          <p:cNvSpPr txBox="1">
            <a:spLocks noChangeArrowheads="1"/>
          </p:cNvSpPr>
          <p:nvPr/>
        </p:nvSpPr>
        <p:spPr bwMode="auto">
          <a:xfrm>
            <a:off x="5870375" y="1868124"/>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sp>
        <p:nvSpPr>
          <p:cNvPr id="99" name="AutoShape 11"/>
          <p:cNvSpPr>
            <a:spLocks noChangeArrowheads="1"/>
          </p:cNvSpPr>
          <p:nvPr/>
        </p:nvSpPr>
        <p:spPr bwMode="auto">
          <a:xfrm>
            <a:off x="4975995" y="2150720"/>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00080_WCB_HO_TECH</a:t>
            </a:r>
          </a:p>
        </p:txBody>
      </p:sp>
      <p:sp>
        <p:nvSpPr>
          <p:cNvPr id="101" name="AutoShape 73"/>
          <p:cNvSpPr>
            <a:spLocks noChangeArrowheads="1"/>
          </p:cNvSpPr>
          <p:nvPr/>
        </p:nvSpPr>
        <p:spPr bwMode="auto">
          <a:xfrm>
            <a:off x="6370983" y="411061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DEM</a:t>
            </a:r>
          </a:p>
        </p:txBody>
      </p:sp>
      <p:sp>
        <p:nvSpPr>
          <p:cNvPr id="106" name="AutoShape 14"/>
          <p:cNvSpPr>
            <a:spLocks noChangeArrowheads="1"/>
          </p:cNvSpPr>
          <p:nvPr/>
        </p:nvSpPr>
        <p:spPr bwMode="auto">
          <a:xfrm>
            <a:off x="7226319" y="4494232"/>
            <a:ext cx="1071524" cy="1878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00042_WCB_HNO_DEM</a:t>
            </a:r>
          </a:p>
        </p:txBody>
      </p:sp>
      <p:cxnSp>
        <p:nvCxnSpPr>
          <p:cNvPr id="110" name="Connecteur droit 109"/>
          <p:cNvCxnSpPr>
            <a:stCxn id="106" idx="2"/>
            <a:endCxn id="112" idx="2"/>
          </p:cNvCxnSpPr>
          <p:nvPr/>
        </p:nvCxnSpPr>
        <p:spPr bwMode="auto">
          <a:xfrm>
            <a:off x="7762081" y="4682072"/>
            <a:ext cx="4506" cy="175103"/>
          </a:xfrm>
          <a:prstGeom prst="line">
            <a:avLst/>
          </a:prstGeom>
          <a:solidFill>
            <a:schemeClr val="accent1"/>
          </a:solidFill>
          <a:ln w="9525" cap="flat" cmpd="sng" algn="ctr">
            <a:solidFill>
              <a:srgbClr val="0000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AutoShape 11">
            <a:hlinkClick r:id="rId9" action="ppaction://hlinksldjump"/>
          </p:cNvPr>
          <p:cNvSpPr>
            <a:spLocks noChangeArrowheads="1"/>
          </p:cNvSpPr>
          <p:nvPr/>
        </p:nvSpPr>
        <p:spPr bwMode="auto">
          <a:xfrm rot="10800000">
            <a:off x="7383308" y="4857175"/>
            <a:ext cx="766559"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DEM</a:t>
            </a:r>
          </a:p>
        </p:txBody>
      </p:sp>
      <p:cxnSp>
        <p:nvCxnSpPr>
          <p:cNvPr id="113" name="Connecteur en angle 112"/>
          <p:cNvCxnSpPr>
            <a:stCxn id="101" idx="3"/>
            <a:endCxn id="106" idx="0"/>
          </p:cNvCxnSpPr>
          <p:nvPr/>
        </p:nvCxnSpPr>
        <p:spPr bwMode="auto">
          <a:xfrm>
            <a:off x="7249480" y="4302425"/>
            <a:ext cx="512601" cy="191807"/>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26"/>
          <p:cNvSpPr txBox="1">
            <a:spLocks noChangeArrowheads="1"/>
          </p:cNvSpPr>
          <p:nvPr/>
        </p:nvSpPr>
        <p:spPr bwMode="auto">
          <a:xfrm>
            <a:off x="7167345" y="412264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HNO</a:t>
            </a:r>
          </a:p>
        </p:txBody>
      </p:sp>
      <p:sp>
        <p:nvSpPr>
          <p:cNvPr id="116" name="Text Box 26"/>
          <p:cNvSpPr txBox="1">
            <a:spLocks noChangeArrowheads="1"/>
          </p:cNvSpPr>
          <p:nvPr/>
        </p:nvSpPr>
        <p:spPr bwMode="auto">
          <a:xfrm>
            <a:off x="6153036" y="4122649"/>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defRPr/>
            </a:pPr>
            <a:r>
              <a:rPr lang="fr-FR" sz="600"/>
              <a:t>HO</a:t>
            </a:r>
          </a:p>
        </p:txBody>
      </p:sp>
      <p:sp>
        <p:nvSpPr>
          <p:cNvPr id="117" name="AutoShape 11"/>
          <p:cNvSpPr>
            <a:spLocks noChangeArrowheads="1"/>
          </p:cNvSpPr>
          <p:nvPr/>
        </p:nvSpPr>
        <p:spPr bwMode="auto">
          <a:xfrm>
            <a:off x="5506186" y="4609478"/>
            <a:ext cx="1104576" cy="14278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mn-lt"/>
                <a:ea typeface="ＭＳ Ｐゴシック" charset="0"/>
              </a:rPr>
              <a:t>00080_WCB_HO_DEM</a:t>
            </a:r>
          </a:p>
        </p:txBody>
      </p:sp>
      <p:cxnSp>
        <p:nvCxnSpPr>
          <p:cNvPr id="20" name="Connecteur en angle 19"/>
          <p:cNvCxnSpPr>
            <a:stCxn id="95" idx="3"/>
            <a:endCxn id="101" idx="0"/>
          </p:cNvCxnSpPr>
          <p:nvPr/>
        </p:nvCxnSpPr>
        <p:spPr bwMode="auto">
          <a:xfrm>
            <a:off x="5506186" y="3967804"/>
            <a:ext cx="1304046" cy="142814"/>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47485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solidFill>
                  <a:srgbClr val="000000"/>
                </a:solidFill>
              </a:rPr>
              <a:pPr eaLnBrk="1" hangingPunct="1"/>
              <a:t>16</a:t>
            </a:fld>
            <a:endParaRPr lang="fr-FR">
              <a:solidFill>
                <a:srgbClr val="000000"/>
              </a:solidFill>
            </a:endParaRPr>
          </a:p>
        </p:txBody>
      </p:sp>
      <p:sp>
        <p:nvSpPr>
          <p:cNvPr id="70" name="AutoShape 17"/>
          <p:cNvSpPr>
            <a:spLocks noChangeArrowheads="1"/>
          </p:cNvSpPr>
          <p:nvPr/>
        </p:nvSpPr>
        <p:spPr bwMode="auto">
          <a:xfrm>
            <a:off x="1232165" y="301104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73" name="AutoShape 17"/>
          <p:cNvSpPr>
            <a:spLocks noChangeArrowheads="1"/>
          </p:cNvSpPr>
          <p:nvPr/>
        </p:nvSpPr>
        <p:spPr bwMode="auto">
          <a:xfrm>
            <a:off x="6626981" y="307204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4</a:t>
            </a:r>
          </a:p>
        </p:txBody>
      </p:sp>
      <p:sp>
        <p:nvSpPr>
          <p:cNvPr id="266" name="AutoShape 208"/>
          <p:cNvSpPr>
            <a:spLocks noChangeArrowheads="1"/>
          </p:cNvSpPr>
          <p:nvPr/>
        </p:nvSpPr>
        <p:spPr bwMode="auto">
          <a:xfrm>
            <a:off x="858041" y="3431679"/>
            <a:ext cx="964146" cy="1678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10000_RDGU_TECH</a:t>
            </a:r>
            <a:endParaRPr lang="fr-FR" sz="600">
              <a:solidFill>
                <a:srgbClr val="000000"/>
              </a:solidFill>
            </a:endParaRPr>
          </a:p>
        </p:txBody>
      </p:sp>
      <p:sp>
        <p:nvSpPr>
          <p:cNvPr id="270" name="AutoShape 208"/>
          <p:cNvSpPr>
            <a:spLocks noChangeArrowheads="1"/>
          </p:cNvSpPr>
          <p:nvPr/>
        </p:nvSpPr>
        <p:spPr bwMode="auto">
          <a:xfrm>
            <a:off x="2733824" y="3417721"/>
            <a:ext cx="880491" cy="17316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20000_RDGU_DMGT</a:t>
            </a:r>
          </a:p>
        </p:txBody>
      </p:sp>
      <p:sp>
        <p:nvSpPr>
          <p:cNvPr id="271" name="AutoShape 208"/>
          <p:cNvSpPr>
            <a:spLocks noChangeArrowheads="1"/>
          </p:cNvSpPr>
          <p:nvPr/>
        </p:nvSpPr>
        <p:spPr bwMode="auto">
          <a:xfrm>
            <a:off x="6276777" y="3446989"/>
            <a:ext cx="914473" cy="16703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eaLnBrk="0" hangingPunct="0"/>
            <a:r>
              <a:rPr lang="fr-FR" sz="600" b="1">
                <a:solidFill>
                  <a:srgbClr val="000000"/>
                </a:solidFill>
              </a:rPr>
              <a:t>40000_RDGU_AUTRE</a:t>
            </a:r>
          </a:p>
        </p:txBody>
      </p:sp>
      <p:sp>
        <p:nvSpPr>
          <p:cNvPr id="124" name="AutoShape 52"/>
          <p:cNvSpPr>
            <a:spLocks noChangeArrowheads="1"/>
          </p:cNvSpPr>
          <p:nvPr/>
        </p:nvSpPr>
        <p:spPr bwMode="auto">
          <a:xfrm>
            <a:off x="3857377" y="2822597"/>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solidFill>
                  <a:srgbClr val="000000"/>
                </a:solidFill>
                <a:ea typeface="ＭＳ Ｐゴシック" charset="0"/>
              </a:rPr>
              <a:t>Choix</a:t>
            </a:r>
          </a:p>
        </p:txBody>
      </p:sp>
      <p:cxnSp>
        <p:nvCxnSpPr>
          <p:cNvPr id="151" name="AutoShape 10"/>
          <p:cNvCxnSpPr>
            <a:cxnSpLocks noChangeShapeType="1"/>
            <a:stCxn id="124" idx="1"/>
            <a:endCxn id="70" idx="6"/>
          </p:cNvCxnSpPr>
          <p:nvPr/>
        </p:nvCxnSpPr>
        <p:spPr bwMode="auto">
          <a:xfrm rot="10800000" flipV="1">
            <a:off x="1340115" y="2947215"/>
            <a:ext cx="2517262" cy="6383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AutoShape 10"/>
          <p:cNvCxnSpPr>
            <a:cxnSpLocks noChangeShapeType="1"/>
            <a:stCxn id="124" idx="1"/>
            <a:endCxn id="71" idx="6"/>
          </p:cNvCxnSpPr>
          <p:nvPr/>
        </p:nvCxnSpPr>
        <p:spPr bwMode="auto">
          <a:xfrm rot="10800000" flipV="1">
            <a:off x="3172903" y="2947215"/>
            <a:ext cx="684474" cy="11151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AutoShape 10"/>
          <p:cNvCxnSpPr>
            <a:cxnSpLocks noChangeShapeType="1"/>
            <a:stCxn id="124" idx="3"/>
            <a:endCxn id="73" idx="7"/>
          </p:cNvCxnSpPr>
          <p:nvPr/>
        </p:nvCxnSpPr>
        <p:spPr bwMode="auto">
          <a:xfrm>
            <a:off x="4379664" y="2947216"/>
            <a:ext cx="2355267" cy="14685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6" name="AutoShape 27"/>
          <p:cNvSpPr>
            <a:spLocks noChangeArrowheads="1"/>
          </p:cNvSpPr>
          <p:nvPr/>
        </p:nvSpPr>
        <p:spPr bwMode="auto">
          <a:xfrm>
            <a:off x="7921563" y="2854956"/>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301" name="AutoShape 55"/>
          <p:cNvSpPr>
            <a:spLocks noChangeArrowheads="1"/>
          </p:cNvSpPr>
          <p:nvPr/>
        </p:nvSpPr>
        <p:spPr bwMode="auto">
          <a:xfrm>
            <a:off x="7669689" y="3348899"/>
            <a:ext cx="99695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00059_RDGU_NMNI_X2</a:t>
            </a:r>
          </a:p>
        </p:txBody>
      </p:sp>
      <p:sp>
        <p:nvSpPr>
          <p:cNvPr id="304" name="AutoShape 37"/>
          <p:cNvSpPr>
            <a:spLocks noChangeArrowheads="1"/>
          </p:cNvSpPr>
          <p:nvPr/>
        </p:nvSpPr>
        <p:spPr bwMode="auto">
          <a:xfrm>
            <a:off x="7725189" y="2360242"/>
            <a:ext cx="885411" cy="18415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00059_RDGU_NMNI</a:t>
            </a:r>
          </a:p>
        </p:txBody>
      </p:sp>
      <p:sp>
        <p:nvSpPr>
          <p:cNvPr id="305" name="Text Box 157"/>
          <p:cNvSpPr txBox="1">
            <a:spLocks noChangeArrowheads="1"/>
          </p:cNvSpPr>
          <p:nvPr/>
        </p:nvSpPr>
        <p:spPr bwMode="auto">
          <a:xfrm>
            <a:off x="8192706" y="309324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306" name="Text Box 156"/>
          <p:cNvSpPr txBox="1">
            <a:spLocks noChangeArrowheads="1"/>
          </p:cNvSpPr>
          <p:nvPr/>
        </p:nvSpPr>
        <p:spPr bwMode="auto">
          <a:xfrm>
            <a:off x="8174873" y="2603317"/>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307" name="AutoShape 69"/>
          <p:cNvCxnSpPr>
            <a:cxnSpLocks noChangeShapeType="1"/>
            <a:stCxn id="304" idx="0"/>
            <a:endCxn id="158" idx="2"/>
          </p:cNvCxnSpPr>
          <p:nvPr/>
        </p:nvCxnSpPr>
        <p:spPr bwMode="auto">
          <a:xfrm rot="16200000" flipV="1">
            <a:off x="8087147" y="2279494"/>
            <a:ext cx="158719" cy="277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 name="AutoShape 69"/>
          <p:cNvCxnSpPr>
            <a:cxnSpLocks noChangeShapeType="1"/>
            <a:stCxn id="304" idx="2"/>
            <a:endCxn id="296" idx="7"/>
          </p:cNvCxnSpPr>
          <p:nvPr/>
        </p:nvCxnSpPr>
        <p:spPr bwMode="auto">
          <a:xfrm rot="16200000" flipH="1">
            <a:off x="8000891" y="2711402"/>
            <a:ext cx="335760" cy="175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AutoShape 13"/>
          <p:cNvCxnSpPr>
            <a:cxnSpLocks noChangeShapeType="1"/>
            <a:stCxn id="158" idx="0"/>
            <a:endCxn id="140" idx="3"/>
          </p:cNvCxnSpPr>
          <p:nvPr/>
        </p:nvCxnSpPr>
        <p:spPr bwMode="auto">
          <a:xfrm rot="16200000" flipH="1" flipV="1">
            <a:off x="6517021" y="688098"/>
            <a:ext cx="642502" cy="2653690"/>
          </a:xfrm>
          <a:prstGeom prst="bentConnector4">
            <a:avLst>
              <a:gd name="adj1" fmla="val -35580"/>
              <a:gd name="adj2" fmla="val 61737"/>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10" name="Rectangle 55"/>
          <p:cNvSpPr>
            <a:spLocks noChangeArrowheads="1"/>
          </p:cNvSpPr>
          <p:nvPr/>
        </p:nvSpPr>
        <p:spPr bwMode="auto">
          <a:xfrm>
            <a:off x="7492255" y="3566784"/>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311" name="AutoShape 56"/>
          <p:cNvCxnSpPr>
            <a:cxnSpLocks noChangeShapeType="1"/>
            <a:stCxn id="310" idx="2"/>
            <a:endCxn id="312" idx="0"/>
          </p:cNvCxnSpPr>
          <p:nvPr/>
        </p:nvCxnSpPr>
        <p:spPr bwMode="auto">
          <a:xfrm rot="5400000">
            <a:off x="8110397" y="3867567"/>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12" name="AutoShape 19"/>
          <p:cNvSpPr>
            <a:spLocks noChangeArrowheads="1"/>
          </p:cNvSpPr>
          <p:nvPr/>
        </p:nvSpPr>
        <p:spPr bwMode="auto">
          <a:xfrm>
            <a:off x="8097489" y="3922287"/>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313" name="AutoShape 69"/>
          <p:cNvCxnSpPr>
            <a:cxnSpLocks noChangeShapeType="1"/>
            <a:stCxn id="301" idx="2"/>
            <a:endCxn id="310" idx="0"/>
          </p:cNvCxnSpPr>
          <p:nvPr/>
        </p:nvCxnSpPr>
        <p:spPr bwMode="auto">
          <a:xfrm rot="5400000">
            <a:off x="8129930" y="3528549"/>
            <a:ext cx="73423" cy="304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AutoShape 10"/>
          <p:cNvCxnSpPr>
            <a:cxnSpLocks noChangeShapeType="1"/>
            <a:stCxn id="124" idx="3"/>
            <a:endCxn id="296" idx="4"/>
          </p:cNvCxnSpPr>
          <p:nvPr/>
        </p:nvCxnSpPr>
        <p:spPr bwMode="auto">
          <a:xfrm>
            <a:off x="4379664" y="2947216"/>
            <a:ext cx="3541899" cy="8546"/>
          </a:xfrm>
          <a:prstGeom prst="bentConnector3">
            <a:avLst>
              <a:gd name="adj1" fmla="val -1427"/>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3" name="AutoShape 69"/>
          <p:cNvCxnSpPr>
            <a:cxnSpLocks noChangeShapeType="1"/>
            <a:stCxn id="296" idx="2"/>
            <a:endCxn id="301" idx="0"/>
          </p:cNvCxnSpPr>
          <p:nvPr/>
        </p:nvCxnSpPr>
        <p:spPr bwMode="auto">
          <a:xfrm rot="5400000">
            <a:off x="8022741" y="3201992"/>
            <a:ext cx="292331" cy="148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Rectangle 68"/>
          <p:cNvSpPr>
            <a:spLocks noChangeArrowheads="1"/>
          </p:cNvSpPr>
          <p:nvPr/>
        </p:nvSpPr>
        <p:spPr bwMode="auto">
          <a:xfrm>
            <a:off x="7542169" y="169369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sp>
        <p:nvSpPr>
          <p:cNvPr id="161" name="AutoShape 17"/>
          <p:cNvSpPr>
            <a:spLocks noChangeArrowheads="1"/>
          </p:cNvSpPr>
          <p:nvPr/>
        </p:nvSpPr>
        <p:spPr bwMode="auto">
          <a:xfrm>
            <a:off x="5536563" y="305509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cxnSp>
        <p:nvCxnSpPr>
          <p:cNvPr id="162" name="AutoShape 47"/>
          <p:cNvCxnSpPr>
            <a:cxnSpLocks noChangeShapeType="1"/>
            <a:stCxn id="124" idx="3"/>
            <a:endCxn id="161" idx="7"/>
          </p:cNvCxnSpPr>
          <p:nvPr/>
        </p:nvCxnSpPr>
        <p:spPr bwMode="auto">
          <a:xfrm>
            <a:off x="4379664" y="2947216"/>
            <a:ext cx="1264849" cy="12990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42"/>
          <p:cNvSpPr>
            <a:spLocks noChangeArrowheads="1"/>
          </p:cNvSpPr>
          <p:nvPr/>
        </p:nvSpPr>
        <p:spPr bwMode="auto">
          <a:xfrm>
            <a:off x="5152486" y="3442401"/>
            <a:ext cx="998152" cy="17621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latin typeface="Arial"/>
              </a:rPr>
              <a:t>30000_RDGU_REINIT_MDP</a:t>
            </a:r>
          </a:p>
        </p:txBody>
      </p:sp>
      <p:sp>
        <p:nvSpPr>
          <p:cNvPr id="119" name="AutoShape 11">
            <a:hlinkClick r:id="rId3" action="ppaction://hlinksldjump"/>
          </p:cNvPr>
          <p:cNvSpPr>
            <a:spLocks noChangeArrowheads="1"/>
          </p:cNvSpPr>
          <p:nvPr/>
        </p:nvSpPr>
        <p:spPr bwMode="auto">
          <a:xfrm rot="10800000">
            <a:off x="3572404" y="683338"/>
            <a:ext cx="1071563" cy="385314"/>
          </a:xfrm>
          <a:prstGeom prst="upArrowCallout">
            <a:avLst>
              <a:gd name="adj1" fmla="val 49096"/>
              <a:gd name="adj2" fmla="val 6591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a:t>ENTREE GP SUITE</a:t>
            </a:r>
          </a:p>
        </p:txBody>
      </p:sp>
      <p:cxnSp>
        <p:nvCxnSpPr>
          <p:cNvPr id="127" name="AutoShape 13"/>
          <p:cNvCxnSpPr>
            <a:cxnSpLocks noChangeShapeType="1"/>
            <a:stCxn id="166" idx="2"/>
            <a:endCxn id="140" idx="0"/>
          </p:cNvCxnSpPr>
          <p:nvPr/>
        </p:nvCxnSpPr>
        <p:spPr bwMode="auto">
          <a:xfrm rot="16200000" flipH="1">
            <a:off x="3989956" y="1886873"/>
            <a:ext cx="250669" cy="1639"/>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66" name="AutoShape 37"/>
          <p:cNvSpPr>
            <a:spLocks noChangeArrowheads="1"/>
          </p:cNvSpPr>
          <p:nvPr/>
        </p:nvSpPr>
        <p:spPr bwMode="auto">
          <a:xfrm>
            <a:off x="3418251" y="1559880"/>
            <a:ext cx="1392440" cy="20247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00050_MENU_PRINCIPAL_RDGU</a:t>
            </a:r>
          </a:p>
        </p:txBody>
      </p:sp>
      <p:cxnSp>
        <p:nvCxnSpPr>
          <p:cNvPr id="172" name="AutoShape 10"/>
          <p:cNvCxnSpPr>
            <a:cxnSpLocks noChangeShapeType="1"/>
            <a:stCxn id="140" idx="2"/>
            <a:endCxn id="124" idx="0"/>
          </p:cNvCxnSpPr>
          <p:nvPr/>
        </p:nvCxnSpPr>
        <p:spPr bwMode="auto">
          <a:xfrm rot="16200000" flipH="1">
            <a:off x="4035696" y="2739772"/>
            <a:ext cx="163238" cy="241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41"/>
          <p:cNvSpPr>
            <a:spLocks noChangeArrowheads="1"/>
          </p:cNvSpPr>
          <p:nvPr/>
        </p:nvSpPr>
        <p:spPr bwMode="auto">
          <a:xfrm>
            <a:off x="968733" y="3770694"/>
            <a:ext cx="733952" cy="16561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19999_OFFRE *</a:t>
            </a:r>
          </a:p>
        </p:txBody>
      </p:sp>
      <p:sp>
        <p:nvSpPr>
          <p:cNvPr id="71" name="AutoShape 17"/>
          <p:cNvSpPr>
            <a:spLocks noChangeArrowheads="1"/>
          </p:cNvSpPr>
          <p:nvPr/>
        </p:nvSpPr>
        <p:spPr bwMode="auto">
          <a:xfrm>
            <a:off x="3064953" y="305873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40" name="Rectangle 5"/>
          <p:cNvSpPr>
            <a:spLocks noChangeArrowheads="1"/>
          </p:cNvSpPr>
          <p:nvPr/>
        </p:nvSpPr>
        <p:spPr bwMode="auto">
          <a:xfrm>
            <a:off x="2720792" y="2013028"/>
            <a:ext cx="2790635" cy="646331"/>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FIXE MENU PRINCIPAL RDGU</a:t>
            </a:r>
          </a:p>
          <a:p>
            <a:pPr algn="ctr"/>
            <a:r>
              <a:rPr lang="fr-FR" sz="600">
                <a:solidFill>
                  <a:srgbClr val="000000"/>
                </a:solidFill>
                <a:ea typeface="ＭＳ Ｐゴシック" pitchFamily="-80" charset="-128"/>
              </a:rPr>
              <a:t>Vous appelez  : </a:t>
            </a:r>
          </a:p>
          <a:p>
            <a:pPr algn="ctr"/>
            <a:r>
              <a:rPr lang="fr-FR" sz="600">
                <a:solidFill>
                  <a:srgbClr val="000000"/>
                </a:solidFill>
                <a:ea typeface="ＭＳ Ｐゴシック" pitchFamily="-80" charset="-128"/>
              </a:rPr>
              <a:t>Pour un problème technique, Tapez 1</a:t>
            </a:r>
          </a:p>
          <a:p>
            <a:pPr algn="ctr"/>
            <a:r>
              <a:rPr lang="fr-FR" sz="600">
                <a:solidFill>
                  <a:srgbClr val="000000"/>
                </a:solidFill>
                <a:ea typeface="ＭＳ Ｐゴシック" pitchFamily="-80" charset="-128"/>
              </a:rPr>
              <a:t>Pour votre déménagement, tapez 2</a:t>
            </a:r>
          </a:p>
          <a:p>
            <a:pPr algn="ctr"/>
            <a:r>
              <a:rPr lang="fr-FR" sz="600">
                <a:solidFill>
                  <a:srgbClr val="000000"/>
                </a:solidFill>
                <a:ea typeface="ＭＳ Ｐゴシック" pitchFamily="-80" charset="-128"/>
              </a:rPr>
              <a:t>Pour obtenir un nouveau mot de passe de connexion sfr.fr, tapez 3 </a:t>
            </a:r>
            <a:endParaRPr lang="fr-FR" sz="600" strike="sngStrike">
              <a:solidFill>
                <a:srgbClr val="000000"/>
              </a:solidFill>
              <a:ea typeface="ＭＳ Ｐゴシック" pitchFamily="-80" charset="-128"/>
            </a:endParaRPr>
          </a:p>
          <a:p>
            <a:pPr algn="ctr"/>
            <a:r>
              <a:rPr lang="fr-FR" sz="600">
                <a:solidFill>
                  <a:srgbClr val="000000"/>
                </a:solidFill>
                <a:ea typeface="ＭＳ Ｐゴシック" pitchFamily="-80" charset="-128"/>
              </a:rPr>
              <a:t>Pour une demande administrative ou commerciale, Tapez 4</a:t>
            </a:r>
          </a:p>
        </p:txBody>
      </p:sp>
      <p:sp>
        <p:nvSpPr>
          <p:cNvPr id="14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6" name="Titre 15"/>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RDGU</a:t>
            </a:r>
            <a:endParaRPr lang="fr-FR" sz="1400"/>
          </a:p>
        </p:txBody>
      </p:sp>
      <p:sp>
        <p:nvSpPr>
          <p:cNvPr id="105" name="AutoShape 87">
            <a:hlinkClick r:id="rId4" action="ppaction://hlinksldjump"/>
          </p:cNvPr>
          <p:cNvSpPr>
            <a:spLocks noChangeArrowheads="1"/>
          </p:cNvSpPr>
          <p:nvPr/>
        </p:nvSpPr>
        <p:spPr bwMode="auto">
          <a:xfrm rot="10800000">
            <a:off x="5170522" y="3791779"/>
            <a:ext cx="96960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REINIT MOT DE PASSE</a:t>
            </a:r>
          </a:p>
        </p:txBody>
      </p:sp>
      <p:sp>
        <p:nvSpPr>
          <p:cNvPr id="120" name="AutoShape 73"/>
          <p:cNvSpPr>
            <a:spLocks noChangeArrowheads="1"/>
          </p:cNvSpPr>
          <p:nvPr/>
        </p:nvSpPr>
        <p:spPr bwMode="auto">
          <a:xfrm>
            <a:off x="897005" y="4107483"/>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TECH</a:t>
            </a:r>
          </a:p>
        </p:txBody>
      </p:sp>
      <p:sp>
        <p:nvSpPr>
          <p:cNvPr id="122" name="AutoShape 11">
            <a:hlinkClick r:id="rId5" action="ppaction://hlinksldjump"/>
          </p:cNvPr>
          <p:cNvSpPr>
            <a:spLocks noChangeArrowheads="1"/>
          </p:cNvSpPr>
          <p:nvPr/>
        </p:nvSpPr>
        <p:spPr bwMode="auto">
          <a:xfrm rot="10800000">
            <a:off x="302200" y="4793192"/>
            <a:ext cx="564037" cy="312262"/>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TECH</a:t>
            </a:r>
          </a:p>
        </p:txBody>
      </p:sp>
      <p:cxnSp>
        <p:nvCxnSpPr>
          <p:cNvPr id="128" name="Connecteur en angle 127"/>
          <p:cNvCxnSpPr>
            <a:cxnSpLocks/>
            <a:stCxn id="120" idx="1"/>
            <a:endCxn id="129" idx="0"/>
          </p:cNvCxnSpPr>
          <p:nvPr/>
        </p:nvCxnSpPr>
        <p:spPr bwMode="auto">
          <a:xfrm rot="10800000" flipV="1">
            <a:off x="584219" y="4299289"/>
            <a:ext cx="312786" cy="22289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14"/>
          <p:cNvSpPr>
            <a:spLocks noChangeArrowheads="1"/>
          </p:cNvSpPr>
          <p:nvPr/>
        </p:nvSpPr>
        <p:spPr bwMode="auto">
          <a:xfrm>
            <a:off x="87397" y="4522189"/>
            <a:ext cx="993643" cy="1378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10000_RDGU_TECH_HNO</a:t>
            </a:r>
          </a:p>
        </p:txBody>
      </p:sp>
      <p:cxnSp>
        <p:nvCxnSpPr>
          <p:cNvPr id="14" name="Connecteur en angle 13"/>
          <p:cNvCxnSpPr>
            <a:cxnSpLocks/>
            <a:stCxn id="120" idx="3"/>
            <a:endCxn id="118" idx="0"/>
          </p:cNvCxnSpPr>
          <p:nvPr/>
        </p:nvCxnSpPr>
        <p:spPr bwMode="auto">
          <a:xfrm>
            <a:off x="1765893" y="4299290"/>
            <a:ext cx="133787" cy="3893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73"/>
          <p:cNvSpPr>
            <a:spLocks noChangeArrowheads="1"/>
          </p:cNvSpPr>
          <p:nvPr/>
        </p:nvSpPr>
        <p:spPr bwMode="auto">
          <a:xfrm>
            <a:off x="2734803" y="3803901"/>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DEM</a:t>
            </a:r>
          </a:p>
        </p:txBody>
      </p:sp>
      <p:sp>
        <p:nvSpPr>
          <p:cNvPr id="160" name="AutoShape 11">
            <a:hlinkClick r:id="rId6" action="ppaction://hlinksldjump"/>
          </p:cNvPr>
          <p:cNvSpPr>
            <a:spLocks noChangeArrowheads="1"/>
          </p:cNvSpPr>
          <p:nvPr/>
        </p:nvSpPr>
        <p:spPr bwMode="auto">
          <a:xfrm rot="10800000">
            <a:off x="3994577" y="4774307"/>
            <a:ext cx="564037" cy="31547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DEM</a:t>
            </a:r>
          </a:p>
        </p:txBody>
      </p:sp>
      <p:sp>
        <p:nvSpPr>
          <p:cNvPr id="181" name="AutoShape 14"/>
          <p:cNvSpPr>
            <a:spLocks noChangeArrowheads="1"/>
          </p:cNvSpPr>
          <p:nvPr/>
        </p:nvSpPr>
        <p:spPr bwMode="auto">
          <a:xfrm>
            <a:off x="3754482" y="4410320"/>
            <a:ext cx="1056209" cy="16545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20000_RDGU_DEM_HNO</a:t>
            </a:r>
          </a:p>
        </p:txBody>
      </p:sp>
      <p:sp>
        <p:nvSpPr>
          <p:cNvPr id="138" name="Text Box 157"/>
          <p:cNvSpPr txBox="1">
            <a:spLocks noChangeArrowheads="1"/>
          </p:cNvSpPr>
          <p:nvPr/>
        </p:nvSpPr>
        <p:spPr bwMode="auto">
          <a:xfrm>
            <a:off x="3556205" y="379371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184" name="Text Box 157"/>
          <p:cNvSpPr txBox="1">
            <a:spLocks noChangeArrowheads="1"/>
          </p:cNvSpPr>
          <p:nvPr/>
        </p:nvSpPr>
        <p:spPr bwMode="auto">
          <a:xfrm>
            <a:off x="608296" y="412657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185" name="Text Box 157"/>
          <p:cNvSpPr txBox="1">
            <a:spLocks noChangeArrowheads="1"/>
          </p:cNvSpPr>
          <p:nvPr/>
        </p:nvSpPr>
        <p:spPr bwMode="auto">
          <a:xfrm>
            <a:off x="1638625" y="4422704"/>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189" name="Text Box 157"/>
          <p:cNvSpPr txBox="1">
            <a:spLocks noChangeArrowheads="1"/>
          </p:cNvSpPr>
          <p:nvPr/>
        </p:nvSpPr>
        <p:spPr bwMode="auto">
          <a:xfrm>
            <a:off x="2818804" y="4173590"/>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211" name="AutoShape 87">
            <a:hlinkClick r:id="rId7" action="ppaction://hlinksldjump"/>
          </p:cNvPr>
          <p:cNvSpPr>
            <a:spLocks noChangeArrowheads="1"/>
          </p:cNvSpPr>
          <p:nvPr/>
        </p:nvSpPr>
        <p:spPr bwMode="auto">
          <a:xfrm rot="10800000">
            <a:off x="1405968" y="6344371"/>
            <a:ext cx="96960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RDGU TECH</a:t>
            </a:r>
          </a:p>
        </p:txBody>
      </p:sp>
      <p:sp>
        <p:nvSpPr>
          <p:cNvPr id="97" name="AutoShape 31">
            <a:hlinkClick r:id="" action="ppaction://noaction"/>
          </p:cNvPr>
          <p:cNvSpPr>
            <a:spLocks noChangeArrowheads="1"/>
          </p:cNvSpPr>
          <p:nvPr/>
        </p:nvSpPr>
        <p:spPr bwMode="auto">
          <a:xfrm>
            <a:off x="1392998" y="5518875"/>
            <a:ext cx="1013723" cy="120131"/>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a:t>
            </a:r>
          </a:p>
        </p:txBody>
      </p:sp>
      <p:cxnSp>
        <p:nvCxnSpPr>
          <p:cNvPr id="25" name="Connecteur droit 24"/>
          <p:cNvCxnSpPr>
            <a:cxnSpLocks/>
            <a:stCxn id="133" idx="2"/>
            <a:endCxn id="211" idx="2"/>
          </p:cNvCxnSpPr>
          <p:nvPr/>
        </p:nvCxnSpPr>
        <p:spPr bwMode="auto">
          <a:xfrm>
            <a:off x="1890772" y="6150060"/>
            <a:ext cx="0" cy="1943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AutoShape 14"/>
          <p:cNvSpPr>
            <a:spLocks noChangeArrowheads="1"/>
          </p:cNvSpPr>
          <p:nvPr/>
        </p:nvSpPr>
        <p:spPr bwMode="auto">
          <a:xfrm>
            <a:off x="1392818" y="4688666"/>
            <a:ext cx="1013723" cy="16593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10000_RDGU_TECH_HO</a:t>
            </a:r>
          </a:p>
        </p:txBody>
      </p:sp>
      <p:sp>
        <p:nvSpPr>
          <p:cNvPr id="142" name="AutoShape 14"/>
          <p:cNvSpPr>
            <a:spLocks noChangeArrowheads="1"/>
          </p:cNvSpPr>
          <p:nvPr/>
        </p:nvSpPr>
        <p:spPr bwMode="auto">
          <a:xfrm>
            <a:off x="2634687" y="4416717"/>
            <a:ext cx="1056208" cy="152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20000_RDGU_DEM_HO</a:t>
            </a:r>
          </a:p>
        </p:txBody>
      </p:sp>
      <p:sp>
        <p:nvSpPr>
          <p:cNvPr id="204" name="AutoShape 87">
            <a:hlinkClick r:id="rId8" action="ppaction://hlinksldjump"/>
          </p:cNvPr>
          <p:cNvSpPr>
            <a:spLocks noChangeArrowheads="1"/>
          </p:cNvSpPr>
          <p:nvPr/>
        </p:nvSpPr>
        <p:spPr bwMode="auto">
          <a:xfrm rot="10800000">
            <a:off x="177094" y="5747887"/>
            <a:ext cx="584117" cy="31816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solidFill>
                  <a:srgbClr val="000000"/>
                </a:solidFill>
                <a:ea typeface="ＭＳ Ｐゴシック" charset="0"/>
              </a:rPr>
              <a:t>INCIDENT</a:t>
            </a:r>
          </a:p>
        </p:txBody>
      </p:sp>
      <p:cxnSp>
        <p:nvCxnSpPr>
          <p:cNvPr id="5" name="Connecteur en angle 4"/>
          <p:cNvCxnSpPr>
            <a:stCxn id="97" idx="1"/>
            <a:endCxn id="204" idx="2"/>
          </p:cNvCxnSpPr>
          <p:nvPr/>
        </p:nvCxnSpPr>
        <p:spPr bwMode="auto">
          <a:xfrm rot="10800000" flipV="1">
            <a:off x="469152" y="5578941"/>
            <a:ext cx="923846" cy="16894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cxnSpLocks/>
            <a:stCxn id="204" idx="0"/>
          </p:cNvCxnSpPr>
          <p:nvPr/>
        </p:nvCxnSpPr>
        <p:spPr bwMode="auto">
          <a:xfrm rot="16200000" flipH="1">
            <a:off x="909165" y="5626039"/>
            <a:ext cx="68609" cy="94863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Text Box 157"/>
          <p:cNvSpPr txBox="1">
            <a:spLocks noChangeArrowheads="1"/>
          </p:cNvSpPr>
          <p:nvPr/>
        </p:nvSpPr>
        <p:spPr bwMode="auto">
          <a:xfrm>
            <a:off x="1895316" y="581289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a:t>
            </a:r>
          </a:p>
        </p:txBody>
      </p:sp>
      <p:sp>
        <p:nvSpPr>
          <p:cNvPr id="208" name="Text Box 157"/>
          <p:cNvSpPr txBox="1">
            <a:spLocks noChangeArrowheads="1"/>
          </p:cNvSpPr>
          <p:nvPr/>
        </p:nvSpPr>
        <p:spPr bwMode="auto">
          <a:xfrm>
            <a:off x="945756" y="5378705"/>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OUI</a:t>
            </a:r>
          </a:p>
        </p:txBody>
      </p:sp>
      <p:sp>
        <p:nvSpPr>
          <p:cNvPr id="225" name="ZoneTexte 224"/>
          <p:cNvSpPr txBox="1"/>
          <p:nvPr/>
        </p:nvSpPr>
        <p:spPr>
          <a:xfrm rot="1457175">
            <a:off x="4779102" y="2039252"/>
            <a:ext cx="1464853" cy="276999"/>
          </a:xfrm>
          <a:prstGeom prst="rect">
            <a:avLst/>
          </a:prstGeom>
          <a:noFill/>
        </p:spPr>
        <p:txBody>
          <a:bodyPr wrap="square" rtlCol="0">
            <a:spAutoFit/>
          </a:bodyPr>
          <a:lstStyle/>
          <a:p>
            <a:r>
              <a:rPr lang="fr-FR" sz="1200" b="1">
                <a:solidFill>
                  <a:srgbClr val="000000"/>
                </a:solidFill>
              </a:rPr>
              <a:t>Interruptible</a:t>
            </a:r>
          </a:p>
        </p:txBody>
      </p:sp>
      <p:cxnSp>
        <p:nvCxnSpPr>
          <p:cNvPr id="10" name="Connecteur droit 9"/>
          <p:cNvCxnSpPr>
            <a:cxnSpLocks/>
            <a:stCxn id="97" idx="2"/>
            <a:endCxn id="133" idx="0"/>
          </p:cNvCxnSpPr>
          <p:nvPr/>
        </p:nvCxnSpPr>
        <p:spPr bwMode="auto">
          <a:xfrm flipH="1">
            <a:off x="1890772" y="5639006"/>
            <a:ext cx="9088" cy="3642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p:cNvCxnSpPr>
            <a:cxnSpLocks/>
            <a:stCxn id="118" idx="2"/>
            <a:endCxn id="97" idx="0"/>
          </p:cNvCxnSpPr>
          <p:nvPr/>
        </p:nvCxnSpPr>
        <p:spPr bwMode="auto">
          <a:xfrm>
            <a:off x="1899680" y="4854600"/>
            <a:ext cx="180" cy="6642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droit 3"/>
          <p:cNvCxnSpPr>
            <a:cxnSpLocks/>
            <a:stCxn id="122" idx="2"/>
            <a:endCxn id="129" idx="2"/>
          </p:cNvCxnSpPr>
          <p:nvPr/>
        </p:nvCxnSpPr>
        <p:spPr bwMode="auto">
          <a:xfrm flipV="1">
            <a:off x="584218" y="4660043"/>
            <a:ext cx="1" cy="1331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p:cNvCxnSpPr>
            <a:cxnSpLocks/>
            <a:stCxn id="119" idx="0"/>
            <a:endCxn id="166" idx="0"/>
          </p:cNvCxnSpPr>
          <p:nvPr/>
        </p:nvCxnSpPr>
        <p:spPr bwMode="auto">
          <a:xfrm>
            <a:off x="4108185" y="1068652"/>
            <a:ext cx="6286" cy="4912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droit 6">
            <a:extLst>
              <a:ext uri="{FF2B5EF4-FFF2-40B4-BE49-F238E27FC236}">
                <a16:creationId xmlns:a16="http://schemas.microsoft.com/office/drawing/2014/main" id="{EB2AB5D6-F6E6-4063-876B-C33F7D7724D9}"/>
              </a:ext>
            </a:extLst>
          </p:cNvPr>
          <p:cNvCxnSpPr>
            <a:stCxn id="152" idx="2"/>
            <a:endCxn id="142" idx="0"/>
          </p:cNvCxnSpPr>
          <p:nvPr/>
        </p:nvCxnSpPr>
        <p:spPr bwMode="auto">
          <a:xfrm flipH="1">
            <a:off x="3162791" y="4187515"/>
            <a:ext cx="6456" cy="2292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AutoShape 14">
            <a:extLst>
              <a:ext uri="{FF2B5EF4-FFF2-40B4-BE49-F238E27FC236}">
                <a16:creationId xmlns:a16="http://schemas.microsoft.com/office/drawing/2014/main" id="{B1227522-4079-447B-BF95-50D8D9632791}"/>
              </a:ext>
            </a:extLst>
          </p:cNvPr>
          <p:cNvSpPr>
            <a:spLocks noChangeArrowheads="1"/>
          </p:cNvSpPr>
          <p:nvPr/>
        </p:nvSpPr>
        <p:spPr bwMode="auto">
          <a:xfrm>
            <a:off x="1405967" y="6003207"/>
            <a:ext cx="969609" cy="1468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10000_RDGU_TECHNIQUE</a:t>
            </a:r>
          </a:p>
        </p:txBody>
      </p:sp>
      <p:cxnSp>
        <p:nvCxnSpPr>
          <p:cNvPr id="18" name="Connecteur droit avec flèche 17">
            <a:extLst>
              <a:ext uri="{FF2B5EF4-FFF2-40B4-BE49-F238E27FC236}">
                <a16:creationId xmlns:a16="http://schemas.microsoft.com/office/drawing/2014/main" id="{6C4DA715-70EB-4F39-B9AC-458EA0B018DA}"/>
              </a:ext>
            </a:extLst>
          </p:cNvPr>
          <p:cNvCxnSpPr>
            <a:cxnSpLocks/>
            <a:stCxn id="271" idx="2"/>
            <a:endCxn id="169" idx="0"/>
          </p:cNvCxnSpPr>
          <p:nvPr/>
        </p:nvCxnSpPr>
        <p:spPr bwMode="auto">
          <a:xfrm>
            <a:off x="6734014" y="3614027"/>
            <a:ext cx="2605" cy="51671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droit 25">
            <a:extLst>
              <a:ext uri="{FF2B5EF4-FFF2-40B4-BE49-F238E27FC236}">
                <a16:creationId xmlns:a16="http://schemas.microsoft.com/office/drawing/2014/main" id="{91915668-A063-4E74-918C-1572A1363AC4}"/>
              </a:ext>
            </a:extLst>
          </p:cNvPr>
          <p:cNvCxnSpPr>
            <a:cxnSpLocks/>
            <a:stCxn id="73" idx="2"/>
            <a:endCxn id="271" idx="0"/>
          </p:cNvCxnSpPr>
          <p:nvPr/>
        </p:nvCxnSpPr>
        <p:spPr bwMode="auto">
          <a:xfrm flipH="1">
            <a:off x="6734014" y="3248261"/>
            <a:ext cx="917" cy="1987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Connecteur droit 228">
            <a:extLst>
              <a:ext uri="{FF2B5EF4-FFF2-40B4-BE49-F238E27FC236}">
                <a16:creationId xmlns:a16="http://schemas.microsoft.com/office/drawing/2014/main" id="{BCD416B1-C8E6-44BD-B1C7-82C1C5A8B287}"/>
              </a:ext>
            </a:extLst>
          </p:cNvPr>
          <p:cNvCxnSpPr>
            <a:cxnSpLocks/>
            <a:stCxn id="161" idx="2"/>
            <a:endCxn id="165" idx="0"/>
          </p:cNvCxnSpPr>
          <p:nvPr/>
        </p:nvCxnSpPr>
        <p:spPr bwMode="auto">
          <a:xfrm>
            <a:off x="5644513" y="3231308"/>
            <a:ext cx="7049" cy="2110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Connecteur droit avec flèche 233">
            <a:extLst>
              <a:ext uri="{FF2B5EF4-FFF2-40B4-BE49-F238E27FC236}">
                <a16:creationId xmlns:a16="http://schemas.microsoft.com/office/drawing/2014/main" id="{802B4A33-AD16-4DD2-BAD3-A6373905151A}"/>
              </a:ext>
            </a:extLst>
          </p:cNvPr>
          <p:cNvCxnSpPr>
            <a:stCxn id="165" idx="2"/>
            <a:endCxn id="105" idx="2"/>
          </p:cNvCxnSpPr>
          <p:nvPr/>
        </p:nvCxnSpPr>
        <p:spPr bwMode="auto">
          <a:xfrm>
            <a:off x="5651562" y="3618614"/>
            <a:ext cx="3764" cy="173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Connecteur droit avec flèche 235">
            <a:extLst>
              <a:ext uri="{FF2B5EF4-FFF2-40B4-BE49-F238E27FC236}">
                <a16:creationId xmlns:a16="http://schemas.microsoft.com/office/drawing/2014/main" id="{77EA89A9-5629-4D9E-8E9E-E3D5996C304A}"/>
              </a:ext>
            </a:extLst>
          </p:cNvPr>
          <p:cNvCxnSpPr>
            <a:cxnSpLocks/>
            <a:stCxn id="270" idx="2"/>
            <a:endCxn id="152" idx="0"/>
          </p:cNvCxnSpPr>
          <p:nvPr/>
        </p:nvCxnSpPr>
        <p:spPr bwMode="auto">
          <a:xfrm flipH="1">
            <a:off x="3169247" y="3590886"/>
            <a:ext cx="4823" cy="2130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Connecteur droit 237">
            <a:extLst>
              <a:ext uri="{FF2B5EF4-FFF2-40B4-BE49-F238E27FC236}">
                <a16:creationId xmlns:a16="http://schemas.microsoft.com/office/drawing/2014/main" id="{79475DD1-C69F-441B-8DF1-62E50C80515C}"/>
              </a:ext>
            </a:extLst>
          </p:cNvPr>
          <p:cNvCxnSpPr>
            <a:cxnSpLocks/>
            <a:stCxn id="71" idx="2"/>
            <a:endCxn id="270" idx="0"/>
          </p:cNvCxnSpPr>
          <p:nvPr/>
        </p:nvCxnSpPr>
        <p:spPr bwMode="auto">
          <a:xfrm>
            <a:off x="3172903" y="3234948"/>
            <a:ext cx="1167" cy="1827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AutoShape 73">
            <a:extLst>
              <a:ext uri="{FF2B5EF4-FFF2-40B4-BE49-F238E27FC236}">
                <a16:creationId xmlns:a16="http://schemas.microsoft.com/office/drawing/2014/main" id="{9C0BF258-6D70-4D9C-BDF5-4CBF78813AEF}"/>
              </a:ext>
            </a:extLst>
          </p:cNvPr>
          <p:cNvSpPr>
            <a:spLocks noChangeArrowheads="1"/>
          </p:cNvSpPr>
          <p:nvPr/>
        </p:nvSpPr>
        <p:spPr bwMode="auto">
          <a:xfrm>
            <a:off x="6302175" y="4130739"/>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COM</a:t>
            </a:r>
          </a:p>
        </p:txBody>
      </p:sp>
      <p:sp>
        <p:nvSpPr>
          <p:cNvPr id="170" name="AutoShape 11">
            <a:hlinkClick r:id="rId9" action="ppaction://hlinksldjump"/>
            <a:extLst>
              <a:ext uri="{FF2B5EF4-FFF2-40B4-BE49-F238E27FC236}">
                <a16:creationId xmlns:a16="http://schemas.microsoft.com/office/drawing/2014/main" id="{23B44437-126D-41C0-B070-4008F5C96544}"/>
              </a:ext>
            </a:extLst>
          </p:cNvPr>
          <p:cNvSpPr>
            <a:spLocks noChangeArrowheads="1"/>
          </p:cNvSpPr>
          <p:nvPr/>
        </p:nvSpPr>
        <p:spPr bwMode="auto">
          <a:xfrm rot="10800000">
            <a:off x="7562947" y="5176671"/>
            <a:ext cx="564037" cy="31547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COM</a:t>
            </a:r>
          </a:p>
        </p:txBody>
      </p:sp>
      <p:sp>
        <p:nvSpPr>
          <p:cNvPr id="174" name="AutoShape 14">
            <a:extLst>
              <a:ext uri="{FF2B5EF4-FFF2-40B4-BE49-F238E27FC236}">
                <a16:creationId xmlns:a16="http://schemas.microsoft.com/office/drawing/2014/main" id="{8920F277-F48D-4CED-9B6B-004386616602}"/>
              </a:ext>
            </a:extLst>
          </p:cNvPr>
          <p:cNvSpPr>
            <a:spLocks noChangeArrowheads="1"/>
          </p:cNvSpPr>
          <p:nvPr/>
        </p:nvSpPr>
        <p:spPr bwMode="auto">
          <a:xfrm>
            <a:off x="7337259" y="4741091"/>
            <a:ext cx="1015414" cy="1909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40000_RDGU_COM_HNO</a:t>
            </a:r>
          </a:p>
        </p:txBody>
      </p:sp>
      <p:sp>
        <p:nvSpPr>
          <p:cNvPr id="175" name="Text Box 157">
            <a:extLst>
              <a:ext uri="{FF2B5EF4-FFF2-40B4-BE49-F238E27FC236}">
                <a16:creationId xmlns:a16="http://schemas.microsoft.com/office/drawing/2014/main" id="{56C5BFE6-DA1D-45CD-AB6E-CA62C7146FC1}"/>
              </a:ext>
            </a:extLst>
          </p:cNvPr>
          <p:cNvSpPr txBox="1">
            <a:spLocks noChangeArrowheads="1"/>
          </p:cNvSpPr>
          <p:nvPr/>
        </p:nvSpPr>
        <p:spPr bwMode="auto">
          <a:xfrm>
            <a:off x="7123577" y="412054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177" name="Text Box 157">
            <a:extLst>
              <a:ext uri="{FF2B5EF4-FFF2-40B4-BE49-F238E27FC236}">
                <a16:creationId xmlns:a16="http://schemas.microsoft.com/office/drawing/2014/main" id="{6C7D0F69-C325-4083-A057-7B723F9368BB}"/>
              </a:ext>
            </a:extLst>
          </p:cNvPr>
          <p:cNvSpPr txBox="1">
            <a:spLocks noChangeArrowheads="1"/>
          </p:cNvSpPr>
          <p:nvPr/>
        </p:nvSpPr>
        <p:spPr bwMode="auto">
          <a:xfrm>
            <a:off x="6386176" y="4500428"/>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178" name="AutoShape 14">
            <a:extLst>
              <a:ext uri="{FF2B5EF4-FFF2-40B4-BE49-F238E27FC236}">
                <a16:creationId xmlns:a16="http://schemas.microsoft.com/office/drawing/2014/main" id="{8F935DF3-49FB-49C4-8593-0D1FC29011D9}"/>
              </a:ext>
            </a:extLst>
          </p:cNvPr>
          <p:cNvSpPr>
            <a:spLocks noChangeArrowheads="1"/>
          </p:cNvSpPr>
          <p:nvPr/>
        </p:nvSpPr>
        <p:spPr bwMode="auto">
          <a:xfrm>
            <a:off x="6204386" y="4753101"/>
            <a:ext cx="1056208" cy="152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40000_RDGU_COM_HO</a:t>
            </a:r>
          </a:p>
        </p:txBody>
      </p:sp>
      <p:cxnSp>
        <p:nvCxnSpPr>
          <p:cNvPr id="179" name="Connecteur droit 178">
            <a:extLst>
              <a:ext uri="{FF2B5EF4-FFF2-40B4-BE49-F238E27FC236}">
                <a16:creationId xmlns:a16="http://schemas.microsoft.com/office/drawing/2014/main" id="{EFF64378-37E7-43DF-B4B0-3A7FE97BFF16}"/>
              </a:ext>
            </a:extLst>
          </p:cNvPr>
          <p:cNvCxnSpPr>
            <a:stCxn id="169" idx="2"/>
            <a:endCxn id="178" idx="0"/>
          </p:cNvCxnSpPr>
          <p:nvPr/>
        </p:nvCxnSpPr>
        <p:spPr bwMode="auto">
          <a:xfrm flipH="1">
            <a:off x="6732490" y="4514353"/>
            <a:ext cx="4129" cy="2387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142">
            <a:extLst>
              <a:ext uri="{FF2B5EF4-FFF2-40B4-BE49-F238E27FC236}">
                <a16:creationId xmlns:a16="http://schemas.microsoft.com/office/drawing/2014/main" id="{C24B5199-E20C-4693-8D22-651B9F519445}"/>
              </a:ext>
            </a:extLst>
          </p:cNvPr>
          <p:cNvSpPr>
            <a:spLocks noChangeArrowheads="1"/>
          </p:cNvSpPr>
          <p:nvPr/>
        </p:nvSpPr>
        <p:spPr bwMode="auto">
          <a:xfrm>
            <a:off x="6273730" y="5209314"/>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b="1" i="1">
                <a:solidFill>
                  <a:srgbClr val="00B050"/>
                </a:solidFill>
              </a:rPr>
              <a:t>FCT RDGU</a:t>
            </a:r>
          </a:p>
        </p:txBody>
      </p:sp>
      <p:cxnSp>
        <p:nvCxnSpPr>
          <p:cNvPr id="256" name="Connecteur : en angle 255">
            <a:extLst>
              <a:ext uri="{FF2B5EF4-FFF2-40B4-BE49-F238E27FC236}">
                <a16:creationId xmlns:a16="http://schemas.microsoft.com/office/drawing/2014/main" id="{3318E973-23B4-452D-965A-F3263FDEB5B4}"/>
              </a:ext>
            </a:extLst>
          </p:cNvPr>
          <p:cNvCxnSpPr>
            <a:cxnSpLocks/>
            <a:stCxn id="169" idx="3"/>
            <a:endCxn id="174" idx="0"/>
          </p:cNvCxnSpPr>
          <p:nvPr/>
        </p:nvCxnSpPr>
        <p:spPr bwMode="auto">
          <a:xfrm>
            <a:off x="7171063" y="4322546"/>
            <a:ext cx="673903" cy="41854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Connecteur droit avec flèche 259">
            <a:extLst>
              <a:ext uri="{FF2B5EF4-FFF2-40B4-BE49-F238E27FC236}">
                <a16:creationId xmlns:a16="http://schemas.microsoft.com/office/drawing/2014/main" id="{51FC0490-3153-48AA-B822-A505CF55734C}"/>
              </a:ext>
            </a:extLst>
          </p:cNvPr>
          <p:cNvCxnSpPr>
            <a:stCxn id="174" idx="2"/>
            <a:endCxn id="170" idx="2"/>
          </p:cNvCxnSpPr>
          <p:nvPr/>
        </p:nvCxnSpPr>
        <p:spPr bwMode="auto">
          <a:xfrm flipH="1">
            <a:off x="7844965" y="4932045"/>
            <a:ext cx="1" cy="24462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Connecteur droit avec flèche 263">
            <a:extLst>
              <a:ext uri="{FF2B5EF4-FFF2-40B4-BE49-F238E27FC236}">
                <a16:creationId xmlns:a16="http://schemas.microsoft.com/office/drawing/2014/main" id="{5E540E14-54F0-4462-998F-747E4EA5F012}"/>
              </a:ext>
            </a:extLst>
          </p:cNvPr>
          <p:cNvCxnSpPr>
            <a:stCxn id="178" idx="2"/>
            <a:endCxn id="180" idx="0"/>
          </p:cNvCxnSpPr>
          <p:nvPr/>
        </p:nvCxnSpPr>
        <p:spPr bwMode="auto">
          <a:xfrm>
            <a:off x="6732490" y="4905766"/>
            <a:ext cx="0" cy="30354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 name="Connecteur : en angle 275">
            <a:extLst>
              <a:ext uri="{FF2B5EF4-FFF2-40B4-BE49-F238E27FC236}">
                <a16:creationId xmlns:a16="http://schemas.microsoft.com/office/drawing/2014/main" id="{81FC9566-BEFD-430A-9275-F7A5E053F6A4}"/>
              </a:ext>
            </a:extLst>
          </p:cNvPr>
          <p:cNvCxnSpPr>
            <a:stCxn id="152" idx="3"/>
            <a:endCxn id="181" idx="0"/>
          </p:cNvCxnSpPr>
          <p:nvPr/>
        </p:nvCxnSpPr>
        <p:spPr bwMode="auto">
          <a:xfrm>
            <a:off x="3603691" y="3995708"/>
            <a:ext cx="678896" cy="4146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Connecteur droit avec flèche 277">
            <a:extLst>
              <a:ext uri="{FF2B5EF4-FFF2-40B4-BE49-F238E27FC236}">
                <a16:creationId xmlns:a16="http://schemas.microsoft.com/office/drawing/2014/main" id="{CF08597A-4F67-4320-9513-C41B020B7482}"/>
              </a:ext>
            </a:extLst>
          </p:cNvPr>
          <p:cNvCxnSpPr>
            <a:stCxn id="181" idx="2"/>
            <a:endCxn id="160" idx="2"/>
          </p:cNvCxnSpPr>
          <p:nvPr/>
        </p:nvCxnSpPr>
        <p:spPr bwMode="auto">
          <a:xfrm flipH="1">
            <a:off x="4276595" y="4575778"/>
            <a:ext cx="5992" cy="19852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2" name="Connecteur droit avec flèche 281">
            <a:extLst>
              <a:ext uri="{FF2B5EF4-FFF2-40B4-BE49-F238E27FC236}">
                <a16:creationId xmlns:a16="http://schemas.microsoft.com/office/drawing/2014/main" id="{569F87C1-293D-461D-BA8D-AF5D622E64C1}"/>
              </a:ext>
            </a:extLst>
          </p:cNvPr>
          <p:cNvCxnSpPr>
            <a:cxnSpLocks/>
            <a:stCxn id="142" idx="2"/>
            <a:endCxn id="289" idx="0"/>
          </p:cNvCxnSpPr>
          <p:nvPr/>
        </p:nvCxnSpPr>
        <p:spPr bwMode="auto">
          <a:xfrm>
            <a:off x="3162791" y="4569382"/>
            <a:ext cx="4354" cy="2309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Connecteur droit 87">
            <a:extLst>
              <a:ext uri="{FF2B5EF4-FFF2-40B4-BE49-F238E27FC236}">
                <a16:creationId xmlns:a16="http://schemas.microsoft.com/office/drawing/2014/main" id="{22AA292B-9BDF-4D1B-8F61-86197D241BC7}"/>
              </a:ext>
            </a:extLst>
          </p:cNvPr>
          <p:cNvCxnSpPr>
            <a:stCxn id="70" idx="2"/>
            <a:endCxn id="266" idx="0"/>
          </p:cNvCxnSpPr>
          <p:nvPr/>
        </p:nvCxnSpPr>
        <p:spPr bwMode="auto">
          <a:xfrm flipH="1">
            <a:off x="1340114" y="3187260"/>
            <a:ext cx="1" cy="2444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Connecteur droit 89">
            <a:extLst>
              <a:ext uri="{FF2B5EF4-FFF2-40B4-BE49-F238E27FC236}">
                <a16:creationId xmlns:a16="http://schemas.microsoft.com/office/drawing/2014/main" id="{B9CD5D46-98CE-4D6E-AFDD-2B11EF22F55C}"/>
              </a:ext>
            </a:extLst>
          </p:cNvPr>
          <p:cNvCxnSpPr>
            <a:stCxn id="114" idx="0"/>
            <a:endCxn id="266" idx="2"/>
          </p:cNvCxnSpPr>
          <p:nvPr/>
        </p:nvCxnSpPr>
        <p:spPr bwMode="auto">
          <a:xfrm flipV="1">
            <a:off x="1335709" y="3599521"/>
            <a:ext cx="4405" cy="1711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droit 91">
            <a:extLst>
              <a:ext uri="{FF2B5EF4-FFF2-40B4-BE49-F238E27FC236}">
                <a16:creationId xmlns:a16="http://schemas.microsoft.com/office/drawing/2014/main" id="{2A6D5DB1-9F4B-4D32-A746-A33EE18DD456}"/>
              </a:ext>
            </a:extLst>
          </p:cNvPr>
          <p:cNvCxnSpPr>
            <a:stCxn id="120" idx="0"/>
            <a:endCxn id="114" idx="2"/>
          </p:cNvCxnSpPr>
          <p:nvPr/>
        </p:nvCxnSpPr>
        <p:spPr bwMode="auto">
          <a:xfrm flipV="1">
            <a:off x="1331449" y="3936310"/>
            <a:ext cx="4260" cy="1711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AutoShape 131">
            <a:extLst>
              <a:ext uri="{FF2B5EF4-FFF2-40B4-BE49-F238E27FC236}">
                <a16:creationId xmlns:a16="http://schemas.microsoft.com/office/drawing/2014/main" id="{97A7FE83-6EC4-4745-A582-938F2C9EA76F}"/>
              </a:ext>
            </a:extLst>
          </p:cNvPr>
          <p:cNvSpPr>
            <a:spLocks noChangeArrowheads="1"/>
          </p:cNvSpPr>
          <p:nvPr/>
        </p:nvSpPr>
        <p:spPr bwMode="auto">
          <a:xfrm>
            <a:off x="2906006" y="4800331"/>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Type Client </a:t>
            </a:r>
          </a:p>
        </p:txBody>
      </p:sp>
      <p:sp>
        <p:nvSpPr>
          <p:cNvPr id="292" name="AutoShape 142">
            <a:extLst>
              <a:ext uri="{FF2B5EF4-FFF2-40B4-BE49-F238E27FC236}">
                <a16:creationId xmlns:a16="http://schemas.microsoft.com/office/drawing/2014/main" id="{780414C9-6807-4692-9F6F-D453AD571D5C}"/>
              </a:ext>
            </a:extLst>
          </p:cNvPr>
          <p:cNvSpPr>
            <a:spLocks noChangeArrowheads="1"/>
          </p:cNvSpPr>
          <p:nvPr/>
        </p:nvSpPr>
        <p:spPr bwMode="auto">
          <a:xfrm>
            <a:off x="4834943" y="5578940"/>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DEM RDGU FTTB</a:t>
            </a:r>
          </a:p>
        </p:txBody>
      </p:sp>
      <p:sp>
        <p:nvSpPr>
          <p:cNvPr id="293" name="AutoShape 142">
            <a:extLst>
              <a:ext uri="{FF2B5EF4-FFF2-40B4-BE49-F238E27FC236}">
                <a16:creationId xmlns:a16="http://schemas.microsoft.com/office/drawing/2014/main" id="{6A2C6665-A3BD-43EF-A426-F5D125495270}"/>
              </a:ext>
            </a:extLst>
          </p:cNvPr>
          <p:cNvSpPr>
            <a:spLocks noChangeArrowheads="1"/>
          </p:cNvSpPr>
          <p:nvPr/>
        </p:nvSpPr>
        <p:spPr bwMode="auto">
          <a:xfrm>
            <a:off x="4834943" y="5927320"/>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DEM RDGU FTTH</a:t>
            </a:r>
          </a:p>
        </p:txBody>
      </p:sp>
      <p:sp>
        <p:nvSpPr>
          <p:cNvPr id="294" name="AutoShape 142">
            <a:extLst>
              <a:ext uri="{FF2B5EF4-FFF2-40B4-BE49-F238E27FC236}">
                <a16:creationId xmlns:a16="http://schemas.microsoft.com/office/drawing/2014/main" id="{AA1D93B6-9701-442F-B267-256AB9D04A67}"/>
              </a:ext>
            </a:extLst>
          </p:cNvPr>
          <p:cNvSpPr>
            <a:spLocks noChangeArrowheads="1"/>
          </p:cNvSpPr>
          <p:nvPr/>
        </p:nvSpPr>
        <p:spPr bwMode="auto">
          <a:xfrm>
            <a:off x="4834943" y="6286207"/>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DEM RDGU AUTRE</a:t>
            </a:r>
          </a:p>
        </p:txBody>
      </p:sp>
      <p:sp>
        <p:nvSpPr>
          <p:cNvPr id="295" name="AutoShape 142">
            <a:extLst>
              <a:ext uri="{FF2B5EF4-FFF2-40B4-BE49-F238E27FC236}">
                <a16:creationId xmlns:a16="http://schemas.microsoft.com/office/drawing/2014/main" id="{36EC3EE4-2FB8-422A-AF4E-D121CAFB4099}"/>
              </a:ext>
            </a:extLst>
          </p:cNvPr>
          <p:cNvSpPr>
            <a:spLocks noChangeArrowheads="1"/>
          </p:cNvSpPr>
          <p:nvPr/>
        </p:nvSpPr>
        <p:spPr bwMode="auto">
          <a:xfrm>
            <a:off x="4834943" y="5228914"/>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DEM RDGU MIG FTTB</a:t>
            </a:r>
          </a:p>
        </p:txBody>
      </p:sp>
      <p:sp>
        <p:nvSpPr>
          <p:cNvPr id="297" name="AutoShape 14">
            <a:extLst>
              <a:ext uri="{FF2B5EF4-FFF2-40B4-BE49-F238E27FC236}">
                <a16:creationId xmlns:a16="http://schemas.microsoft.com/office/drawing/2014/main" id="{58D18F0C-EA8F-470C-AF9B-BECE8419D526}"/>
              </a:ext>
            </a:extLst>
          </p:cNvPr>
          <p:cNvSpPr>
            <a:spLocks noChangeArrowheads="1"/>
          </p:cNvSpPr>
          <p:nvPr/>
        </p:nvSpPr>
        <p:spPr bwMode="auto">
          <a:xfrm>
            <a:off x="3523941" y="5284701"/>
            <a:ext cx="1168492" cy="152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20000_RDGU_DEM_MIG_FTTB</a:t>
            </a:r>
          </a:p>
        </p:txBody>
      </p:sp>
      <p:sp>
        <p:nvSpPr>
          <p:cNvPr id="298" name="AutoShape 14">
            <a:extLst>
              <a:ext uri="{FF2B5EF4-FFF2-40B4-BE49-F238E27FC236}">
                <a16:creationId xmlns:a16="http://schemas.microsoft.com/office/drawing/2014/main" id="{0EC329EC-33FA-4C12-99F9-46F721D67C92}"/>
              </a:ext>
            </a:extLst>
          </p:cNvPr>
          <p:cNvSpPr>
            <a:spLocks noChangeArrowheads="1"/>
          </p:cNvSpPr>
          <p:nvPr/>
        </p:nvSpPr>
        <p:spPr bwMode="auto">
          <a:xfrm>
            <a:off x="3572405" y="5627928"/>
            <a:ext cx="1071563" cy="152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20000_RDGU_DEM_FTTB</a:t>
            </a:r>
          </a:p>
        </p:txBody>
      </p:sp>
      <p:sp>
        <p:nvSpPr>
          <p:cNvPr id="299" name="AutoShape 14">
            <a:extLst>
              <a:ext uri="{FF2B5EF4-FFF2-40B4-BE49-F238E27FC236}">
                <a16:creationId xmlns:a16="http://schemas.microsoft.com/office/drawing/2014/main" id="{ECFD2718-4150-4182-921A-FD0FCCD66768}"/>
              </a:ext>
            </a:extLst>
          </p:cNvPr>
          <p:cNvSpPr>
            <a:spLocks noChangeArrowheads="1"/>
          </p:cNvSpPr>
          <p:nvPr/>
        </p:nvSpPr>
        <p:spPr bwMode="auto">
          <a:xfrm>
            <a:off x="3556173" y="5964164"/>
            <a:ext cx="1087795" cy="17754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20000_RDGU_DEM_FTTH</a:t>
            </a:r>
          </a:p>
        </p:txBody>
      </p:sp>
      <p:sp>
        <p:nvSpPr>
          <p:cNvPr id="300" name="AutoShape 14">
            <a:extLst>
              <a:ext uri="{FF2B5EF4-FFF2-40B4-BE49-F238E27FC236}">
                <a16:creationId xmlns:a16="http://schemas.microsoft.com/office/drawing/2014/main" id="{6E48F4D9-7B12-4EEB-AD8A-5A3A65D82136}"/>
              </a:ext>
            </a:extLst>
          </p:cNvPr>
          <p:cNvSpPr>
            <a:spLocks noChangeArrowheads="1"/>
          </p:cNvSpPr>
          <p:nvPr/>
        </p:nvSpPr>
        <p:spPr bwMode="auto">
          <a:xfrm>
            <a:off x="3565250" y="6334970"/>
            <a:ext cx="1087795" cy="14492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20000_RDGU_DEM_AUTRE</a:t>
            </a:r>
          </a:p>
        </p:txBody>
      </p:sp>
      <p:cxnSp>
        <p:nvCxnSpPr>
          <p:cNvPr id="303" name="Connecteur : en angle 302">
            <a:extLst>
              <a:ext uri="{FF2B5EF4-FFF2-40B4-BE49-F238E27FC236}">
                <a16:creationId xmlns:a16="http://schemas.microsoft.com/office/drawing/2014/main" id="{419FAA35-E03D-4540-8E88-453700E60320}"/>
              </a:ext>
            </a:extLst>
          </p:cNvPr>
          <p:cNvCxnSpPr>
            <a:stCxn id="289" idx="2"/>
            <a:endCxn id="297" idx="1"/>
          </p:cNvCxnSpPr>
          <p:nvPr/>
        </p:nvCxnSpPr>
        <p:spPr bwMode="auto">
          <a:xfrm rot="16200000" flipH="1">
            <a:off x="3267362" y="5104454"/>
            <a:ext cx="156363" cy="3567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6" name="Connecteur : en angle 315">
            <a:extLst>
              <a:ext uri="{FF2B5EF4-FFF2-40B4-BE49-F238E27FC236}">
                <a16:creationId xmlns:a16="http://schemas.microsoft.com/office/drawing/2014/main" id="{78599356-11A1-4E61-B490-3B281A589BA8}"/>
              </a:ext>
            </a:extLst>
          </p:cNvPr>
          <p:cNvCxnSpPr>
            <a:cxnSpLocks/>
            <a:stCxn id="289" idx="2"/>
            <a:endCxn id="298" idx="1"/>
          </p:cNvCxnSpPr>
          <p:nvPr/>
        </p:nvCxnSpPr>
        <p:spPr bwMode="auto">
          <a:xfrm rot="16200000" flipH="1">
            <a:off x="3119980" y="5251836"/>
            <a:ext cx="499590" cy="40526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Connecteur : en angle 317">
            <a:extLst>
              <a:ext uri="{FF2B5EF4-FFF2-40B4-BE49-F238E27FC236}">
                <a16:creationId xmlns:a16="http://schemas.microsoft.com/office/drawing/2014/main" id="{BCDD6821-8865-41D9-8877-68DC1ABD4522}"/>
              </a:ext>
            </a:extLst>
          </p:cNvPr>
          <p:cNvCxnSpPr>
            <a:cxnSpLocks/>
            <a:stCxn id="289" idx="2"/>
            <a:endCxn id="299" idx="1"/>
          </p:cNvCxnSpPr>
          <p:nvPr/>
        </p:nvCxnSpPr>
        <p:spPr bwMode="auto">
          <a:xfrm rot="16200000" flipH="1">
            <a:off x="2937527" y="5434289"/>
            <a:ext cx="848265" cy="38902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4" name="Connecteur : en angle 6143">
            <a:extLst>
              <a:ext uri="{FF2B5EF4-FFF2-40B4-BE49-F238E27FC236}">
                <a16:creationId xmlns:a16="http://schemas.microsoft.com/office/drawing/2014/main" id="{FA81CCD1-49EE-43D7-BD77-5A4366E91A44}"/>
              </a:ext>
            </a:extLst>
          </p:cNvPr>
          <p:cNvCxnSpPr>
            <a:cxnSpLocks/>
            <a:stCxn id="289" idx="2"/>
            <a:endCxn id="300" idx="1"/>
          </p:cNvCxnSpPr>
          <p:nvPr/>
        </p:nvCxnSpPr>
        <p:spPr bwMode="auto">
          <a:xfrm rot="16200000" flipH="1">
            <a:off x="2764817" y="5606998"/>
            <a:ext cx="1202760" cy="3981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 name="Connecteur droit avec flèche 6145">
            <a:extLst>
              <a:ext uri="{FF2B5EF4-FFF2-40B4-BE49-F238E27FC236}">
                <a16:creationId xmlns:a16="http://schemas.microsoft.com/office/drawing/2014/main" id="{CC3B2447-CA7C-452F-8824-F19113285695}"/>
              </a:ext>
            </a:extLst>
          </p:cNvPr>
          <p:cNvCxnSpPr>
            <a:stCxn id="297" idx="3"/>
            <a:endCxn id="295" idx="1"/>
          </p:cNvCxnSpPr>
          <p:nvPr/>
        </p:nvCxnSpPr>
        <p:spPr bwMode="auto">
          <a:xfrm flipV="1">
            <a:off x="4692433" y="5354009"/>
            <a:ext cx="142510" cy="702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9" name="Connecteur droit avec flèche 6148">
            <a:extLst>
              <a:ext uri="{FF2B5EF4-FFF2-40B4-BE49-F238E27FC236}">
                <a16:creationId xmlns:a16="http://schemas.microsoft.com/office/drawing/2014/main" id="{194A2861-9A12-4494-ABA3-A2E57DF0266B}"/>
              </a:ext>
            </a:extLst>
          </p:cNvPr>
          <p:cNvCxnSpPr>
            <a:cxnSpLocks/>
            <a:stCxn id="298" idx="3"/>
            <a:endCxn id="292" idx="1"/>
          </p:cNvCxnSpPr>
          <p:nvPr/>
        </p:nvCxnSpPr>
        <p:spPr bwMode="auto">
          <a:xfrm flipV="1">
            <a:off x="4643968" y="5704035"/>
            <a:ext cx="190975" cy="22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51" name="Connecteur droit avec flèche 6150">
            <a:extLst>
              <a:ext uri="{FF2B5EF4-FFF2-40B4-BE49-F238E27FC236}">
                <a16:creationId xmlns:a16="http://schemas.microsoft.com/office/drawing/2014/main" id="{3AE8C20C-4D04-4EAD-AD10-546DA68C0073}"/>
              </a:ext>
            </a:extLst>
          </p:cNvPr>
          <p:cNvCxnSpPr>
            <a:cxnSpLocks/>
            <a:stCxn id="299" idx="3"/>
            <a:endCxn id="293" idx="1"/>
          </p:cNvCxnSpPr>
          <p:nvPr/>
        </p:nvCxnSpPr>
        <p:spPr bwMode="auto">
          <a:xfrm flipV="1">
            <a:off x="4643968" y="6052415"/>
            <a:ext cx="190975" cy="52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0" name="Connecteur droit avec flèche 6159">
            <a:extLst>
              <a:ext uri="{FF2B5EF4-FFF2-40B4-BE49-F238E27FC236}">
                <a16:creationId xmlns:a16="http://schemas.microsoft.com/office/drawing/2014/main" id="{54446009-B000-4E27-9E96-FC03E658951D}"/>
              </a:ext>
            </a:extLst>
          </p:cNvPr>
          <p:cNvCxnSpPr>
            <a:stCxn id="300" idx="3"/>
            <a:endCxn id="294" idx="1"/>
          </p:cNvCxnSpPr>
          <p:nvPr/>
        </p:nvCxnSpPr>
        <p:spPr bwMode="auto">
          <a:xfrm>
            <a:off x="4653045" y="6407431"/>
            <a:ext cx="181898" cy="387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64269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7142708-35FD-45F1-A368-0A549DD17949}" type="slidenum">
              <a:rPr kumimoji="0" lang="fr-FR" sz="800" b="0" i="0" u="none" strike="noStrike" kern="1200" cap="none" spc="0" normalizeH="0" baseline="0" noProof="0" smtClean="0">
                <a:ln>
                  <a:noFill/>
                </a:ln>
                <a:solidFill>
                  <a:srgbClr val="000000"/>
                </a:solidFill>
                <a:effectLst/>
                <a:uLnTx/>
                <a:uFillTx/>
                <a:latin typeface="Arial" charset="0"/>
                <a:ea typeface="ＭＳ Ｐゴシック" pitchFamily="1"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fr-FR" sz="8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sp>
        <p:nvSpPr>
          <p:cNvPr id="14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6" name="Titre 15"/>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RDGU TECH</a:t>
            </a:r>
            <a:endParaRPr lang="fr-FR" sz="1400"/>
          </a:p>
        </p:txBody>
      </p:sp>
      <p:sp>
        <p:nvSpPr>
          <p:cNvPr id="123" name="AutoShape 142"/>
          <p:cNvSpPr>
            <a:spLocks noChangeArrowheads="1"/>
          </p:cNvSpPr>
          <p:nvPr/>
        </p:nvSpPr>
        <p:spPr bwMode="auto">
          <a:xfrm>
            <a:off x="6502915" y="5703117"/>
            <a:ext cx="1273087"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TRANSFERT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FTT PREMIUM FTTH RDGU</a:t>
            </a:r>
          </a:p>
        </p:txBody>
      </p:sp>
      <p:cxnSp>
        <p:nvCxnSpPr>
          <p:cNvPr id="130" name="AutoShape 13"/>
          <p:cNvCxnSpPr>
            <a:cxnSpLocks noChangeShapeType="1"/>
            <a:stCxn id="183" idx="3"/>
            <a:endCxn id="123" idx="1"/>
          </p:cNvCxnSpPr>
          <p:nvPr/>
        </p:nvCxnSpPr>
        <p:spPr bwMode="auto">
          <a:xfrm flipV="1">
            <a:off x="6023174" y="5828212"/>
            <a:ext cx="479741" cy="239"/>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37" name="AutoShape 142"/>
          <p:cNvSpPr>
            <a:spLocks noChangeArrowheads="1"/>
          </p:cNvSpPr>
          <p:nvPr/>
        </p:nvSpPr>
        <p:spPr bwMode="auto">
          <a:xfrm>
            <a:off x="6529113" y="6049406"/>
            <a:ext cx="127586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TRANSFERT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FTT PREMIUM AUTRE RDGU</a:t>
            </a:r>
          </a:p>
        </p:txBody>
      </p:sp>
      <p:cxnSp>
        <p:nvCxnSpPr>
          <p:cNvPr id="138" name="AutoShape 13"/>
          <p:cNvCxnSpPr>
            <a:cxnSpLocks noChangeShapeType="1"/>
            <a:stCxn id="184" idx="3"/>
            <a:endCxn id="137" idx="1"/>
          </p:cNvCxnSpPr>
          <p:nvPr/>
        </p:nvCxnSpPr>
        <p:spPr bwMode="auto">
          <a:xfrm flipV="1">
            <a:off x="6110884" y="6174501"/>
            <a:ext cx="418229" cy="8512"/>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8" name="AutoShape 142"/>
          <p:cNvSpPr>
            <a:spLocks noChangeArrowheads="1"/>
          </p:cNvSpPr>
          <p:nvPr/>
        </p:nvSpPr>
        <p:spPr bwMode="auto">
          <a:xfrm>
            <a:off x="6476989" y="5315668"/>
            <a:ext cx="129901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TRANSFERT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FTT PREMIUM FTTB RDGU</a:t>
            </a:r>
          </a:p>
        </p:txBody>
      </p:sp>
      <p:cxnSp>
        <p:nvCxnSpPr>
          <p:cNvPr id="167" name="AutoShape 13"/>
          <p:cNvCxnSpPr>
            <a:cxnSpLocks noChangeShapeType="1"/>
            <a:stCxn id="182" idx="3"/>
            <a:endCxn id="148" idx="1"/>
          </p:cNvCxnSpPr>
          <p:nvPr/>
        </p:nvCxnSpPr>
        <p:spPr bwMode="auto">
          <a:xfrm>
            <a:off x="6112319" y="5440763"/>
            <a:ext cx="364670" cy="0"/>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82" name="AutoShape 43"/>
          <p:cNvSpPr>
            <a:spLocks noChangeArrowheads="1"/>
          </p:cNvSpPr>
          <p:nvPr/>
        </p:nvSpPr>
        <p:spPr bwMode="auto">
          <a:xfrm>
            <a:off x="4726221" y="5358153"/>
            <a:ext cx="1386098"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10000_FTT_RDGU_FTTB</a:t>
            </a:r>
          </a:p>
        </p:txBody>
      </p:sp>
      <p:sp>
        <p:nvSpPr>
          <p:cNvPr id="183" name="AutoShape 43"/>
          <p:cNvSpPr>
            <a:spLocks noChangeArrowheads="1"/>
          </p:cNvSpPr>
          <p:nvPr/>
        </p:nvSpPr>
        <p:spPr bwMode="auto">
          <a:xfrm>
            <a:off x="4739186" y="5741596"/>
            <a:ext cx="1283988" cy="17371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10000_FTT_RDGU_FTTH</a:t>
            </a:r>
          </a:p>
        </p:txBody>
      </p:sp>
      <p:sp>
        <p:nvSpPr>
          <p:cNvPr id="184" name="AutoShape 43"/>
          <p:cNvSpPr>
            <a:spLocks noChangeArrowheads="1"/>
          </p:cNvSpPr>
          <p:nvPr/>
        </p:nvSpPr>
        <p:spPr bwMode="auto">
          <a:xfrm>
            <a:off x="4739186" y="6102252"/>
            <a:ext cx="1371698" cy="16152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charset="0"/>
                <a:cs typeface="+mn-cs"/>
              </a:rPr>
              <a:t>10000_FTT_RDGU_AUTRE</a:t>
            </a:r>
          </a:p>
        </p:txBody>
      </p:sp>
      <p:sp>
        <p:nvSpPr>
          <p:cNvPr id="210" name="AutoShape 131"/>
          <p:cNvSpPr>
            <a:spLocks noChangeArrowheads="1"/>
          </p:cNvSpPr>
          <p:nvPr/>
        </p:nvSpPr>
        <p:spPr bwMode="auto">
          <a:xfrm>
            <a:off x="3846028" y="4620026"/>
            <a:ext cx="577151" cy="517974"/>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TYPE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CLIENT ?</a:t>
            </a:r>
          </a:p>
        </p:txBody>
      </p:sp>
      <p:cxnSp>
        <p:nvCxnSpPr>
          <p:cNvPr id="211" name="AutoShape 31"/>
          <p:cNvCxnSpPr>
            <a:cxnSpLocks noChangeShapeType="1"/>
            <a:stCxn id="210" idx="3"/>
            <a:endCxn id="182" idx="1"/>
          </p:cNvCxnSpPr>
          <p:nvPr/>
        </p:nvCxnSpPr>
        <p:spPr bwMode="auto">
          <a:xfrm>
            <a:off x="4423179" y="4879013"/>
            <a:ext cx="303042" cy="561750"/>
          </a:xfrm>
          <a:prstGeom prst="bentConnector3">
            <a:avLst>
              <a:gd name="adj1" fmla="val 50000"/>
            </a:avLst>
          </a:prstGeom>
          <a:noFill/>
          <a:ln w="6350">
            <a:solidFill>
              <a:schemeClr val="tx1"/>
            </a:solidFill>
            <a:miter lim="800000"/>
            <a:headEnd/>
            <a:tailEnd type="none" w="med" len="med"/>
          </a:ln>
          <a:extLst>
            <a:ext uri="{909E8E84-426E-40DD-AFC4-6F175D3DCCD1}">
              <a14:hiddenFill xmlns:a14="http://schemas.microsoft.com/office/drawing/2010/main">
                <a:noFill/>
              </a14:hiddenFill>
            </a:ext>
          </a:extLst>
        </p:spPr>
      </p:cxnSp>
      <p:cxnSp>
        <p:nvCxnSpPr>
          <p:cNvPr id="212" name="AutoShape 31"/>
          <p:cNvCxnSpPr>
            <a:cxnSpLocks noChangeShapeType="1"/>
            <a:stCxn id="210" idx="3"/>
            <a:endCxn id="184" idx="1"/>
          </p:cNvCxnSpPr>
          <p:nvPr/>
        </p:nvCxnSpPr>
        <p:spPr bwMode="auto">
          <a:xfrm>
            <a:off x="4423179" y="4879013"/>
            <a:ext cx="316007" cy="1304000"/>
          </a:xfrm>
          <a:prstGeom prst="bentConnector3">
            <a:avLst>
              <a:gd name="adj1" fmla="val 50000"/>
            </a:avLst>
          </a:prstGeom>
          <a:noFill/>
          <a:ln w="6350">
            <a:solidFill>
              <a:schemeClr val="tx1"/>
            </a:solidFill>
            <a:miter lim="800000"/>
            <a:headEnd/>
            <a:tailEnd type="none" w="med" len="med"/>
          </a:ln>
          <a:extLst>
            <a:ext uri="{909E8E84-426E-40DD-AFC4-6F175D3DCCD1}">
              <a14:hiddenFill xmlns:a14="http://schemas.microsoft.com/office/drawing/2010/main">
                <a:noFill/>
              </a14:hiddenFill>
            </a:ext>
          </a:extLst>
        </p:spPr>
      </p:cxnSp>
      <p:cxnSp>
        <p:nvCxnSpPr>
          <p:cNvPr id="249" name="Connecteur en angle 248"/>
          <p:cNvCxnSpPr>
            <a:stCxn id="210" idx="3"/>
            <a:endCxn id="183" idx="1"/>
          </p:cNvCxnSpPr>
          <p:nvPr/>
        </p:nvCxnSpPr>
        <p:spPr bwMode="auto">
          <a:xfrm>
            <a:off x="4423179" y="4879013"/>
            <a:ext cx="316007" cy="94943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AutoShape 87">
            <a:hlinkClick r:id="rId3" action="ppaction://hlinksldjump"/>
          </p:cNvPr>
          <p:cNvSpPr>
            <a:spLocks noChangeArrowheads="1"/>
          </p:cNvSpPr>
          <p:nvPr/>
        </p:nvSpPr>
        <p:spPr bwMode="auto">
          <a:xfrm rot="10800000">
            <a:off x="2695511" y="654050"/>
            <a:ext cx="969609" cy="30150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a:ea typeface="ＭＳ Ｐゴシック" charset="0"/>
                <a:cs typeface="+mn-cs"/>
              </a:rPr>
              <a:t>RDGU</a:t>
            </a:r>
          </a:p>
        </p:txBody>
      </p:sp>
      <p:sp>
        <p:nvSpPr>
          <p:cNvPr id="164" name="Rectangle 5"/>
          <p:cNvSpPr>
            <a:spLocks noChangeArrowheads="1"/>
          </p:cNvSpPr>
          <p:nvPr/>
        </p:nvSpPr>
        <p:spPr bwMode="auto">
          <a:xfrm>
            <a:off x="2082889" y="2083191"/>
            <a:ext cx="2196976" cy="553998"/>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D31E05"/>
                </a:solidFill>
                <a:effectLst/>
                <a:uLnTx/>
                <a:uFillTx/>
                <a:latin typeface="Arial" charset="0"/>
                <a:ea typeface="ＭＳ Ｐゴシック" pitchFamily="1" charset="-128"/>
                <a:cs typeface="+mn-cs"/>
              </a:rPr>
              <a:t>FIXE MENU RDGU TECHNIQUE</a:t>
            </a:r>
            <a:r>
              <a:rPr kumimoji="0" lang="fr-FR" sz="600" b="1" i="0" u="none" strike="noStrike" kern="1200" cap="none" spc="0" normalizeH="0" baseline="0" noProof="0">
                <a:ln>
                  <a:noFill/>
                </a:ln>
                <a:solidFill>
                  <a:srgbClr val="333399"/>
                </a:solidFill>
                <a:effectLst/>
                <a:uLnTx/>
                <a:uFillTx/>
                <a:latin typeface="Arial" charset="0"/>
                <a:ea typeface="ＭＳ Ｐゴシック" pitchFamily="1" charset="-128"/>
                <a:cs typeface="+mn-cs"/>
              </a:rPr>
              <a:t> </a:t>
            </a:r>
            <a:br>
              <a:rPr kumimoji="0" lang="fr-FR" sz="600" b="1" i="0" u="none" strike="noStrike" kern="1200" cap="none" spc="0" normalizeH="0" baseline="0" noProof="0">
                <a:ln>
                  <a:noFill/>
                </a:ln>
                <a:solidFill>
                  <a:srgbClr val="333399"/>
                </a:solidFill>
                <a:effectLst/>
                <a:uLnTx/>
                <a:uFillTx/>
                <a:latin typeface="Arial" charset="0"/>
                <a:ea typeface="ＭＳ Ｐゴシック" pitchFamily="1" charset="-128"/>
                <a:cs typeface="+mn-cs"/>
              </a:rPr>
            </a:b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Votre appel concerne: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Un problème d’accès à internet, Tapez 1</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Un problème lié à votre télévision, Tapez 2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Pour tout autre problème technique, Tapez 3</a:t>
            </a:r>
          </a:p>
        </p:txBody>
      </p:sp>
      <p:sp>
        <p:nvSpPr>
          <p:cNvPr id="165" name="AutoShape 17"/>
          <p:cNvSpPr>
            <a:spLocks noChangeArrowheads="1"/>
          </p:cNvSpPr>
          <p:nvPr/>
        </p:nvSpPr>
        <p:spPr bwMode="auto">
          <a:xfrm>
            <a:off x="1299183" y="291071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8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a:t>
            </a:r>
          </a:p>
        </p:txBody>
      </p:sp>
      <p:sp>
        <p:nvSpPr>
          <p:cNvPr id="166" name="AutoShape 17"/>
          <p:cNvSpPr>
            <a:spLocks noChangeArrowheads="1"/>
          </p:cNvSpPr>
          <p:nvPr/>
        </p:nvSpPr>
        <p:spPr bwMode="auto">
          <a:xfrm>
            <a:off x="2559530" y="2911926"/>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8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2</a:t>
            </a:r>
          </a:p>
        </p:txBody>
      </p:sp>
      <p:sp>
        <p:nvSpPr>
          <p:cNvPr id="168" name="AutoShape 42"/>
          <p:cNvSpPr>
            <a:spLocks noChangeArrowheads="1"/>
          </p:cNvSpPr>
          <p:nvPr/>
        </p:nvSpPr>
        <p:spPr bwMode="auto">
          <a:xfrm>
            <a:off x="757749" y="3304158"/>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11000_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_TECH_INTERNET</a:t>
            </a:r>
          </a:p>
        </p:txBody>
      </p:sp>
      <p:sp>
        <p:nvSpPr>
          <p:cNvPr id="169" name="AutoShape 42"/>
          <p:cNvSpPr>
            <a:spLocks noChangeArrowheads="1"/>
          </p:cNvSpPr>
          <p:nvPr/>
        </p:nvSpPr>
        <p:spPr bwMode="auto">
          <a:xfrm>
            <a:off x="2114362" y="3303707"/>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12000_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_TECH_TV</a:t>
            </a:r>
          </a:p>
        </p:txBody>
      </p:sp>
      <p:sp>
        <p:nvSpPr>
          <p:cNvPr id="170" name="AutoShape 52"/>
          <p:cNvSpPr>
            <a:spLocks noChangeArrowheads="1"/>
          </p:cNvSpPr>
          <p:nvPr/>
        </p:nvSpPr>
        <p:spPr bwMode="auto">
          <a:xfrm>
            <a:off x="2920234" y="2722447"/>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800" b="0" i="0" u="none" strike="noStrike" kern="1200" cap="none" spc="0" normalizeH="0" baseline="0" noProof="0">
                <a:ln>
                  <a:noFill/>
                </a:ln>
                <a:solidFill>
                  <a:srgbClr val="000000"/>
                </a:solidFill>
                <a:effectLst/>
                <a:uLnTx/>
                <a:uFillTx/>
                <a:latin typeface="Arial" charset="0"/>
                <a:ea typeface="ＭＳ Ｐゴシック" charset="0"/>
                <a:cs typeface="+mn-cs"/>
              </a:rPr>
              <a:t>Choix</a:t>
            </a:r>
          </a:p>
        </p:txBody>
      </p:sp>
      <p:sp>
        <p:nvSpPr>
          <p:cNvPr id="171" name="AutoShape 17"/>
          <p:cNvSpPr>
            <a:spLocks noChangeArrowheads="1"/>
          </p:cNvSpPr>
          <p:nvPr/>
        </p:nvSpPr>
        <p:spPr bwMode="auto">
          <a:xfrm>
            <a:off x="3779771" y="2927732"/>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8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3</a:t>
            </a:r>
          </a:p>
        </p:txBody>
      </p:sp>
      <p:sp>
        <p:nvSpPr>
          <p:cNvPr id="172" name="AutoShape 42"/>
          <p:cNvSpPr>
            <a:spLocks noChangeArrowheads="1"/>
          </p:cNvSpPr>
          <p:nvPr/>
        </p:nvSpPr>
        <p:spPr bwMode="auto">
          <a:xfrm>
            <a:off x="3339572" y="3307598"/>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13000_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_TECH_AUTRE</a:t>
            </a:r>
          </a:p>
        </p:txBody>
      </p:sp>
      <p:cxnSp>
        <p:nvCxnSpPr>
          <p:cNvPr id="173" name="AutoShape 47"/>
          <p:cNvCxnSpPr>
            <a:cxnSpLocks noChangeShapeType="1"/>
            <a:stCxn id="170" idx="1"/>
            <a:endCxn id="166" idx="6"/>
          </p:cNvCxnSpPr>
          <p:nvPr/>
        </p:nvCxnSpPr>
        <p:spPr bwMode="auto">
          <a:xfrm rot="10800000" flipV="1">
            <a:off x="2667480" y="2847066"/>
            <a:ext cx="252754" cy="6486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AutoShape 47"/>
          <p:cNvCxnSpPr>
            <a:cxnSpLocks noChangeShapeType="1"/>
            <a:stCxn id="170" idx="1"/>
            <a:endCxn id="165" idx="6"/>
          </p:cNvCxnSpPr>
          <p:nvPr/>
        </p:nvCxnSpPr>
        <p:spPr bwMode="auto">
          <a:xfrm rot="10800000" flipV="1">
            <a:off x="1407134" y="2847066"/>
            <a:ext cx="1513101" cy="6364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AutoShape 47"/>
          <p:cNvCxnSpPr>
            <a:cxnSpLocks noChangeShapeType="1"/>
            <a:stCxn id="171" idx="6"/>
            <a:endCxn id="170" idx="3"/>
          </p:cNvCxnSpPr>
          <p:nvPr/>
        </p:nvCxnSpPr>
        <p:spPr bwMode="auto">
          <a:xfrm rot="16200000" flipV="1">
            <a:off x="3624788" y="2664799"/>
            <a:ext cx="80666" cy="44520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27"/>
          <p:cNvSpPr>
            <a:spLocks noChangeArrowheads="1"/>
          </p:cNvSpPr>
          <p:nvPr/>
        </p:nvSpPr>
        <p:spPr bwMode="auto">
          <a:xfrm>
            <a:off x="6061446" y="2746169"/>
            <a:ext cx="660400" cy="201794"/>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NM NI &gt; 1</a:t>
            </a:r>
          </a:p>
        </p:txBody>
      </p:sp>
      <p:sp>
        <p:nvSpPr>
          <p:cNvPr id="186" name="AutoShape 37"/>
          <p:cNvSpPr>
            <a:spLocks noChangeArrowheads="1"/>
          </p:cNvSpPr>
          <p:nvPr/>
        </p:nvSpPr>
        <p:spPr bwMode="auto">
          <a:xfrm>
            <a:off x="5893345" y="2266966"/>
            <a:ext cx="996601" cy="1903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10009_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_TECH_NMNI</a:t>
            </a:r>
          </a:p>
        </p:txBody>
      </p:sp>
      <p:sp>
        <p:nvSpPr>
          <p:cNvPr id="188" name="Text Box 157"/>
          <p:cNvSpPr txBox="1">
            <a:spLocks noChangeArrowheads="1"/>
          </p:cNvSpPr>
          <p:nvPr/>
        </p:nvSpPr>
        <p:spPr bwMode="auto">
          <a:xfrm>
            <a:off x="6357577" y="300564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itchFamily="34" charset="0"/>
                <a:ea typeface="ＭＳ Ｐゴシック" charset="-128"/>
                <a:cs typeface="+mn-cs"/>
              </a:rPr>
              <a:t>OUI</a:t>
            </a:r>
          </a:p>
        </p:txBody>
      </p:sp>
      <p:sp>
        <p:nvSpPr>
          <p:cNvPr id="189" name="Text Box 156"/>
          <p:cNvSpPr txBox="1">
            <a:spLocks noChangeArrowheads="1"/>
          </p:cNvSpPr>
          <p:nvPr/>
        </p:nvSpPr>
        <p:spPr bwMode="auto">
          <a:xfrm>
            <a:off x="6389249" y="2509955"/>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itchFamily="34" charset="0"/>
                <a:ea typeface="ＭＳ Ｐゴシック" charset="-128"/>
                <a:cs typeface="+mn-cs"/>
              </a:rPr>
              <a:t>NON</a:t>
            </a:r>
          </a:p>
        </p:txBody>
      </p:sp>
      <p:cxnSp>
        <p:nvCxnSpPr>
          <p:cNvPr id="191" name="AutoShape 13"/>
          <p:cNvCxnSpPr>
            <a:cxnSpLocks noChangeShapeType="1"/>
            <a:stCxn id="200" idx="1"/>
            <a:endCxn id="164" idx="3"/>
          </p:cNvCxnSpPr>
          <p:nvPr/>
        </p:nvCxnSpPr>
        <p:spPr bwMode="auto">
          <a:xfrm rot="10800000">
            <a:off x="4279866" y="2360191"/>
            <a:ext cx="130573" cy="3193"/>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92" name="AutoShape 69"/>
          <p:cNvCxnSpPr>
            <a:cxnSpLocks noChangeShapeType="1"/>
            <a:stCxn id="180" idx="2"/>
            <a:endCxn id="193" idx="0"/>
          </p:cNvCxnSpPr>
          <p:nvPr/>
        </p:nvCxnSpPr>
        <p:spPr bwMode="auto">
          <a:xfrm rot="16200000" flipH="1">
            <a:off x="6254923" y="3084685"/>
            <a:ext cx="276493" cy="304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AutoShape 55"/>
          <p:cNvSpPr>
            <a:spLocks noChangeArrowheads="1"/>
          </p:cNvSpPr>
          <p:nvPr/>
        </p:nvSpPr>
        <p:spPr bwMode="auto">
          <a:xfrm>
            <a:off x="5765823" y="3224456"/>
            <a:ext cx="1257740" cy="1584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10009_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_TECH_NMNI_X2</a:t>
            </a:r>
          </a:p>
        </p:txBody>
      </p:sp>
      <p:cxnSp>
        <p:nvCxnSpPr>
          <p:cNvPr id="195" name="AutoShape 47"/>
          <p:cNvCxnSpPr>
            <a:cxnSpLocks noChangeShapeType="1"/>
            <a:stCxn id="180" idx="5"/>
            <a:endCxn id="170" idx="3"/>
          </p:cNvCxnSpPr>
          <p:nvPr/>
        </p:nvCxnSpPr>
        <p:spPr bwMode="auto">
          <a:xfrm rot="10800000">
            <a:off x="3442522" y="2847066"/>
            <a:ext cx="2644149" cy="127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 name="AutoShape 47"/>
          <p:cNvCxnSpPr>
            <a:cxnSpLocks noChangeShapeType="1"/>
            <a:stCxn id="193" idx="2"/>
            <a:endCxn id="210" idx="0"/>
          </p:cNvCxnSpPr>
          <p:nvPr/>
        </p:nvCxnSpPr>
        <p:spPr bwMode="auto">
          <a:xfrm rot="5400000">
            <a:off x="4646112" y="2871444"/>
            <a:ext cx="1237075" cy="226008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Rectangle 68"/>
          <p:cNvSpPr>
            <a:spLocks noChangeArrowheads="1"/>
          </p:cNvSpPr>
          <p:nvPr/>
        </p:nvSpPr>
        <p:spPr bwMode="auto">
          <a:xfrm>
            <a:off x="4410438" y="2109467"/>
            <a:ext cx="124348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CC3300"/>
                </a:solidFill>
                <a:effectLst/>
                <a:uLnTx/>
                <a:uFillTx/>
                <a:latin typeface="Arial" charset="0"/>
                <a:ea typeface="ＭＳ Ｐゴシック" pitchFamily="1" charset="-128"/>
                <a:cs typeface="+mn-cs"/>
              </a:rPr>
              <a:t>ERREUR_SAISIE_NOUVEAU</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700" b="0" i="0" u="none" strike="noStrike" kern="1200" cap="none" spc="0" normalizeH="0" baseline="0" noProof="0">
                <a:ln>
                  <a:noFill/>
                </a:ln>
                <a:solidFill>
                  <a:srgbClr val="000000"/>
                </a:solidFill>
                <a:effectLst/>
                <a:uLnTx/>
                <a:uFillTx/>
                <a:latin typeface="Arial" charset="0"/>
                <a:ea typeface="ＭＳ Ｐゴシック" pitchFamily="-80" charset="-128"/>
                <a:cs typeface="+mn-cs"/>
              </a:rPr>
              <a:t>Désolé, nous n’avons pas compris votre choix.</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700" b="0" i="0" u="none" strike="noStrike" kern="1200" cap="none" spc="0" normalizeH="0" baseline="0" noProof="0">
                <a:ln>
                  <a:noFill/>
                </a:ln>
                <a:solidFill>
                  <a:srgbClr val="000000"/>
                </a:solidFill>
                <a:effectLst/>
                <a:uLnTx/>
                <a:uFillTx/>
                <a:latin typeface="Arial" charset="0"/>
                <a:ea typeface="ＭＳ Ｐゴシック" pitchFamily="-80" charset="-128"/>
                <a:cs typeface="+mn-cs"/>
              </a:rPr>
              <a:t>De nouveau :</a:t>
            </a:r>
          </a:p>
        </p:txBody>
      </p:sp>
      <p:cxnSp>
        <p:nvCxnSpPr>
          <p:cNvPr id="245" name="Connecteur droit 244"/>
          <p:cNvCxnSpPr>
            <a:stCxn id="166" idx="2"/>
            <a:endCxn id="169" idx="0"/>
          </p:cNvCxnSpPr>
          <p:nvPr/>
        </p:nvCxnSpPr>
        <p:spPr bwMode="auto">
          <a:xfrm flipH="1">
            <a:off x="2663043" y="3088139"/>
            <a:ext cx="4437" cy="2155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en angle 44"/>
          <p:cNvCxnSpPr>
            <a:cxnSpLocks/>
            <a:stCxn id="280" idx="2"/>
            <a:endCxn id="210" idx="0"/>
          </p:cNvCxnSpPr>
          <p:nvPr/>
        </p:nvCxnSpPr>
        <p:spPr bwMode="auto">
          <a:xfrm rot="16200000" flipH="1">
            <a:off x="3573849" y="4059271"/>
            <a:ext cx="875158" cy="24635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en angle 46"/>
          <p:cNvCxnSpPr>
            <a:cxnSpLocks/>
            <a:stCxn id="279" idx="2"/>
            <a:endCxn id="210" idx="0"/>
          </p:cNvCxnSpPr>
          <p:nvPr/>
        </p:nvCxnSpPr>
        <p:spPr bwMode="auto">
          <a:xfrm rot="16200000" flipH="1">
            <a:off x="2950442" y="3435863"/>
            <a:ext cx="904927" cy="146339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en angle 49"/>
          <p:cNvCxnSpPr>
            <a:cxnSpLocks/>
            <a:stCxn id="278" idx="2"/>
            <a:endCxn id="210" idx="0"/>
          </p:cNvCxnSpPr>
          <p:nvPr/>
        </p:nvCxnSpPr>
        <p:spPr bwMode="auto">
          <a:xfrm rot="16200000" flipH="1">
            <a:off x="2330929" y="2816350"/>
            <a:ext cx="881787" cy="272556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Connecteur droit 79"/>
          <p:cNvCxnSpPr>
            <a:stCxn id="164" idx="2"/>
            <a:endCxn id="170" idx="0"/>
          </p:cNvCxnSpPr>
          <p:nvPr/>
        </p:nvCxnSpPr>
        <p:spPr bwMode="auto">
          <a:xfrm>
            <a:off x="3181377" y="2637189"/>
            <a:ext cx="1" cy="8525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8" name="AutoShape 31">
            <a:hlinkClick r:id="" action="ppaction://noaction"/>
          </p:cNvPr>
          <p:cNvSpPr>
            <a:spLocks noChangeArrowheads="1"/>
          </p:cNvSpPr>
          <p:nvPr/>
        </p:nvSpPr>
        <p:spPr bwMode="auto">
          <a:xfrm>
            <a:off x="791872" y="3582133"/>
            <a:ext cx="1234336" cy="15610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FIXE_INCIDENT_TECH_INTERNET</a:t>
            </a:r>
          </a:p>
        </p:txBody>
      </p:sp>
      <p:sp>
        <p:nvSpPr>
          <p:cNvPr id="279" name="AutoShape 31">
            <a:hlinkClick r:id="" action="ppaction://noaction"/>
          </p:cNvPr>
          <p:cNvSpPr>
            <a:spLocks noChangeArrowheads="1"/>
          </p:cNvSpPr>
          <p:nvPr/>
        </p:nvSpPr>
        <p:spPr bwMode="auto">
          <a:xfrm>
            <a:off x="2109095" y="3588263"/>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FIXE_INCIDENT_TECH_TV</a:t>
            </a:r>
          </a:p>
        </p:txBody>
      </p:sp>
      <p:sp>
        <p:nvSpPr>
          <p:cNvPr id="280" name="AutoShape 31">
            <a:hlinkClick r:id="" action="ppaction://noaction"/>
          </p:cNvPr>
          <p:cNvSpPr>
            <a:spLocks noChangeArrowheads="1"/>
          </p:cNvSpPr>
          <p:nvPr/>
        </p:nvSpPr>
        <p:spPr bwMode="auto">
          <a:xfrm>
            <a:off x="3326142" y="3618032"/>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marL="0" marR="0" lvl="0" indent="0" algn="ctr" defTabSz="379413"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3333FF"/>
                </a:solidFill>
                <a:effectLst/>
                <a:uLnTx/>
                <a:uFillTx/>
                <a:latin typeface="Arial" charset="0"/>
                <a:ea typeface="ＭＳ Ｐゴシック" charset="0"/>
                <a:cs typeface="+mn-cs"/>
              </a:rPr>
              <a:t>FIXE_INCIDENT_TECH_AUTRE</a:t>
            </a:r>
          </a:p>
        </p:txBody>
      </p:sp>
      <p:sp>
        <p:nvSpPr>
          <p:cNvPr id="122" name="ZoneTexte 129"/>
          <p:cNvSpPr txBox="1"/>
          <p:nvPr/>
        </p:nvSpPr>
        <p:spPr>
          <a:xfrm>
            <a:off x="4875298" y="6250983"/>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 altLang="fr-FR" sz="600" b="0" i="0" u="none" strike="noStrike" kern="1200" cap="none" spc="0" normalizeH="0" baseline="0" noProof="0">
                <a:ln>
                  <a:noFill/>
                </a:ln>
                <a:solidFill>
                  <a:srgbClr val="000000"/>
                </a:solidFill>
                <a:effectLst/>
                <a:uLnTx/>
                <a:uFillTx/>
                <a:latin typeface="Arial" charset="0"/>
                <a:ea typeface="+mn-ea"/>
                <a:cs typeface="+mn-cs"/>
              </a:rPr>
              <a:t>ADSL ET RDGU</a:t>
            </a:r>
            <a:endParaRPr kumimoji="0" lang="fr-FR" sz="600" b="0" i="0" u="none" strike="noStrike" kern="1200" cap="none" spc="0" normalizeH="0" baseline="0" noProof="0">
              <a:ln>
                <a:noFill/>
              </a:ln>
              <a:solidFill>
                <a:srgbClr val="FF0000"/>
              </a:solidFill>
              <a:effectLst/>
              <a:uLnTx/>
              <a:uFillTx/>
              <a:latin typeface="Arial" charset="0"/>
              <a:ea typeface="+mn-ea"/>
              <a:cs typeface="+mn-cs"/>
            </a:endParaRPr>
          </a:p>
        </p:txBody>
      </p:sp>
      <p:sp>
        <p:nvSpPr>
          <p:cNvPr id="124" name="ZoneTexte 129"/>
          <p:cNvSpPr txBox="1"/>
          <p:nvPr/>
        </p:nvSpPr>
        <p:spPr>
          <a:xfrm>
            <a:off x="4868642" y="5501639"/>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 altLang="fr-FR" sz="600" b="0" i="0" u="none" strike="noStrike" kern="1200" cap="none" spc="0" normalizeH="0" baseline="0" noProof="0">
                <a:ln>
                  <a:noFill/>
                </a:ln>
                <a:solidFill>
                  <a:srgbClr val="000000"/>
                </a:solidFill>
                <a:effectLst/>
                <a:uLnTx/>
                <a:uFillTx/>
                <a:latin typeface="Arial" charset="0"/>
                <a:ea typeface="+mn-ea"/>
                <a:cs typeface="+mn-cs"/>
              </a:rPr>
              <a:t>FTTB ET RDGU</a:t>
            </a:r>
            <a:endParaRPr kumimoji="0" lang="fr-FR" sz="600" b="0" i="0" u="none" strike="noStrike" kern="1200" cap="none" spc="0" normalizeH="0" baseline="0" noProof="0">
              <a:ln>
                <a:noFill/>
              </a:ln>
              <a:solidFill>
                <a:srgbClr val="FF0000"/>
              </a:solidFill>
              <a:effectLst/>
              <a:uLnTx/>
              <a:uFillTx/>
              <a:latin typeface="Arial" charset="0"/>
              <a:ea typeface="+mn-ea"/>
              <a:cs typeface="+mn-cs"/>
            </a:endParaRPr>
          </a:p>
        </p:txBody>
      </p:sp>
      <p:sp>
        <p:nvSpPr>
          <p:cNvPr id="125" name="ZoneTexte 129"/>
          <p:cNvSpPr txBox="1"/>
          <p:nvPr/>
        </p:nvSpPr>
        <p:spPr>
          <a:xfrm>
            <a:off x="4792428" y="588859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ES" altLang="fr-FR" sz="600" b="0" i="0" u="none" strike="noStrike" kern="1200" cap="none" spc="0" normalizeH="0" baseline="0" noProof="0">
                <a:ln>
                  <a:noFill/>
                </a:ln>
                <a:solidFill>
                  <a:srgbClr val="000000"/>
                </a:solidFill>
                <a:effectLst/>
                <a:uLnTx/>
                <a:uFillTx/>
                <a:latin typeface="Arial" charset="0"/>
                <a:ea typeface="+mn-ea"/>
                <a:cs typeface="+mn-cs"/>
              </a:rPr>
              <a:t>FTTH ET RDGU</a:t>
            </a:r>
            <a:endParaRPr kumimoji="0" lang="fr-FR" sz="600" b="0" i="0" u="none" strike="noStrike" kern="1200" cap="none" spc="0" normalizeH="0" baseline="0" noProof="0">
              <a:ln>
                <a:noFill/>
              </a:ln>
              <a:solidFill>
                <a:srgbClr val="FF0000"/>
              </a:solidFill>
              <a:effectLst/>
              <a:uLnTx/>
              <a:uFillTx/>
              <a:latin typeface="Arial" charset="0"/>
              <a:ea typeface="+mn-ea"/>
              <a:cs typeface="+mn-cs"/>
            </a:endParaRPr>
          </a:p>
        </p:txBody>
      </p:sp>
      <p:sp>
        <p:nvSpPr>
          <p:cNvPr id="92" name="AutoShape 42">
            <a:extLst>
              <a:ext uri="{FF2B5EF4-FFF2-40B4-BE49-F238E27FC236}">
                <a16:creationId xmlns:a16="http://schemas.microsoft.com/office/drawing/2014/main" id="{3039535C-506D-47ED-89C7-46A52F25AF78}"/>
              </a:ext>
            </a:extLst>
          </p:cNvPr>
          <p:cNvSpPr>
            <a:spLocks noChangeArrowheads="1"/>
          </p:cNvSpPr>
          <p:nvPr/>
        </p:nvSpPr>
        <p:spPr bwMode="auto">
          <a:xfrm>
            <a:off x="2568707" y="1035945"/>
            <a:ext cx="1225339" cy="2128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rPr>
              <a:t>10000_RDGU_TECH_</a:t>
            </a:r>
            <a:r>
              <a:rPr lang="fr-FR" sz="600">
                <a:solidFill>
                  <a:srgbClr val="000000"/>
                </a:solidFill>
              </a:rPr>
              <a:t>MENU</a:t>
            </a:r>
            <a:endParaRPr kumimoji="0" lang="fr-FR" sz="600" b="0" i="0" u="none" strike="noStrike" kern="1200" cap="none" spc="0" normalizeH="0" baseline="0" noProof="0">
              <a:ln>
                <a:noFill/>
              </a:ln>
              <a:solidFill>
                <a:srgbClr val="000000"/>
              </a:solidFill>
              <a:effectLst/>
              <a:uLnTx/>
              <a:uFillTx/>
              <a:latin typeface="Arial" charset="0"/>
              <a:ea typeface="ＭＳ Ｐゴシック" pitchFamily="1" charset="-128"/>
              <a:cs typeface="+mn-cs"/>
            </a:endParaRPr>
          </a:p>
        </p:txBody>
      </p:sp>
      <p:cxnSp>
        <p:nvCxnSpPr>
          <p:cNvPr id="7" name="Connecteur droit 6">
            <a:extLst>
              <a:ext uri="{FF2B5EF4-FFF2-40B4-BE49-F238E27FC236}">
                <a16:creationId xmlns:a16="http://schemas.microsoft.com/office/drawing/2014/main" id="{6128C018-90A9-4192-AFC9-EB28E3F9E04E}"/>
              </a:ext>
            </a:extLst>
          </p:cNvPr>
          <p:cNvCxnSpPr>
            <a:cxnSpLocks/>
            <a:stCxn id="155" idx="0"/>
            <a:endCxn id="92" idx="0"/>
          </p:cNvCxnSpPr>
          <p:nvPr/>
        </p:nvCxnSpPr>
        <p:spPr bwMode="auto">
          <a:xfrm>
            <a:off x="3180315" y="955559"/>
            <a:ext cx="1062" cy="803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avec flèche 12">
            <a:extLst>
              <a:ext uri="{FF2B5EF4-FFF2-40B4-BE49-F238E27FC236}">
                <a16:creationId xmlns:a16="http://schemas.microsoft.com/office/drawing/2014/main" id="{7BD3AC5D-61EB-40B4-9BAC-0E7F41320A56}"/>
              </a:ext>
            </a:extLst>
          </p:cNvPr>
          <p:cNvCxnSpPr>
            <a:cxnSpLocks/>
            <a:stCxn id="92" idx="2"/>
            <a:endCxn id="62" idx="0"/>
          </p:cNvCxnSpPr>
          <p:nvPr/>
        </p:nvCxnSpPr>
        <p:spPr bwMode="auto">
          <a:xfrm flipH="1">
            <a:off x="3173421" y="1248748"/>
            <a:ext cx="7956" cy="14410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droit 5">
            <a:extLst>
              <a:ext uri="{FF2B5EF4-FFF2-40B4-BE49-F238E27FC236}">
                <a16:creationId xmlns:a16="http://schemas.microsoft.com/office/drawing/2014/main" id="{2A7C5174-305A-4031-B1B6-020251F10A3A}"/>
              </a:ext>
            </a:extLst>
          </p:cNvPr>
          <p:cNvCxnSpPr>
            <a:stCxn id="165" idx="2"/>
            <a:endCxn id="168" idx="0"/>
          </p:cNvCxnSpPr>
          <p:nvPr/>
        </p:nvCxnSpPr>
        <p:spPr bwMode="auto">
          <a:xfrm flipH="1">
            <a:off x="1397847" y="3086927"/>
            <a:ext cx="9286" cy="2172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a:extLst>
              <a:ext uri="{FF2B5EF4-FFF2-40B4-BE49-F238E27FC236}">
                <a16:creationId xmlns:a16="http://schemas.microsoft.com/office/drawing/2014/main" id="{A180BE17-FA1A-4AED-8030-DCE61C8BAFF0}"/>
              </a:ext>
            </a:extLst>
          </p:cNvPr>
          <p:cNvCxnSpPr>
            <a:stCxn id="171" idx="2"/>
            <a:endCxn id="172" idx="0"/>
          </p:cNvCxnSpPr>
          <p:nvPr/>
        </p:nvCxnSpPr>
        <p:spPr bwMode="auto">
          <a:xfrm>
            <a:off x="3887721" y="3103945"/>
            <a:ext cx="532" cy="2036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a:extLst>
              <a:ext uri="{FF2B5EF4-FFF2-40B4-BE49-F238E27FC236}">
                <a16:creationId xmlns:a16="http://schemas.microsoft.com/office/drawing/2014/main" id="{EE56C369-99A3-45FB-B949-1B329AC74E8F}"/>
              </a:ext>
            </a:extLst>
          </p:cNvPr>
          <p:cNvCxnSpPr>
            <a:stCxn id="168" idx="2"/>
            <a:endCxn id="278" idx="0"/>
          </p:cNvCxnSpPr>
          <p:nvPr/>
        </p:nvCxnSpPr>
        <p:spPr bwMode="auto">
          <a:xfrm>
            <a:off x="1397847" y="3448619"/>
            <a:ext cx="11193" cy="1335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18">
            <a:extLst>
              <a:ext uri="{FF2B5EF4-FFF2-40B4-BE49-F238E27FC236}">
                <a16:creationId xmlns:a16="http://schemas.microsoft.com/office/drawing/2014/main" id="{998AFE8E-A676-4696-A6D3-46E1BC075D2C}"/>
              </a:ext>
            </a:extLst>
          </p:cNvPr>
          <p:cNvCxnSpPr>
            <a:stCxn id="169" idx="2"/>
            <a:endCxn id="279" idx="0"/>
          </p:cNvCxnSpPr>
          <p:nvPr/>
        </p:nvCxnSpPr>
        <p:spPr bwMode="auto">
          <a:xfrm>
            <a:off x="2663043" y="3448169"/>
            <a:ext cx="8163" cy="14009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droit 22">
            <a:extLst>
              <a:ext uri="{FF2B5EF4-FFF2-40B4-BE49-F238E27FC236}">
                <a16:creationId xmlns:a16="http://schemas.microsoft.com/office/drawing/2014/main" id="{E7AE983E-9BE2-4157-B730-311037D60BFD}"/>
              </a:ext>
            </a:extLst>
          </p:cNvPr>
          <p:cNvCxnSpPr>
            <a:stCxn id="172" idx="2"/>
            <a:endCxn id="280" idx="0"/>
          </p:cNvCxnSpPr>
          <p:nvPr/>
        </p:nvCxnSpPr>
        <p:spPr bwMode="auto">
          <a:xfrm>
            <a:off x="3888253" y="3452060"/>
            <a:ext cx="0" cy="1659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Connecteur droit 251">
            <a:extLst>
              <a:ext uri="{FF2B5EF4-FFF2-40B4-BE49-F238E27FC236}">
                <a16:creationId xmlns:a16="http://schemas.microsoft.com/office/drawing/2014/main" id="{4E8A8BA2-C0A6-451A-B3A9-AEF4F4ACCC9D}"/>
              </a:ext>
            </a:extLst>
          </p:cNvPr>
          <p:cNvCxnSpPr>
            <a:stCxn id="186" idx="1"/>
            <a:endCxn id="200" idx="3"/>
          </p:cNvCxnSpPr>
          <p:nvPr/>
        </p:nvCxnSpPr>
        <p:spPr bwMode="auto">
          <a:xfrm flipH="1">
            <a:off x="5653923" y="2362161"/>
            <a:ext cx="239422" cy="12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Connecteur droit 31">
            <a:extLst>
              <a:ext uri="{FF2B5EF4-FFF2-40B4-BE49-F238E27FC236}">
                <a16:creationId xmlns:a16="http://schemas.microsoft.com/office/drawing/2014/main" id="{162D7435-0158-4813-B882-90C791DF246F}"/>
              </a:ext>
            </a:extLst>
          </p:cNvPr>
          <p:cNvCxnSpPr>
            <a:stCxn id="180" idx="6"/>
            <a:endCxn id="186" idx="2"/>
          </p:cNvCxnSpPr>
          <p:nvPr/>
        </p:nvCxnSpPr>
        <p:spPr bwMode="auto">
          <a:xfrm flipV="1">
            <a:off x="6391646" y="2457356"/>
            <a:ext cx="0" cy="2888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AutoShape 73">
            <a:extLst>
              <a:ext uri="{FF2B5EF4-FFF2-40B4-BE49-F238E27FC236}">
                <a16:creationId xmlns:a16="http://schemas.microsoft.com/office/drawing/2014/main" id="{0D6B3664-F280-404F-AAA8-3986BD29C978}"/>
              </a:ext>
            </a:extLst>
          </p:cNvPr>
          <p:cNvSpPr>
            <a:spLocks noChangeArrowheads="1"/>
          </p:cNvSpPr>
          <p:nvPr/>
        </p:nvSpPr>
        <p:spPr bwMode="auto">
          <a:xfrm>
            <a:off x="2738977" y="1392855"/>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FTT</a:t>
            </a:r>
          </a:p>
          <a:p>
            <a:pPr algn="ctr" defTabSz="379413" eaLnBrk="0" hangingPunct="0"/>
            <a:r>
              <a:rPr lang="fr-FR" sz="600">
                <a:solidFill>
                  <a:srgbClr val="FFFFFF"/>
                </a:solidFill>
              </a:rPr>
              <a:t>RDGU</a:t>
            </a:r>
          </a:p>
          <a:p>
            <a:pPr algn="ctr" defTabSz="379413" eaLnBrk="0" hangingPunct="0"/>
            <a:r>
              <a:rPr lang="fr-FR" sz="600">
                <a:solidFill>
                  <a:srgbClr val="FFFFFF"/>
                </a:solidFill>
              </a:rPr>
              <a:t>TECH</a:t>
            </a:r>
          </a:p>
        </p:txBody>
      </p:sp>
      <p:cxnSp>
        <p:nvCxnSpPr>
          <p:cNvPr id="5" name="Connecteur droit 4">
            <a:extLst>
              <a:ext uri="{FF2B5EF4-FFF2-40B4-BE49-F238E27FC236}">
                <a16:creationId xmlns:a16="http://schemas.microsoft.com/office/drawing/2014/main" id="{21F9E2E1-C3EE-4770-B9D5-6774304718F4}"/>
              </a:ext>
            </a:extLst>
          </p:cNvPr>
          <p:cNvCxnSpPr>
            <a:cxnSpLocks/>
            <a:stCxn id="88" idx="2"/>
            <a:endCxn id="164" idx="0"/>
          </p:cNvCxnSpPr>
          <p:nvPr/>
        </p:nvCxnSpPr>
        <p:spPr bwMode="auto">
          <a:xfrm>
            <a:off x="3180315" y="2004423"/>
            <a:ext cx="1062" cy="787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 Box 157">
            <a:extLst>
              <a:ext uri="{FF2B5EF4-FFF2-40B4-BE49-F238E27FC236}">
                <a16:creationId xmlns:a16="http://schemas.microsoft.com/office/drawing/2014/main" id="{71BF5AC2-5321-4883-B477-E4605B21408D}"/>
              </a:ext>
            </a:extLst>
          </p:cNvPr>
          <p:cNvSpPr txBox="1">
            <a:spLocks noChangeArrowheads="1"/>
          </p:cNvSpPr>
          <p:nvPr/>
        </p:nvSpPr>
        <p:spPr bwMode="auto">
          <a:xfrm>
            <a:off x="3423758" y="1652565"/>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itchFamily="34" charset="0"/>
                <a:ea typeface="ＭＳ Ｐゴシック" charset="-128"/>
                <a:cs typeface="+mn-cs"/>
              </a:rPr>
              <a:t>DESACTIVE</a:t>
            </a:r>
          </a:p>
        </p:txBody>
      </p:sp>
      <p:sp>
        <p:nvSpPr>
          <p:cNvPr id="68" name="Text Box 157">
            <a:extLst>
              <a:ext uri="{FF2B5EF4-FFF2-40B4-BE49-F238E27FC236}">
                <a16:creationId xmlns:a16="http://schemas.microsoft.com/office/drawing/2014/main" id="{BD603D6B-789D-4E33-B86E-C7D22057F50E}"/>
              </a:ext>
            </a:extLst>
          </p:cNvPr>
          <p:cNvSpPr txBox="1">
            <a:spLocks noChangeArrowheads="1"/>
          </p:cNvSpPr>
          <p:nvPr/>
        </p:nvSpPr>
        <p:spPr bwMode="auto">
          <a:xfrm>
            <a:off x="6509977" y="315804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itchFamily="34" charset="0"/>
                <a:ea typeface="ＭＳ Ｐゴシック" charset="-128"/>
                <a:cs typeface="+mn-cs"/>
              </a:rPr>
              <a:t>OUI</a:t>
            </a:r>
          </a:p>
        </p:txBody>
      </p:sp>
      <p:sp>
        <p:nvSpPr>
          <p:cNvPr id="69" name="Text Box 157">
            <a:extLst>
              <a:ext uri="{FF2B5EF4-FFF2-40B4-BE49-F238E27FC236}">
                <a16:creationId xmlns:a16="http://schemas.microsoft.com/office/drawing/2014/main" id="{3665EAAC-92C6-475C-8F42-DB0A82309C40}"/>
              </a:ext>
            </a:extLst>
          </p:cNvPr>
          <p:cNvSpPr txBox="1">
            <a:spLocks noChangeArrowheads="1"/>
          </p:cNvSpPr>
          <p:nvPr/>
        </p:nvSpPr>
        <p:spPr bwMode="auto">
          <a:xfrm>
            <a:off x="2432049" y="1315459"/>
            <a:ext cx="46198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6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itchFamily="34" charset="0"/>
                <a:ea typeface="ＭＳ Ｐゴシック" charset="-128"/>
                <a:cs typeface="+mn-cs"/>
              </a:rPr>
              <a:t>ACTIVE</a:t>
            </a:r>
          </a:p>
        </p:txBody>
      </p:sp>
      <p:cxnSp>
        <p:nvCxnSpPr>
          <p:cNvPr id="9" name="Connecteur : en angle 8">
            <a:extLst>
              <a:ext uri="{FF2B5EF4-FFF2-40B4-BE49-F238E27FC236}">
                <a16:creationId xmlns:a16="http://schemas.microsoft.com/office/drawing/2014/main" id="{45D9CE84-40BD-48AD-99A0-C11CEE67EF42}"/>
              </a:ext>
            </a:extLst>
          </p:cNvPr>
          <p:cNvCxnSpPr>
            <a:stCxn id="105" idx="1"/>
            <a:endCxn id="210" idx="0"/>
          </p:cNvCxnSpPr>
          <p:nvPr/>
        </p:nvCxnSpPr>
        <p:spPr bwMode="auto">
          <a:xfrm rot="10800000" flipH="1" flipV="1">
            <a:off x="112854" y="1595278"/>
            <a:ext cx="4021749" cy="3024747"/>
          </a:xfrm>
          <a:prstGeom prst="bentConnector4">
            <a:avLst>
              <a:gd name="adj1" fmla="val -1570"/>
              <a:gd name="adj2" fmla="val 9175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AutoShape 42">
            <a:extLst>
              <a:ext uri="{FF2B5EF4-FFF2-40B4-BE49-F238E27FC236}">
                <a16:creationId xmlns:a16="http://schemas.microsoft.com/office/drawing/2014/main" id="{67A4CA1D-FEA2-46D9-B35C-8A88913DD2A7}"/>
              </a:ext>
            </a:extLst>
          </p:cNvPr>
          <p:cNvSpPr>
            <a:spLocks noChangeArrowheads="1"/>
          </p:cNvSpPr>
          <p:nvPr/>
        </p:nvSpPr>
        <p:spPr bwMode="auto">
          <a:xfrm>
            <a:off x="1346817" y="1514497"/>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10000_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_TECH_OK</a:t>
            </a:r>
          </a:p>
        </p:txBody>
      </p:sp>
      <p:cxnSp>
        <p:nvCxnSpPr>
          <p:cNvPr id="26" name="Connecteur droit 25">
            <a:extLst>
              <a:ext uri="{FF2B5EF4-FFF2-40B4-BE49-F238E27FC236}">
                <a16:creationId xmlns:a16="http://schemas.microsoft.com/office/drawing/2014/main" id="{9A9EE93D-7669-4FFA-8A27-79E0126BC10B}"/>
              </a:ext>
            </a:extLst>
          </p:cNvPr>
          <p:cNvCxnSpPr>
            <a:stCxn id="62" idx="1"/>
            <a:endCxn id="77" idx="3"/>
          </p:cNvCxnSpPr>
          <p:nvPr/>
        </p:nvCxnSpPr>
        <p:spPr bwMode="auto">
          <a:xfrm flipH="1">
            <a:off x="2627013" y="1584662"/>
            <a:ext cx="111964" cy="20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AutoShape 42">
            <a:extLst>
              <a:ext uri="{FF2B5EF4-FFF2-40B4-BE49-F238E27FC236}">
                <a16:creationId xmlns:a16="http://schemas.microsoft.com/office/drawing/2014/main" id="{9E637F75-07F1-423F-B819-A1B918B7405A}"/>
              </a:ext>
            </a:extLst>
          </p:cNvPr>
          <p:cNvSpPr>
            <a:spLocks noChangeArrowheads="1"/>
          </p:cNvSpPr>
          <p:nvPr/>
        </p:nvSpPr>
        <p:spPr bwMode="auto">
          <a:xfrm>
            <a:off x="2486133" y="1859962"/>
            <a:ext cx="1388364"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10000_</a:t>
            </a:r>
            <a:r>
              <a:rPr lang="fr-FR" sz="600" b="1">
                <a:solidFill>
                  <a:srgbClr val="000000"/>
                </a:solidFill>
              </a:rPr>
              <a:t>RDGU</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_TECH_MENU_CHOIX</a:t>
            </a:r>
          </a:p>
        </p:txBody>
      </p:sp>
      <p:cxnSp>
        <p:nvCxnSpPr>
          <p:cNvPr id="42" name="Connecteur droit 41">
            <a:extLst>
              <a:ext uri="{FF2B5EF4-FFF2-40B4-BE49-F238E27FC236}">
                <a16:creationId xmlns:a16="http://schemas.microsoft.com/office/drawing/2014/main" id="{D3C8A88E-A92F-47AF-B5DB-21424800FCA6}"/>
              </a:ext>
            </a:extLst>
          </p:cNvPr>
          <p:cNvCxnSpPr>
            <a:cxnSpLocks/>
            <a:stCxn id="62" idx="2"/>
            <a:endCxn id="88" idx="0"/>
          </p:cNvCxnSpPr>
          <p:nvPr/>
        </p:nvCxnSpPr>
        <p:spPr bwMode="auto">
          <a:xfrm>
            <a:off x="3173421" y="1776469"/>
            <a:ext cx="6894" cy="834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AutoShape 31">
            <a:hlinkClick r:id="" action="ppaction://noaction"/>
            <a:extLst>
              <a:ext uri="{FF2B5EF4-FFF2-40B4-BE49-F238E27FC236}">
                <a16:creationId xmlns:a16="http://schemas.microsoft.com/office/drawing/2014/main" id="{AAFD984C-E7CF-45B1-A00A-07C34B45B24A}"/>
              </a:ext>
            </a:extLst>
          </p:cNvPr>
          <p:cNvSpPr>
            <a:spLocks noChangeArrowheads="1"/>
          </p:cNvSpPr>
          <p:nvPr/>
        </p:nvSpPr>
        <p:spPr bwMode="auto">
          <a:xfrm>
            <a:off x="112855" y="1507892"/>
            <a:ext cx="1168492" cy="17477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a:t>
            </a:r>
            <a:r>
              <a:rPr lang="fr-FR" sz="600" b="1">
                <a:solidFill>
                  <a:srgbClr val="000000"/>
                </a:solidFill>
              </a:rPr>
              <a:t> </a:t>
            </a:r>
            <a:r>
              <a:rPr lang="fr-FR" sz="600">
                <a:solidFill>
                  <a:srgbClr val="FF0000"/>
                </a:solidFill>
              </a:rPr>
              <a:t>RDGU</a:t>
            </a:r>
            <a:r>
              <a:rPr kumimoji="0" lang="fr-FR" sz="600" i="0" u="none" strike="noStrike" kern="1200" cap="none" spc="0" normalizeH="0" baseline="0" noProof="0">
                <a:ln>
                  <a:noFill/>
                </a:ln>
                <a:solidFill>
                  <a:srgbClr val="FF0000"/>
                </a:solidFill>
                <a:effectLst/>
                <a:uLnTx/>
                <a:uFillTx/>
                <a:latin typeface="Arial" charset="0"/>
                <a:ea typeface="ＭＳ Ｐゴシック" pitchFamily="1" charset="-128"/>
                <a:cs typeface="+mn-cs"/>
              </a:rPr>
              <a:t>_TECH_OK</a:t>
            </a:r>
            <a:endParaRPr lang="fr-FR" sz="600">
              <a:solidFill>
                <a:srgbClr val="FF0000"/>
              </a:solidFill>
            </a:endParaRPr>
          </a:p>
        </p:txBody>
      </p:sp>
      <p:cxnSp>
        <p:nvCxnSpPr>
          <p:cNvPr id="57" name="Connecteur droit 56">
            <a:extLst>
              <a:ext uri="{FF2B5EF4-FFF2-40B4-BE49-F238E27FC236}">
                <a16:creationId xmlns:a16="http://schemas.microsoft.com/office/drawing/2014/main" id="{45F4CDDF-4B22-445E-8D1A-44CD3008134C}"/>
              </a:ext>
            </a:extLst>
          </p:cNvPr>
          <p:cNvCxnSpPr>
            <a:stCxn id="77" idx="1"/>
            <a:endCxn id="105" idx="3"/>
          </p:cNvCxnSpPr>
          <p:nvPr/>
        </p:nvCxnSpPr>
        <p:spPr bwMode="auto">
          <a:xfrm flipH="1">
            <a:off x="1281347" y="1586728"/>
            <a:ext cx="65470" cy="85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48248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p:cNvSpPr>
            <a:spLocks noChangeArrowheads="1"/>
          </p:cNvSpPr>
          <p:nvPr/>
        </p:nvSpPr>
        <p:spPr bwMode="auto">
          <a:xfrm>
            <a:off x="28224" y="347882"/>
            <a:ext cx="2716221" cy="166199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a:solidFill>
                  <a:srgbClr val="000000"/>
                </a:solidFill>
              </a:rPr>
              <a:t>ELIGIBILITE PREMIUM :</a:t>
            </a:r>
          </a:p>
          <a:p>
            <a:r>
              <a:rPr lang="fr-FR" sz="600" b="1">
                <a:solidFill>
                  <a:srgbClr val="FF0000"/>
                </a:solidFill>
              </a:rPr>
              <a:t>SEARCH</a:t>
            </a:r>
          </a:p>
          <a:p>
            <a:r>
              <a:rPr lang="fr-FR" sz="600">
                <a:solidFill>
                  <a:schemeClr val="tx1"/>
                </a:solidFill>
              </a:rPr>
              <a:t>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r>
              <a:rPr lang="fr-FR" sz="600" b="1">
                <a:solidFill>
                  <a:srgbClr val="D31E05"/>
                </a:solidFill>
              </a:rPr>
              <a:t>DEXTER : </a:t>
            </a:r>
            <a:endParaRPr lang="fr-FR" sz="600">
              <a:solidFill>
                <a:srgbClr val="000000"/>
              </a:solidFill>
            </a:endParaRPr>
          </a:p>
          <a:p>
            <a:r>
              <a:rPr lang="fr-FR" sz="600">
                <a:solidFill>
                  <a:srgbClr val="000000"/>
                </a:solidFill>
              </a:rPr>
              <a:t>COLLAB = OUI </a:t>
            </a:r>
          </a:p>
          <a:p>
            <a:r>
              <a:rPr lang="fr-FR" sz="600">
                <a:solidFill>
                  <a:srgbClr val="000000"/>
                </a:solidFill>
              </a:rPr>
              <a:t>Ou pour Ambassadeur LPM :  REMISE_PARTENAIRE = OUI ET (CODE_APPORTEUR = 1055888 OU 1050508 OU CACHE_SVI = CQT_LPM)</a:t>
            </a:r>
          </a:p>
          <a:p>
            <a:r>
              <a:rPr lang="fr-FR" sz="600" b="1">
                <a:solidFill>
                  <a:srgbClr val="C00000"/>
                </a:solidFill>
              </a:rPr>
              <a:t>C2OL</a:t>
            </a:r>
            <a:r>
              <a:rPr lang="fr-FR" sz="600" b="1">
                <a:solidFill>
                  <a:srgbClr val="000000"/>
                </a:solidFill>
              </a:rPr>
              <a:t> :</a:t>
            </a:r>
          </a:p>
          <a:p>
            <a:pPr>
              <a:buClr>
                <a:srgbClr val="D31E05"/>
              </a:buClr>
            </a:pPr>
            <a:r>
              <a:rPr lang="es-ES" altLang="fr-FR" sz="600" err="1">
                <a:solidFill>
                  <a:srgbClr val="000000"/>
                </a:solidFill>
              </a:rPr>
              <a:t>Marqueur</a:t>
            </a:r>
            <a:r>
              <a:rPr lang="es-ES" altLang="fr-FR" sz="600">
                <a:solidFill>
                  <a:srgbClr val="000000"/>
                </a:solidFill>
              </a:rPr>
              <a:t> : CELL_PREM </a:t>
            </a:r>
          </a:p>
          <a:p>
            <a:pPr>
              <a:buClr>
                <a:srgbClr val="D31E05"/>
              </a:buClr>
            </a:pPr>
            <a:r>
              <a:rPr lang="es-ES" altLang="fr-FR" sz="600" b="1">
                <a:solidFill>
                  <a:srgbClr val="000000"/>
                </a:solidFill>
              </a:rPr>
              <a:t>ET</a:t>
            </a:r>
            <a:r>
              <a:rPr lang="es-ES" altLang="fr-FR" sz="600">
                <a:solidFill>
                  <a:srgbClr val="000000"/>
                </a:solidFill>
              </a:rPr>
              <a:t> </a:t>
            </a:r>
            <a:r>
              <a:rPr lang="es-ES" altLang="fr-FR" sz="600" err="1">
                <a:solidFill>
                  <a:srgbClr val="000000"/>
                </a:solidFill>
              </a:rPr>
              <a:t>valeur</a:t>
            </a:r>
            <a:r>
              <a:rPr lang="es-ES" altLang="fr-FR" sz="600">
                <a:solidFill>
                  <a:srgbClr val="000000"/>
                </a:solidFill>
              </a:rPr>
              <a:t> 1 </a:t>
            </a:r>
            <a:r>
              <a:rPr lang="es-ES" altLang="fr-FR" sz="600" err="1">
                <a:solidFill>
                  <a:srgbClr val="000000"/>
                </a:solidFill>
              </a:rPr>
              <a:t>commence</a:t>
            </a:r>
            <a:r>
              <a:rPr lang="es-ES" altLang="fr-FR" sz="600">
                <a:solidFill>
                  <a:srgbClr val="000000"/>
                </a:solidFill>
              </a:rPr>
              <a:t> par :</a:t>
            </a:r>
          </a:p>
          <a:p>
            <a:pPr>
              <a:buClr>
                <a:srgbClr val="D31E05"/>
              </a:buClr>
            </a:pPr>
            <a:r>
              <a:rPr lang="es-ES" altLang="fr-FR" sz="600">
                <a:solidFill>
                  <a:srgbClr val="000000"/>
                </a:solidFill>
              </a:rPr>
              <a:t>PRE_FID_F </a:t>
            </a:r>
          </a:p>
          <a:p>
            <a:pPr>
              <a:buClr>
                <a:srgbClr val="D31E05"/>
              </a:buClr>
            </a:pPr>
            <a:r>
              <a:rPr lang="es-ES" altLang="fr-FR" sz="600" b="1">
                <a:solidFill>
                  <a:srgbClr val="000000"/>
                </a:solidFill>
              </a:rPr>
              <a:t>OU </a:t>
            </a:r>
            <a:r>
              <a:rPr lang="es-ES" altLang="fr-FR" sz="600">
                <a:solidFill>
                  <a:srgbClr val="000000"/>
                </a:solidFill>
              </a:rPr>
              <a:t>PLATINE_00 </a:t>
            </a:r>
          </a:p>
          <a:p>
            <a:pPr>
              <a:buClr>
                <a:srgbClr val="D31E05"/>
              </a:buClr>
            </a:pPr>
            <a:r>
              <a:rPr lang="es-ES" altLang="fr-FR" sz="600">
                <a:solidFill>
                  <a:srgbClr val="000000"/>
                </a:solidFill>
              </a:rPr>
              <a:t>OU PACKPRO_</a:t>
            </a:r>
            <a:r>
              <a:rPr lang="es-ES" altLang="fr-FR" sz="600">
                <a:solidFill>
                  <a:schemeClr val="tx1"/>
                </a:solidFill>
              </a:rPr>
              <a:t>F (= </a:t>
            </a:r>
            <a:r>
              <a:rPr lang="es-ES" altLang="fr-FR" sz="600" b="1">
                <a:solidFill>
                  <a:schemeClr val="tx1"/>
                </a:solidFill>
              </a:rPr>
              <a:t>PACKPRO</a:t>
            </a:r>
            <a:r>
              <a:rPr lang="es-ES" altLang="fr-FR" sz="600">
                <a:solidFill>
                  <a:schemeClr val="tx1"/>
                </a:solidFill>
              </a:rPr>
              <a:t>)</a:t>
            </a:r>
          </a:p>
        </p:txBody>
      </p:sp>
      <p:cxnSp>
        <p:nvCxnSpPr>
          <p:cNvPr id="252" name="Connecteur en angle 251"/>
          <p:cNvCxnSpPr>
            <a:stCxn id="149" idx="0"/>
            <a:endCxn id="266" idx="1"/>
          </p:cNvCxnSpPr>
          <p:nvPr/>
        </p:nvCxnSpPr>
        <p:spPr bwMode="auto">
          <a:xfrm rot="16200000" flipH="1">
            <a:off x="238230" y="3085675"/>
            <a:ext cx="881277" cy="300498"/>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solidFill>
                  <a:srgbClr val="000000"/>
                </a:solidFill>
              </a:rPr>
              <a:pPr eaLnBrk="1" hangingPunct="1"/>
              <a:t>18</a:t>
            </a:fld>
            <a:endParaRPr lang="fr-FR">
              <a:solidFill>
                <a:srgbClr val="000000"/>
              </a:solidFill>
            </a:endParaRPr>
          </a:p>
        </p:txBody>
      </p:sp>
      <p:sp>
        <p:nvSpPr>
          <p:cNvPr id="70" name="AutoShape 17"/>
          <p:cNvSpPr>
            <a:spLocks noChangeArrowheads="1"/>
          </p:cNvSpPr>
          <p:nvPr/>
        </p:nvSpPr>
        <p:spPr bwMode="auto">
          <a:xfrm>
            <a:off x="1247140" y="317656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73" name="AutoShape 17"/>
          <p:cNvSpPr>
            <a:spLocks noChangeArrowheads="1"/>
          </p:cNvSpPr>
          <p:nvPr/>
        </p:nvSpPr>
        <p:spPr bwMode="auto">
          <a:xfrm>
            <a:off x="6362473" y="3175389"/>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4</a:t>
            </a:r>
          </a:p>
        </p:txBody>
      </p:sp>
      <p:sp>
        <p:nvSpPr>
          <p:cNvPr id="216" name="AutoShape 31">
            <a:hlinkClick r:id="" action="ppaction://noaction"/>
          </p:cNvPr>
          <p:cNvSpPr>
            <a:spLocks noChangeArrowheads="1"/>
          </p:cNvSpPr>
          <p:nvPr/>
        </p:nvSpPr>
        <p:spPr bwMode="auto">
          <a:xfrm>
            <a:off x="2500251" y="4673581"/>
            <a:ext cx="1321891" cy="17477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FIXE_PREMIUM_DEMENAGEMENT</a:t>
            </a:r>
            <a:endParaRPr lang="fr-FR" sz="600">
              <a:solidFill>
                <a:srgbClr val="D31E05"/>
              </a:solidFill>
            </a:endParaRPr>
          </a:p>
        </p:txBody>
      </p:sp>
      <p:sp>
        <p:nvSpPr>
          <p:cNvPr id="240" name="AutoShape 31">
            <a:hlinkClick r:id="" action="ppaction://noaction"/>
          </p:cNvPr>
          <p:cNvSpPr>
            <a:spLocks noChangeArrowheads="1"/>
          </p:cNvSpPr>
          <p:nvPr/>
        </p:nvSpPr>
        <p:spPr bwMode="auto">
          <a:xfrm>
            <a:off x="5931293" y="3876885"/>
            <a:ext cx="1084262" cy="1539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FIXE_PREMIUM_AUTRE</a:t>
            </a:r>
          </a:p>
        </p:txBody>
      </p:sp>
      <p:sp>
        <p:nvSpPr>
          <p:cNvPr id="266" name="AutoShape 208"/>
          <p:cNvSpPr>
            <a:spLocks noChangeArrowheads="1"/>
          </p:cNvSpPr>
          <p:nvPr/>
        </p:nvSpPr>
        <p:spPr bwMode="auto">
          <a:xfrm>
            <a:off x="829117" y="3565958"/>
            <a:ext cx="964146" cy="22121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10000_PREMIUM_TECH</a:t>
            </a:r>
            <a:endParaRPr lang="fr-FR" sz="600">
              <a:solidFill>
                <a:srgbClr val="000000"/>
              </a:solidFill>
            </a:endParaRPr>
          </a:p>
        </p:txBody>
      </p:sp>
      <p:sp>
        <p:nvSpPr>
          <p:cNvPr id="270" name="AutoShape 208"/>
          <p:cNvSpPr>
            <a:spLocks noChangeArrowheads="1"/>
          </p:cNvSpPr>
          <p:nvPr/>
        </p:nvSpPr>
        <p:spPr bwMode="auto">
          <a:xfrm>
            <a:off x="2533996" y="3541065"/>
            <a:ext cx="1279612" cy="1602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20000_PREMIUM_DMGT</a:t>
            </a:r>
          </a:p>
        </p:txBody>
      </p:sp>
      <p:sp>
        <p:nvSpPr>
          <p:cNvPr id="271" name="AutoShape 208"/>
          <p:cNvSpPr>
            <a:spLocks noChangeArrowheads="1"/>
          </p:cNvSpPr>
          <p:nvPr/>
        </p:nvSpPr>
        <p:spPr bwMode="auto">
          <a:xfrm>
            <a:off x="5968176" y="3660790"/>
            <a:ext cx="1032946" cy="16040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eaLnBrk="0" hangingPunct="0"/>
            <a:r>
              <a:rPr lang="fr-FR" sz="600" b="1">
                <a:solidFill>
                  <a:srgbClr val="000000"/>
                </a:solidFill>
              </a:rPr>
              <a:t>40000_PREMIUM_AUTRE</a:t>
            </a:r>
          </a:p>
        </p:txBody>
      </p:sp>
      <p:cxnSp>
        <p:nvCxnSpPr>
          <p:cNvPr id="272" name="AutoShape 10"/>
          <p:cNvCxnSpPr>
            <a:cxnSpLocks noChangeShapeType="1"/>
            <a:stCxn id="73" idx="2"/>
            <a:endCxn id="271" idx="0"/>
          </p:cNvCxnSpPr>
          <p:nvPr/>
        </p:nvCxnSpPr>
        <p:spPr bwMode="auto">
          <a:xfrm rot="16200000" flipH="1">
            <a:off x="6322942" y="3499083"/>
            <a:ext cx="309188" cy="14226"/>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 name="AutoShape 10"/>
          <p:cNvCxnSpPr>
            <a:cxnSpLocks noChangeShapeType="1"/>
            <a:stCxn id="271" idx="2"/>
            <a:endCxn id="240" idx="0"/>
          </p:cNvCxnSpPr>
          <p:nvPr/>
        </p:nvCxnSpPr>
        <p:spPr bwMode="auto">
          <a:xfrm rot="5400000">
            <a:off x="6451193" y="3843428"/>
            <a:ext cx="55689" cy="1122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AutoShape 52"/>
          <p:cNvSpPr>
            <a:spLocks noChangeArrowheads="1"/>
          </p:cNvSpPr>
          <p:nvPr/>
        </p:nvSpPr>
        <p:spPr bwMode="auto">
          <a:xfrm>
            <a:off x="3838313" y="2791011"/>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solidFill>
                  <a:srgbClr val="000000"/>
                </a:solidFill>
                <a:ea typeface="ＭＳ Ｐゴシック" charset="0"/>
              </a:rPr>
              <a:t>Choix</a:t>
            </a:r>
          </a:p>
        </p:txBody>
      </p:sp>
      <p:cxnSp>
        <p:nvCxnSpPr>
          <p:cNvPr id="151" name="AutoShape 10"/>
          <p:cNvCxnSpPr>
            <a:cxnSpLocks noChangeShapeType="1"/>
            <a:stCxn id="124" idx="1"/>
            <a:endCxn id="70" idx="6"/>
          </p:cNvCxnSpPr>
          <p:nvPr/>
        </p:nvCxnSpPr>
        <p:spPr bwMode="auto">
          <a:xfrm rot="10800000" flipV="1">
            <a:off x="1355091" y="2915630"/>
            <a:ext cx="2483223" cy="26093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AutoShape 10"/>
          <p:cNvCxnSpPr>
            <a:cxnSpLocks noChangeShapeType="1"/>
            <a:stCxn id="124" idx="1"/>
            <a:endCxn id="71" idx="6"/>
          </p:cNvCxnSpPr>
          <p:nvPr/>
        </p:nvCxnSpPr>
        <p:spPr bwMode="auto">
          <a:xfrm rot="10800000" flipV="1">
            <a:off x="3169247" y="2915629"/>
            <a:ext cx="669066" cy="25975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AutoShape 10"/>
          <p:cNvCxnSpPr>
            <a:cxnSpLocks noChangeShapeType="1"/>
            <a:stCxn id="124" idx="3"/>
            <a:endCxn id="73" idx="7"/>
          </p:cNvCxnSpPr>
          <p:nvPr/>
        </p:nvCxnSpPr>
        <p:spPr bwMode="auto">
          <a:xfrm>
            <a:off x="4360600" y="2915630"/>
            <a:ext cx="2109823" cy="28178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AutoShape 10"/>
          <p:cNvCxnSpPr>
            <a:cxnSpLocks noChangeShapeType="1"/>
            <a:stCxn id="120" idx="0"/>
            <a:endCxn id="266" idx="2"/>
          </p:cNvCxnSpPr>
          <p:nvPr/>
        </p:nvCxnSpPr>
        <p:spPr bwMode="auto">
          <a:xfrm rot="5400000" flipH="1" flipV="1">
            <a:off x="1150437" y="3931059"/>
            <a:ext cx="304644" cy="1686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AutoShape 10"/>
          <p:cNvCxnSpPr>
            <a:cxnSpLocks noChangeShapeType="1"/>
            <a:stCxn id="270" idx="0"/>
            <a:endCxn id="71" idx="3"/>
          </p:cNvCxnSpPr>
          <p:nvPr/>
        </p:nvCxnSpPr>
        <p:spPr bwMode="auto">
          <a:xfrm rot="16200000" flipV="1">
            <a:off x="3065780" y="3433042"/>
            <a:ext cx="211490" cy="455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AutoShape 10"/>
          <p:cNvCxnSpPr>
            <a:cxnSpLocks noChangeShapeType="1"/>
            <a:stCxn id="144" idx="2"/>
            <a:endCxn id="216" idx="2"/>
          </p:cNvCxnSpPr>
          <p:nvPr/>
        </p:nvCxnSpPr>
        <p:spPr bwMode="auto">
          <a:xfrm rot="16200000" flipV="1">
            <a:off x="3032791" y="4976762"/>
            <a:ext cx="259739" cy="292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AutoShape 10"/>
          <p:cNvCxnSpPr>
            <a:cxnSpLocks noChangeShapeType="1"/>
            <a:stCxn id="266" idx="0"/>
            <a:endCxn id="70" idx="2"/>
          </p:cNvCxnSpPr>
          <p:nvPr/>
        </p:nvCxnSpPr>
        <p:spPr bwMode="auto">
          <a:xfrm rot="5400000" flipH="1" flipV="1">
            <a:off x="1226550" y="3437418"/>
            <a:ext cx="213181" cy="439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6" name="AutoShape 27"/>
          <p:cNvSpPr>
            <a:spLocks noChangeArrowheads="1"/>
          </p:cNvSpPr>
          <p:nvPr/>
        </p:nvSpPr>
        <p:spPr bwMode="auto">
          <a:xfrm>
            <a:off x="8225753" y="2823597"/>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latin typeface="Arial"/>
              </a:rPr>
              <a:t>NM NI = 3</a:t>
            </a:r>
          </a:p>
        </p:txBody>
      </p:sp>
      <p:sp>
        <p:nvSpPr>
          <p:cNvPr id="301" name="AutoShape 55"/>
          <p:cNvSpPr>
            <a:spLocks noChangeArrowheads="1"/>
          </p:cNvSpPr>
          <p:nvPr/>
        </p:nvSpPr>
        <p:spPr bwMode="auto">
          <a:xfrm>
            <a:off x="7971172" y="3252948"/>
            <a:ext cx="99695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00063_PREMIUM_NMNI_X2</a:t>
            </a:r>
          </a:p>
        </p:txBody>
      </p:sp>
      <p:sp>
        <p:nvSpPr>
          <p:cNvPr id="304" name="AutoShape 37"/>
          <p:cNvSpPr>
            <a:spLocks noChangeArrowheads="1"/>
          </p:cNvSpPr>
          <p:nvPr/>
        </p:nvSpPr>
        <p:spPr bwMode="auto">
          <a:xfrm>
            <a:off x="7001122" y="2443509"/>
            <a:ext cx="885411" cy="12671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00060_PREMIUM_NMNI</a:t>
            </a:r>
          </a:p>
        </p:txBody>
      </p:sp>
      <p:sp>
        <p:nvSpPr>
          <p:cNvPr id="305" name="Text Box 157"/>
          <p:cNvSpPr txBox="1">
            <a:spLocks noChangeArrowheads="1"/>
          </p:cNvSpPr>
          <p:nvPr/>
        </p:nvSpPr>
        <p:spPr bwMode="auto">
          <a:xfrm>
            <a:off x="8447874" y="305879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306" name="Text Box 156"/>
          <p:cNvSpPr txBox="1">
            <a:spLocks noChangeArrowheads="1"/>
          </p:cNvSpPr>
          <p:nvPr/>
        </p:nvSpPr>
        <p:spPr bwMode="auto">
          <a:xfrm>
            <a:off x="8175625" y="2673995"/>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308" name="AutoShape 69"/>
          <p:cNvCxnSpPr>
            <a:cxnSpLocks noChangeShapeType="1"/>
            <a:stCxn id="304" idx="2"/>
            <a:endCxn id="296" idx="7"/>
          </p:cNvCxnSpPr>
          <p:nvPr/>
        </p:nvCxnSpPr>
        <p:spPr bwMode="auto">
          <a:xfrm rot="16200000" flipH="1">
            <a:off x="7819546" y="2194508"/>
            <a:ext cx="278572" cy="103000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AutoShape 13"/>
          <p:cNvCxnSpPr>
            <a:cxnSpLocks noChangeShapeType="1"/>
            <a:stCxn id="158" idx="1"/>
          </p:cNvCxnSpPr>
          <p:nvPr/>
        </p:nvCxnSpPr>
        <p:spPr bwMode="auto">
          <a:xfrm rot="10800000" flipV="1">
            <a:off x="5106646" y="1924816"/>
            <a:ext cx="2342041" cy="342493"/>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10" name="Rectangle 55"/>
          <p:cNvSpPr>
            <a:spLocks noChangeArrowheads="1"/>
          </p:cNvSpPr>
          <p:nvPr/>
        </p:nvSpPr>
        <p:spPr bwMode="auto">
          <a:xfrm>
            <a:off x="7832810" y="3465676"/>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311" name="AutoShape 56"/>
          <p:cNvCxnSpPr>
            <a:cxnSpLocks noChangeShapeType="1"/>
            <a:stCxn id="310" idx="2"/>
            <a:endCxn id="312" idx="0"/>
          </p:cNvCxnSpPr>
          <p:nvPr/>
        </p:nvCxnSpPr>
        <p:spPr bwMode="auto">
          <a:xfrm rot="5400000">
            <a:off x="8428272" y="3789139"/>
            <a:ext cx="154800" cy="12700"/>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12" name="AutoShape 19"/>
          <p:cNvSpPr>
            <a:spLocks noChangeArrowheads="1"/>
          </p:cNvSpPr>
          <p:nvPr/>
        </p:nvSpPr>
        <p:spPr bwMode="auto">
          <a:xfrm>
            <a:off x="8438045" y="3866539"/>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313" name="AutoShape 69"/>
          <p:cNvCxnSpPr>
            <a:cxnSpLocks noChangeShapeType="1"/>
            <a:stCxn id="301" idx="2"/>
            <a:endCxn id="310" idx="0"/>
          </p:cNvCxnSpPr>
          <p:nvPr/>
        </p:nvCxnSpPr>
        <p:spPr bwMode="auto">
          <a:xfrm rot="16200000" flipH="1">
            <a:off x="8453526" y="3413530"/>
            <a:ext cx="68266" cy="3602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AutoShape 10"/>
          <p:cNvCxnSpPr>
            <a:cxnSpLocks noChangeShapeType="1"/>
            <a:stCxn id="124" idx="3"/>
            <a:endCxn id="296" idx="4"/>
          </p:cNvCxnSpPr>
          <p:nvPr/>
        </p:nvCxnSpPr>
        <p:spPr bwMode="auto">
          <a:xfrm>
            <a:off x="4360600" y="2915630"/>
            <a:ext cx="3865153" cy="877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3" name="AutoShape 69"/>
          <p:cNvCxnSpPr>
            <a:cxnSpLocks noChangeShapeType="1"/>
            <a:stCxn id="296" idx="2"/>
            <a:endCxn id="301" idx="0"/>
          </p:cNvCxnSpPr>
          <p:nvPr/>
        </p:nvCxnSpPr>
        <p:spPr bwMode="auto">
          <a:xfrm rot="5400000">
            <a:off x="8357873" y="3136983"/>
            <a:ext cx="227739" cy="419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Rectangle 68"/>
          <p:cNvSpPr>
            <a:spLocks noChangeArrowheads="1"/>
          </p:cNvSpPr>
          <p:nvPr/>
        </p:nvSpPr>
        <p:spPr bwMode="auto">
          <a:xfrm>
            <a:off x="7448686" y="1670901"/>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sp>
        <p:nvSpPr>
          <p:cNvPr id="161" name="AutoShape 17"/>
          <p:cNvSpPr>
            <a:spLocks noChangeArrowheads="1"/>
          </p:cNvSpPr>
          <p:nvPr/>
        </p:nvSpPr>
        <p:spPr bwMode="auto">
          <a:xfrm>
            <a:off x="5048548" y="318973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cxnSp>
        <p:nvCxnSpPr>
          <p:cNvPr id="162" name="AutoShape 47"/>
          <p:cNvCxnSpPr>
            <a:cxnSpLocks noChangeShapeType="1"/>
            <a:stCxn id="124" idx="3"/>
            <a:endCxn id="161" idx="7"/>
          </p:cNvCxnSpPr>
          <p:nvPr/>
        </p:nvCxnSpPr>
        <p:spPr bwMode="auto">
          <a:xfrm>
            <a:off x="4360600" y="2915630"/>
            <a:ext cx="795898" cy="29613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47"/>
          <p:cNvCxnSpPr>
            <a:cxnSpLocks noChangeShapeType="1"/>
            <a:stCxn id="161" idx="3"/>
            <a:endCxn id="165" idx="0"/>
          </p:cNvCxnSpPr>
          <p:nvPr/>
        </p:nvCxnSpPr>
        <p:spPr bwMode="auto">
          <a:xfrm rot="5400000">
            <a:off x="5101629" y="3388479"/>
            <a:ext cx="99428" cy="1031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42"/>
          <p:cNvSpPr>
            <a:spLocks noChangeArrowheads="1"/>
          </p:cNvSpPr>
          <p:nvPr/>
        </p:nvSpPr>
        <p:spPr bwMode="auto">
          <a:xfrm>
            <a:off x="4572555" y="3443348"/>
            <a:ext cx="1147264" cy="1583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latin typeface="Arial"/>
              </a:rPr>
              <a:t>30000_PREMIUM_REINIT_MDP</a:t>
            </a:r>
          </a:p>
        </p:txBody>
      </p:sp>
      <p:cxnSp>
        <p:nvCxnSpPr>
          <p:cNvPr id="156" name="AutoShape 47"/>
          <p:cNvCxnSpPr>
            <a:cxnSpLocks noChangeShapeType="1"/>
            <a:stCxn id="165" idx="2"/>
            <a:endCxn id="105" idx="2"/>
          </p:cNvCxnSpPr>
          <p:nvPr/>
        </p:nvCxnSpPr>
        <p:spPr bwMode="auto">
          <a:xfrm rot="16200000" flipH="1">
            <a:off x="4854702" y="3893195"/>
            <a:ext cx="588294" cy="532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AutoShape 87">
            <a:hlinkClick r:id="rId3" action="ppaction://hlinksldjump"/>
          </p:cNvPr>
          <p:cNvSpPr>
            <a:spLocks noChangeArrowheads="1"/>
          </p:cNvSpPr>
          <p:nvPr/>
        </p:nvSpPr>
        <p:spPr bwMode="auto">
          <a:xfrm rot="10800000">
            <a:off x="6036482" y="6244720"/>
            <a:ext cx="924790"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PREMIUM SOUS MENU</a:t>
            </a:r>
          </a:p>
        </p:txBody>
      </p:sp>
      <p:sp>
        <p:nvSpPr>
          <p:cNvPr id="119" name="AutoShape 11">
            <a:hlinkClick r:id="rId4" action="ppaction://hlinksldjump"/>
          </p:cNvPr>
          <p:cNvSpPr>
            <a:spLocks noChangeArrowheads="1"/>
          </p:cNvSpPr>
          <p:nvPr/>
        </p:nvSpPr>
        <p:spPr bwMode="auto">
          <a:xfrm rot="10800000">
            <a:off x="3553123" y="657219"/>
            <a:ext cx="1071563" cy="302957"/>
          </a:xfrm>
          <a:prstGeom prst="upArrowCallout">
            <a:avLst>
              <a:gd name="adj1" fmla="val 49096"/>
              <a:gd name="adj2" fmla="val 6591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a:t>ENTREE GP SUITE</a:t>
            </a:r>
          </a:p>
        </p:txBody>
      </p:sp>
      <p:sp>
        <p:nvSpPr>
          <p:cNvPr id="166" name="AutoShape 37"/>
          <p:cNvSpPr>
            <a:spLocks noChangeArrowheads="1"/>
          </p:cNvSpPr>
          <p:nvPr/>
        </p:nvSpPr>
        <p:spPr bwMode="auto">
          <a:xfrm>
            <a:off x="3395834" y="1528939"/>
            <a:ext cx="1392440" cy="20247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00060_MENU_PRINCIPAL_PREMIUM</a:t>
            </a:r>
          </a:p>
        </p:txBody>
      </p:sp>
      <p:cxnSp>
        <p:nvCxnSpPr>
          <p:cNvPr id="172" name="AutoShape 10"/>
          <p:cNvCxnSpPr>
            <a:cxnSpLocks noChangeShapeType="1"/>
            <a:stCxn id="140" idx="2"/>
            <a:endCxn id="124" idx="0"/>
          </p:cNvCxnSpPr>
          <p:nvPr/>
        </p:nvCxnSpPr>
        <p:spPr bwMode="auto">
          <a:xfrm rot="16200000" flipH="1">
            <a:off x="4025086" y="2716640"/>
            <a:ext cx="140680" cy="806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41"/>
          <p:cNvSpPr>
            <a:spLocks noChangeArrowheads="1"/>
          </p:cNvSpPr>
          <p:nvPr/>
        </p:nvSpPr>
        <p:spPr bwMode="auto">
          <a:xfrm>
            <a:off x="867552" y="3825556"/>
            <a:ext cx="901458"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19999_OFFRE *</a:t>
            </a:r>
          </a:p>
        </p:txBody>
      </p:sp>
      <p:sp>
        <p:nvSpPr>
          <p:cNvPr id="71" name="AutoShape 17"/>
          <p:cNvSpPr>
            <a:spLocks noChangeArrowheads="1"/>
          </p:cNvSpPr>
          <p:nvPr/>
        </p:nvSpPr>
        <p:spPr bwMode="auto">
          <a:xfrm>
            <a:off x="3061297" y="3175389"/>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32" name="AutoShape 31">
            <a:hlinkClick r:id="" action="ppaction://noaction"/>
          </p:cNvPr>
          <p:cNvSpPr>
            <a:spLocks noChangeArrowheads="1"/>
          </p:cNvSpPr>
          <p:nvPr/>
        </p:nvSpPr>
        <p:spPr bwMode="auto">
          <a:xfrm>
            <a:off x="3504743" y="1150985"/>
            <a:ext cx="1168492" cy="17477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FIXE_ENTREE_PREMIUM</a:t>
            </a:r>
          </a:p>
        </p:txBody>
      </p:sp>
      <p:sp>
        <p:nvSpPr>
          <p:cNvPr id="144" name="AutoShape 87">
            <a:hlinkClick r:id="rId5" action="ppaction://hlinksldjump"/>
          </p:cNvPr>
          <p:cNvSpPr>
            <a:spLocks noChangeArrowheads="1"/>
          </p:cNvSpPr>
          <p:nvPr/>
        </p:nvSpPr>
        <p:spPr bwMode="auto">
          <a:xfrm rot="10800000">
            <a:off x="2789296" y="5108094"/>
            <a:ext cx="749652"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DEMENAGEMENT</a:t>
            </a:r>
          </a:p>
        </p:txBody>
      </p:sp>
      <p:sp>
        <p:nvSpPr>
          <p:cNvPr id="140" name="Rectangle 5"/>
          <p:cNvSpPr>
            <a:spLocks noChangeArrowheads="1"/>
          </p:cNvSpPr>
          <p:nvPr/>
        </p:nvSpPr>
        <p:spPr bwMode="auto">
          <a:xfrm>
            <a:off x="2696078" y="2004000"/>
            <a:ext cx="2790635" cy="646331"/>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FIXE MENU PRINCIPAL PREMIUM</a:t>
            </a:r>
          </a:p>
          <a:p>
            <a:pPr algn="ctr"/>
            <a:r>
              <a:rPr lang="fr-FR" sz="600">
                <a:solidFill>
                  <a:srgbClr val="000000"/>
                </a:solidFill>
                <a:ea typeface="ＭＳ Ｐゴシック" pitchFamily="-80" charset="-128"/>
              </a:rPr>
              <a:t>Vous appelez  : </a:t>
            </a:r>
          </a:p>
          <a:p>
            <a:pPr algn="ctr"/>
            <a:r>
              <a:rPr lang="fr-FR" sz="600">
                <a:solidFill>
                  <a:srgbClr val="000000"/>
                </a:solidFill>
                <a:ea typeface="ＭＳ Ｐゴシック" pitchFamily="-80" charset="-128"/>
              </a:rPr>
              <a:t>Pour un problème technique, Tapez 1</a:t>
            </a:r>
          </a:p>
          <a:p>
            <a:pPr algn="ctr"/>
            <a:r>
              <a:rPr lang="fr-FR" sz="600">
                <a:solidFill>
                  <a:srgbClr val="000000"/>
                </a:solidFill>
                <a:ea typeface="ＭＳ Ｐゴシック" pitchFamily="-80" charset="-128"/>
              </a:rPr>
              <a:t>Pour votre déménagement, tapez 2</a:t>
            </a:r>
          </a:p>
          <a:p>
            <a:pPr algn="ctr"/>
            <a:r>
              <a:rPr lang="fr-FR" sz="600">
                <a:solidFill>
                  <a:srgbClr val="000000"/>
                </a:solidFill>
                <a:ea typeface="ＭＳ Ｐゴシック" pitchFamily="-80" charset="-128"/>
              </a:rPr>
              <a:t>Pour obtenir un nouveau mot de passe de connexion sfr.fr, tapez 3 </a:t>
            </a:r>
            <a:endParaRPr lang="fr-FR" sz="600" strike="sngStrike">
              <a:solidFill>
                <a:srgbClr val="000000"/>
              </a:solidFill>
              <a:ea typeface="ＭＳ Ｐゴシック" pitchFamily="-80" charset="-128"/>
            </a:endParaRPr>
          </a:p>
          <a:p>
            <a:pPr algn="ctr"/>
            <a:r>
              <a:rPr lang="fr-FR" sz="600">
                <a:solidFill>
                  <a:srgbClr val="000000"/>
                </a:solidFill>
                <a:ea typeface="ＭＳ Ｐゴシック" pitchFamily="-80" charset="-128"/>
              </a:rPr>
              <a:t>Pour une demande administrative ou commerciale, Tapez 4</a:t>
            </a:r>
          </a:p>
        </p:txBody>
      </p:sp>
      <p:sp>
        <p:nvSpPr>
          <p:cNvPr id="14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6" name="Titre 15"/>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PREMIUM</a:t>
            </a:r>
            <a:endParaRPr lang="fr-FR" sz="1400"/>
          </a:p>
        </p:txBody>
      </p:sp>
      <p:sp>
        <p:nvSpPr>
          <p:cNvPr id="105" name="AutoShape 87">
            <a:hlinkClick r:id="rId6" action="ppaction://hlinksldjump"/>
          </p:cNvPr>
          <p:cNvSpPr>
            <a:spLocks noChangeArrowheads="1"/>
          </p:cNvSpPr>
          <p:nvPr/>
        </p:nvSpPr>
        <p:spPr bwMode="auto">
          <a:xfrm rot="10800000">
            <a:off x="4666708" y="4190005"/>
            <a:ext cx="96960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REINIT MOT DE PASSE</a:t>
            </a:r>
          </a:p>
        </p:txBody>
      </p:sp>
      <p:sp>
        <p:nvSpPr>
          <p:cNvPr id="120" name="AutoShape 73"/>
          <p:cNvSpPr>
            <a:spLocks noChangeArrowheads="1"/>
          </p:cNvSpPr>
          <p:nvPr/>
        </p:nvSpPr>
        <p:spPr bwMode="auto">
          <a:xfrm>
            <a:off x="859884" y="4091812"/>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TECH</a:t>
            </a:r>
          </a:p>
        </p:txBody>
      </p:sp>
      <p:sp>
        <p:nvSpPr>
          <p:cNvPr id="122" name="AutoShape 11">
            <a:hlinkClick r:id="rId7" action="ppaction://hlinksldjump"/>
          </p:cNvPr>
          <p:cNvSpPr>
            <a:spLocks noChangeArrowheads="1"/>
          </p:cNvSpPr>
          <p:nvPr/>
        </p:nvSpPr>
        <p:spPr bwMode="auto">
          <a:xfrm rot="10800000">
            <a:off x="265080" y="4777521"/>
            <a:ext cx="564037" cy="245474"/>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TECH</a:t>
            </a:r>
          </a:p>
        </p:txBody>
      </p:sp>
      <p:cxnSp>
        <p:nvCxnSpPr>
          <p:cNvPr id="128" name="Connecteur en angle 127"/>
          <p:cNvCxnSpPr>
            <a:stCxn id="120" idx="1"/>
            <a:endCxn id="129" idx="0"/>
          </p:cNvCxnSpPr>
          <p:nvPr/>
        </p:nvCxnSpPr>
        <p:spPr bwMode="auto">
          <a:xfrm rot="10800000" flipV="1">
            <a:off x="551484" y="4283619"/>
            <a:ext cx="308400" cy="22290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14"/>
          <p:cNvSpPr>
            <a:spLocks noChangeArrowheads="1"/>
          </p:cNvSpPr>
          <p:nvPr/>
        </p:nvSpPr>
        <p:spPr bwMode="auto">
          <a:xfrm>
            <a:off x="-13733" y="4506519"/>
            <a:ext cx="1130434" cy="17094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10000_PREMIUM_TECH_HNO</a:t>
            </a:r>
          </a:p>
        </p:txBody>
      </p:sp>
      <p:cxnSp>
        <p:nvCxnSpPr>
          <p:cNvPr id="14" name="Connecteur en angle 13"/>
          <p:cNvCxnSpPr>
            <a:stCxn id="120" idx="3"/>
            <a:endCxn id="118" idx="0"/>
          </p:cNvCxnSpPr>
          <p:nvPr/>
        </p:nvCxnSpPr>
        <p:spPr bwMode="auto">
          <a:xfrm>
            <a:off x="1728772" y="4283619"/>
            <a:ext cx="110598" cy="97931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73"/>
          <p:cNvSpPr>
            <a:spLocks noChangeArrowheads="1"/>
          </p:cNvSpPr>
          <p:nvPr/>
        </p:nvSpPr>
        <p:spPr bwMode="auto">
          <a:xfrm>
            <a:off x="2734803" y="3803901"/>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DEM</a:t>
            </a:r>
          </a:p>
        </p:txBody>
      </p:sp>
      <p:sp>
        <p:nvSpPr>
          <p:cNvPr id="160" name="AutoShape 11">
            <a:hlinkClick r:id="rId8" action="ppaction://hlinksldjump"/>
          </p:cNvPr>
          <p:cNvSpPr>
            <a:spLocks noChangeArrowheads="1"/>
          </p:cNvSpPr>
          <p:nvPr/>
        </p:nvSpPr>
        <p:spPr bwMode="auto">
          <a:xfrm rot="10800000">
            <a:off x="3913257" y="4240745"/>
            <a:ext cx="564037" cy="31547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DEM</a:t>
            </a:r>
          </a:p>
        </p:txBody>
      </p:sp>
      <p:cxnSp>
        <p:nvCxnSpPr>
          <p:cNvPr id="163" name="Connecteur en angle 162"/>
          <p:cNvCxnSpPr>
            <a:stCxn id="152" idx="3"/>
            <a:endCxn id="160" idx="2"/>
          </p:cNvCxnSpPr>
          <p:nvPr/>
        </p:nvCxnSpPr>
        <p:spPr bwMode="auto">
          <a:xfrm>
            <a:off x="3603691" y="3995708"/>
            <a:ext cx="591584" cy="24503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AutoShape 14"/>
          <p:cNvSpPr>
            <a:spLocks noChangeArrowheads="1"/>
          </p:cNvSpPr>
          <p:nvPr/>
        </p:nvSpPr>
        <p:spPr bwMode="auto">
          <a:xfrm>
            <a:off x="3614305" y="3917046"/>
            <a:ext cx="1174853" cy="16545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20000_PREMIUM_DMGT_HNO</a:t>
            </a:r>
          </a:p>
        </p:txBody>
      </p:sp>
      <p:cxnSp>
        <p:nvCxnSpPr>
          <p:cNvPr id="182" name="Connecteur en angle 181"/>
          <p:cNvCxnSpPr>
            <a:stCxn id="152" idx="2"/>
            <a:endCxn id="216" idx="0"/>
          </p:cNvCxnSpPr>
          <p:nvPr/>
        </p:nvCxnSpPr>
        <p:spPr bwMode="auto">
          <a:xfrm rot="5400000">
            <a:off x="2922189" y="4426523"/>
            <a:ext cx="486066" cy="805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en angle 23"/>
          <p:cNvCxnSpPr>
            <a:stCxn id="270" idx="2"/>
            <a:endCxn id="152" idx="0"/>
          </p:cNvCxnSpPr>
          <p:nvPr/>
        </p:nvCxnSpPr>
        <p:spPr bwMode="auto">
          <a:xfrm rot="5400000">
            <a:off x="3120255" y="3750353"/>
            <a:ext cx="102541" cy="455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157"/>
          <p:cNvSpPr txBox="1">
            <a:spLocks noChangeArrowheads="1"/>
          </p:cNvSpPr>
          <p:nvPr/>
        </p:nvSpPr>
        <p:spPr bwMode="auto">
          <a:xfrm>
            <a:off x="3556205" y="379371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184" name="Text Box 157"/>
          <p:cNvSpPr txBox="1">
            <a:spLocks noChangeArrowheads="1"/>
          </p:cNvSpPr>
          <p:nvPr/>
        </p:nvSpPr>
        <p:spPr bwMode="auto">
          <a:xfrm>
            <a:off x="571175" y="411090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HNO</a:t>
            </a:r>
          </a:p>
        </p:txBody>
      </p:sp>
      <p:sp>
        <p:nvSpPr>
          <p:cNvPr id="185" name="Text Box 157"/>
          <p:cNvSpPr txBox="1">
            <a:spLocks noChangeArrowheads="1"/>
          </p:cNvSpPr>
          <p:nvPr/>
        </p:nvSpPr>
        <p:spPr bwMode="auto">
          <a:xfrm>
            <a:off x="1601504" y="4407033"/>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189" name="Text Box 157"/>
          <p:cNvSpPr txBox="1">
            <a:spLocks noChangeArrowheads="1"/>
          </p:cNvSpPr>
          <p:nvPr/>
        </p:nvSpPr>
        <p:spPr bwMode="auto">
          <a:xfrm>
            <a:off x="2818804" y="4173590"/>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HO</a:t>
            </a:r>
          </a:p>
        </p:txBody>
      </p:sp>
      <p:sp>
        <p:nvSpPr>
          <p:cNvPr id="211" name="AutoShape 87">
            <a:hlinkClick r:id="rId9" action="ppaction://hlinksldjump"/>
          </p:cNvPr>
          <p:cNvSpPr>
            <a:spLocks noChangeArrowheads="1"/>
          </p:cNvSpPr>
          <p:nvPr/>
        </p:nvSpPr>
        <p:spPr bwMode="auto">
          <a:xfrm rot="10800000">
            <a:off x="1368847" y="6328700"/>
            <a:ext cx="96960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PREMIUM 2</a:t>
            </a:r>
          </a:p>
        </p:txBody>
      </p:sp>
      <p:sp>
        <p:nvSpPr>
          <p:cNvPr id="97" name="AutoShape 31">
            <a:hlinkClick r:id="" action="ppaction://noaction"/>
          </p:cNvPr>
          <p:cNvSpPr>
            <a:spLocks noChangeArrowheads="1"/>
          </p:cNvSpPr>
          <p:nvPr/>
        </p:nvSpPr>
        <p:spPr bwMode="auto">
          <a:xfrm>
            <a:off x="1355877" y="5503204"/>
            <a:ext cx="1013723" cy="120131"/>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a:t>
            </a:r>
          </a:p>
        </p:txBody>
      </p:sp>
      <p:sp>
        <p:nvSpPr>
          <p:cNvPr id="110" name="AutoShape 31">
            <a:hlinkClick r:id="" action="ppaction://noaction"/>
          </p:cNvPr>
          <p:cNvSpPr>
            <a:spLocks noChangeArrowheads="1"/>
          </p:cNvSpPr>
          <p:nvPr/>
        </p:nvSpPr>
        <p:spPr bwMode="auto">
          <a:xfrm>
            <a:off x="1380666" y="6019240"/>
            <a:ext cx="964146" cy="19950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FIXE_PREMIUM_TECH</a:t>
            </a:r>
            <a:endParaRPr lang="fr-FR" sz="600">
              <a:solidFill>
                <a:srgbClr val="D31E05"/>
              </a:solidFill>
            </a:endParaRPr>
          </a:p>
        </p:txBody>
      </p:sp>
      <p:cxnSp>
        <p:nvCxnSpPr>
          <p:cNvPr id="25" name="Connecteur droit 24"/>
          <p:cNvCxnSpPr>
            <a:stCxn id="110" idx="2"/>
            <a:endCxn id="211" idx="2"/>
          </p:cNvCxnSpPr>
          <p:nvPr/>
        </p:nvCxnSpPr>
        <p:spPr bwMode="auto">
          <a:xfrm flipH="1">
            <a:off x="1853651" y="6218742"/>
            <a:ext cx="9088" cy="10995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AutoShape 14"/>
          <p:cNvSpPr>
            <a:spLocks noChangeArrowheads="1"/>
          </p:cNvSpPr>
          <p:nvPr/>
        </p:nvSpPr>
        <p:spPr bwMode="auto">
          <a:xfrm>
            <a:off x="1206187" y="5262935"/>
            <a:ext cx="1266365" cy="15008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10000_PREMIUM_TECH_HO</a:t>
            </a:r>
          </a:p>
        </p:txBody>
      </p:sp>
      <p:sp>
        <p:nvSpPr>
          <p:cNvPr id="142" name="AutoShape 14"/>
          <p:cNvSpPr>
            <a:spLocks noChangeArrowheads="1"/>
          </p:cNvSpPr>
          <p:nvPr/>
        </p:nvSpPr>
        <p:spPr bwMode="auto">
          <a:xfrm>
            <a:off x="2634687" y="4416717"/>
            <a:ext cx="1056208" cy="152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20000_PREMIUM_DMGT_HO</a:t>
            </a:r>
          </a:p>
        </p:txBody>
      </p:sp>
      <p:sp>
        <p:nvSpPr>
          <p:cNvPr id="145" name="AutoShape 31">
            <a:hlinkClick r:id="" action="ppaction://noaction"/>
          </p:cNvPr>
          <p:cNvSpPr>
            <a:spLocks noChangeArrowheads="1"/>
          </p:cNvSpPr>
          <p:nvPr/>
        </p:nvSpPr>
        <p:spPr bwMode="auto">
          <a:xfrm>
            <a:off x="4524263" y="3653057"/>
            <a:ext cx="1321891" cy="17477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FIXE_PREMIUM_REINIT_MDP</a:t>
            </a:r>
            <a:endParaRPr lang="fr-FR" sz="600">
              <a:solidFill>
                <a:srgbClr val="D31E05"/>
              </a:solidFill>
            </a:endParaRPr>
          </a:p>
        </p:txBody>
      </p:sp>
      <p:sp>
        <p:nvSpPr>
          <p:cNvPr id="149" name="AutoShape 87">
            <a:hlinkClick r:id="rId10" action="ppaction://hlinksldjump"/>
          </p:cNvPr>
          <p:cNvSpPr>
            <a:spLocks noChangeArrowheads="1"/>
          </p:cNvSpPr>
          <p:nvPr/>
        </p:nvSpPr>
        <p:spPr bwMode="auto">
          <a:xfrm rot="10800000">
            <a:off x="43815" y="2326213"/>
            <a:ext cx="969609" cy="469073"/>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WCB DIGITAL</a:t>
            </a:r>
          </a:p>
          <a:p>
            <a:pPr algn="ctr" eaLnBrk="0" hangingPunct="0"/>
            <a:r>
              <a:rPr lang="fr-FR" sz="600" b="1">
                <a:solidFill>
                  <a:srgbClr val="000000"/>
                </a:solidFill>
                <a:latin typeface="Arial"/>
                <a:ea typeface="ＭＳ Ｐゴシック" charset="0"/>
              </a:rPr>
              <a:t>(PREMIUM </a:t>
            </a:r>
            <a:r>
              <a:rPr lang="fr-FR" sz="600" b="1" err="1">
                <a:solidFill>
                  <a:srgbClr val="000000"/>
                </a:solidFill>
                <a:latin typeface="Arial"/>
                <a:ea typeface="ＭＳ Ｐゴシック" charset="0"/>
              </a:rPr>
              <a:t>tech</a:t>
            </a:r>
            <a:r>
              <a:rPr lang="fr-FR" sz="600" b="1">
                <a:solidFill>
                  <a:srgbClr val="000000"/>
                </a:solidFill>
                <a:latin typeface="Arial"/>
                <a:ea typeface="ＭＳ Ｐゴシック" charset="0"/>
              </a:rPr>
              <a:t>)</a:t>
            </a:r>
          </a:p>
        </p:txBody>
      </p:sp>
      <p:sp>
        <p:nvSpPr>
          <p:cNvPr id="157" name="AutoShape 208"/>
          <p:cNvSpPr>
            <a:spLocks noChangeArrowheads="1"/>
          </p:cNvSpPr>
          <p:nvPr/>
        </p:nvSpPr>
        <p:spPr bwMode="auto">
          <a:xfrm>
            <a:off x="-15367" y="2847520"/>
            <a:ext cx="1163582" cy="1509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10000_WCB_PREMIUM_TECH</a:t>
            </a:r>
          </a:p>
        </p:txBody>
      </p:sp>
      <p:sp>
        <p:nvSpPr>
          <p:cNvPr id="159" name="Text Box 157"/>
          <p:cNvSpPr txBox="1">
            <a:spLocks noChangeArrowheads="1"/>
          </p:cNvSpPr>
          <p:nvPr/>
        </p:nvSpPr>
        <p:spPr bwMode="auto">
          <a:xfrm>
            <a:off x="763994" y="2627433"/>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 02, 03</a:t>
            </a:r>
          </a:p>
        </p:txBody>
      </p:sp>
      <p:sp>
        <p:nvSpPr>
          <p:cNvPr id="167" name="AutoShape 87">
            <a:hlinkClick r:id="rId10" action="ppaction://hlinksldjump"/>
          </p:cNvPr>
          <p:cNvSpPr>
            <a:spLocks noChangeArrowheads="1"/>
          </p:cNvSpPr>
          <p:nvPr/>
        </p:nvSpPr>
        <p:spPr bwMode="auto">
          <a:xfrm rot="10800000">
            <a:off x="1940465" y="3048401"/>
            <a:ext cx="721441" cy="43018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WCB DIGITAL</a:t>
            </a:r>
          </a:p>
          <a:p>
            <a:pPr algn="ctr" eaLnBrk="0" hangingPunct="0"/>
            <a:r>
              <a:rPr lang="fr-FR" sz="600" b="1">
                <a:solidFill>
                  <a:srgbClr val="000000"/>
                </a:solidFill>
                <a:latin typeface="Arial"/>
                <a:ea typeface="ＭＳ Ｐゴシック" charset="0"/>
              </a:rPr>
              <a:t>(PREMIUM</a:t>
            </a:r>
          </a:p>
          <a:p>
            <a:pPr algn="ctr" eaLnBrk="0" hangingPunct="0"/>
            <a:r>
              <a:rPr lang="fr-FR" sz="600" b="1">
                <a:solidFill>
                  <a:srgbClr val="000000"/>
                </a:solidFill>
                <a:latin typeface="Arial"/>
                <a:ea typeface="ＭＳ Ｐゴシック" charset="0"/>
              </a:rPr>
              <a:t>DMGT)</a:t>
            </a:r>
          </a:p>
        </p:txBody>
      </p:sp>
      <p:cxnSp>
        <p:nvCxnSpPr>
          <p:cNvPr id="263" name="Connecteur en angle 262"/>
          <p:cNvCxnSpPr>
            <a:stCxn id="167" idx="0"/>
            <a:endCxn id="270" idx="1"/>
          </p:cNvCxnSpPr>
          <p:nvPr/>
        </p:nvCxnSpPr>
        <p:spPr bwMode="auto">
          <a:xfrm rot="16200000" flipH="1">
            <a:off x="2346279" y="3433495"/>
            <a:ext cx="142623" cy="232811"/>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Text Box 157"/>
          <p:cNvSpPr txBox="1">
            <a:spLocks noChangeArrowheads="1"/>
          </p:cNvSpPr>
          <p:nvPr/>
        </p:nvSpPr>
        <p:spPr bwMode="auto">
          <a:xfrm>
            <a:off x="1788747" y="3683529"/>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04</a:t>
            </a:r>
          </a:p>
        </p:txBody>
      </p:sp>
      <p:sp>
        <p:nvSpPr>
          <p:cNvPr id="191" name="AutoShape 68">
            <a:hlinkClick r:id="" action="ppaction://noaction"/>
          </p:cNvPr>
          <p:cNvSpPr>
            <a:spLocks noChangeArrowheads="1"/>
          </p:cNvSpPr>
          <p:nvPr/>
        </p:nvSpPr>
        <p:spPr bwMode="auto">
          <a:xfrm>
            <a:off x="6179703" y="4083536"/>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a:t>
            </a:r>
          </a:p>
          <a:p>
            <a:pPr algn="ctr" eaLnBrk="0" hangingPunct="0">
              <a:defRPr/>
            </a:pPr>
            <a:r>
              <a:rPr lang="fr-FR" sz="500">
                <a:solidFill>
                  <a:srgbClr val="FFFFFF"/>
                </a:solidFill>
                <a:ea typeface="ＭＳ Ｐゴシック" charset="0"/>
              </a:rPr>
              <a:t>FCT PREMIUM</a:t>
            </a:r>
          </a:p>
        </p:txBody>
      </p:sp>
      <p:sp>
        <p:nvSpPr>
          <p:cNvPr id="194" name="Text Box 156"/>
          <p:cNvSpPr txBox="1">
            <a:spLocks noChangeArrowheads="1"/>
          </p:cNvSpPr>
          <p:nvPr/>
        </p:nvSpPr>
        <p:spPr bwMode="auto">
          <a:xfrm>
            <a:off x="6014023" y="442398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95" name="Connecteur en angle 194"/>
          <p:cNvCxnSpPr>
            <a:cxnSpLocks/>
            <a:stCxn id="191" idx="3"/>
            <a:endCxn id="201" idx="2"/>
          </p:cNvCxnSpPr>
          <p:nvPr/>
        </p:nvCxnSpPr>
        <p:spPr bwMode="auto">
          <a:xfrm>
            <a:off x="6767137" y="4250365"/>
            <a:ext cx="557180" cy="12574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Text Box 157"/>
          <p:cNvSpPr txBox="1">
            <a:spLocks noChangeArrowheads="1"/>
          </p:cNvSpPr>
          <p:nvPr/>
        </p:nvSpPr>
        <p:spPr bwMode="auto">
          <a:xfrm>
            <a:off x="6647629" y="4084117"/>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201" name="AutoShape 87">
            <a:hlinkClick r:id="rId11" action="ppaction://hlinksldjump"/>
          </p:cNvPr>
          <p:cNvSpPr>
            <a:spLocks noChangeArrowheads="1"/>
          </p:cNvSpPr>
          <p:nvPr/>
        </p:nvSpPr>
        <p:spPr bwMode="auto">
          <a:xfrm rot="10800000">
            <a:off x="6839513" y="4376108"/>
            <a:ext cx="969609" cy="255966"/>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a:t>
            </a:r>
          </a:p>
          <a:p>
            <a:pPr algn="ctr" eaLnBrk="0" hangingPunct="0"/>
            <a:r>
              <a:rPr lang="fr-FR" sz="600" b="1">
                <a:solidFill>
                  <a:srgbClr val="000000"/>
                </a:solidFill>
                <a:latin typeface="Arial"/>
                <a:ea typeface="ＭＳ Ｐゴシック" charset="0"/>
              </a:rPr>
              <a:t>FCT PREMIUM</a:t>
            </a:r>
          </a:p>
        </p:txBody>
      </p:sp>
      <p:sp>
        <p:nvSpPr>
          <p:cNvPr id="204" name="AutoShape 87">
            <a:hlinkClick r:id="rId12" action="ppaction://hlinksldjump"/>
          </p:cNvPr>
          <p:cNvSpPr>
            <a:spLocks noChangeArrowheads="1"/>
          </p:cNvSpPr>
          <p:nvPr/>
        </p:nvSpPr>
        <p:spPr bwMode="auto">
          <a:xfrm rot="10800000">
            <a:off x="139973" y="5732216"/>
            <a:ext cx="584117" cy="31816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solidFill>
                  <a:srgbClr val="000000"/>
                </a:solidFill>
                <a:ea typeface="ＭＳ Ｐゴシック" charset="0"/>
              </a:rPr>
              <a:t>INCIDENT</a:t>
            </a:r>
          </a:p>
        </p:txBody>
      </p:sp>
      <p:cxnSp>
        <p:nvCxnSpPr>
          <p:cNvPr id="5" name="Connecteur en angle 4"/>
          <p:cNvCxnSpPr>
            <a:stCxn id="97" idx="1"/>
            <a:endCxn id="204" idx="2"/>
          </p:cNvCxnSpPr>
          <p:nvPr/>
        </p:nvCxnSpPr>
        <p:spPr bwMode="auto">
          <a:xfrm rot="10800000" flipV="1">
            <a:off x="432031" y="5563270"/>
            <a:ext cx="923846" cy="16894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stCxn id="204" idx="0"/>
            <a:endCxn id="110" idx="1"/>
          </p:cNvCxnSpPr>
          <p:nvPr/>
        </p:nvCxnSpPr>
        <p:spPr bwMode="auto">
          <a:xfrm rot="16200000" flipH="1">
            <a:off x="872044" y="5610368"/>
            <a:ext cx="68609" cy="94863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Text Box 157"/>
          <p:cNvSpPr txBox="1">
            <a:spLocks noChangeArrowheads="1"/>
          </p:cNvSpPr>
          <p:nvPr/>
        </p:nvSpPr>
        <p:spPr bwMode="auto">
          <a:xfrm>
            <a:off x="1858195" y="579722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a:t>
            </a:r>
          </a:p>
        </p:txBody>
      </p:sp>
      <p:sp>
        <p:nvSpPr>
          <p:cNvPr id="208" name="Text Box 157"/>
          <p:cNvSpPr txBox="1">
            <a:spLocks noChangeArrowheads="1"/>
          </p:cNvSpPr>
          <p:nvPr/>
        </p:nvSpPr>
        <p:spPr bwMode="auto">
          <a:xfrm>
            <a:off x="908635" y="5363034"/>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OUI</a:t>
            </a:r>
          </a:p>
        </p:txBody>
      </p:sp>
      <p:sp>
        <p:nvSpPr>
          <p:cNvPr id="225" name="ZoneTexte 224"/>
          <p:cNvSpPr txBox="1"/>
          <p:nvPr/>
        </p:nvSpPr>
        <p:spPr>
          <a:xfrm rot="1457175">
            <a:off x="4779102" y="2039252"/>
            <a:ext cx="1464853" cy="276999"/>
          </a:xfrm>
          <a:prstGeom prst="rect">
            <a:avLst/>
          </a:prstGeom>
          <a:noFill/>
        </p:spPr>
        <p:txBody>
          <a:bodyPr wrap="square" rtlCol="0">
            <a:spAutoFit/>
          </a:bodyPr>
          <a:lstStyle/>
          <a:p>
            <a:r>
              <a:rPr lang="fr-FR" sz="1200" b="1">
                <a:solidFill>
                  <a:srgbClr val="000000"/>
                </a:solidFill>
              </a:rPr>
              <a:t>Interruptible</a:t>
            </a:r>
          </a:p>
        </p:txBody>
      </p:sp>
      <p:cxnSp>
        <p:nvCxnSpPr>
          <p:cNvPr id="6" name="Connecteur droit 5"/>
          <p:cNvCxnSpPr>
            <a:stCxn id="240" idx="2"/>
            <a:endCxn id="191" idx="0"/>
          </p:cNvCxnSpPr>
          <p:nvPr/>
        </p:nvCxnSpPr>
        <p:spPr bwMode="auto">
          <a:xfrm flipH="1">
            <a:off x="6473420" y="4030847"/>
            <a:ext cx="4" cy="526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AutoShape 68">
            <a:hlinkClick r:id="" action="ppaction://noaction"/>
          </p:cNvPr>
          <p:cNvSpPr>
            <a:spLocks noChangeArrowheads="1"/>
          </p:cNvSpPr>
          <p:nvPr/>
        </p:nvSpPr>
        <p:spPr bwMode="auto">
          <a:xfrm>
            <a:off x="6179702" y="4813589"/>
            <a:ext cx="587434"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2</a:t>
            </a:r>
          </a:p>
          <a:p>
            <a:pPr algn="ctr" eaLnBrk="0" hangingPunct="0">
              <a:defRPr/>
            </a:pPr>
            <a:r>
              <a:rPr lang="fr-FR" sz="500">
                <a:solidFill>
                  <a:srgbClr val="FFFFFF"/>
                </a:solidFill>
                <a:ea typeface="ＭＳ Ｐゴシック" charset="0"/>
              </a:rPr>
              <a:t>FCT PREMIUM</a:t>
            </a:r>
          </a:p>
        </p:txBody>
      </p:sp>
      <p:sp>
        <p:nvSpPr>
          <p:cNvPr id="125" name="Text Box 156"/>
          <p:cNvSpPr txBox="1">
            <a:spLocks noChangeArrowheads="1"/>
          </p:cNvSpPr>
          <p:nvPr/>
        </p:nvSpPr>
        <p:spPr bwMode="auto">
          <a:xfrm>
            <a:off x="6014022" y="520914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26" name="Connecteur en angle 125"/>
          <p:cNvCxnSpPr>
            <a:cxnSpLocks/>
            <a:stCxn id="121" idx="3"/>
            <a:endCxn id="135" idx="2"/>
          </p:cNvCxnSpPr>
          <p:nvPr/>
        </p:nvCxnSpPr>
        <p:spPr bwMode="auto">
          <a:xfrm>
            <a:off x="6767136" y="5007973"/>
            <a:ext cx="616536" cy="10893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Text Box 157"/>
          <p:cNvSpPr txBox="1">
            <a:spLocks noChangeArrowheads="1"/>
          </p:cNvSpPr>
          <p:nvPr/>
        </p:nvSpPr>
        <p:spPr bwMode="auto">
          <a:xfrm>
            <a:off x="6647626" y="4869279"/>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35" name="AutoShape 87">
            <a:hlinkClick r:id="rId13" action="ppaction://hlinksldjump"/>
          </p:cNvPr>
          <p:cNvSpPr>
            <a:spLocks noChangeArrowheads="1"/>
          </p:cNvSpPr>
          <p:nvPr/>
        </p:nvSpPr>
        <p:spPr bwMode="auto">
          <a:xfrm rot="10800000">
            <a:off x="6898868" y="5116905"/>
            <a:ext cx="969609" cy="316285"/>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2</a:t>
            </a:r>
          </a:p>
          <a:p>
            <a:pPr algn="ctr" eaLnBrk="0" hangingPunct="0"/>
            <a:r>
              <a:rPr lang="fr-FR" sz="600" b="1">
                <a:solidFill>
                  <a:srgbClr val="000000"/>
                </a:solidFill>
                <a:latin typeface="Arial"/>
                <a:ea typeface="ＭＳ Ｐゴシック" charset="0"/>
              </a:rPr>
              <a:t>FCT PREMIUM</a:t>
            </a:r>
          </a:p>
        </p:txBody>
      </p:sp>
      <p:sp>
        <p:nvSpPr>
          <p:cNvPr id="136" name="AutoShape 68">
            <a:hlinkClick r:id="" action="ppaction://noaction"/>
          </p:cNvPr>
          <p:cNvSpPr>
            <a:spLocks noChangeArrowheads="1"/>
          </p:cNvSpPr>
          <p:nvPr/>
        </p:nvSpPr>
        <p:spPr bwMode="auto">
          <a:xfrm>
            <a:off x="6185663" y="5518736"/>
            <a:ext cx="587434" cy="42695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3</a:t>
            </a:r>
          </a:p>
          <a:p>
            <a:pPr algn="ctr" eaLnBrk="0" hangingPunct="0">
              <a:defRPr/>
            </a:pPr>
            <a:r>
              <a:rPr lang="fr-FR" sz="500">
                <a:solidFill>
                  <a:srgbClr val="FFFFFF"/>
                </a:solidFill>
                <a:ea typeface="ＭＳ Ｐゴシック" charset="0"/>
              </a:rPr>
              <a:t>FCT PREMIUM</a:t>
            </a:r>
          </a:p>
        </p:txBody>
      </p:sp>
      <p:sp>
        <p:nvSpPr>
          <p:cNvPr id="137" name="Text Box 156"/>
          <p:cNvSpPr txBox="1">
            <a:spLocks noChangeArrowheads="1"/>
          </p:cNvSpPr>
          <p:nvPr/>
        </p:nvSpPr>
        <p:spPr bwMode="auto">
          <a:xfrm>
            <a:off x="6036481" y="594569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41" name="Connecteur en angle 140"/>
          <p:cNvCxnSpPr>
            <a:cxnSpLocks/>
            <a:stCxn id="136" idx="3"/>
            <a:endCxn id="150" idx="2"/>
          </p:cNvCxnSpPr>
          <p:nvPr/>
        </p:nvCxnSpPr>
        <p:spPr bwMode="auto">
          <a:xfrm>
            <a:off x="6773097" y="5732216"/>
            <a:ext cx="654368" cy="7036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Text Box 157"/>
          <p:cNvSpPr txBox="1">
            <a:spLocks noChangeArrowheads="1"/>
          </p:cNvSpPr>
          <p:nvPr/>
        </p:nvSpPr>
        <p:spPr bwMode="auto">
          <a:xfrm>
            <a:off x="6749837" y="5550187"/>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cxnSp>
        <p:nvCxnSpPr>
          <p:cNvPr id="148" name="Connecteur droit 147"/>
          <p:cNvCxnSpPr/>
          <p:nvPr/>
        </p:nvCxnSpPr>
        <p:spPr bwMode="auto">
          <a:xfrm flipV="1">
            <a:off x="6390726" y="5651541"/>
            <a:ext cx="9698" cy="413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AutoShape 87">
            <a:hlinkClick r:id="rId14" action="ppaction://hlinksldjump"/>
          </p:cNvPr>
          <p:cNvSpPr>
            <a:spLocks noChangeArrowheads="1"/>
          </p:cNvSpPr>
          <p:nvPr/>
        </p:nvSpPr>
        <p:spPr bwMode="auto">
          <a:xfrm rot="10800000">
            <a:off x="6942661" y="5802576"/>
            <a:ext cx="969609" cy="30128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3</a:t>
            </a:r>
          </a:p>
          <a:p>
            <a:pPr algn="ctr" eaLnBrk="0" hangingPunct="0"/>
            <a:r>
              <a:rPr lang="fr-FR" sz="600" b="1">
                <a:solidFill>
                  <a:srgbClr val="000000"/>
                </a:solidFill>
                <a:latin typeface="Arial"/>
                <a:ea typeface="ＭＳ Ｐゴシック" charset="0"/>
              </a:rPr>
              <a:t>FCT PREMIUM</a:t>
            </a:r>
          </a:p>
        </p:txBody>
      </p:sp>
      <p:cxnSp>
        <p:nvCxnSpPr>
          <p:cNvPr id="19" name="Connecteur droit 18"/>
          <p:cNvCxnSpPr>
            <a:stCxn id="191" idx="2"/>
            <a:endCxn id="121" idx="0"/>
          </p:cNvCxnSpPr>
          <p:nvPr/>
        </p:nvCxnSpPr>
        <p:spPr bwMode="auto">
          <a:xfrm flipH="1">
            <a:off x="6473419" y="4417194"/>
            <a:ext cx="1" cy="3963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20"/>
          <p:cNvCxnSpPr>
            <a:stCxn id="121" idx="2"/>
            <a:endCxn id="136" idx="0"/>
          </p:cNvCxnSpPr>
          <p:nvPr/>
        </p:nvCxnSpPr>
        <p:spPr bwMode="auto">
          <a:xfrm>
            <a:off x="6473419" y="5202356"/>
            <a:ext cx="5961" cy="3163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en angle 22"/>
          <p:cNvCxnSpPr>
            <a:cxnSpLocks/>
            <a:stCxn id="136" idx="2"/>
            <a:endCxn id="168" idx="2"/>
          </p:cNvCxnSpPr>
          <p:nvPr/>
        </p:nvCxnSpPr>
        <p:spPr bwMode="auto">
          <a:xfrm rot="16200000" flipH="1">
            <a:off x="6339616" y="6085458"/>
            <a:ext cx="299025" cy="1949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Connecteur en angle 238"/>
          <p:cNvCxnSpPr>
            <a:cxnSpLocks/>
            <a:stCxn id="201" idx="0"/>
            <a:endCxn id="121" idx="0"/>
          </p:cNvCxnSpPr>
          <p:nvPr/>
        </p:nvCxnSpPr>
        <p:spPr bwMode="auto">
          <a:xfrm rot="5400000">
            <a:off x="6808111" y="4297382"/>
            <a:ext cx="181515" cy="85089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Connecteur en angle 249"/>
          <p:cNvCxnSpPr>
            <a:cxnSpLocks/>
            <a:stCxn id="150" idx="0"/>
            <a:endCxn id="168" idx="2"/>
          </p:cNvCxnSpPr>
          <p:nvPr/>
        </p:nvCxnSpPr>
        <p:spPr bwMode="auto">
          <a:xfrm rot="5400000">
            <a:off x="6892744" y="5709998"/>
            <a:ext cx="140855" cy="92858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Connecteur en angle 252"/>
          <p:cNvCxnSpPr>
            <a:cxnSpLocks/>
            <a:stCxn id="135" idx="0"/>
            <a:endCxn id="136" idx="0"/>
          </p:cNvCxnSpPr>
          <p:nvPr/>
        </p:nvCxnSpPr>
        <p:spPr bwMode="auto">
          <a:xfrm rot="5400000">
            <a:off x="6888753" y="5023817"/>
            <a:ext cx="85546" cy="904292"/>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9"/>
          <p:cNvCxnSpPr>
            <a:stCxn id="97" idx="2"/>
            <a:endCxn id="110" idx="0"/>
          </p:cNvCxnSpPr>
          <p:nvPr/>
        </p:nvCxnSpPr>
        <p:spPr bwMode="auto">
          <a:xfrm>
            <a:off x="1862739" y="5623335"/>
            <a:ext cx="0" cy="3959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p:cNvCxnSpPr>
            <a:stCxn id="118" idx="2"/>
            <a:endCxn id="97" idx="0"/>
          </p:cNvCxnSpPr>
          <p:nvPr/>
        </p:nvCxnSpPr>
        <p:spPr bwMode="auto">
          <a:xfrm>
            <a:off x="1839370" y="5413021"/>
            <a:ext cx="23369" cy="901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droit 3"/>
          <p:cNvCxnSpPr>
            <a:stCxn id="122" idx="2"/>
            <a:endCxn id="129" idx="2"/>
          </p:cNvCxnSpPr>
          <p:nvPr/>
        </p:nvCxnSpPr>
        <p:spPr bwMode="auto">
          <a:xfrm flipV="1">
            <a:off x="547098" y="4677465"/>
            <a:ext cx="4386" cy="1000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p:cNvCxnSpPr>
            <a:stCxn id="119" idx="0"/>
            <a:endCxn id="132" idx="0"/>
          </p:cNvCxnSpPr>
          <p:nvPr/>
        </p:nvCxnSpPr>
        <p:spPr bwMode="auto">
          <a:xfrm>
            <a:off x="4088904" y="960176"/>
            <a:ext cx="85" cy="1908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Connecteur droit 255">
            <a:extLst>
              <a:ext uri="{FF2B5EF4-FFF2-40B4-BE49-F238E27FC236}">
                <a16:creationId xmlns:a16="http://schemas.microsoft.com/office/drawing/2014/main" id="{38626BA5-CB7A-A5D0-33CD-6AE6875BD503}"/>
              </a:ext>
            </a:extLst>
          </p:cNvPr>
          <p:cNvCxnSpPr>
            <a:cxnSpLocks/>
            <a:stCxn id="132" idx="2"/>
            <a:endCxn id="166" idx="0"/>
          </p:cNvCxnSpPr>
          <p:nvPr/>
        </p:nvCxnSpPr>
        <p:spPr bwMode="auto">
          <a:xfrm>
            <a:off x="4088989" y="1325759"/>
            <a:ext cx="3065" cy="2031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avec flèche 11">
            <a:extLst>
              <a:ext uri="{FF2B5EF4-FFF2-40B4-BE49-F238E27FC236}">
                <a16:creationId xmlns:a16="http://schemas.microsoft.com/office/drawing/2014/main" id="{7413A937-2155-29D8-259E-2D0C33AFCD1A}"/>
              </a:ext>
            </a:extLst>
          </p:cNvPr>
          <p:cNvCxnSpPr>
            <a:stCxn id="166" idx="2"/>
            <a:endCxn id="140" idx="0"/>
          </p:cNvCxnSpPr>
          <p:nvPr/>
        </p:nvCxnSpPr>
        <p:spPr bwMode="auto">
          <a:xfrm flipH="1">
            <a:off x="4091396" y="1731418"/>
            <a:ext cx="658" cy="27258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AutoShape 55">
            <a:extLst>
              <a:ext uri="{FF2B5EF4-FFF2-40B4-BE49-F238E27FC236}">
                <a16:creationId xmlns:a16="http://schemas.microsoft.com/office/drawing/2014/main" id="{45BC725F-46DF-D069-DAA2-08B12405BBF6}"/>
              </a:ext>
            </a:extLst>
          </p:cNvPr>
          <p:cNvSpPr>
            <a:spLocks noChangeArrowheads="1"/>
          </p:cNvSpPr>
          <p:nvPr/>
        </p:nvSpPr>
        <p:spPr bwMode="auto">
          <a:xfrm>
            <a:off x="8156140" y="2451396"/>
            <a:ext cx="99695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00062_PREMIUM_NMNI_X2</a:t>
            </a:r>
          </a:p>
        </p:txBody>
      </p:sp>
      <p:cxnSp>
        <p:nvCxnSpPr>
          <p:cNvPr id="28" name="Connecteur : en angle 27">
            <a:extLst>
              <a:ext uri="{FF2B5EF4-FFF2-40B4-BE49-F238E27FC236}">
                <a16:creationId xmlns:a16="http://schemas.microsoft.com/office/drawing/2014/main" id="{4A79D0EE-3A40-BCB9-51E0-A9C49A761A19}"/>
              </a:ext>
            </a:extLst>
          </p:cNvPr>
          <p:cNvCxnSpPr>
            <a:stCxn id="296" idx="7"/>
            <a:endCxn id="11" idx="2"/>
          </p:cNvCxnSpPr>
          <p:nvPr/>
        </p:nvCxnSpPr>
        <p:spPr bwMode="auto">
          <a:xfrm rot="5400000" flipH="1" flipV="1">
            <a:off x="8437756" y="2631940"/>
            <a:ext cx="252941" cy="180778"/>
          </a:xfrm>
          <a:prstGeom prst="bentConnector3">
            <a:avLst>
              <a:gd name="adj1" fmla="val 5573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Connecteur : en angle 32">
            <a:extLst>
              <a:ext uri="{FF2B5EF4-FFF2-40B4-BE49-F238E27FC236}">
                <a16:creationId xmlns:a16="http://schemas.microsoft.com/office/drawing/2014/main" id="{38823F3C-243F-E0CC-9EDB-CB37F60211E1}"/>
              </a:ext>
            </a:extLst>
          </p:cNvPr>
          <p:cNvCxnSpPr>
            <a:stCxn id="304" idx="0"/>
            <a:endCxn id="158" idx="2"/>
          </p:cNvCxnSpPr>
          <p:nvPr/>
        </p:nvCxnSpPr>
        <p:spPr bwMode="auto">
          <a:xfrm rot="5400000" flipH="1" flipV="1">
            <a:off x="7625343" y="1997218"/>
            <a:ext cx="264777" cy="627806"/>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 en angle 34">
            <a:extLst>
              <a:ext uri="{FF2B5EF4-FFF2-40B4-BE49-F238E27FC236}">
                <a16:creationId xmlns:a16="http://schemas.microsoft.com/office/drawing/2014/main" id="{8C8EB82F-A375-650B-2691-12913856A61A}"/>
              </a:ext>
            </a:extLst>
          </p:cNvPr>
          <p:cNvCxnSpPr>
            <a:stCxn id="11" idx="0"/>
            <a:endCxn id="158" idx="2"/>
          </p:cNvCxnSpPr>
          <p:nvPr/>
        </p:nvCxnSpPr>
        <p:spPr bwMode="auto">
          <a:xfrm rot="16200000" flipV="1">
            <a:off x="8226793" y="2023573"/>
            <a:ext cx="272664" cy="58298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Text Box 157">
            <a:extLst>
              <a:ext uri="{FF2B5EF4-FFF2-40B4-BE49-F238E27FC236}">
                <a16:creationId xmlns:a16="http://schemas.microsoft.com/office/drawing/2014/main" id="{2E49E9D8-0CE1-BD9F-EFB2-3C2869F5FCBA}"/>
              </a:ext>
            </a:extLst>
          </p:cNvPr>
          <p:cNvSpPr txBox="1">
            <a:spLocks noChangeArrowheads="1"/>
          </p:cNvSpPr>
          <p:nvPr/>
        </p:nvSpPr>
        <p:spPr bwMode="auto">
          <a:xfrm>
            <a:off x="8608031" y="2626115"/>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=2</a:t>
            </a:r>
          </a:p>
        </p:txBody>
      </p:sp>
      <p:sp>
        <p:nvSpPr>
          <p:cNvPr id="38" name="Text Box 157">
            <a:extLst>
              <a:ext uri="{FF2B5EF4-FFF2-40B4-BE49-F238E27FC236}">
                <a16:creationId xmlns:a16="http://schemas.microsoft.com/office/drawing/2014/main" id="{C87A4246-DCA1-0809-31EF-BE856E7A55D5}"/>
              </a:ext>
            </a:extLst>
          </p:cNvPr>
          <p:cNvSpPr txBox="1">
            <a:spLocks noChangeArrowheads="1"/>
          </p:cNvSpPr>
          <p:nvPr/>
        </p:nvSpPr>
        <p:spPr bwMode="auto">
          <a:xfrm>
            <a:off x="7356798" y="2672278"/>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=1</a:t>
            </a:r>
          </a:p>
        </p:txBody>
      </p:sp>
    </p:spTree>
    <p:extLst>
      <p:ext uri="{BB962C8B-B14F-4D97-AF65-F5344CB8AC3E}">
        <p14:creationId xmlns:p14="http://schemas.microsoft.com/office/powerpoint/2010/main" val="2305285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19</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3" y="6370487"/>
            <a:ext cx="86029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SOUS MENU</a:t>
            </a:r>
          </a:p>
        </p:txBody>
      </p:sp>
      <p:sp>
        <p:nvSpPr>
          <p:cNvPr id="36" name="Rectangle 5"/>
          <p:cNvSpPr>
            <a:spLocks noChangeArrowheads="1"/>
          </p:cNvSpPr>
          <p:nvPr/>
        </p:nvSpPr>
        <p:spPr bwMode="auto">
          <a:xfrm>
            <a:off x="3927430" y="2199145"/>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 FCT PREMIUM</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258" idx="0"/>
          </p:cNvCxnSpPr>
          <p:nvPr/>
        </p:nvCxnSpPr>
        <p:spPr bwMode="auto">
          <a:xfrm>
            <a:off x="3524324" y="1827968"/>
            <a:ext cx="999786" cy="9903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527414" y="1337125"/>
            <a:ext cx="1461701" cy="15139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FIXE_CHOIX_FLASH_FCT_PREMIUM</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a:xfrm>
            <a:off x="2677526" y="21092"/>
            <a:ext cx="6077325" cy="261147"/>
          </a:xfrm>
        </p:spPr>
        <p:txBody>
          <a:bodyPr>
            <a:normAutofit/>
          </a:bodyPr>
          <a:lstStyle/>
          <a:p>
            <a:r>
              <a:rPr lang="fr-FR" sz="1400">
                <a:effectLst>
                  <a:outerShdw blurRad="38100" dist="38100" dir="2700000" algn="tl">
                    <a:srgbClr val="000000">
                      <a:alpha val="43137"/>
                    </a:srgbClr>
                  </a:outerShdw>
                </a:effectLst>
              </a:rPr>
              <a:t>CHOIX FLASH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40011_CHOIX_FLASH_FCT_PREM1</a:t>
            </a:r>
          </a:p>
        </p:txBody>
      </p:sp>
      <p:sp>
        <p:nvSpPr>
          <p:cNvPr id="86" name="AutoShape 142"/>
          <p:cNvSpPr>
            <a:spLocks noChangeArrowheads="1"/>
          </p:cNvSpPr>
          <p:nvPr/>
        </p:nvSpPr>
        <p:spPr bwMode="auto">
          <a:xfrm>
            <a:off x="2446857" y="481240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40031_CHOIX_FLASH_FCT_PREM3</a:t>
            </a:r>
          </a:p>
        </p:txBody>
      </p:sp>
      <p:sp>
        <p:nvSpPr>
          <p:cNvPr id="101" name="AutoShape 68">
            <a:hlinkClick r:id="rId5"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310852" y="4538909"/>
            <a:ext cx="1551602" cy="1443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40021_CHOIX_FLASH_FCT_PREM2_OK</a:t>
            </a:r>
          </a:p>
        </p:txBody>
      </p:sp>
      <p:cxnSp>
        <p:nvCxnSpPr>
          <p:cNvPr id="19" name="Connecteur droit 18"/>
          <p:cNvCxnSpPr>
            <a:cxnSpLocks/>
            <a:stCxn id="106" idx="2"/>
            <a:endCxn id="86" idx="0"/>
          </p:cNvCxnSpPr>
          <p:nvPr/>
        </p:nvCxnSpPr>
        <p:spPr bwMode="auto">
          <a:xfrm flipH="1">
            <a:off x="3081394" y="4683259"/>
            <a:ext cx="5259" cy="1291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flipH="1">
            <a:off x="3086653" y="4236290"/>
            <a:ext cx="178165" cy="302619"/>
          </a:xfrm>
          <a:prstGeom prst="bentConnector4">
            <a:avLst>
              <a:gd name="adj1" fmla="val -128308"/>
              <a:gd name="adj2" fmla="val 7649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 PREMIUM3</a:t>
            </a:r>
            <a:endParaRPr lang="fr-FR" sz="600" i="1">
              <a:solidFill>
                <a:srgbClr val="000000"/>
              </a:solidFill>
            </a:endParaRPr>
          </a:p>
        </p:txBody>
      </p:sp>
      <p:sp>
        <p:nvSpPr>
          <p:cNvPr id="108" name="AutoShape 68">
            <a:hlinkClick r:id="rId5"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479990" y="4483595"/>
            <a:ext cx="1448741" cy="184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40031_CHOIX_FLASH_FCT_PREM3_OK</a:t>
            </a:r>
          </a:p>
        </p:txBody>
      </p:sp>
      <p:cxnSp>
        <p:nvCxnSpPr>
          <p:cNvPr id="110" name="Connecteur droit 109"/>
          <p:cNvCxnSpPr>
            <a:cxnSpLocks/>
            <a:stCxn id="109" idx="2"/>
            <a:endCxn id="107" idx="0"/>
          </p:cNvCxnSpPr>
          <p:nvPr/>
        </p:nvCxnSpPr>
        <p:spPr bwMode="auto">
          <a:xfrm>
            <a:off x="5204361" y="4668260"/>
            <a:ext cx="1315" cy="14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10264" cy="2473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424485" y="5319359"/>
            <a:ext cx="1652237" cy="15607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40021_CHOIX_FLASH_FCT_PREM2_NOK</a:t>
            </a:r>
          </a:p>
        </p:txBody>
      </p:sp>
      <p:sp>
        <p:nvSpPr>
          <p:cNvPr id="118" name="AutoShape 208"/>
          <p:cNvSpPr>
            <a:spLocks noChangeArrowheads="1"/>
          </p:cNvSpPr>
          <p:nvPr/>
        </p:nvSpPr>
        <p:spPr bwMode="auto">
          <a:xfrm>
            <a:off x="3168892" y="5520325"/>
            <a:ext cx="1618147" cy="8971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40031_CHOIX_FLASH_FCT_PREM3_NOK</a:t>
            </a:r>
          </a:p>
        </p:txBody>
      </p:sp>
      <p:cxnSp>
        <p:nvCxnSpPr>
          <p:cNvPr id="25" name="Connecteur en angle 24"/>
          <p:cNvCxnSpPr>
            <a:cxnSpLocks/>
            <a:stCxn id="108" idx="1"/>
            <a:endCxn id="118" idx="0"/>
          </p:cNvCxnSpPr>
          <p:nvPr/>
        </p:nvCxnSpPr>
        <p:spPr bwMode="auto">
          <a:xfrm rot="10800000" flipV="1">
            <a:off x="3977967" y="4236289"/>
            <a:ext cx="3350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250604" y="4236289"/>
            <a:ext cx="233164"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080944" y="5200826"/>
            <a:ext cx="895057" cy="144426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011927" y="4404448"/>
            <a:ext cx="760452" cy="3171626"/>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78463" y="1187648"/>
            <a:ext cx="264818" cy="302647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5584" y="1890643"/>
            <a:ext cx="260692" cy="161636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0406" y="2622181"/>
            <a:ext cx="262388" cy="15498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4325" y="948262"/>
            <a:ext cx="119282" cy="33597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40001_CHOIX_FLASH_FCT_PREM_NOK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cxnSpLocks/>
            <a:stCxn id="175" idx="2"/>
            <a:endCxn id="34" idx="2"/>
          </p:cNvCxnSpPr>
          <p:nvPr/>
        </p:nvCxnSpPr>
        <p:spPr bwMode="auto">
          <a:xfrm>
            <a:off x="765512" y="2256196"/>
            <a:ext cx="40828"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40001_CHOIX_FLASH_FCT_PREM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flipH="1">
            <a:off x="3258265" y="1255434"/>
            <a:ext cx="3349"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a:off x="3258265" y="1488524"/>
            <a:ext cx="4921" cy="1372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258" idx="0"/>
          </p:cNvCxnSpPr>
          <p:nvPr/>
        </p:nvCxnSpPr>
        <p:spPr bwMode="auto">
          <a:xfrm rot="10800000" flipV="1">
            <a:off x="4524111" y="1829997"/>
            <a:ext cx="1561867" cy="9700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5" action="ppaction://hlinksldjump"/>
          </p:cNvPr>
          <p:cNvSpPr>
            <a:spLocks noChangeArrowheads="1"/>
          </p:cNvSpPr>
          <p:nvPr/>
        </p:nvSpPr>
        <p:spPr bwMode="auto">
          <a:xfrm>
            <a:off x="7659606" y="431417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283722" y="5057907"/>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40091_CHOIX_FLASH_FCT_PREM_NMNI2</a:t>
            </a:r>
          </a:p>
        </p:txBody>
      </p:sp>
      <p:sp>
        <p:nvSpPr>
          <p:cNvPr id="223" name="Rectangle 55"/>
          <p:cNvSpPr>
            <a:spLocks noChangeArrowheads="1"/>
          </p:cNvSpPr>
          <p:nvPr/>
        </p:nvSpPr>
        <p:spPr bwMode="auto">
          <a:xfrm>
            <a:off x="7449025" y="5310147"/>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67167" y="5610930"/>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54259" y="5665650"/>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flipH="1">
            <a:off x="8121886" y="4772839"/>
            <a:ext cx="8978" cy="28506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1886" y="5200189"/>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40091_CHOIX_FLASH_FCT_PREM_NMNI2B</a:t>
            </a:r>
          </a:p>
        </p:txBody>
      </p:sp>
      <p:cxnSp>
        <p:nvCxnSpPr>
          <p:cNvPr id="228" name="Connecteur en angle 227"/>
          <p:cNvCxnSpPr>
            <a:cxnSpLocks/>
            <a:stCxn id="243" idx="2"/>
            <a:endCxn id="34" idx="2"/>
          </p:cNvCxnSpPr>
          <p:nvPr/>
        </p:nvCxnSpPr>
        <p:spPr bwMode="auto">
          <a:xfrm rot="5400000">
            <a:off x="3485999" y="3147561"/>
            <a:ext cx="543267" cy="590258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543508"/>
            <a:ext cx="950682" cy="11414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8955" y="476633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2681" y="432555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258" name="AutoShape 208"/>
          <p:cNvSpPr>
            <a:spLocks noChangeArrowheads="1"/>
          </p:cNvSpPr>
          <p:nvPr/>
        </p:nvSpPr>
        <p:spPr bwMode="auto">
          <a:xfrm>
            <a:off x="3758598" y="1927001"/>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40001_CHOIX_FLASH_FCT_PREM_OK</a:t>
            </a:r>
          </a:p>
        </p:txBody>
      </p:sp>
      <p:cxnSp>
        <p:nvCxnSpPr>
          <p:cNvPr id="240" name="Connecteur droit 239"/>
          <p:cNvCxnSpPr>
            <a:stCxn id="258" idx="2"/>
            <a:endCxn id="36" idx="0"/>
          </p:cNvCxnSpPr>
          <p:nvPr/>
        </p:nvCxnSpPr>
        <p:spPr bwMode="auto">
          <a:xfrm>
            <a:off x="4524110" y="2094778"/>
            <a:ext cx="0" cy="1043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30864" y="3803716"/>
            <a:ext cx="1040" cy="5104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64330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20</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281709" y="6370487"/>
            <a:ext cx="1013488"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SOUS MENU</a:t>
            </a:r>
          </a:p>
        </p:txBody>
      </p:sp>
      <p:sp>
        <p:nvSpPr>
          <p:cNvPr id="36" name="Rectangle 5"/>
          <p:cNvSpPr>
            <a:spLocks noChangeArrowheads="1"/>
          </p:cNvSpPr>
          <p:nvPr/>
        </p:nvSpPr>
        <p:spPr bwMode="auto">
          <a:xfrm>
            <a:off x="3927377" y="2206452"/>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FLASH2 FCT PREMIUM</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99733" cy="9863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474259" y="1354061"/>
            <a:ext cx="1574709" cy="15139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40012_CHOIX_FLASH2_FCT_PREM1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40032_CHOIX_FLASH2_FCT_PREM3</a:t>
            </a:r>
          </a:p>
        </p:txBody>
      </p:sp>
      <p:sp>
        <p:nvSpPr>
          <p:cNvPr id="101" name="AutoShape 68">
            <a:hlinkClick r:id="rId5"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626032" y="4549669"/>
            <a:ext cx="1498534" cy="1273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40022_CHOIX_FLASH2_FCT_PREM2_OK</a:t>
            </a:r>
          </a:p>
        </p:txBody>
      </p:sp>
      <p:cxnSp>
        <p:nvCxnSpPr>
          <p:cNvPr id="19" name="Connecteur droit 18"/>
          <p:cNvCxnSpPr>
            <a:cxnSpLocks/>
            <a:stCxn id="106" idx="2"/>
            <a:endCxn id="86" idx="0"/>
          </p:cNvCxnSpPr>
          <p:nvPr/>
        </p:nvCxnSpPr>
        <p:spPr bwMode="auto">
          <a:xfrm>
            <a:off x="3375299" y="4677067"/>
            <a:ext cx="1098" cy="1362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a:off x="3264818" y="4236290"/>
            <a:ext cx="110481" cy="31337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 PREMIUM3</a:t>
            </a:r>
            <a:endParaRPr lang="fr-FR" sz="600" i="1">
              <a:solidFill>
                <a:srgbClr val="000000"/>
              </a:solidFill>
            </a:endParaRPr>
          </a:p>
        </p:txBody>
      </p:sp>
      <p:sp>
        <p:nvSpPr>
          <p:cNvPr id="108" name="AutoShape 68">
            <a:hlinkClick r:id="rId5"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438530" y="4486381"/>
            <a:ext cx="1539274" cy="15830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40032_CHOIX_FLASH2_FCT_PREM3_OK</a:t>
            </a:r>
          </a:p>
        </p:txBody>
      </p:sp>
      <p:cxnSp>
        <p:nvCxnSpPr>
          <p:cNvPr id="110" name="Connecteur droit 109"/>
          <p:cNvCxnSpPr>
            <a:cxnSpLocks/>
            <a:stCxn id="109" idx="2"/>
            <a:endCxn id="107" idx="0"/>
          </p:cNvCxnSpPr>
          <p:nvPr/>
        </p:nvCxnSpPr>
        <p:spPr bwMode="auto">
          <a:xfrm flipH="1">
            <a:off x="5205676" y="4644686"/>
            <a:ext cx="2491" cy="1686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14070" cy="25009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389682" y="5319359"/>
            <a:ext cx="1687040" cy="1827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40022_CHOIX_FLASH2_FCT_PREM2_NOK</a:t>
            </a:r>
          </a:p>
        </p:txBody>
      </p:sp>
      <p:sp>
        <p:nvSpPr>
          <p:cNvPr id="118" name="AutoShape 208"/>
          <p:cNvSpPr>
            <a:spLocks noChangeArrowheads="1"/>
          </p:cNvSpPr>
          <p:nvPr/>
        </p:nvSpPr>
        <p:spPr bwMode="auto">
          <a:xfrm>
            <a:off x="3293368" y="5530415"/>
            <a:ext cx="1710317" cy="1411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40032_CHOIX_FLASH2_FCT_PREM3_NOK</a:t>
            </a:r>
          </a:p>
        </p:txBody>
      </p:sp>
      <p:cxnSp>
        <p:nvCxnSpPr>
          <p:cNvPr id="25" name="Connecteur en angle 24"/>
          <p:cNvCxnSpPr>
            <a:cxnSpLocks/>
            <a:stCxn id="108" idx="1"/>
            <a:endCxn id="118" idx="0"/>
          </p:cNvCxnSpPr>
          <p:nvPr/>
        </p:nvCxnSpPr>
        <p:spPr bwMode="auto">
          <a:xfrm rot="10800000" flipV="1">
            <a:off x="4148527" y="4236289"/>
            <a:ext cx="164520" cy="129412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233202" y="4236289"/>
            <a:ext cx="250566"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076624" y="5213909"/>
            <a:ext cx="868408" cy="1444749"/>
          </a:xfrm>
          <a:prstGeom prst="bentConnector3">
            <a:avLst>
              <a:gd name="adj1" fmla="val 70057"/>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119052" y="4341012"/>
            <a:ext cx="698876" cy="3360074"/>
          </a:xfrm>
          <a:prstGeom prst="bentConnector3">
            <a:avLst>
              <a:gd name="adj1" fmla="val 6246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2090" y="1191327"/>
            <a:ext cx="257511" cy="302642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9211" y="1894322"/>
            <a:ext cx="253385" cy="161630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4033" y="2625807"/>
            <a:ext cx="255081" cy="15503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7952" y="951888"/>
            <a:ext cx="111975" cy="33597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40002_CHOIX_FLASH2_FCT_PREM_NOK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cxnSpLocks/>
            <a:stCxn id="175" idx="2"/>
            <a:endCxn id="34" idx="2"/>
          </p:cNvCxnSpPr>
          <p:nvPr/>
        </p:nvCxnSpPr>
        <p:spPr bwMode="auto">
          <a:xfrm>
            <a:off x="765512" y="2256196"/>
            <a:ext cx="2294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40002_CHOIX_FLASH2_FCT_PREM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1614" y="1255434"/>
            <a:ext cx="0" cy="986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a:off x="3261614" y="1505460"/>
            <a:ext cx="1572" cy="12033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24057" y="1829997"/>
            <a:ext cx="1561920" cy="9660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5" action="ppaction://hlinksldjump"/>
          </p:cNvPr>
          <p:cNvSpPr>
            <a:spLocks noChangeArrowheads="1"/>
          </p:cNvSpPr>
          <p:nvPr/>
        </p:nvSpPr>
        <p:spPr bwMode="auto">
          <a:xfrm>
            <a:off x="7682468" y="4371203"/>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325318" y="5059619"/>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40092_CHOIX_FLASH2_FCT_PREM_NMNI2</a:t>
            </a:r>
          </a:p>
        </p:txBody>
      </p:sp>
      <p:sp>
        <p:nvSpPr>
          <p:cNvPr id="223" name="Rectangle 55"/>
          <p:cNvSpPr>
            <a:spLocks noChangeArrowheads="1"/>
          </p:cNvSpPr>
          <p:nvPr/>
        </p:nvSpPr>
        <p:spPr bwMode="auto">
          <a:xfrm>
            <a:off x="7490621" y="5311859"/>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108763" y="5612642"/>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95855" y="5667362"/>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53726" y="4829863"/>
            <a:ext cx="9756" cy="2297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63482" y="5201901"/>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40092_CHOIX_FLASH2_FCT_PREM_NMNI2B</a:t>
            </a:r>
          </a:p>
        </p:txBody>
      </p:sp>
      <p:cxnSp>
        <p:nvCxnSpPr>
          <p:cNvPr id="228" name="Connecteur en angle 227"/>
          <p:cNvCxnSpPr>
            <a:cxnSpLocks/>
            <a:stCxn id="243" idx="2"/>
            <a:endCxn id="34" idx="2"/>
          </p:cNvCxnSpPr>
          <p:nvPr/>
        </p:nvCxnSpPr>
        <p:spPr bwMode="auto">
          <a:xfrm rot="5400000">
            <a:off x="3477056" y="3138618"/>
            <a:ext cx="543267" cy="592047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00532"/>
            <a:ext cx="973544" cy="10844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41817" y="4823355"/>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5543" y="4382574"/>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58545" y="192659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40002_CHOIX_FLASH2_FCT_PREM_OK</a:t>
            </a:r>
          </a:p>
        </p:txBody>
      </p:sp>
      <p:cxnSp>
        <p:nvCxnSpPr>
          <p:cNvPr id="12" name="Connecteur droit 11"/>
          <p:cNvCxnSpPr>
            <a:stCxn id="96" idx="2"/>
            <a:endCxn id="36" idx="0"/>
          </p:cNvCxnSpPr>
          <p:nvPr/>
        </p:nvCxnSpPr>
        <p:spPr bwMode="auto">
          <a:xfrm>
            <a:off x="4524057" y="2094376"/>
            <a:ext cx="0" cy="1120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21822" cy="5674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64817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21</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297689" y="6340808"/>
            <a:ext cx="9388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SOUS MENU</a:t>
            </a:r>
          </a:p>
        </p:txBody>
      </p:sp>
      <p:sp>
        <p:nvSpPr>
          <p:cNvPr id="36" name="Rectangle 5"/>
          <p:cNvSpPr>
            <a:spLocks noChangeArrowheads="1"/>
          </p:cNvSpPr>
          <p:nvPr/>
        </p:nvSpPr>
        <p:spPr bwMode="auto">
          <a:xfrm>
            <a:off x="3950023" y="2197880"/>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FLASH3 FCT PREMIUM</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6998" cy="11556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550541" y="1353725"/>
            <a:ext cx="1433613"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40013_CHOIX_FLASH3_FCT_PREM1</a:t>
            </a:r>
          </a:p>
        </p:txBody>
      </p:sp>
      <p:sp>
        <p:nvSpPr>
          <p:cNvPr id="86" name="AutoShape 142"/>
          <p:cNvSpPr>
            <a:spLocks noChangeArrowheads="1"/>
          </p:cNvSpPr>
          <p:nvPr/>
        </p:nvSpPr>
        <p:spPr bwMode="auto">
          <a:xfrm>
            <a:off x="2611254" y="4803497"/>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40033_CHOIX_FLASH3_FCT_PREM3</a:t>
            </a:r>
          </a:p>
        </p:txBody>
      </p:sp>
      <p:sp>
        <p:nvSpPr>
          <p:cNvPr id="101" name="AutoShape 68">
            <a:hlinkClick r:id="rId5"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464127" y="4537371"/>
            <a:ext cx="1551602" cy="1350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40023_CHOIX_FLASH3_FCT_PREM2_OK</a:t>
            </a:r>
          </a:p>
        </p:txBody>
      </p:sp>
      <p:cxnSp>
        <p:nvCxnSpPr>
          <p:cNvPr id="19" name="Connecteur droit 18"/>
          <p:cNvCxnSpPr>
            <a:cxnSpLocks/>
            <a:stCxn id="106" idx="2"/>
            <a:endCxn id="86" idx="0"/>
          </p:cNvCxnSpPr>
          <p:nvPr/>
        </p:nvCxnSpPr>
        <p:spPr bwMode="auto">
          <a:xfrm>
            <a:off x="3239928" y="4672447"/>
            <a:ext cx="5863" cy="1310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flipH="1">
            <a:off x="3239928" y="4236290"/>
            <a:ext cx="24890" cy="301081"/>
          </a:xfrm>
          <a:prstGeom prst="bentConnector4">
            <a:avLst>
              <a:gd name="adj1" fmla="val -918441"/>
              <a:gd name="adj2" fmla="val 766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 PREMIUM3</a:t>
            </a:r>
            <a:endParaRPr lang="fr-FR" sz="600" i="1">
              <a:solidFill>
                <a:srgbClr val="000000"/>
              </a:solidFill>
            </a:endParaRPr>
          </a:p>
        </p:txBody>
      </p:sp>
      <p:sp>
        <p:nvSpPr>
          <p:cNvPr id="108" name="AutoShape 68">
            <a:hlinkClick r:id="rId5"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440161" y="4512161"/>
            <a:ext cx="1531960" cy="11595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40033_CHOIX_FLASH3_FCT_PREM3_OK</a:t>
            </a:r>
          </a:p>
        </p:txBody>
      </p:sp>
      <p:cxnSp>
        <p:nvCxnSpPr>
          <p:cNvPr id="110" name="Connecteur droit 109"/>
          <p:cNvCxnSpPr>
            <a:cxnSpLocks/>
            <a:stCxn id="109" idx="2"/>
            <a:endCxn id="107" idx="0"/>
          </p:cNvCxnSpPr>
          <p:nvPr/>
        </p:nvCxnSpPr>
        <p:spPr bwMode="auto">
          <a:xfrm flipH="1">
            <a:off x="5205676" y="4628116"/>
            <a:ext cx="465" cy="1851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12044" cy="27587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483352" y="5319359"/>
            <a:ext cx="1593370" cy="1467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40023_CHOIX_FLASH3_FCT_PREM2_NOK</a:t>
            </a:r>
          </a:p>
        </p:txBody>
      </p:sp>
      <p:sp>
        <p:nvSpPr>
          <p:cNvPr id="118" name="AutoShape 208"/>
          <p:cNvSpPr>
            <a:spLocks noChangeArrowheads="1"/>
          </p:cNvSpPr>
          <p:nvPr/>
        </p:nvSpPr>
        <p:spPr bwMode="auto">
          <a:xfrm>
            <a:off x="3307842" y="5520324"/>
            <a:ext cx="1584271" cy="17181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40033_CHOIX_FLASH3_FCT_PREM3_NOK</a:t>
            </a:r>
          </a:p>
        </p:txBody>
      </p:sp>
      <p:cxnSp>
        <p:nvCxnSpPr>
          <p:cNvPr id="25" name="Connecteur en angle 24"/>
          <p:cNvCxnSpPr>
            <a:cxnSpLocks/>
            <a:stCxn id="108" idx="1"/>
            <a:endCxn id="118" idx="0"/>
          </p:cNvCxnSpPr>
          <p:nvPr/>
        </p:nvCxnSpPr>
        <p:spPr bwMode="auto">
          <a:xfrm rot="10800000" flipV="1">
            <a:off x="4099979" y="4236290"/>
            <a:ext cx="213069" cy="1284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280038" y="4236289"/>
            <a:ext cx="203731"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086202" y="5146972"/>
            <a:ext cx="874723" cy="1512948"/>
          </a:xfrm>
          <a:prstGeom prst="bentConnector3">
            <a:avLst>
              <a:gd name="adj1" fmla="val 6991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109202" y="4350031"/>
            <a:ext cx="648665" cy="3332889"/>
          </a:xfrm>
          <a:prstGeom prst="bentConnector3">
            <a:avLst>
              <a:gd name="adj1" fmla="val 6074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9127" y="1175718"/>
            <a:ext cx="266083" cy="304907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96248" y="1878713"/>
            <a:ext cx="261957" cy="16389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81070" y="2632844"/>
            <a:ext cx="263653" cy="1323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54989" y="958925"/>
            <a:ext cx="120547" cy="333711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40003_CHOIX_FLASH3_FCT_PREM_NOK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cxnSpLocks/>
            <a:stCxn id="175" idx="2"/>
            <a:endCxn id="34" idx="2"/>
          </p:cNvCxnSpPr>
          <p:nvPr/>
        </p:nvCxnSpPr>
        <p:spPr bwMode="auto">
          <a:xfrm>
            <a:off x="765512" y="2256196"/>
            <a:ext cx="1577" cy="408461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524094" y="1094623"/>
            <a:ext cx="1486507" cy="14261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40003_CHOIX_FLASH3_FCT_PREM</a:t>
            </a:r>
          </a:p>
        </p:txBody>
      </p:sp>
      <p:cxnSp>
        <p:nvCxnSpPr>
          <p:cNvPr id="15411" name="Connecteur droit 15410"/>
          <p:cNvCxnSpPr>
            <a:cxnSpLocks/>
            <a:stCxn id="33" idx="0"/>
            <a:endCxn id="185" idx="0"/>
          </p:cNvCxnSpPr>
          <p:nvPr/>
        </p:nvCxnSpPr>
        <p:spPr bwMode="auto">
          <a:xfrm>
            <a:off x="3264817" y="1015198"/>
            <a:ext cx="2531" cy="794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7348" y="1237237"/>
            <a:ext cx="0" cy="1164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flipH="1">
            <a:off x="3263186" y="1496340"/>
            <a:ext cx="4162" cy="1294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323" y="1829998"/>
            <a:ext cx="1544655" cy="11353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5" action="ppaction://hlinksldjump"/>
          </p:cNvPr>
          <p:cNvSpPr>
            <a:spLocks noChangeArrowheads="1"/>
          </p:cNvSpPr>
          <p:nvPr/>
        </p:nvSpPr>
        <p:spPr bwMode="auto">
          <a:xfrm>
            <a:off x="7660647" y="431916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FCT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293741" y="502202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40093_CHOIX_FLASH3_FCT_PREM_NMNI2</a:t>
            </a:r>
          </a:p>
        </p:txBody>
      </p:sp>
      <p:sp>
        <p:nvSpPr>
          <p:cNvPr id="223" name="Rectangle 55"/>
          <p:cNvSpPr>
            <a:spLocks noChangeArrowheads="1"/>
          </p:cNvSpPr>
          <p:nvPr/>
        </p:nvSpPr>
        <p:spPr bwMode="auto">
          <a:xfrm>
            <a:off x="7459044" y="527426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57504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62976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31905" y="4777829"/>
            <a:ext cx="0" cy="24419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16430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40093_CHOIX_FLASH3_FCT_PREM_NMNI2B</a:t>
            </a:r>
          </a:p>
        </p:txBody>
      </p:sp>
      <p:cxnSp>
        <p:nvCxnSpPr>
          <p:cNvPr id="228" name="Connecteur en angle 227"/>
          <p:cNvCxnSpPr>
            <a:cxnSpLocks/>
            <a:stCxn id="243" idx="2"/>
            <a:endCxn id="34" idx="2"/>
          </p:cNvCxnSpPr>
          <p:nvPr/>
        </p:nvCxnSpPr>
        <p:spPr bwMode="auto">
          <a:xfrm rot="5400000">
            <a:off x="3481213" y="3113097"/>
            <a:ext cx="513588" cy="594183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48498"/>
            <a:ext cx="951723" cy="11364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7132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3054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810" y="1943534"/>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40003_CHOIX_FLASH3_FCT_PREM_OK</a:t>
            </a:r>
          </a:p>
        </p:txBody>
      </p:sp>
      <p:cxnSp>
        <p:nvCxnSpPr>
          <p:cNvPr id="13" name="Connecteur droit 12"/>
          <p:cNvCxnSpPr>
            <a:stCxn id="36" idx="0"/>
            <a:endCxn id="96" idx="2"/>
          </p:cNvCxnSpPr>
          <p:nvPr/>
        </p:nvCxnSpPr>
        <p:spPr bwMode="auto">
          <a:xfrm flipH="1" flipV="1">
            <a:off x="4541322" y="2111311"/>
            <a:ext cx="5381" cy="865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 cy="5154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07734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22</a:t>
            </a:fld>
            <a:endParaRPr lang="fr-FR"/>
          </a:p>
        </p:txBody>
      </p:sp>
      <p:sp>
        <p:nvSpPr>
          <p:cNvPr id="14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6" name="Titre 15"/>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PREMIUM 2</a:t>
            </a:r>
            <a:endParaRPr lang="fr-FR" sz="1400"/>
          </a:p>
        </p:txBody>
      </p:sp>
      <p:sp>
        <p:nvSpPr>
          <p:cNvPr id="332" name="AutoShape 68">
            <a:hlinkClick r:id="rId3" action="ppaction://hlinksldjump"/>
          </p:cNvPr>
          <p:cNvSpPr>
            <a:spLocks noChangeArrowheads="1"/>
          </p:cNvSpPr>
          <p:nvPr/>
        </p:nvSpPr>
        <p:spPr bwMode="auto">
          <a:xfrm>
            <a:off x="1796803" y="4769007"/>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a:t>
            </a:r>
          </a:p>
        </p:txBody>
      </p:sp>
      <p:cxnSp>
        <p:nvCxnSpPr>
          <p:cNvPr id="334" name="AutoShape 13"/>
          <p:cNvCxnSpPr>
            <a:cxnSpLocks noChangeShapeType="1"/>
            <a:stCxn id="340" idx="3"/>
            <a:endCxn id="339" idx="1"/>
          </p:cNvCxnSpPr>
          <p:nvPr/>
        </p:nvCxnSpPr>
        <p:spPr bwMode="auto">
          <a:xfrm flipV="1">
            <a:off x="7441580" y="5952062"/>
            <a:ext cx="231424" cy="5005"/>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335" name="AutoShape 13"/>
          <p:cNvCxnSpPr>
            <a:cxnSpLocks noChangeShapeType="1"/>
            <a:stCxn id="342" idx="3"/>
            <a:endCxn id="338" idx="1"/>
          </p:cNvCxnSpPr>
          <p:nvPr/>
        </p:nvCxnSpPr>
        <p:spPr bwMode="auto">
          <a:xfrm>
            <a:off x="7425971" y="6599403"/>
            <a:ext cx="252669" cy="4515"/>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336" name="AutoShape 13"/>
          <p:cNvCxnSpPr>
            <a:cxnSpLocks noChangeShapeType="1"/>
            <a:stCxn id="341" idx="3"/>
            <a:endCxn id="337" idx="1"/>
          </p:cNvCxnSpPr>
          <p:nvPr/>
        </p:nvCxnSpPr>
        <p:spPr bwMode="auto">
          <a:xfrm>
            <a:off x="7447139" y="6279847"/>
            <a:ext cx="239631" cy="0"/>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sp>
        <p:nvSpPr>
          <p:cNvPr id="337" name="AutoShape 142"/>
          <p:cNvSpPr>
            <a:spLocks noChangeArrowheads="1"/>
          </p:cNvSpPr>
          <p:nvPr/>
        </p:nvSpPr>
        <p:spPr bwMode="auto">
          <a:xfrm>
            <a:off x="7686770" y="6154752"/>
            <a:ext cx="1062731"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FTTH</a:t>
            </a:r>
          </a:p>
        </p:txBody>
      </p:sp>
      <p:sp>
        <p:nvSpPr>
          <p:cNvPr id="338" name="AutoShape 142"/>
          <p:cNvSpPr>
            <a:spLocks noChangeArrowheads="1"/>
          </p:cNvSpPr>
          <p:nvPr/>
        </p:nvSpPr>
        <p:spPr bwMode="auto">
          <a:xfrm>
            <a:off x="7678640" y="6478823"/>
            <a:ext cx="106273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AUTRE</a:t>
            </a:r>
          </a:p>
        </p:txBody>
      </p:sp>
      <p:sp>
        <p:nvSpPr>
          <p:cNvPr id="339" name="AutoShape 142"/>
          <p:cNvSpPr>
            <a:spLocks noChangeArrowheads="1"/>
          </p:cNvSpPr>
          <p:nvPr/>
        </p:nvSpPr>
        <p:spPr bwMode="auto">
          <a:xfrm>
            <a:off x="7673004" y="5826967"/>
            <a:ext cx="104971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FTTB</a:t>
            </a:r>
          </a:p>
        </p:txBody>
      </p:sp>
      <p:sp>
        <p:nvSpPr>
          <p:cNvPr id="340" name="AutoShape 43"/>
          <p:cNvSpPr>
            <a:spLocks noChangeArrowheads="1"/>
          </p:cNvSpPr>
          <p:nvPr/>
        </p:nvSpPr>
        <p:spPr bwMode="auto">
          <a:xfrm>
            <a:off x="6038019" y="5874457"/>
            <a:ext cx="1403561"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10000_WCB_FTT_PREMIUM_FTTB</a:t>
            </a:r>
          </a:p>
        </p:txBody>
      </p:sp>
      <p:sp>
        <p:nvSpPr>
          <p:cNvPr id="341" name="AutoShape 43"/>
          <p:cNvSpPr>
            <a:spLocks noChangeArrowheads="1"/>
          </p:cNvSpPr>
          <p:nvPr/>
        </p:nvSpPr>
        <p:spPr bwMode="auto">
          <a:xfrm>
            <a:off x="6032461" y="6197237"/>
            <a:ext cx="1414678"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10000_WCB_FTT_PREMIUM_FTTH</a:t>
            </a:r>
          </a:p>
        </p:txBody>
      </p:sp>
      <p:sp>
        <p:nvSpPr>
          <p:cNvPr id="342" name="AutoShape 43"/>
          <p:cNvSpPr>
            <a:spLocks noChangeArrowheads="1"/>
          </p:cNvSpPr>
          <p:nvPr/>
        </p:nvSpPr>
        <p:spPr bwMode="auto">
          <a:xfrm>
            <a:off x="6017769" y="6516793"/>
            <a:ext cx="1408202"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10000_WCB_FTT_PREMIUM_AUTRE</a:t>
            </a:r>
          </a:p>
        </p:txBody>
      </p:sp>
      <p:sp>
        <p:nvSpPr>
          <p:cNvPr id="343" name="AutoShape 131"/>
          <p:cNvSpPr>
            <a:spLocks noChangeArrowheads="1"/>
          </p:cNvSpPr>
          <p:nvPr/>
        </p:nvSpPr>
        <p:spPr bwMode="auto">
          <a:xfrm>
            <a:off x="5032227" y="6323545"/>
            <a:ext cx="577151" cy="517974"/>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cxnSp>
        <p:nvCxnSpPr>
          <p:cNvPr id="344" name="AutoShape 31"/>
          <p:cNvCxnSpPr>
            <a:cxnSpLocks noChangeShapeType="1"/>
            <a:stCxn id="343" idx="3"/>
            <a:endCxn id="340" idx="1"/>
          </p:cNvCxnSpPr>
          <p:nvPr/>
        </p:nvCxnSpPr>
        <p:spPr bwMode="auto">
          <a:xfrm flipV="1">
            <a:off x="5609378" y="5957067"/>
            <a:ext cx="428641" cy="625465"/>
          </a:xfrm>
          <a:prstGeom prst="bentConnector3">
            <a:avLst>
              <a:gd name="adj1" fmla="val 50000"/>
            </a:avLst>
          </a:prstGeom>
          <a:noFill/>
          <a:ln w="6350">
            <a:solidFill>
              <a:srgbClr val="3366FF"/>
            </a:solidFill>
            <a:miter lim="800000"/>
            <a:headEnd/>
            <a:tailEnd type="none" w="med" len="med"/>
          </a:ln>
          <a:extLst>
            <a:ext uri="{909E8E84-426E-40DD-AFC4-6F175D3DCCD1}">
              <a14:hiddenFill xmlns:a14="http://schemas.microsoft.com/office/drawing/2010/main">
                <a:noFill/>
              </a14:hiddenFill>
            </a:ext>
          </a:extLst>
        </p:spPr>
      </p:cxnSp>
      <p:cxnSp>
        <p:nvCxnSpPr>
          <p:cNvPr id="345" name="AutoShape 31"/>
          <p:cNvCxnSpPr>
            <a:cxnSpLocks noChangeShapeType="1"/>
            <a:stCxn id="343" idx="3"/>
            <a:endCxn id="342" idx="1"/>
          </p:cNvCxnSpPr>
          <p:nvPr/>
        </p:nvCxnSpPr>
        <p:spPr bwMode="auto">
          <a:xfrm>
            <a:off x="5609378" y="6582532"/>
            <a:ext cx="408391" cy="16871"/>
          </a:xfrm>
          <a:prstGeom prst="bentConnector3">
            <a:avLst>
              <a:gd name="adj1" fmla="val 50000"/>
            </a:avLst>
          </a:prstGeom>
          <a:noFill/>
          <a:ln w="6350">
            <a:solidFill>
              <a:srgbClr val="3366FF"/>
            </a:solidFill>
            <a:miter lim="800000"/>
            <a:headEnd/>
            <a:tailEnd type="none" w="med" len="med"/>
          </a:ln>
          <a:extLst>
            <a:ext uri="{909E8E84-426E-40DD-AFC4-6F175D3DCCD1}">
              <a14:hiddenFill xmlns:a14="http://schemas.microsoft.com/office/drawing/2010/main">
                <a:noFill/>
              </a14:hiddenFill>
            </a:ext>
          </a:extLst>
        </p:spPr>
      </p:cxnSp>
      <p:sp>
        <p:nvSpPr>
          <p:cNvPr id="347" name="Text Box 157"/>
          <p:cNvSpPr txBox="1">
            <a:spLocks noChangeArrowheads="1"/>
          </p:cNvSpPr>
          <p:nvPr/>
        </p:nvSpPr>
        <p:spPr bwMode="auto">
          <a:xfrm>
            <a:off x="1584805" y="470928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350" name="AutoShape 31"/>
          <p:cNvCxnSpPr>
            <a:cxnSpLocks noChangeShapeType="1"/>
            <a:stCxn id="343" idx="3"/>
            <a:endCxn id="341" idx="1"/>
          </p:cNvCxnSpPr>
          <p:nvPr/>
        </p:nvCxnSpPr>
        <p:spPr bwMode="auto">
          <a:xfrm flipV="1">
            <a:off x="5609378" y="6279847"/>
            <a:ext cx="423083" cy="302685"/>
          </a:xfrm>
          <a:prstGeom prst="bentConnector3">
            <a:avLst>
              <a:gd name="adj1" fmla="val 50000"/>
            </a:avLst>
          </a:prstGeom>
          <a:noFill/>
          <a:ln w="6350">
            <a:solidFill>
              <a:srgbClr val="3366FF"/>
            </a:solidFill>
            <a:miter lim="800000"/>
            <a:headEnd/>
            <a:tailEnd type="none" w="med" len="med"/>
          </a:ln>
          <a:extLst>
            <a:ext uri="{909E8E84-426E-40DD-AFC4-6F175D3DCCD1}">
              <a14:hiddenFill xmlns:a14="http://schemas.microsoft.com/office/drawing/2010/main">
                <a:noFill/>
              </a14:hiddenFill>
            </a:ext>
          </a:extLst>
        </p:spPr>
      </p:cxnSp>
      <p:cxnSp>
        <p:nvCxnSpPr>
          <p:cNvPr id="52" name="AutoShape 13"/>
          <p:cNvCxnSpPr>
            <a:cxnSpLocks noChangeShapeType="1"/>
            <a:stCxn id="58" idx="3"/>
            <a:endCxn id="57" idx="1"/>
          </p:cNvCxnSpPr>
          <p:nvPr/>
        </p:nvCxnSpPr>
        <p:spPr bwMode="auto">
          <a:xfrm>
            <a:off x="7603172" y="4962280"/>
            <a:ext cx="231424" cy="1481"/>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53" name="AutoShape 13"/>
          <p:cNvCxnSpPr>
            <a:cxnSpLocks noChangeShapeType="1"/>
            <a:stCxn id="60" idx="3"/>
            <a:endCxn id="56" idx="1"/>
          </p:cNvCxnSpPr>
          <p:nvPr/>
        </p:nvCxnSpPr>
        <p:spPr bwMode="auto">
          <a:xfrm flipV="1">
            <a:off x="7603171" y="5597356"/>
            <a:ext cx="231425" cy="84"/>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54" name="AutoShape 13"/>
          <p:cNvCxnSpPr>
            <a:cxnSpLocks noChangeShapeType="1"/>
            <a:stCxn id="59" idx="3"/>
            <a:endCxn id="55" idx="1"/>
          </p:cNvCxnSpPr>
          <p:nvPr/>
        </p:nvCxnSpPr>
        <p:spPr bwMode="auto">
          <a:xfrm flipV="1">
            <a:off x="7603171" y="5272210"/>
            <a:ext cx="231424" cy="5386"/>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sp>
        <p:nvSpPr>
          <p:cNvPr id="55" name="AutoShape 142"/>
          <p:cNvSpPr>
            <a:spLocks noChangeArrowheads="1"/>
          </p:cNvSpPr>
          <p:nvPr/>
        </p:nvSpPr>
        <p:spPr bwMode="auto">
          <a:xfrm>
            <a:off x="7834595" y="5147115"/>
            <a:ext cx="128423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FTTH FIDE</a:t>
            </a:r>
          </a:p>
        </p:txBody>
      </p:sp>
      <p:sp>
        <p:nvSpPr>
          <p:cNvPr id="56" name="AutoShape 142"/>
          <p:cNvSpPr>
            <a:spLocks noChangeArrowheads="1"/>
          </p:cNvSpPr>
          <p:nvPr/>
        </p:nvSpPr>
        <p:spPr bwMode="auto">
          <a:xfrm>
            <a:off x="7834596" y="5472261"/>
            <a:ext cx="128423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AUTRE FIDE</a:t>
            </a:r>
          </a:p>
        </p:txBody>
      </p:sp>
      <p:sp>
        <p:nvSpPr>
          <p:cNvPr id="57" name="AutoShape 142"/>
          <p:cNvSpPr>
            <a:spLocks noChangeArrowheads="1"/>
          </p:cNvSpPr>
          <p:nvPr/>
        </p:nvSpPr>
        <p:spPr bwMode="auto">
          <a:xfrm>
            <a:off x="7834596" y="4838666"/>
            <a:ext cx="128423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PREMIUM FTTB FIDE</a:t>
            </a:r>
          </a:p>
        </p:txBody>
      </p:sp>
      <p:sp>
        <p:nvSpPr>
          <p:cNvPr id="58" name="AutoShape 43"/>
          <p:cNvSpPr>
            <a:spLocks noChangeArrowheads="1"/>
          </p:cNvSpPr>
          <p:nvPr/>
        </p:nvSpPr>
        <p:spPr bwMode="auto">
          <a:xfrm>
            <a:off x="5984857" y="4873183"/>
            <a:ext cx="1618315" cy="1781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10000_WCB_FTT_PREMIUM_FTTB_FIDE</a:t>
            </a:r>
          </a:p>
        </p:txBody>
      </p:sp>
      <p:sp>
        <p:nvSpPr>
          <p:cNvPr id="59" name="AutoShape 43"/>
          <p:cNvSpPr>
            <a:spLocks noChangeArrowheads="1"/>
          </p:cNvSpPr>
          <p:nvPr/>
        </p:nvSpPr>
        <p:spPr bwMode="auto">
          <a:xfrm>
            <a:off x="6018922" y="5197254"/>
            <a:ext cx="1584249" cy="16068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10000_WCB_FTT_PREMIUM_FTTH_FIDE</a:t>
            </a:r>
          </a:p>
        </p:txBody>
      </p:sp>
      <p:sp>
        <p:nvSpPr>
          <p:cNvPr id="60" name="AutoShape 43"/>
          <p:cNvSpPr>
            <a:spLocks noChangeArrowheads="1"/>
          </p:cNvSpPr>
          <p:nvPr/>
        </p:nvSpPr>
        <p:spPr bwMode="auto">
          <a:xfrm>
            <a:off x="6004231" y="5516810"/>
            <a:ext cx="1598940" cy="1612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10000_WCB_FTT_PREMIUM_AUTRE_FIDE</a:t>
            </a:r>
          </a:p>
        </p:txBody>
      </p:sp>
      <p:cxnSp>
        <p:nvCxnSpPr>
          <p:cNvPr id="23" name="Connecteur en angle 22"/>
          <p:cNvCxnSpPr>
            <a:stCxn id="343" idx="3"/>
            <a:endCxn id="58" idx="1"/>
          </p:cNvCxnSpPr>
          <p:nvPr/>
        </p:nvCxnSpPr>
        <p:spPr bwMode="auto">
          <a:xfrm flipV="1">
            <a:off x="5609378" y="4962280"/>
            <a:ext cx="375479" cy="1620252"/>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Connecteur en angle 24"/>
          <p:cNvCxnSpPr>
            <a:stCxn id="343" idx="3"/>
            <a:endCxn id="59" idx="1"/>
          </p:cNvCxnSpPr>
          <p:nvPr/>
        </p:nvCxnSpPr>
        <p:spPr bwMode="auto">
          <a:xfrm flipV="1">
            <a:off x="5609378" y="5277596"/>
            <a:ext cx="409544" cy="1304936"/>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343" idx="3"/>
            <a:endCxn id="60" idx="1"/>
          </p:cNvCxnSpPr>
          <p:nvPr/>
        </p:nvCxnSpPr>
        <p:spPr bwMode="auto">
          <a:xfrm flipV="1">
            <a:off x="5609378" y="5597440"/>
            <a:ext cx="394853" cy="985092"/>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en angle 3"/>
          <p:cNvCxnSpPr>
            <a:cxnSpLocks/>
            <a:stCxn id="332" idx="1"/>
            <a:endCxn id="153" idx="2"/>
          </p:cNvCxnSpPr>
          <p:nvPr/>
        </p:nvCxnSpPr>
        <p:spPr bwMode="auto">
          <a:xfrm rot="10800000" flipV="1">
            <a:off x="361519" y="4929345"/>
            <a:ext cx="1435284" cy="150174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ZoneTexte 81"/>
          <p:cNvSpPr txBox="1"/>
          <p:nvPr/>
        </p:nvSpPr>
        <p:spPr>
          <a:xfrm>
            <a:off x="5949796" y="6038118"/>
            <a:ext cx="1160895" cy="184666"/>
          </a:xfrm>
          <a:prstGeom prst="rect">
            <a:avLst/>
          </a:prstGeom>
          <a:noFill/>
        </p:spPr>
        <p:txBody>
          <a:bodyPr wrap="none" rtlCol="0">
            <a:spAutoFit/>
          </a:bodyPr>
          <a:lstStyle/>
          <a:p>
            <a:r>
              <a:rPr lang="fr-FR" sz="600"/>
              <a:t>FTTB ET AUTRE PREMIUM</a:t>
            </a:r>
          </a:p>
        </p:txBody>
      </p:sp>
      <p:sp>
        <p:nvSpPr>
          <p:cNvPr id="87" name="ZoneTexte 129"/>
          <p:cNvSpPr txBox="1"/>
          <p:nvPr/>
        </p:nvSpPr>
        <p:spPr>
          <a:xfrm>
            <a:off x="5821385" y="5336783"/>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FTTH ET PRE_FID_F</a:t>
            </a:r>
            <a:endParaRPr lang="fr-FR" sz="600">
              <a:solidFill>
                <a:srgbClr val="FF0000"/>
              </a:solidFill>
            </a:endParaRPr>
          </a:p>
        </p:txBody>
      </p:sp>
      <p:sp>
        <p:nvSpPr>
          <p:cNvPr id="88" name="ZoneTexte 129"/>
          <p:cNvSpPr txBox="1"/>
          <p:nvPr/>
        </p:nvSpPr>
        <p:spPr>
          <a:xfrm>
            <a:off x="5834904" y="5661552"/>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PRE_FID_F</a:t>
            </a:r>
            <a:endParaRPr lang="fr-FR" sz="600">
              <a:solidFill>
                <a:srgbClr val="FF0000"/>
              </a:solidFill>
            </a:endParaRPr>
          </a:p>
        </p:txBody>
      </p:sp>
      <p:sp>
        <p:nvSpPr>
          <p:cNvPr id="89" name="ZoneTexte 129"/>
          <p:cNvSpPr txBox="1"/>
          <p:nvPr/>
        </p:nvSpPr>
        <p:spPr>
          <a:xfrm>
            <a:off x="5827443" y="503621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PRE_FID_F</a:t>
            </a:r>
            <a:endParaRPr lang="fr-FR" sz="600">
              <a:solidFill>
                <a:srgbClr val="FF0000"/>
              </a:solidFill>
            </a:endParaRPr>
          </a:p>
        </p:txBody>
      </p:sp>
      <p:sp>
        <p:nvSpPr>
          <p:cNvPr id="102" name="ZoneTexte 101"/>
          <p:cNvSpPr txBox="1"/>
          <p:nvPr/>
        </p:nvSpPr>
        <p:spPr>
          <a:xfrm>
            <a:off x="5967807" y="6353778"/>
            <a:ext cx="1165704" cy="184666"/>
          </a:xfrm>
          <a:prstGeom prst="rect">
            <a:avLst/>
          </a:prstGeom>
          <a:noFill/>
        </p:spPr>
        <p:txBody>
          <a:bodyPr wrap="none" rtlCol="0">
            <a:spAutoFit/>
          </a:bodyPr>
          <a:lstStyle/>
          <a:p>
            <a:r>
              <a:rPr lang="fr-FR" sz="600"/>
              <a:t>FTTH ET AUTRE PREMIUM</a:t>
            </a:r>
          </a:p>
        </p:txBody>
      </p:sp>
      <p:sp>
        <p:nvSpPr>
          <p:cNvPr id="107" name="ZoneTexte 106"/>
          <p:cNvSpPr txBox="1"/>
          <p:nvPr/>
        </p:nvSpPr>
        <p:spPr>
          <a:xfrm>
            <a:off x="5949796" y="6673334"/>
            <a:ext cx="1172116" cy="184666"/>
          </a:xfrm>
          <a:prstGeom prst="rect">
            <a:avLst/>
          </a:prstGeom>
          <a:noFill/>
        </p:spPr>
        <p:txBody>
          <a:bodyPr wrap="none" rtlCol="0">
            <a:spAutoFit/>
          </a:bodyPr>
          <a:lstStyle/>
          <a:p>
            <a:r>
              <a:rPr lang="fr-FR" sz="600"/>
              <a:t>ADSL ET AUTRE PREMIUM</a:t>
            </a:r>
          </a:p>
        </p:txBody>
      </p:sp>
      <p:cxnSp>
        <p:nvCxnSpPr>
          <p:cNvPr id="121" name="AutoShape 31"/>
          <p:cNvCxnSpPr>
            <a:cxnSpLocks noChangeShapeType="1"/>
            <a:stCxn id="122" idx="0"/>
            <a:endCxn id="133" idx="0"/>
          </p:cNvCxnSpPr>
          <p:nvPr/>
        </p:nvCxnSpPr>
        <p:spPr bwMode="auto">
          <a:xfrm rot="5400000">
            <a:off x="3115321" y="3220707"/>
            <a:ext cx="164943" cy="2045448"/>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2" name="AutoShape 87">
            <a:hlinkClick r:id="rId4" action="ppaction://hlinksldjump"/>
          </p:cNvPr>
          <p:cNvSpPr>
            <a:spLocks noChangeArrowheads="1"/>
          </p:cNvSpPr>
          <p:nvPr/>
        </p:nvSpPr>
        <p:spPr bwMode="auto">
          <a:xfrm rot="10800000">
            <a:off x="3819851" y="3776908"/>
            <a:ext cx="801330" cy="384052"/>
          </a:xfrm>
          <a:prstGeom prst="upArrowCallout">
            <a:avLst>
              <a:gd name="adj1" fmla="val 56438"/>
              <a:gd name="adj2" fmla="val 56438"/>
              <a:gd name="adj3" fmla="val 16667"/>
              <a:gd name="adj4" fmla="val 66667"/>
            </a:avLst>
          </a:prstGeom>
          <a:solidFill>
            <a:srgbClr val="00B050"/>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MODE CONTINU</a:t>
            </a:r>
          </a:p>
        </p:txBody>
      </p:sp>
      <p:grpSp>
        <p:nvGrpSpPr>
          <p:cNvPr id="125" name="Groupe 124"/>
          <p:cNvGrpSpPr/>
          <p:nvPr/>
        </p:nvGrpSpPr>
        <p:grpSpPr>
          <a:xfrm>
            <a:off x="1355099" y="2721176"/>
            <a:ext cx="909626" cy="612372"/>
            <a:chOff x="3646550" y="1519510"/>
            <a:chExt cx="909626" cy="612372"/>
          </a:xfrm>
        </p:grpSpPr>
        <p:sp>
          <p:nvSpPr>
            <p:cNvPr id="126" name="AutoShape 155"/>
            <p:cNvSpPr>
              <a:spLocks noChangeArrowheads="1"/>
            </p:cNvSpPr>
            <p:nvPr/>
          </p:nvSpPr>
          <p:spPr bwMode="auto">
            <a:xfrm>
              <a:off x="3646550" y="1519510"/>
              <a:ext cx="630085" cy="436235"/>
            </a:xfrm>
            <a:prstGeom prst="diamond">
              <a:avLst/>
            </a:prstGeom>
            <a:solidFill>
              <a:srgbClr val="3333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fr-FR" sz="600" b="1">
                  <a:solidFill>
                    <a:schemeClr val="bg1"/>
                  </a:solidFill>
                  <a:latin typeface="+mj-lt"/>
                  <a:ea typeface="+mn-ea"/>
                </a:rPr>
                <a:t>MODE</a:t>
              </a:r>
            </a:p>
            <a:p>
              <a:pPr algn="ctr">
                <a:defRPr/>
              </a:pPr>
              <a:r>
                <a:rPr lang="fr-FR" sz="600" b="1">
                  <a:solidFill>
                    <a:schemeClr val="bg1"/>
                  </a:solidFill>
                  <a:latin typeface="+mj-lt"/>
                  <a:ea typeface="+mn-ea"/>
                </a:rPr>
                <a:t>CONTINU</a:t>
              </a:r>
            </a:p>
            <a:p>
              <a:pPr algn="ctr">
                <a:defRPr/>
              </a:pPr>
              <a:r>
                <a:rPr lang="fr-FR" sz="600" b="1">
                  <a:solidFill>
                    <a:schemeClr val="bg1"/>
                  </a:solidFill>
                  <a:latin typeface="+mj-lt"/>
                  <a:ea typeface="+mn-ea"/>
                </a:rPr>
                <a:t>TECH</a:t>
              </a:r>
            </a:p>
          </p:txBody>
        </p:sp>
        <p:sp>
          <p:nvSpPr>
            <p:cNvPr id="127" name="Text Box 156"/>
            <p:cNvSpPr txBox="1">
              <a:spLocks noChangeArrowheads="1"/>
            </p:cNvSpPr>
            <p:nvPr/>
          </p:nvSpPr>
          <p:spPr bwMode="auto">
            <a:xfrm>
              <a:off x="3933601" y="1946786"/>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28" name="Text Box 157"/>
            <p:cNvSpPr txBox="1">
              <a:spLocks noChangeArrowheads="1"/>
            </p:cNvSpPr>
            <p:nvPr/>
          </p:nvSpPr>
          <p:spPr bwMode="auto">
            <a:xfrm>
              <a:off x="4235501" y="177767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grpSp>
      <p:sp>
        <p:nvSpPr>
          <p:cNvPr id="129" name="AutoShape 208"/>
          <p:cNvSpPr>
            <a:spLocks noChangeArrowheads="1"/>
          </p:cNvSpPr>
          <p:nvPr/>
        </p:nvSpPr>
        <p:spPr bwMode="auto">
          <a:xfrm>
            <a:off x="2275178" y="2875334"/>
            <a:ext cx="1030057"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10000_MC_PREMIUM_OK</a:t>
            </a:r>
          </a:p>
        </p:txBody>
      </p:sp>
      <p:sp>
        <p:nvSpPr>
          <p:cNvPr id="133" name="AutoShape 208"/>
          <p:cNvSpPr>
            <a:spLocks noChangeArrowheads="1"/>
          </p:cNvSpPr>
          <p:nvPr/>
        </p:nvSpPr>
        <p:spPr bwMode="auto">
          <a:xfrm>
            <a:off x="1665854" y="4325903"/>
            <a:ext cx="1018428" cy="1285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10000_MC_PREMIUM_NOK</a:t>
            </a:r>
          </a:p>
        </p:txBody>
      </p:sp>
      <p:sp>
        <p:nvSpPr>
          <p:cNvPr id="134" name="AutoShape 113"/>
          <p:cNvSpPr>
            <a:spLocks noChangeArrowheads="1"/>
          </p:cNvSpPr>
          <p:nvPr/>
        </p:nvSpPr>
        <p:spPr bwMode="auto">
          <a:xfrm>
            <a:off x="253305" y="3060711"/>
            <a:ext cx="848100" cy="345818"/>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WS MC TECH</a:t>
            </a:r>
          </a:p>
          <a:p>
            <a:pPr algn="ctr" eaLnBrk="0" hangingPunct="0">
              <a:defRPr/>
            </a:pPr>
            <a:r>
              <a:rPr lang="fr-FR" sz="600">
                <a:solidFill>
                  <a:srgbClr val="000000"/>
                </a:solidFill>
                <a:ea typeface="ＭＳ Ｐゴシック" charset="0"/>
              </a:rPr>
              <a:t>PF_SVI_TECH</a:t>
            </a:r>
          </a:p>
        </p:txBody>
      </p:sp>
      <p:grpSp>
        <p:nvGrpSpPr>
          <p:cNvPr id="135" name="Group 8"/>
          <p:cNvGrpSpPr>
            <a:grpSpLocks/>
          </p:cNvGrpSpPr>
          <p:nvPr/>
        </p:nvGrpSpPr>
        <p:grpSpPr bwMode="auto">
          <a:xfrm rot="20388689">
            <a:off x="1126349" y="3068449"/>
            <a:ext cx="314032" cy="160007"/>
            <a:chOff x="1920" y="715"/>
            <a:chExt cx="270" cy="139"/>
          </a:xfrm>
        </p:grpSpPr>
        <p:sp>
          <p:nvSpPr>
            <p:cNvPr id="136"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151"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cxnSp>
        <p:nvCxnSpPr>
          <p:cNvPr id="152" name="Connecteur en angle 151"/>
          <p:cNvCxnSpPr>
            <a:cxnSpLocks/>
            <a:stCxn id="126" idx="2"/>
            <a:endCxn id="133" idx="0"/>
          </p:cNvCxnSpPr>
          <p:nvPr/>
        </p:nvCxnSpPr>
        <p:spPr bwMode="auto">
          <a:xfrm rot="16200000" flipH="1">
            <a:off x="1338359" y="3489194"/>
            <a:ext cx="1168492" cy="50492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 Box 157"/>
          <p:cNvSpPr txBox="1">
            <a:spLocks noChangeArrowheads="1"/>
          </p:cNvSpPr>
          <p:nvPr/>
        </p:nvSpPr>
        <p:spPr bwMode="auto">
          <a:xfrm>
            <a:off x="2472710" y="494366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55" name="AutoShape 87">
            <a:hlinkClick r:id="rId5" action="ppaction://hlinksldjump"/>
          </p:cNvPr>
          <p:cNvSpPr>
            <a:spLocks noChangeArrowheads="1"/>
          </p:cNvSpPr>
          <p:nvPr/>
        </p:nvSpPr>
        <p:spPr bwMode="auto">
          <a:xfrm rot="10800000">
            <a:off x="114058" y="527169"/>
            <a:ext cx="96960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PREMIUM</a:t>
            </a:r>
          </a:p>
        </p:txBody>
      </p:sp>
      <p:cxnSp>
        <p:nvCxnSpPr>
          <p:cNvPr id="38" name="Connecteur en angle 37"/>
          <p:cNvCxnSpPr>
            <a:stCxn id="155" idx="0"/>
            <a:endCxn id="106" idx="0"/>
          </p:cNvCxnSpPr>
          <p:nvPr/>
        </p:nvCxnSpPr>
        <p:spPr bwMode="auto">
          <a:xfrm rot="16200000" flipH="1">
            <a:off x="1065683" y="444399"/>
            <a:ext cx="106691" cy="104033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87">
            <a:hlinkClick r:id="rId6" action="ppaction://hlinksldjump"/>
          </p:cNvPr>
          <p:cNvSpPr>
            <a:spLocks noChangeArrowheads="1"/>
          </p:cNvSpPr>
          <p:nvPr/>
        </p:nvSpPr>
        <p:spPr bwMode="auto">
          <a:xfrm rot="10800000">
            <a:off x="24770" y="6431085"/>
            <a:ext cx="673499"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PREMIUM 3</a:t>
            </a:r>
          </a:p>
        </p:txBody>
      </p:sp>
      <p:cxnSp>
        <p:nvCxnSpPr>
          <p:cNvPr id="171" name="AutoShape 47"/>
          <p:cNvCxnSpPr>
            <a:cxnSpLocks noChangeShapeType="1"/>
            <a:stCxn id="178" idx="2"/>
            <a:endCxn id="174" idx="0"/>
          </p:cNvCxnSpPr>
          <p:nvPr/>
        </p:nvCxnSpPr>
        <p:spPr bwMode="auto">
          <a:xfrm rot="5400000">
            <a:off x="1584777" y="5111008"/>
            <a:ext cx="235923" cy="976396"/>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AutoShape 47"/>
          <p:cNvCxnSpPr>
            <a:cxnSpLocks noChangeShapeType="1"/>
            <a:stCxn id="178" idx="2"/>
            <a:endCxn id="175" idx="0"/>
          </p:cNvCxnSpPr>
          <p:nvPr/>
        </p:nvCxnSpPr>
        <p:spPr bwMode="auto">
          <a:xfrm rot="16200000" flipH="1">
            <a:off x="2343981" y="5328199"/>
            <a:ext cx="248962" cy="555053"/>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AutoShape 47"/>
          <p:cNvCxnSpPr>
            <a:cxnSpLocks noChangeShapeType="1"/>
            <a:stCxn id="178" idx="2"/>
            <a:endCxn id="176" idx="0"/>
          </p:cNvCxnSpPr>
          <p:nvPr/>
        </p:nvCxnSpPr>
        <p:spPr bwMode="auto">
          <a:xfrm rot="16200000" flipH="1">
            <a:off x="3082479" y="4589701"/>
            <a:ext cx="237456" cy="2020543"/>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42"/>
          <p:cNvSpPr>
            <a:spLocks noChangeArrowheads="1"/>
          </p:cNvSpPr>
          <p:nvPr/>
        </p:nvSpPr>
        <p:spPr bwMode="auto">
          <a:xfrm>
            <a:off x="531034" y="5717168"/>
            <a:ext cx="136701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11000_WCB_PREM_TECH_INTERNET</a:t>
            </a:r>
          </a:p>
        </p:txBody>
      </p:sp>
      <p:sp>
        <p:nvSpPr>
          <p:cNvPr id="175" name="AutoShape 42"/>
          <p:cNvSpPr>
            <a:spLocks noChangeArrowheads="1"/>
          </p:cNvSpPr>
          <p:nvPr/>
        </p:nvSpPr>
        <p:spPr bwMode="auto">
          <a:xfrm>
            <a:off x="2177237" y="5730207"/>
            <a:ext cx="1137504"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12000_WCB_PREM_TECH_TV</a:t>
            </a:r>
          </a:p>
        </p:txBody>
      </p:sp>
      <p:sp>
        <p:nvSpPr>
          <p:cNvPr id="176" name="AutoShape 42"/>
          <p:cNvSpPr>
            <a:spLocks noChangeArrowheads="1"/>
          </p:cNvSpPr>
          <p:nvPr/>
        </p:nvSpPr>
        <p:spPr bwMode="auto">
          <a:xfrm>
            <a:off x="3565953" y="5718701"/>
            <a:ext cx="129105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13000_WCB_PREM_TECH_AUTRE</a:t>
            </a:r>
          </a:p>
        </p:txBody>
      </p:sp>
      <p:cxnSp>
        <p:nvCxnSpPr>
          <p:cNvPr id="177" name="AutoShape 47"/>
          <p:cNvCxnSpPr>
            <a:cxnSpLocks noChangeShapeType="1"/>
            <a:endCxn id="175" idx="0"/>
          </p:cNvCxnSpPr>
          <p:nvPr/>
        </p:nvCxnSpPr>
        <p:spPr bwMode="auto">
          <a:xfrm>
            <a:off x="2745989" y="5656603"/>
            <a:ext cx="0" cy="73604"/>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Text Box 157"/>
          <p:cNvSpPr txBox="1">
            <a:spLocks noChangeArrowheads="1"/>
          </p:cNvSpPr>
          <p:nvPr/>
        </p:nvSpPr>
        <p:spPr bwMode="auto">
          <a:xfrm>
            <a:off x="461114" y="5452486"/>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a:t>
            </a:r>
          </a:p>
        </p:txBody>
      </p:sp>
      <p:sp>
        <p:nvSpPr>
          <p:cNvPr id="180" name="Text Box 157"/>
          <p:cNvSpPr txBox="1">
            <a:spLocks noChangeArrowheads="1"/>
          </p:cNvSpPr>
          <p:nvPr/>
        </p:nvSpPr>
        <p:spPr bwMode="auto">
          <a:xfrm>
            <a:off x="2179477" y="5444496"/>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02</a:t>
            </a:r>
          </a:p>
        </p:txBody>
      </p:sp>
      <p:sp>
        <p:nvSpPr>
          <p:cNvPr id="186" name="Text Box 157"/>
          <p:cNvSpPr txBox="1">
            <a:spLocks noChangeArrowheads="1"/>
          </p:cNvSpPr>
          <p:nvPr/>
        </p:nvSpPr>
        <p:spPr bwMode="auto">
          <a:xfrm>
            <a:off x="3699563" y="5445014"/>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03</a:t>
            </a:r>
          </a:p>
        </p:txBody>
      </p:sp>
      <p:sp>
        <p:nvSpPr>
          <p:cNvPr id="188" name="AutoShape 31">
            <a:hlinkClick r:id="" action="ppaction://noaction"/>
          </p:cNvPr>
          <p:cNvSpPr>
            <a:spLocks noChangeArrowheads="1"/>
          </p:cNvSpPr>
          <p:nvPr/>
        </p:nvSpPr>
        <p:spPr bwMode="auto">
          <a:xfrm>
            <a:off x="454358" y="6202110"/>
            <a:ext cx="1534495" cy="12143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FIXE_WCB_PREMIUM_TECH_INTERNET</a:t>
            </a:r>
          </a:p>
        </p:txBody>
      </p:sp>
      <p:sp>
        <p:nvSpPr>
          <p:cNvPr id="189" name="AutoShape 31">
            <a:hlinkClick r:id="" action="ppaction://noaction"/>
          </p:cNvPr>
          <p:cNvSpPr>
            <a:spLocks noChangeArrowheads="1"/>
          </p:cNvSpPr>
          <p:nvPr/>
        </p:nvSpPr>
        <p:spPr bwMode="auto">
          <a:xfrm>
            <a:off x="2139679" y="6187887"/>
            <a:ext cx="1281050" cy="16784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FIXE_WCB_PREMIUM_TECH_TV</a:t>
            </a:r>
          </a:p>
        </p:txBody>
      </p:sp>
      <p:sp>
        <p:nvSpPr>
          <p:cNvPr id="190" name="AutoShape 31">
            <a:hlinkClick r:id="" action="ppaction://noaction"/>
          </p:cNvPr>
          <p:cNvSpPr>
            <a:spLocks noChangeArrowheads="1"/>
          </p:cNvSpPr>
          <p:nvPr/>
        </p:nvSpPr>
        <p:spPr bwMode="auto">
          <a:xfrm>
            <a:off x="3508261" y="6130418"/>
            <a:ext cx="1383875" cy="12937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FIXE_WCB_PREMIUM_TECH_AUTRE</a:t>
            </a:r>
          </a:p>
        </p:txBody>
      </p:sp>
      <p:cxnSp>
        <p:nvCxnSpPr>
          <p:cNvPr id="243" name="Connecteur en angle 242"/>
          <p:cNvCxnSpPr>
            <a:stCxn id="188" idx="2"/>
            <a:endCxn id="343" idx="1"/>
          </p:cNvCxnSpPr>
          <p:nvPr/>
        </p:nvCxnSpPr>
        <p:spPr bwMode="auto">
          <a:xfrm rot="16200000" flipH="1">
            <a:off x="2997423" y="4547727"/>
            <a:ext cx="258987" cy="3810621"/>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Connecteur en angle 245"/>
          <p:cNvCxnSpPr>
            <a:stCxn id="189" idx="2"/>
            <a:endCxn id="343" idx="1"/>
          </p:cNvCxnSpPr>
          <p:nvPr/>
        </p:nvCxnSpPr>
        <p:spPr bwMode="auto">
          <a:xfrm rot="16200000" flipH="1">
            <a:off x="3792813" y="5343118"/>
            <a:ext cx="226804" cy="2252023"/>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Connecteur en angle 252"/>
          <p:cNvCxnSpPr>
            <a:stCxn id="190" idx="2"/>
            <a:endCxn id="343" idx="1"/>
          </p:cNvCxnSpPr>
          <p:nvPr/>
        </p:nvCxnSpPr>
        <p:spPr bwMode="auto">
          <a:xfrm rot="16200000" flipH="1">
            <a:off x="4454843" y="6005148"/>
            <a:ext cx="322740" cy="832028"/>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 name="AutoShape 31">
            <a:hlinkClick r:id="" action="ppaction://noaction"/>
          </p:cNvPr>
          <p:cNvSpPr>
            <a:spLocks noChangeArrowheads="1"/>
          </p:cNvSpPr>
          <p:nvPr/>
        </p:nvSpPr>
        <p:spPr bwMode="auto">
          <a:xfrm>
            <a:off x="3598107" y="2991145"/>
            <a:ext cx="1248409" cy="150660"/>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257" name="AutoShape 31">
            <a:hlinkClick r:id="" action="ppaction://noaction"/>
          </p:cNvPr>
          <p:cNvSpPr>
            <a:spLocks noChangeArrowheads="1"/>
          </p:cNvSpPr>
          <p:nvPr/>
        </p:nvSpPr>
        <p:spPr bwMode="auto">
          <a:xfrm>
            <a:off x="3643478" y="3181201"/>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258" name="AutoShape 31">
            <a:hlinkClick r:id="" action="ppaction://noaction"/>
          </p:cNvPr>
          <p:cNvSpPr>
            <a:spLocks noChangeArrowheads="1"/>
          </p:cNvSpPr>
          <p:nvPr/>
        </p:nvSpPr>
        <p:spPr bwMode="auto">
          <a:xfrm>
            <a:off x="3658405" y="3351497"/>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cxnSp>
        <p:nvCxnSpPr>
          <p:cNvPr id="264" name="Connecteur droit 263"/>
          <p:cNvCxnSpPr>
            <a:stCxn id="176" idx="2"/>
            <a:endCxn id="190" idx="0"/>
          </p:cNvCxnSpPr>
          <p:nvPr/>
        </p:nvCxnSpPr>
        <p:spPr bwMode="auto">
          <a:xfrm flipH="1">
            <a:off x="4200199" y="5854004"/>
            <a:ext cx="11280" cy="27641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Connecteur droit 265"/>
          <p:cNvCxnSpPr>
            <a:stCxn id="175" idx="2"/>
            <a:endCxn id="189" idx="0"/>
          </p:cNvCxnSpPr>
          <p:nvPr/>
        </p:nvCxnSpPr>
        <p:spPr bwMode="auto">
          <a:xfrm>
            <a:off x="2745989" y="5865510"/>
            <a:ext cx="34215" cy="322377"/>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Connecteur droit 267"/>
          <p:cNvCxnSpPr>
            <a:stCxn id="174" idx="2"/>
            <a:endCxn id="188" idx="0"/>
          </p:cNvCxnSpPr>
          <p:nvPr/>
        </p:nvCxnSpPr>
        <p:spPr bwMode="auto">
          <a:xfrm>
            <a:off x="1214540" y="5852471"/>
            <a:ext cx="7066" cy="349639"/>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3" name="AutoShape 31">
            <a:hlinkClick r:id="" action="ppaction://noaction"/>
          </p:cNvPr>
          <p:cNvSpPr>
            <a:spLocks noChangeArrowheads="1"/>
          </p:cNvSpPr>
          <p:nvPr/>
        </p:nvSpPr>
        <p:spPr bwMode="auto">
          <a:xfrm>
            <a:off x="550857" y="5961733"/>
            <a:ext cx="1295294" cy="12934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284" name="AutoShape 31">
            <a:hlinkClick r:id="" action="ppaction://noaction"/>
          </p:cNvPr>
          <p:cNvSpPr>
            <a:spLocks noChangeArrowheads="1"/>
          </p:cNvSpPr>
          <p:nvPr/>
        </p:nvSpPr>
        <p:spPr bwMode="auto">
          <a:xfrm>
            <a:off x="2177237" y="5943991"/>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285" name="AutoShape 31">
            <a:hlinkClick r:id="" action="ppaction://noaction"/>
          </p:cNvPr>
          <p:cNvSpPr>
            <a:spLocks noChangeArrowheads="1"/>
          </p:cNvSpPr>
          <p:nvPr/>
        </p:nvSpPr>
        <p:spPr bwMode="auto">
          <a:xfrm>
            <a:off x="3601299" y="5935188"/>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09" name="AutoShape 31">
            <a:hlinkClick r:id="" action="ppaction://noaction"/>
          </p:cNvPr>
          <p:cNvSpPr>
            <a:spLocks noChangeArrowheads="1"/>
          </p:cNvSpPr>
          <p:nvPr/>
        </p:nvSpPr>
        <p:spPr bwMode="auto">
          <a:xfrm>
            <a:off x="3807144" y="3543544"/>
            <a:ext cx="826744" cy="18111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FIXE_PREMIUM_MC</a:t>
            </a:r>
          </a:p>
        </p:txBody>
      </p:sp>
      <p:cxnSp>
        <p:nvCxnSpPr>
          <p:cNvPr id="21" name="Connecteur droit 20"/>
          <p:cNvCxnSpPr>
            <a:stCxn id="122" idx="0"/>
            <a:endCxn id="122" idx="0"/>
          </p:cNvCxnSpPr>
          <p:nvPr/>
        </p:nvCxnSpPr>
        <p:spPr bwMode="auto">
          <a:xfrm>
            <a:off x="4220516" y="4160960"/>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225"/>
          <p:cNvCxnSpPr>
            <a:stCxn id="109" idx="2"/>
            <a:endCxn id="122" idx="2"/>
          </p:cNvCxnSpPr>
          <p:nvPr/>
        </p:nvCxnSpPr>
        <p:spPr bwMode="auto">
          <a:xfrm>
            <a:off x="4220516" y="3724658"/>
            <a:ext cx="0" cy="522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Connecteur droit 104"/>
          <p:cNvCxnSpPr>
            <a:stCxn id="119" idx="2"/>
            <a:endCxn id="126" idx="0"/>
          </p:cNvCxnSpPr>
          <p:nvPr/>
        </p:nvCxnSpPr>
        <p:spPr bwMode="auto">
          <a:xfrm>
            <a:off x="1658775" y="2486248"/>
            <a:ext cx="11367" cy="2349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68">
            <a:hlinkClick r:id="" action="ppaction://noaction"/>
          </p:cNvPr>
          <p:cNvSpPr>
            <a:spLocks noChangeArrowheads="1"/>
          </p:cNvSpPr>
          <p:nvPr/>
        </p:nvSpPr>
        <p:spPr bwMode="auto">
          <a:xfrm>
            <a:off x="1250833" y="1017912"/>
            <a:ext cx="776723"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a:t>
            </a:r>
          </a:p>
          <a:p>
            <a:pPr algn="ctr" eaLnBrk="0" hangingPunct="0">
              <a:defRPr/>
            </a:pPr>
            <a:r>
              <a:rPr lang="fr-FR" sz="500">
                <a:solidFill>
                  <a:srgbClr val="FFFFFF"/>
                </a:solidFill>
                <a:ea typeface="ＭＳ Ｐゴシック" charset="0"/>
              </a:rPr>
              <a:t>TECH PREMIUM</a:t>
            </a:r>
          </a:p>
        </p:txBody>
      </p:sp>
      <p:sp>
        <p:nvSpPr>
          <p:cNvPr id="108" name="Text Box 156"/>
          <p:cNvSpPr txBox="1">
            <a:spLocks noChangeArrowheads="1"/>
          </p:cNvSpPr>
          <p:nvPr/>
        </p:nvSpPr>
        <p:spPr bwMode="auto">
          <a:xfrm>
            <a:off x="1169787" y="131411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10" name="Connecteur en angle 109"/>
          <p:cNvCxnSpPr>
            <a:stCxn id="106" idx="3"/>
            <a:endCxn id="112" idx="2"/>
          </p:cNvCxnSpPr>
          <p:nvPr/>
        </p:nvCxnSpPr>
        <p:spPr bwMode="auto">
          <a:xfrm>
            <a:off x="2027556" y="1184741"/>
            <a:ext cx="1663939" cy="1841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157"/>
          <p:cNvSpPr txBox="1">
            <a:spLocks noChangeArrowheads="1"/>
          </p:cNvSpPr>
          <p:nvPr/>
        </p:nvSpPr>
        <p:spPr bwMode="auto">
          <a:xfrm>
            <a:off x="1908048" y="1018493"/>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12" name="AutoShape 87">
            <a:hlinkClick r:id="rId7" action="ppaction://hlinksldjump"/>
          </p:cNvPr>
          <p:cNvSpPr>
            <a:spLocks noChangeArrowheads="1"/>
          </p:cNvSpPr>
          <p:nvPr/>
        </p:nvSpPr>
        <p:spPr bwMode="auto">
          <a:xfrm rot="10800000">
            <a:off x="3062207" y="1203158"/>
            <a:ext cx="1258576" cy="22859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TECH PREMIUM</a:t>
            </a:r>
          </a:p>
        </p:txBody>
      </p:sp>
      <p:sp>
        <p:nvSpPr>
          <p:cNvPr id="113" name="AutoShape 68">
            <a:hlinkClick r:id="" action="ppaction://noaction"/>
          </p:cNvPr>
          <p:cNvSpPr>
            <a:spLocks noChangeArrowheads="1"/>
          </p:cNvSpPr>
          <p:nvPr/>
        </p:nvSpPr>
        <p:spPr bwMode="auto">
          <a:xfrm>
            <a:off x="1268045" y="1597498"/>
            <a:ext cx="764758" cy="322980"/>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2</a:t>
            </a:r>
          </a:p>
          <a:p>
            <a:pPr algn="ctr" eaLnBrk="0" hangingPunct="0">
              <a:defRPr/>
            </a:pPr>
            <a:r>
              <a:rPr lang="fr-FR" sz="500">
                <a:solidFill>
                  <a:srgbClr val="FFFFFF"/>
                </a:solidFill>
                <a:ea typeface="ＭＳ Ｐゴシック" charset="0"/>
              </a:rPr>
              <a:t>TECH PREMIUM</a:t>
            </a:r>
          </a:p>
        </p:txBody>
      </p:sp>
      <p:sp>
        <p:nvSpPr>
          <p:cNvPr id="115" name="Text Box 156"/>
          <p:cNvSpPr txBox="1">
            <a:spLocks noChangeArrowheads="1"/>
          </p:cNvSpPr>
          <p:nvPr/>
        </p:nvSpPr>
        <p:spPr bwMode="auto">
          <a:xfrm>
            <a:off x="1178883" y="188985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16" name="Connecteur en angle 115"/>
          <p:cNvCxnSpPr>
            <a:stCxn id="113" idx="3"/>
            <a:endCxn id="118" idx="2"/>
          </p:cNvCxnSpPr>
          <p:nvPr/>
        </p:nvCxnSpPr>
        <p:spPr bwMode="auto">
          <a:xfrm>
            <a:off x="2032803" y="1758988"/>
            <a:ext cx="1640459" cy="5941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Text Box 157"/>
          <p:cNvSpPr txBox="1">
            <a:spLocks noChangeArrowheads="1"/>
          </p:cNvSpPr>
          <p:nvPr/>
        </p:nvSpPr>
        <p:spPr bwMode="auto">
          <a:xfrm>
            <a:off x="1954753" y="158426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18" name="AutoShape 87">
            <a:hlinkClick r:id="rId8" action="ppaction://hlinksldjump"/>
          </p:cNvPr>
          <p:cNvSpPr>
            <a:spLocks noChangeArrowheads="1"/>
          </p:cNvSpPr>
          <p:nvPr/>
        </p:nvSpPr>
        <p:spPr bwMode="auto">
          <a:xfrm rot="10800000">
            <a:off x="3062207" y="1818399"/>
            <a:ext cx="1222110" cy="19099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2 TECH PREMIUM</a:t>
            </a:r>
          </a:p>
        </p:txBody>
      </p:sp>
      <p:sp>
        <p:nvSpPr>
          <p:cNvPr id="119" name="AutoShape 68">
            <a:hlinkClick r:id="" action="ppaction://noaction"/>
          </p:cNvPr>
          <p:cNvSpPr>
            <a:spLocks noChangeArrowheads="1"/>
          </p:cNvSpPr>
          <p:nvPr/>
        </p:nvSpPr>
        <p:spPr bwMode="auto">
          <a:xfrm>
            <a:off x="1259184" y="2169842"/>
            <a:ext cx="799182" cy="316406"/>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3</a:t>
            </a:r>
          </a:p>
          <a:p>
            <a:pPr algn="ctr" eaLnBrk="0" hangingPunct="0">
              <a:defRPr/>
            </a:pPr>
            <a:r>
              <a:rPr lang="fr-FR" sz="500">
                <a:solidFill>
                  <a:srgbClr val="FFFFFF"/>
                </a:solidFill>
                <a:ea typeface="ＭＳ Ｐゴシック" charset="0"/>
              </a:rPr>
              <a:t>TECH PREMIUM</a:t>
            </a:r>
          </a:p>
        </p:txBody>
      </p:sp>
      <p:sp>
        <p:nvSpPr>
          <p:cNvPr id="120" name="Text Box 156"/>
          <p:cNvSpPr txBox="1">
            <a:spLocks noChangeArrowheads="1"/>
          </p:cNvSpPr>
          <p:nvPr/>
        </p:nvSpPr>
        <p:spPr bwMode="auto">
          <a:xfrm>
            <a:off x="1120306" y="247443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23" name="Connecteur en angle 122"/>
          <p:cNvCxnSpPr>
            <a:stCxn id="119" idx="3"/>
            <a:endCxn id="132" idx="2"/>
          </p:cNvCxnSpPr>
          <p:nvPr/>
        </p:nvCxnSpPr>
        <p:spPr bwMode="auto">
          <a:xfrm>
            <a:off x="2058366" y="2328045"/>
            <a:ext cx="1614894" cy="3278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Text Box 157"/>
          <p:cNvSpPr txBox="1">
            <a:spLocks noChangeArrowheads="1"/>
          </p:cNvSpPr>
          <p:nvPr/>
        </p:nvSpPr>
        <p:spPr bwMode="auto">
          <a:xfrm>
            <a:off x="1954754" y="2130235"/>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32" name="AutoShape 87">
            <a:hlinkClick r:id="rId9" action="ppaction://hlinksldjump"/>
          </p:cNvPr>
          <p:cNvSpPr>
            <a:spLocks noChangeArrowheads="1"/>
          </p:cNvSpPr>
          <p:nvPr/>
        </p:nvSpPr>
        <p:spPr bwMode="auto">
          <a:xfrm rot="10800000">
            <a:off x="3062206" y="2360833"/>
            <a:ext cx="1222109" cy="209715"/>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3 TECH PREMIUM</a:t>
            </a:r>
          </a:p>
        </p:txBody>
      </p:sp>
      <p:cxnSp>
        <p:nvCxnSpPr>
          <p:cNvPr id="137" name="Connecteur droit 136"/>
          <p:cNvCxnSpPr>
            <a:stCxn id="106" idx="2"/>
            <a:endCxn id="113" idx="0"/>
          </p:cNvCxnSpPr>
          <p:nvPr/>
        </p:nvCxnSpPr>
        <p:spPr bwMode="auto">
          <a:xfrm>
            <a:off x="1639195" y="1351570"/>
            <a:ext cx="11229" cy="2459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Connecteur droit 137"/>
          <p:cNvCxnSpPr>
            <a:stCxn id="113" idx="2"/>
            <a:endCxn id="119" idx="0"/>
          </p:cNvCxnSpPr>
          <p:nvPr/>
        </p:nvCxnSpPr>
        <p:spPr bwMode="auto">
          <a:xfrm>
            <a:off x="1650424" y="1920478"/>
            <a:ext cx="8351" cy="2493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Connecteur en angle 138"/>
          <p:cNvCxnSpPr>
            <a:stCxn id="112" idx="0"/>
            <a:endCxn id="113" idx="0"/>
          </p:cNvCxnSpPr>
          <p:nvPr/>
        </p:nvCxnSpPr>
        <p:spPr bwMode="auto">
          <a:xfrm rot="5400000">
            <a:off x="2588090" y="494092"/>
            <a:ext cx="165741" cy="204107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Connecteur en angle 139"/>
          <p:cNvCxnSpPr>
            <a:stCxn id="118" idx="0"/>
            <a:endCxn id="119" idx="0"/>
          </p:cNvCxnSpPr>
          <p:nvPr/>
        </p:nvCxnSpPr>
        <p:spPr bwMode="auto">
          <a:xfrm rot="5400000">
            <a:off x="2585794" y="1082373"/>
            <a:ext cx="160451" cy="201448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Connecteur en angle 140"/>
          <p:cNvCxnSpPr>
            <a:stCxn id="132" idx="0"/>
            <a:endCxn id="126" idx="0"/>
          </p:cNvCxnSpPr>
          <p:nvPr/>
        </p:nvCxnSpPr>
        <p:spPr bwMode="auto">
          <a:xfrm rot="5400000">
            <a:off x="2596387" y="1644303"/>
            <a:ext cx="150628" cy="200311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31">
            <a:hlinkClick r:id="" action="ppaction://noaction"/>
            <a:extLst>
              <a:ext uri="{FF2B5EF4-FFF2-40B4-BE49-F238E27FC236}">
                <a16:creationId xmlns:a16="http://schemas.microsoft.com/office/drawing/2014/main" id="{A3651114-14EE-4C42-B781-2CB9BBEC4CF5}"/>
              </a:ext>
            </a:extLst>
          </p:cNvPr>
          <p:cNvSpPr>
            <a:spLocks noChangeArrowheads="1"/>
          </p:cNvSpPr>
          <p:nvPr/>
        </p:nvSpPr>
        <p:spPr bwMode="auto">
          <a:xfrm>
            <a:off x="1642211" y="4521631"/>
            <a:ext cx="1065714" cy="14872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FIXE_PREMIUM_MC_NOK</a:t>
            </a:r>
          </a:p>
        </p:txBody>
      </p:sp>
      <p:cxnSp>
        <p:nvCxnSpPr>
          <p:cNvPr id="8" name="Connecteur : en angle 7">
            <a:extLst>
              <a:ext uri="{FF2B5EF4-FFF2-40B4-BE49-F238E27FC236}">
                <a16:creationId xmlns:a16="http://schemas.microsoft.com/office/drawing/2014/main" id="{83D76334-A282-481D-BDA8-6F55862D023A}"/>
              </a:ext>
            </a:extLst>
          </p:cNvPr>
          <p:cNvCxnSpPr>
            <a:stCxn id="129" idx="3"/>
            <a:endCxn id="256" idx="0"/>
          </p:cNvCxnSpPr>
          <p:nvPr/>
        </p:nvCxnSpPr>
        <p:spPr bwMode="auto">
          <a:xfrm>
            <a:off x="3305235" y="2947565"/>
            <a:ext cx="917077" cy="4358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9">
            <a:extLst>
              <a:ext uri="{FF2B5EF4-FFF2-40B4-BE49-F238E27FC236}">
                <a16:creationId xmlns:a16="http://schemas.microsoft.com/office/drawing/2014/main" id="{73C92106-DD45-4217-A55E-37E014732BC4}"/>
              </a:ext>
            </a:extLst>
          </p:cNvPr>
          <p:cNvCxnSpPr>
            <a:stCxn id="126" idx="3"/>
            <a:endCxn id="129" idx="1"/>
          </p:cNvCxnSpPr>
          <p:nvPr/>
        </p:nvCxnSpPr>
        <p:spPr bwMode="auto">
          <a:xfrm>
            <a:off x="1985184" y="2939294"/>
            <a:ext cx="289994" cy="82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a:extLst>
              <a:ext uri="{FF2B5EF4-FFF2-40B4-BE49-F238E27FC236}">
                <a16:creationId xmlns:a16="http://schemas.microsoft.com/office/drawing/2014/main" id="{3D881CAC-D229-4899-ABE7-9CEAA1D12C0C}"/>
              </a:ext>
            </a:extLst>
          </p:cNvPr>
          <p:cNvCxnSpPr>
            <a:stCxn id="256" idx="2"/>
            <a:endCxn id="257" idx="0"/>
          </p:cNvCxnSpPr>
          <p:nvPr/>
        </p:nvCxnSpPr>
        <p:spPr bwMode="auto">
          <a:xfrm flipH="1">
            <a:off x="4205589" y="3141805"/>
            <a:ext cx="16723" cy="393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a:extLst>
              <a:ext uri="{FF2B5EF4-FFF2-40B4-BE49-F238E27FC236}">
                <a16:creationId xmlns:a16="http://schemas.microsoft.com/office/drawing/2014/main" id="{AE241A06-3931-48E4-A4FA-B7A051CDC51D}"/>
              </a:ext>
            </a:extLst>
          </p:cNvPr>
          <p:cNvCxnSpPr>
            <a:stCxn id="257" idx="2"/>
            <a:endCxn id="258" idx="0"/>
          </p:cNvCxnSpPr>
          <p:nvPr/>
        </p:nvCxnSpPr>
        <p:spPr bwMode="auto">
          <a:xfrm>
            <a:off x="4205589" y="3308037"/>
            <a:ext cx="14927" cy="434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a:extLst>
              <a:ext uri="{FF2B5EF4-FFF2-40B4-BE49-F238E27FC236}">
                <a16:creationId xmlns:a16="http://schemas.microsoft.com/office/drawing/2014/main" id="{DD09D4AA-BA78-4112-9416-0C24ECA1D72E}"/>
              </a:ext>
            </a:extLst>
          </p:cNvPr>
          <p:cNvCxnSpPr>
            <a:stCxn id="258" idx="2"/>
            <a:endCxn id="109" idx="0"/>
          </p:cNvCxnSpPr>
          <p:nvPr/>
        </p:nvCxnSpPr>
        <p:spPr bwMode="auto">
          <a:xfrm>
            <a:off x="4220516" y="3478333"/>
            <a:ext cx="0" cy="652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Connecteur droit 241">
            <a:extLst>
              <a:ext uri="{FF2B5EF4-FFF2-40B4-BE49-F238E27FC236}">
                <a16:creationId xmlns:a16="http://schemas.microsoft.com/office/drawing/2014/main" id="{A8D85975-A4DD-4720-B666-C3E41874F3EA}"/>
              </a:ext>
            </a:extLst>
          </p:cNvPr>
          <p:cNvCxnSpPr>
            <a:stCxn id="142" idx="0"/>
            <a:endCxn id="133" idx="2"/>
          </p:cNvCxnSpPr>
          <p:nvPr/>
        </p:nvCxnSpPr>
        <p:spPr bwMode="auto">
          <a:xfrm flipV="1">
            <a:off x="2175068" y="4454443"/>
            <a:ext cx="0" cy="671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Connecteur droit avec flèche 244">
            <a:extLst>
              <a:ext uri="{FF2B5EF4-FFF2-40B4-BE49-F238E27FC236}">
                <a16:creationId xmlns:a16="http://schemas.microsoft.com/office/drawing/2014/main" id="{E7A29CE1-4EED-4AE6-A3FD-290C91D73D1C}"/>
              </a:ext>
            </a:extLst>
          </p:cNvPr>
          <p:cNvCxnSpPr>
            <a:stCxn id="142" idx="2"/>
            <a:endCxn id="332" idx="0"/>
          </p:cNvCxnSpPr>
          <p:nvPr/>
        </p:nvCxnSpPr>
        <p:spPr bwMode="auto">
          <a:xfrm>
            <a:off x="2175068" y="4670359"/>
            <a:ext cx="12260" cy="9864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31">
            <a:hlinkClick r:id="" action="ppaction://noaction"/>
            <a:extLst>
              <a:ext uri="{FF2B5EF4-FFF2-40B4-BE49-F238E27FC236}">
                <a16:creationId xmlns:a16="http://schemas.microsoft.com/office/drawing/2014/main" id="{148F7640-AA85-447C-9DFC-A3D6C4C978D3}"/>
              </a:ext>
            </a:extLst>
          </p:cNvPr>
          <p:cNvSpPr>
            <a:spLocks noChangeArrowheads="1"/>
          </p:cNvSpPr>
          <p:nvPr/>
        </p:nvSpPr>
        <p:spPr bwMode="auto">
          <a:xfrm>
            <a:off x="1550411" y="5356115"/>
            <a:ext cx="1281050" cy="12513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FIXE_WCB_PREMIUM_TECH_FTT</a:t>
            </a:r>
          </a:p>
        </p:txBody>
      </p:sp>
      <p:sp>
        <p:nvSpPr>
          <p:cNvPr id="181" name="AutoShape 42">
            <a:extLst>
              <a:ext uri="{FF2B5EF4-FFF2-40B4-BE49-F238E27FC236}">
                <a16:creationId xmlns:a16="http://schemas.microsoft.com/office/drawing/2014/main" id="{D2D21D09-94E9-438A-B7F0-AB8F84E1786C}"/>
              </a:ext>
            </a:extLst>
          </p:cNvPr>
          <p:cNvSpPr>
            <a:spLocks noChangeArrowheads="1"/>
          </p:cNvSpPr>
          <p:nvPr/>
        </p:nvSpPr>
        <p:spPr bwMode="auto">
          <a:xfrm>
            <a:off x="1574037" y="5136073"/>
            <a:ext cx="1226584" cy="1413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11000_WCB_PREM_TECH_FTT</a:t>
            </a:r>
          </a:p>
        </p:txBody>
      </p:sp>
      <p:cxnSp>
        <p:nvCxnSpPr>
          <p:cNvPr id="259" name="Connecteur droit 258">
            <a:extLst>
              <a:ext uri="{FF2B5EF4-FFF2-40B4-BE49-F238E27FC236}">
                <a16:creationId xmlns:a16="http://schemas.microsoft.com/office/drawing/2014/main" id="{CF449057-BB88-4445-B62D-855BE070105E}"/>
              </a:ext>
            </a:extLst>
          </p:cNvPr>
          <p:cNvCxnSpPr>
            <a:stCxn id="178" idx="0"/>
            <a:endCxn id="181" idx="2"/>
          </p:cNvCxnSpPr>
          <p:nvPr/>
        </p:nvCxnSpPr>
        <p:spPr bwMode="auto">
          <a:xfrm flipH="1" flipV="1">
            <a:off x="2187329" y="5277411"/>
            <a:ext cx="3607" cy="7870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Connecteur droit 260">
            <a:extLst>
              <a:ext uri="{FF2B5EF4-FFF2-40B4-BE49-F238E27FC236}">
                <a16:creationId xmlns:a16="http://schemas.microsoft.com/office/drawing/2014/main" id="{A94BD78C-E2D7-4F65-AD00-83F48576D014}"/>
              </a:ext>
            </a:extLst>
          </p:cNvPr>
          <p:cNvCxnSpPr>
            <a:stCxn id="332" idx="2"/>
            <a:endCxn id="181" idx="0"/>
          </p:cNvCxnSpPr>
          <p:nvPr/>
        </p:nvCxnSpPr>
        <p:spPr bwMode="auto">
          <a:xfrm>
            <a:off x="2187328" y="5089682"/>
            <a:ext cx="1" cy="46391"/>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13">
            <a:extLst>
              <a:ext uri="{FF2B5EF4-FFF2-40B4-BE49-F238E27FC236}">
                <a16:creationId xmlns:a16="http://schemas.microsoft.com/office/drawing/2014/main" id="{E995D953-6550-43F1-AA15-E457556A1E75}"/>
              </a:ext>
            </a:extLst>
          </p:cNvPr>
          <p:cNvCxnSpPr>
            <a:cxnSpLocks noChangeShapeType="1"/>
            <a:stCxn id="148" idx="3"/>
            <a:endCxn id="147" idx="1"/>
          </p:cNvCxnSpPr>
          <p:nvPr/>
        </p:nvCxnSpPr>
        <p:spPr bwMode="auto">
          <a:xfrm>
            <a:off x="7603171" y="4000188"/>
            <a:ext cx="231424" cy="1481"/>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131" name="AutoShape 13">
            <a:extLst>
              <a:ext uri="{FF2B5EF4-FFF2-40B4-BE49-F238E27FC236}">
                <a16:creationId xmlns:a16="http://schemas.microsoft.com/office/drawing/2014/main" id="{52BBC6C8-6128-4685-B89A-7415F4953058}"/>
              </a:ext>
            </a:extLst>
          </p:cNvPr>
          <p:cNvCxnSpPr>
            <a:cxnSpLocks noChangeShapeType="1"/>
            <a:stCxn id="150" idx="3"/>
            <a:endCxn id="146" idx="1"/>
          </p:cNvCxnSpPr>
          <p:nvPr/>
        </p:nvCxnSpPr>
        <p:spPr bwMode="auto">
          <a:xfrm flipV="1">
            <a:off x="7603170" y="4635264"/>
            <a:ext cx="231425" cy="84"/>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cxnSp>
        <p:nvCxnSpPr>
          <p:cNvPr id="144" name="AutoShape 13">
            <a:extLst>
              <a:ext uri="{FF2B5EF4-FFF2-40B4-BE49-F238E27FC236}">
                <a16:creationId xmlns:a16="http://schemas.microsoft.com/office/drawing/2014/main" id="{52987D5C-4A91-4075-B46A-691A0F4A28E4}"/>
              </a:ext>
            </a:extLst>
          </p:cNvPr>
          <p:cNvCxnSpPr>
            <a:cxnSpLocks noChangeShapeType="1"/>
            <a:stCxn id="149" idx="3"/>
            <a:endCxn id="145" idx="1"/>
          </p:cNvCxnSpPr>
          <p:nvPr/>
        </p:nvCxnSpPr>
        <p:spPr bwMode="auto">
          <a:xfrm flipV="1">
            <a:off x="7603170" y="4310118"/>
            <a:ext cx="231424" cy="5386"/>
          </a:xfrm>
          <a:prstGeom prst="straightConnector1">
            <a:avLst/>
          </a:prstGeom>
          <a:noFill/>
          <a:ln w="3175">
            <a:solidFill>
              <a:srgbClr val="3366FF"/>
            </a:solidFill>
            <a:miter lim="800000"/>
            <a:headEnd/>
            <a:tailEnd type="triangle" w="med" len="med"/>
          </a:ln>
          <a:extLst>
            <a:ext uri="{909E8E84-426E-40DD-AFC4-6F175D3DCCD1}">
              <a14:hiddenFill xmlns:a14="http://schemas.microsoft.com/office/drawing/2010/main">
                <a:noFill/>
              </a14:hiddenFill>
            </a:ext>
          </a:extLst>
        </p:spPr>
      </p:cxnSp>
      <p:sp>
        <p:nvSpPr>
          <p:cNvPr id="145" name="AutoShape 142">
            <a:extLst>
              <a:ext uri="{FF2B5EF4-FFF2-40B4-BE49-F238E27FC236}">
                <a16:creationId xmlns:a16="http://schemas.microsoft.com/office/drawing/2014/main" id="{9CA06470-4290-43A5-85BA-73B192CBF311}"/>
              </a:ext>
            </a:extLst>
          </p:cNvPr>
          <p:cNvSpPr>
            <a:spLocks noChangeArrowheads="1"/>
          </p:cNvSpPr>
          <p:nvPr/>
        </p:nvSpPr>
        <p:spPr bwMode="auto">
          <a:xfrm>
            <a:off x="7834594" y="4185023"/>
            <a:ext cx="128423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PACKPRO FTTH</a:t>
            </a:r>
          </a:p>
        </p:txBody>
      </p:sp>
      <p:sp>
        <p:nvSpPr>
          <p:cNvPr id="146" name="AutoShape 142">
            <a:extLst>
              <a:ext uri="{FF2B5EF4-FFF2-40B4-BE49-F238E27FC236}">
                <a16:creationId xmlns:a16="http://schemas.microsoft.com/office/drawing/2014/main" id="{51982062-15EC-45B6-B67F-A15F3D27A99B}"/>
              </a:ext>
            </a:extLst>
          </p:cNvPr>
          <p:cNvSpPr>
            <a:spLocks noChangeArrowheads="1"/>
          </p:cNvSpPr>
          <p:nvPr/>
        </p:nvSpPr>
        <p:spPr bwMode="auto">
          <a:xfrm>
            <a:off x="7834595" y="4510169"/>
            <a:ext cx="128423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PACKPRO AUTRE</a:t>
            </a:r>
          </a:p>
        </p:txBody>
      </p:sp>
      <p:sp>
        <p:nvSpPr>
          <p:cNvPr id="147" name="AutoShape 142">
            <a:extLst>
              <a:ext uri="{FF2B5EF4-FFF2-40B4-BE49-F238E27FC236}">
                <a16:creationId xmlns:a16="http://schemas.microsoft.com/office/drawing/2014/main" id="{8332D7A3-3F12-4F1B-9B42-0C7EB5BF363C}"/>
              </a:ext>
            </a:extLst>
          </p:cNvPr>
          <p:cNvSpPr>
            <a:spLocks noChangeArrowheads="1"/>
          </p:cNvSpPr>
          <p:nvPr/>
        </p:nvSpPr>
        <p:spPr bwMode="auto">
          <a:xfrm>
            <a:off x="7834595" y="3876574"/>
            <a:ext cx="128423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PACKPRO FTTB</a:t>
            </a:r>
          </a:p>
        </p:txBody>
      </p:sp>
      <p:sp>
        <p:nvSpPr>
          <p:cNvPr id="148" name="AutoShape 43">
            <a:extLst>
              <a:ext uri="{FF2B5EF4-FFF2-40B4-BE49-F238E27FC236}">
                <a16:creationId xmlns:a16="http://schemas.microsoft.com/office/drawing/2014/main" id="{A0740B6A-E128-4F4A-8118-C2D970439180}"/>
              </a:ext>
            </a:extLst>
          </p:cNvPr>
          <p:cNvSpPr>
            <a:spLocks noChangeArrowheads="1"/>
          </p:cNvSpPr>
          <p:nvPr/>
        </p:nvSpPr>
        <p:spPr bwMode="auto">
          <a:xfrm>
            <a:off x="5984856" y="3911091"/>
            <a:ext cx="1618315" cy="1781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10000_WCB_FTT_PACKPRO_FTTB</a:t>
            </a:r>
          </a:p>
        </p:txBody>
      </p:sp>
      <p:sp>
        <p:nvSpPr>
          <p:cNvPr id="149" name="AutoShape 43">
            <a:extLst>
              <a:ext uri="{FF2B5EF4-FFF2-40B4-BE49-F238E27FC236}">
                <a16:creationId xmlns:a16="http://schemas.microsoft.com/office/drawing/2014/main" id="{E27A8125-5F34-4BA6-8E47-59EBD8B4BF4E}"/>
              </a:ext>
            </a:extLst>
          </p:cNvPr>
          <p:cNvSpPr>
            <a:spLocks noChangeArrowheads="1"/>
          </p:cNvSpPr>
          <p:nvPr/>
        </p:nvSpPr>
        <p:spPr bwMode="auto">
          <a:xfrm>
            <a:off x="6018921" y="4235162"/>
            <a:ext cx="1584249" cy="16068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10000_WCB_FTT_PACKPRO_FTTH</a:t>
            </a:r>
          </a:p>
        </p:txBody>
      </p:sp>
      <p:sp>
        <p:nvSpPr>
          <p:cNvPr id="150" name="AutoShape 43">
            <a:extLst>
              <a:ext uri="{FF2B5EF4-FFF2-40B4-BE49-F238E27FC236}">
                <a16:creationId xmlns:a16="http://schemas.microsoft.com/office/drawing/2014/main" id="{699C54C5-FACD-4DB0-8A08-8F755989A118}"/>
              </a:ext>
            </a:extLst>
          </p:cNvPr>
          <p:cNvSpPr>
            <a:spLocks noChangeArrowheads="1"/>
          </p:cNvSpPr>
          <p:nvPr/>
        </p:nvSpPr>
        <p:spPr bwMode="auto">
          <a:xfrm>
            <a:off x="6004230" y="4554718"/>
            <a:ext cx="1598940" cy="1612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10000_WCB_FTT_PACKPRO_AUTRE</a:t>
            </a:r>
          </a:p>
        </p:txBody>
      </p:sp>
      <p:sp>
        <p:nvSpPr>
          <p:cNvPr id="156" name="ZoneTexte 129">
            <a:extLst>
              <a:ext uri="{FF2B5EF4-FFF2-40B4-BE49-F238E27FC236}">
                <a16:creationId xmlns:a16="http://schemas.microsoft.com/office/drawing/2014/main" id="{415C6806-C579-426B-9D33-E083655C2FA6}"/>
              </a:ext>
            </a:extLst>
          </p:cNvPr>
          <p:cNvSpPr txBox="1"/>
          <p:nvPr/>
        </p:nvSpPr>
        <p:spPr>
          <a:xfrm>
            <a:off x="5821384" y="437469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FTTH ET PACKPRO_F</a:t>
            </a:r>
            <a:endParaRPr lang="fr-FR" sz="600">
              <a:solidFill>
                <a:srgbClr val="FF0000"/>
              </a:solidFill>
            </a:endParaRPr>
          </a:p>
        </p:txBody>
      </p:sp>
      <p:sp>
        <p:nvSpPr>
          <p:cNvPr id="157" name="ZoneTexte 129">
            <a:extLst>
              <a:ext uri="{FF2B5EF4-FFF2-40B4-BE49-F238E27FC236}">
                <a16:creationId xmlns:a16="http://schemas.microsoft.com/office/drawing/2014/main" id="{3F486672-FEE5-4940-9AB8-86CA67007D55}"/>
              </a:ext>
            </a:extLst>
          </p:cNvPr>
          <p:cNvSpPr txBox="1"/>
          <p:nvPr/>
        </p:nvSpPr>
        <p:spPr>
          <a:xfrm>
            <a:off x="5834903" y="4699460"/>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PACKPRO_F</a:t>
            </a:r>
            <a:endParaRPr lang="fr-FR" sz="600">
              <a:solidFill>
                <a:srgbClr val="FF0000"/>
              </a:solidFill>
            </a:endParaRPr>
          </a:p>
        </p:txBody>
      </p:sp>
      <p:sp>
        <p:nvSpPr>
          <p:cNvPr id="158" name="ZoneTexte 129">
            <a:extLst>
              <a:ext uri="{FF2B5EF4-FFF2-40B4-BE49-F238E27FC236}">
                <a16:creationId xmlns:a16="http://schemas.microsoft.com/office/drawing/2014/main" id="{EB38C66A-8FFA-4CFE-A473-36277892ABDD}"/>
              </a:ext>
            </a:extLst>
          </p:cNvPr>
          <p:cNvSpPr txBox="1"/>
          <p:nvPr/>
        </p:nvSpPr>
        <p:spPr>
          <a:xfrm>
            <a:off x="5827442" y="4074119"/>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PACKPRO_F</a:t>
            </a:r>
            <a:endParaRPr lang="fr-FR" sz="600">
              <a:solidFill>
                <a:srgbClr val="FF0000"/>
              </a:solidFill>
            </a:endParaRPr>
          </a:p>
        </p:txBody>
      </p:sp>
      <p:cxnSp>
        <p:nvCxnSpPr>
          <p:cNvPr id="159" name="Connecteur en angle 22">
            <a:extLst>
              <a:ext uri="{FF2B5EF4-FFF2-40B4-BE49-F238E27FC236}">
                <a16:creationId xmlns:a16="http://schemas.microsoft.com/office/drawing/2014/main" id="{899EB8A9-FA9C-40F6-8268-E883CC25CB0E}"/>
              </a:ext>
            </a:extLst>
          </p:cNvPr>
          <p:cNvCxnSpPr>
            <a:stCxn id="343" idx="3"/>
            <a:endCxn id="148" idx="1"/>
          </p:cNvCxnSpPr>
          <p:nvPr/>
        </p:nvCxnSpPr>
        <p:spPr bwMode="auto">
          <a:xfrm flipV="1">
            <a:off x="5609378" y="4000188"/>
            <a:ext cx="375478" cy="2582344"/>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Connecteur en angle 22">
            <a:extLst>
              <a:ext uri="{FF2B5EF4-FFF2-40B4-BE49-F238E27FC236}">
                <a16:creationId xmlns:a16="http://schemas.microsoft.com/office/drawing/2014/main" id="{1008799E-B910-481A-AF39-15DAF1820980}"/>
              </a:ext>
            </a:extLst>
          </p:cNvPr>
          <p:cNvCxnSpPr>
            <a:stCxn id="343" idx="3"/>
            <a:endCxn id="149" idx="1"/>
          </p:cNvCxnSpPr>
          <p:nvPr/>
        </p:nvCxnSpPr>
        <p:spPr bwMode="auto">
          <a:xfrm flipV="1">
            <a:off x="5609378" y="4315504"/>
            <a:ext cx="409543" cy="2267028"/>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Connecteur en angle 22">
            <a:extLst>
              <a:ext uri="{FF2B5EF4-FFF2-40B4-BE49-F238E27FC236}">
                <a16:creationId xmlns:a16="http://schemas.microsoft.com/office/drawing/2014/main" id="{8A3C4B59-CDC9-4B6E-9D01-2F7244A79DAD}"/>
              </a:ext>
            </a:extLst>
          </p:cNvPr>
          <p:cNvCxnSpPr>
            <a:stCxn id="343" idx="3"/>
            <a:endCxn id="150" idx="1"/>
          </p:cNvCxnSpPr>
          <p:nvPr/>
        </p:nvCxnSpPr>
        <p:spPr bwMode="auto">
          <a:xfrm flipV="1">
            <a:off x="5609378" y="4635348"/>
            <a:ext cx="394852" cy="1947184"/>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Rectangle 5">
            <a:extLst>
              <a:ext uri="{FF2B5EF4-FFF2-40B4-BE49-F238E27FC236}">
                <a16:creationId xmlns:a16="http://schemas.microsoft.com/office/drawing/2014/main" id="{FD37EF75-C50E-787D-261E-A49DEF2CABB9}"/>
              </a:ext>
            </a:extLst>
          </p:cNvPr>
          <p:cNvSpPr>
            <a:spLocks noChangeArrowheads="1"/>
          </p:cNvSpPr>
          <p:nvPr/>
        </p:nvSpPr>
        <p:spPr bwMode="auto">
          <a:xfrm>
            <a:off x="5894925" y="827773"/>
            <a:ext cx="3180597" cy="156966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a:solidFill>
                  <a:srgbClr val="000000"/>
                </a:solidFill>
              </a:rPr>
              <a:t>ELIGIBILITE PREMIUM :</a:t>
            </a:r>
          </a:p>
          <a:p>
            <a:r>
              <a:rPr lang="fr-FR" sz="600" b="1">
                <a:solidFill>
                  <a:srgbClr val="FF0000"/>
                </a:solidFill>
              </a:rPr>
              <a:t>SEARCH</a:t>
            </a:r>
          </a:p>
          <a:p>
            <a:r>
              <a:rPr lang="fr-FR" sz="600">
                <a:solidFill>
                  <a:schemeClr val="tx1"/>
                </a:solidFill>
              </a:rPr>
              <a:t>OU [si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r>
              <a:rPr lang="fr-FR" sz="600" b="1">
                <a:solidFill>
                  <a:srgbClr val="D31E05"/>
                </a:solidFill>
              </a:rPr>
              <a:t>DEXTER : </a:t>
            </a:r>
            <a:endParaRPr lang="fr-FR" sz="600">
              <a:solidFill>
                <a:srgbClr val="000000"/>
              </a:solidFill>
            </a:endParaRPr>
          </a:p>
          <a:p>
            <a:r>
              <a:rPr lang="fr-FR" sz="600">
                <a:solidFill>
                  <a:srgbClr val="000000"/>
                </a:solidFill>
              </a:rPr>
              <a:t>COLLAB = OUI </a:t>
            </a:r>
          </a:p>
          <a:p>
            <a:r>
              <a:rPr lang="fr-FR" sz="600">
                <a:solidFill>
                  <a:srgbClr val="000000"/>
                </a:solidFill>
              </a:rPr>
              <a:t>Ou pour Ambassadeur LPM :  REMISE_PARTENAIRE = OUI ET (CODE_APPORTEUR = 1055888 OU 1050508 OU CACHE_SVI = CQT_LPM)</a:t>
            </a:r>
          </a:p>
          <a:p>
            <a:r>
              <a:rPr lang="fr-FR" sz="600" b="1">
                <a:solidFill>
                  <a:srgbClr val="C00000"/>
                </a:solidFill>
              </a:rPr>
              <a:t>C2OL</a:t>
            </a:r>
            <a:r>
              <a:rPr lang="fr-FR" sz="600" b="1">
                <a:solidFill>
                  <a:srgbClr val="000000"/>
                </a:solidFill>
              </a:rPr>
              <a:t> :</a:t>
            </a:r>
          </a:p>
          <a:p>
            <a:pPr>
              <a:buClr>
                <a:srgbClr val="D31E05"/>
              </a:buClr>
            </a:pPr>
            <a:r>
              <a:rPr lang="es-ES" altLang="fr-FR" sz="600" err="1">
                <a:solidFill>
                  <a:srgbClr val="000000"/>
                </a:solidFill>
              </a:rPr>
              <a:t>Marqueur</a:t>
            </a:r>
            <a:r>
              <a:rPr lang="es-ES" altLang="fr-FR" sz="600">
                <a:solidFill>
                  <a:srgbClr val="000000"/>
                </a:solidFill>
              </a:rPr>
              <a:t> : CELL_PREM </a:t>
            </a:r>
          </a:p>
          <a:p>
            <a:pPr>
              <a:buClr>
                <a:srgbClr val="D31E05"/>
              </a:buClr>
            </a:pPr>
            <a:r>
              <a:rPr lang="es-ES" altLang="fr-FR" sz="600" b="1">
                <a:solidFill>
                  <a:srgbClr val="000000"/>
                </a:solidFill>
              </a:rPr>
              <a:t>ET</a:t>
            </a:r>
            <a:r>
              <a:rPr lang="es-ES" altLang="fr-FR" sz="600">
                <a:solidFill>
                  <a:srgbClr val="000000"/>
                </a:solidFill>
              </a:rPr>
              <a:t> </a:t>
            </a:r>
            <a:r>
              <a:rPr lang="es-ES" altLang="fr-FR" sz="600" err="1">
                <a:solidFill>
                  <a:srgbClr val="000000"/>
                </a:solidFill>
              </a:rPr>
              <a:t>valeur</a:t>
            </a:r>
            <a:r>
              <a:rPr lang="es-ES" altLang="fr-FR" sz="600">
                <a:solidFill>
                  <a:srgbClr val="000000"/>
                </a:solidFill>
              </a:rPr>
              <a:t> 1 </a:t>
            </a:r>
            <a:r>
              <a:rPr lang="es-ES" altLang="fr-FR" sz="600" err="1">
                <a:solidFill>
                  <a:srgbClr val="000000"/>
                </a:solidFill>
              </a:rPr>
              <a:t>commence</a:t>
            </a:r>
            <a:r>
              <a:rPr lang="es-ES" altLang="fr-FR" sz="600">
                <a:solidFill>
                  <a:srgbClr val="000000"/>
                </a:solidFill>
              </a:rPr>
              <a:t> par :</a:t>
            </a:r>
          </a:p>
          <a:p>
            <a:pPr>
              <a:buClr>
                <a:srgbClr val="D31E05"/>
              </a:buClr>
            </a:pPr>
            <a:r>
              <a:rPr lang="es-ES" altLang="fr-FR" sz="600">
                <a:solidFill>
                  <a:srgbClr val="000000"/>
                </a:solidFill>
              </a:rPr>
              <a:t>PRE_FID_F </a:t>
            </a:r>
          </a:p>
          <a:p>
            <a:pPr>
              <a:buClr>
                <a:srgbClr val="D31E05"/>
              </a:buClr>
            </a:pPr>
            <a:r>
              <a:rPr lang="es-ES" altLang="fr-FR" sz="600" b="1">
                <a:solidFill>
                  <a:srgbClr val="000000"/>
                </a:solidFill>
              </a:rPr>
              <a:t>OU </a:t>
            </a:r>
            <a:r>
              <a:rPr lang="es-ES" altLang="fr-FR" sz="600">
                <a:solidFill>
                  <a:srgbClr val="000000"/>
                </a:solidFill>
              </a:rPr>
              <a:t>PLATINE_00 </a:t>
            </a:r>
          </a:p>
          <a:p>
            <a:pPr>
              <a:buClr>
                <a:srgbClr val="D31E05"/>
              </a:buClr>
            </a:pPr>
            <a:r>
              <a:rPr lang="es-ES" altLang="fr-FR" sz="600">
                <a:solidFill>
                  <a:srgbClr val="000000"/>
                </a:solidFill>
              </a:rPr>
              <a:t>OU PACKPRO_</a:t>
            </a:r>
            <a:r>
              <a:rPr lang="es-ES" altLang="fr-FR" sz="600">
                <a:solidFill>
                  <a:schemeClr val="tx1"/>
                </a:solidFill>
              </a:rPr>
              <a:t>F (= </a:t>
            </a:r>
            <a:r>
              <a:rPr lang="es-ES" altLang="fr-FR" sz="600" b="1">
                <a:solidFill>
                  <a:schemeClr val="tx1"/>
                </a:solidFill>
              </a:rPr>
              <a:t>PACKPRO</a:t>
            </a:r>
            <a:r>
              <a:rPr lang="es-ES" altLang="fr-FR" sz="600">
                <a:solidFill>
                  <a:schemeClr val="tx1"/>
                </a:solidFill>
              </a:rPr>
              <a:t>)</a:t>
            </a:r>
          </a:p>
        </p:txBody>
      </p:sp>
    </p:spTree>
    <p:extLst>
      <p:ext uri="{BB962C8B-B14F-4D97-AF65-F5344CB8AC3E}">
        <p14:creationId xmlns:p14="http://schemas.microsoft.com/office/powerpoint/2010/main" val="2912851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23</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6" name="Rectangle 5"/>
          <p:cNvSpPr>
            <a:spLocks noChangeArrowheads="1"/>
          </p:cNvSpPr>
          <p:nvPr/>
        </p:nvSpPr>
        <p:spPr bwMode="auto">
          <a:xfrm>
            <a:off x="3900737" y="2199474"/>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 TECH PREMIUM </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978406" cy="14964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545674" y="1346055"/>
            <a:ext cx="1448363" cy="15845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FIXE_CHOIX_FLASH_TECH_PREMIUM</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20006" y="3797231"/>
            <a:ext cx="1355251" cy="20930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a:t>
            </a:r>
            <a:r>
              <a:rPr lang="fr-FR" sz="600">
                <a:solidFill>
                  <a:srgbClr val="000000"/>
                </a:solidFill>
              </a:rPr>
              <a:t>_</a:t>
            </a:r>
            <a:r>
              <a:rPr lang="fr-FR" sz="600">
                <a:solidFill>
                  <a:srgbClr val="FF0000"/>
                </a:solidFill>
              </a:rPr>
              <a:t>PREM</a:t>
            </a:r>
            <a:r>
              <a:rPr lang="fr-FR" sz="600">
                <a:solidFill>
                  <a:srgbClr val="D31E05"/>
                </a:solidFill>
              </a:rPr>
              <a:t>1</a:t>
            </a:r>
          </a:p>
        </p:txBody>
      </p:sp>
      <p:cxnSp>
        <p:nvCxnSpPr>
          <p:cNvPr id="83" name="AutoShape 58"/>
          <p:cNvCxnSpPr>
            <a:cxnSpLocks noChangeShapeType="1"/>
            <a:stCxn id="82" idx="2"/>
            <a:endCxn id="81" idx="0"/>
          </p:cNvCxnSpPr>
          <p:nvPr/>
        </p:nvCxnSpPr>
        <p:spPr bwMode="auto">
          <a:xfrm>
            <a:off x="1497632" y="4006540"/>
            <a:ext cx="17465"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10011_CHOIX_FLASH_TECH_PREM1</a:t>
            </a:r>
          </a:p>
        </p:txBody>
      </p:sp>
      <p:sp>
        <p:nvSpPr>
          <p:cNvPr id="86" name="AutoShape 142"/>
          <p:cNvSpPr>
            <a:spLocks noChangeArrowheads="1"/>
          </p:cNvSpPr>
          <p:nvPr/>
        </p:nvSpPr>
        <p:spPr bwMode="auto">
          <a:xfrm>
            <a:off x="2671380" y="4793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37525" y="3749698"/>
            <a:ext cx="1332358" cy="22778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FIXE_CHOIX_FLASH_TECH_PREM2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10021_CHOIX_FLASH_TECH_PREM2</a:t>
            </a:r>
          </a:p>
        </p:txBody>
      </p:sp>
      <p:sp>
        <p:nvSpPr>
          <p:cNvPr id="97" name="AutoShape 31">
            <a:hlinkClick r:id="" action="ppaction://noaction"/>
          </p:cNvPr>
          <p:cNvSpPr>
            <a:spLocks noChangeArrowheads="1"/>
          </p:cNvSpPr>
          <p:nvPr/>
        </p:nvSpPr>
        <p:spPr bwMode="auto">
          <a:xfrm>
            <a:off x="3994095" y="3786722"/>
            <a:ext cx="1361213" cy="18466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FIXE_CHOIX_FLASH_TECH_PREM3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10031_CHOIX_FLASH_TECH_PREM3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497107" y="4530294"/>
            <a:ext cx="1617621" cy="15763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10021_CHOIX_FLASH_TECH_PREM2_OK</a:t>
            </a:r>
          </a:p>
        </p:txBody>
      </p:sp>
      <p:cxnSp>
        <p:nvCxnSpPr>
          <p:cNvPr id="19" name="Connecteur droit 18"/>
          <p:cNvCxnSpPr>
            <a:cxnSpLocks/>
            <a:stCxn id="106" idx="2"/>
            <a:endCxn id="86" idx="0"/>
          </p:cNvCxnSpPr>
          <p:nvPr/>
        </p:nvCxnSpPr>
        <p:spPr bwMode="auto">
          <a:xfrm flipH="1">
            <a:off x="3305917" y="4687928"/>
            <a:ext cx="1" cy="1057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a:off x="3264818" y="4236290"/>
            <a:ext cx="41100"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 PREMIUM3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PREMIUM3</a:t>
            </a:r>
          </a:p>
        </p:txBody>
      </p:sp>
      <p:sp>
        <p:nvSpPr>
          <p:cNvPr id="109" name="AutoShape 208"/>
          <p:cNvSpPr>
            <a:spLocks noChangeArrowheads="1"/>
          </p:cNvSpPr>
          <p:nvPr/>
        </p:nvSpPr>
        <p:spPr bwMode="auto">
          <a:xfrm>
            <a:off x="4405654" y="4530294"/>
            <a:ext cx="1602873" cy="184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10031_CHOIX_FLASH_TECH_PREM3_OK</a:t>
            </a:r>
          </a:p>
        </p:txBody>
      </p:sp>
      <p:cxnSp>
        <p:nvCxnSpPr>
          <p:cNvPr id="110" name="Connecteur droit 109"/>
          <p:cNvCxnSpPr>
            <a:cxnSpLocks/>
            <a:stCxn id="109" idx="2"/>
            <a:endCxn id="107" idx="0"/>
          </p:cNvCxnSpPr>
          <p:nvPr/>
        </p:nvCxnSpPr>
        <p:spPr bwMode="auto">
          <a:xfrm flipH="1">
            <a:off x="5205676" y="4714959"/>
            <a:ext cx="1415" cy="983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12994"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472207" y="5337568"/>
            <a:ext cx="1753018" cy="1478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10021_CHOIX_FLASH_TECH_PREM2_NOK</a:t>
            </a:r>
          </a:p>
        </p:txBody>
      </p:sp>
      <p:sp>
        <p:nvSpPr>
          <p:cNvPr id="118" name="AutoShape 208"/>
          <p:cNvSpPr>
            <a:spLocks noChangeArrowheads="1"/>
          </p:cNvSpPr>
          <p:nvPr/>
        </p:nvSpPr>
        <p:spPr bwMode="auto">
          <a:xfrm>
            <a:off x="3409712" y="5520324"/>
            <a:ext cx="1617621" cy="1846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10031_CHOIX_FLASH_TECH_PREM3_NOK</a:t>
            </a:r>
          </a:p>
        </p:txBody>
      </p:sp>
      <p:cxnSp>
        <p:nvCxnSpPr>
          <p:cNvPr id="25" name="Connecteur en angle 24"/>
          <p:cNvCxnSpPr>
            <a:cxnSpLocks/>
            <a:stCxn id="108" idx="1"/>
            <a:endCxn id="118" idx="0"/>
          </p:cNvCxnSpPr>
          <p:nvPr/>
        </p:nvCxnSpPr>
        <p:spPr bwMode="auto">
          <a:xfrm rot="10800000" flipV="1">
            <a:off x="4218523" y="4236290"/>
            <a:ext cx="94524" cy="1284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348716" y="4236290"/>
            <a:ext cx="135052" cy="110127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114585" y="5136356"/>
            <a:ext cx="885058" cy="158320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159268" y="4311232"/>
            <a:ext cx="665498" cy="3453012"/>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cxnSpLocks/>
            <a:stCxn id="84" idx="2"/>
            <a:endCxn id="82" idx="0"/>
          </p:cNvCxnSpPr>
          <p:nvPr/>
        </p:nvCxnSpPr>
        <p:spPr bwMode="auto">
          <a:xfrm flipH="1">
            <a:off x="1497632" y="3623738"/>
            <a:ext cx="11115" cy="1734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65281" y="1201158"/>
            <a:ext cx="264489" cy="299978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72402" y="1904153"/>
            <a:ext cx="260363" cy="158966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57224" y="2608998"/>
            <a:ext cx="262059" cy="18167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31143" y="935079"/>
            <a:ext cx="118953" cy="33864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cxnSpLocks/>
            <a:stCxn id="89" idx="2"/>
            <a:endCxn id="87" idx="0"/>
          </p:cNvCxnSpPr>
          <p:nvPr/>
        </p:nvCxnSpPr>
        <p:spPr bwMode="auto">
          <a:xfrm>
            <a:off x="2901315" y="3628649"/>
            <a:ext cx="2389" cy="1210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cxnSpLocks/>
            <a:stCxn id="99" idx="2"/>
            <a:endCxn id="97" idx="0"/>
          </p:cNvCxnSpPr>
          <p:nvPr/>
        </p:nvCxnSpPr>
        <p:spPr bwMode="auto">
          <a:xfrm>
            <a:off x="4674702" y="3630941"/>
            <a:ext cx="0" cy="1557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10001_CHOIX_FLASH_TECH_PREM_NOK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10001_CHOIX_FLASH_TECH_PREM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1614" y="1255434"/>
            <a:ext cx="8242" cy="906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flipH="1">
            <a:off x="3263186" y="1504514"/>
            <a:ext cx="6670" cy="12128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10091_CHOIX_FLASH_TECH_PREM_NMNI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92"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502731" y="1829998"/>
            <a:ext cx="1583247" cy="14761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60647" y="430270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 NMNI</a:t>
            </a:r>
          </a:p>
        </p:txBody>
      </p:sp>
      <p:sp>
        <p:nvSpPr>
          <p:cNvPr id="222" name="AutoShape 55"/>
          <p:cNvSpPr>
            <a:spLocks noChangeArrowheads="1"/>
          </p:cNvSpPr>
          <p:nvPr/>
        </p:nvSpPr>
        <p:spPr bwMode="auto">
          <a:xfrm>
            <a:off x="7293741" y="4933327"/>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10091_CHOIX_FLASH_TECH</a:t>
            </a:r>
            <a:r>
              <a:rPr lang="fr-FR" sz="600">
                <a:solidFill>
                  <a:srgbClr val="000000"/>
                </a:solidFill>
              </a:rPr>
              <a:t>_PREM</a:t>
            </a:r>
            <a:r>
              <a:rPr lang="fr-FR" sz="600" b="1">
                <a:solidFill>
                  <a:srgbClr val="000000"/>
                </a:solidFill>
              </a:rPr>
              <a:t>_NMNI2</a:t>
            </a:r>
          </a:p>
        </p:txBody>
      </p:sp>
      <p:sp>
        <p:nvSpPr>
          <p:cNvPr id="223" name="Rectangle 55"/>
          <p:cNvSpPr>
            <a:spLocks noChangeArrowheads="1"/>
          </p:cNvSpPr>
          <p:nvPr/>
        </p:nvSpPr>
        <p:spPr bwMode="auto">
          <a:xfrm>
            <a:off x="7459044" y="5185567"/>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486350"/>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541070"/>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31905" y="4761360"/>
            <a:ext cx="0" cy="1719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075609"/>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10091_CHOIX_FLASH_TECH</a:t>
            </a:r>
            <a:r>
              <a:rPr lang="fr-FR" sz="600">
                <a:solidFill>
                  <a:srgbClr val="000000"/>
                </a:solidFill>
              </a:rPr>
              <a:t>_PREM</a:t>
            </a:r>
            <a:r>
              <a:rPr lang="fr-FR" sz="600" b="1">
                <a:solidFill>
                  <a:srgbClr val="000000"/>
                </a:solidFill>
              </a:rPr>
              <a: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32030"/>
            <a:ext cx="951723" cy="115290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5485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1407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737218" y="1977612"/>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10001_CHOIX_FLASH_TECH_PREM_OK</a:t>
            </a:r>
          </a:p>
        </p:txBody>
      </p:sp>
      <p:cxnSp>
        <p:nvCxnSpPr>
          <p:cNvPr id="12" name="Connecteur droit 11"/>
          <p:cNvCxnSpPr>
            <a:stCxn id="90" idx="2"/>
            <a:endCxn id="36" idx="0"/>
          </p:cNvCxnSpPr>
          <p:nvPr/>
        </p:nvCxnSpPr>
        <p:spPr bwMode="auto">
          <a:xfrm flipH="1">
            <a:off x="4497417" y="2145389"/>
            <a:ext cx="5313" cy="540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92" idx="2"/>
            <a:endCxn id="221" idx="0"/>
          </p:cNvCxnSpPr>
          <p:nvPr/>
        </p:nvCxnSpPr>
        <p:spPr bwMode="auto">
          <a:xfrm>
            <a:off x="8131904" y="3803716"/>
            <a:ext cx="1" cy="4989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a:extLst>
              <a:ext uri="{FF2B5EF4-FFF2-40B4-BE49-F238E27FC236}">
                <a16:creationId xmlns:a16="http://schemas.microsoft.com/office/drawing/2014/main" id="{D229FE79-CA38-46CC-AE4D-7FC5B47F760C}"/>
              </a:ext>
            </a:extLst>
          </p:cNvPr>
          <p:cNvCxnSpPr>
            <a:stCxn id="97" idx="2"/>
            <a:endCxn id="108" idx="0"/>
          </p:cNvCxnSpPr>
          <p:nvPr/>
        </p:nvCxnSpPr>
        <p:spPr bwMode="auto">
          <a:xfrm>
            <a:off x="4674702" y="3971387"/>
            <a:ext cx="28870" cy="10456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Connecteur droit 232">
            <a:extLst>
              <a:ext uri="{FF2B5EF4-FFF2-40B4-BE49-F238E27FC236}">
                <a16:creationId xmlns:a16="http://schemas.microsoft.com/office/drawing/2014/main" id="{FE2D5F30-AF86-4997-84B4-B69A689A4E52}"/>
              </a:ext>
            </a:extLst>
          </p:cNvPr>
          <p:cNvCxnSpPr>
            <a:stCxn id="87" idx="2"/>
            <a:endCxn id="101" idx="0"/>
          </p:cNvCxnSpPr>
          <p:nvPr/>
        </p:nvCxnSpPr>
        <p:spPr bwMode="auto">
          <a:xfrm flipH="1">
            <a:off x="2874293" y="3977483"/>
            <a:ext cx="29411" cy="984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63244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24</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6" name="Rectangle 5"/>
          <p:cNvSpPr>
            <a:spLocks noChangeArrowheads="1"/>
          </p:cNvSpPr>
          <p:nvPr/>
        </p:nvSpPr>
        <p:spPr bwMode="auto">
          <a:xfrm>
            <a:off x="3909757" y="2241517"/>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FLASH2 TECH PREMIUM</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82113" cy="1673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573111" y="1319375"/>
            <a:ext cx="1380150" cy="16341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796527" y="3496877"/>
            <a:ext cx="1402209"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10012_CHOIX_FLASH2_TECH_PREM1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FIXE_CHOIX_FLASH2_TECH_PREM2</a:t>
            </a:r>
          </a:p>
        </p:txBody>
      </p:sp>
      <p:sp>
        <p:nvSpPr>
          <p:cNvPr id="89" name="AutoShape 208"/>
          <p:cNvSpPr>
            <a:spLocks noChangeArrowheads="1"/>
          </p:cNvSpPr>
          <p:nvPr/>
        </p:nvSpPr>
        <p:spPr bwMode="auto">
          <a:xfrm>
            <a:off x="2201068" y="3457846"/>
            <a:ext cx="1419346" cy="20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10022_CHOIX_FLASH2_TECH_PREM2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10032_CHOIX_FLASH2_TECH_PREM3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TECH PREMIUM2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611655" y="4521613"/>
            <a:ext cx="1529482" cy="1443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10022_CHOIX_FLASH2_TECH_PREM2_OK</a:t>
            </a:r>
          </a:p>
        </p:txBody>
      </p:sp>
      <p:cxnSp>
        <p:nvCxnSpPr>
          <p:cNvPr id="19" name="Connecteur droit 18"/>
          <p:cNvCxnSpPr>
            <a:cxnSpLocks/>
            <a:stCxn id="106" idx="2"/>
            <a:endCxn id="86" idx="0"/>
          </p:cNvCxnSpPr>
          <p:nvPr/>
        </p:nvCxnSpPr>
        <p:spPr bwMode="auto">
          <a:xfrm>
            <a:off x="3376396" y="4665963"/>
            <a:ext cx="1" cy="14733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a:off x="3264818" y="4236290"/>
            <a:ext cx="111578" cy="2853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 PREMIUM3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PREMIUM3</a:t>
            </a:r>
          </a:p>
        </p:txBody>
      </p:sp>
      <p:sp>
        <p:nvSpPr>
          <p:cNvPr id="109" name="AutoShape 208"/>
          <p:cNvSpPr>
            <a:spLocks noChangeArrowheads="1"/>
          </p:cNvSpPr>
          <p:nvPr/>
        </p:nvSpPr>
        <p:spPr bwMode="auto">
          <a:xfrm>
            <a:off x="4428551" y="4495206"/>
            <a:ext cx="1564959" cy="22267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10032_CHOIX_FLASH2_TECH_PREM3_OK</a:t>
            </a:r>
          </a:p>
        </p:txBody>
      </p:sp>
      <p:cxnSp>
        <p:nvCxnSpPr>
          <p:cNvPr id="110" name="Connecteur droit 109"/>
          <p:cNvCxnSpPr>
            <a:cxnSpLocks/>
            <a:stCxn id="109" idx="2"/>
            <a:endCxn id="107" idx="0"/>
          </p:cNvCxnSpPr>
          <p:nvPr/>
        </p:nvCxnSpPr>
        <p:spPr bwMode="auto">
          <a:xfrm flipH="1">
            <a:off x="5205676" y="4717880"/>
            <a:ext cx="5355" cy="954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16934" cy="25891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628760" y="5319359"/>
            <a:ext cx="1634426" cy="11686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10022_CHOIX_FLASH2_TECH_PREM2_NOK</a:t>
            </a:r>
          </a:p>
        </p:txBody>
      </p:sp>
      <p:sp>
        <p:nvSpPr>
          <p:cNvPr id="118" name="AutoShape 208"/>
          <p:cNvSpPr>
            <a:spLocks noChangeArrowheads="1"/>
          </p:cNvSpPr>
          <p:nvPr/>
        </p:nvSpPr>
        <p:spPr bwMode="auto">
          <a:xfrm>
            <a:off x="3452907" y="5536902"/>
            <a:ext cx="1575554" cy="22998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10032_CHOIX_FLASH2_TECH_PREM3_NOK</a:t>
            </a:r>
          </a:p>
        </p:txBody>
      </p:sp>
      <p:cxnSp>
        <p:nvCxnSpPr>
          <p:cNvPr id="25" name="Connecteur en angle 24"/>
          <p:cNvCxnSpPr>
            <a:cxnSpLocks/>
            <a:stCxn id="108" idx="1"/>
            <a:endCxn id="118" idx="0"/>
          </p:cNvCxnSpPr>
          <p:nvPr/>
        </p:nvCxnSpPr>
        <p:spPr bwMode="auto">
          <a:xfrm rot="10800000" flipV="1">
            <a:off x="4240685" y="4236290"/>
            <a:ext cx="72363" cy="13006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445974" y="4236289"/>
            <a:ext cx="37795"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138613" y="5063126"/>
            <a:ext cx="934259" cy="1680462"/>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201298" y="4331101"/>
            <a:ext cx="603600" cy="347517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cxnSpLocks/>
            <a:stCxn id="84" idx="2"/>
            <a:endCxn id="82" idx="0"/>
          </p:cNvCxnSpPr>
          <p:nvPr/>
        </p:nvCxnSpPr>
        <p:spPr bwMode="auto">
          <a:xfrm>
            <a:off x="1497632" y="3660015"/>
            <a:ext cx="17465" cy="1797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cxnSpLocks/>
            <a:stCxn id="102" idx="2"/>
            <a:endCxn id="84" idx="0"/>
          </p:cNvCxnSpPr>
          <p:nvPr/>
        </p:nvCxnSpPr>
        <p:spPr bwMode="auto">
          <a:xfrm>
            <a:off x="1497632" y="3326334"/>
            <a:ext cx="0" cy="1705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90812" y="1217670"/>
            <a:ext cx="222446" cy="30088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97933" y="1920665"/>
            <a:ext cx="218320" cy="159868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82755" y="2634530"/>
            <a:ext cx="220016" cy="17265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56674" y="960611"/>
            <a:ext cx="76910" cy="33773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cxnSpLocks/>
            <a:stCxn id="105" idx="2"/>
            <a:endCxn id="89" idx="0"/>
          </p:cNvCxnSpPr>
          <p:nvPr/>
        </p:nvCxnSpPr>
        <p:spPr bwMode="auto">
          <a:xfrm>
            <a:off x="2902829" y="3328237"/>
            <a:ext cx="7912" cy="1296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cxnSpLocks/>
            <a:stCxn id="89" idx="2"/>
            <a:endCxn id="87" idx="0"/>
          </p:cNvCxnSpPr>
          <p:nvPr/>
        </p:nvCxnSpPr>
        <p:spPr bwMode="auto">
          <a:xfrm flipH="1">
            <a:off x="2907665" y="3665444"/>
            <a:ext cx="3076" cy="1792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10002_CHOIX_FLASH2_TECH_PREM_NOK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505888" y="1077566"/>
            <a:ext cx="1514596" cy="15199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10002_CHOIX_FLASH2_TECH_PREM</a:t>
            </a:r>
          </a:p>
        </p:txBody>
      </p:sp>
      <p:cxnSp>
        <p:nvCxnSpPr>
          <p:cNvPr id="15411" name="Connecteur droit 15410"/>
          <p:cNvCxnSpPr>
            <a:cxnSpLocks/>
            <a:stCxn id="33" idx="0"/>
            <a:endCxn id="185" idx="0"/>
          </p:cNvCxnSpPr>
          <p:nvPr/>
        </p:nvCxnSpPr>
        <p:spPr bwMode="auto">
          <a:xfrm flipH="1">
            <a:off x="3263186" y="1015198"/>
            <a:ext cx="1631" cy="623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3186" y="1229559"/>
            <a:ext cx="0" cy="898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a:off x="3263186" y="1482794"/>
            <a:ext cx="0" cy="1430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10092_CHOIX_FLASH2_TECH</a:t>
            </a:r>
            <a:r>
              <a:rPr lang="fr-FR" sz="600">
                <a:solidFill>
                  <a:srgbClr val="000000"/>
                </a:solidFill>
              </a:rPr>
              <a:t>_PREM</a:t>
            </a:r>
            <a:r>
              <a:rPr lang="fr-FR" sz="600" b="1">
                <a:solidFill>
                  <a:srgbClr val="000000"/>
                </a:solidFill>
              </a:rPr>
              <a: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06437" y="1829997"/>
            <a:ext cx="1579540" cy="1653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50628" y="4410456"/>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PREMIUM NMNI</a:t>
            </a:r>
          </a:p>
        </p:txBody>
      </p:sp>
      <p:sp>
        <p:nvSpPr>
          <p:cNvPr id="222" name="AutoShape 55"/>
          <p:cNvSpPr>
            <a:spLocks noChangeArrowheads="1"/>
          </p:cNvSpPr>
          <p:nvPr/>
        </p:nvSpPr>
        <p:spPr bwMode="auto">
          <a:xfrm>
            <a:off x="7283722" y="509887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10092_CHOIX_FLASH2_TECH</a:t>
            </a:r>
            <a:r>
              <a:rPr lang="fr-FR" sz="600">
                <a:solidFill>
                  <a:srgbClr val="000000"/>
                </a:solidFill>
              </a:rPr>
              <a:t>_PREM</a:t>
            </a:r>
            <a:r>
              <a:rPr lang="fr-FR" sz="600" b="1">
                <a:solidFill>
                  <a:srgbClr val="000000"/>
                </a:solidFill>
              </a:rPr>
              <a:t>_NMNI2</a:t>
            </a:r>
          </a:p>
        </p:txBody>
      </p:sp>
      <p:sp>
        <p:nvSpPr>
          <p:cNvPr id="223" name="Rectangle 55"/>
          <p:cNvSpPr>
            <a:spLocks noChangeArrowheads="1"/>
          </p:cNvSpPr>
          <p:nvPr/>
        </p:nvSpPr>
        <p:spPr bwMode="auto">
          <a:xfrm>
            <a:off x="7449025" y="535111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67167" y="565189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54259" y="570661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21886" y="4869116"/>
            <a:ext cx="0" cy="2297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1886" y="524115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10092_CHOIX_FLASH2_TECH</a:t>
            </a:r>
            <a:r>
              <a:rPr lang="fr-FR" sz="600">
                <a:solidFill>
                  <a:srgbClr val="000000"/>
                </a:solidFill>
              </a:rPr>
              <a:t>_PREM</a:t>
            </a:r>
            <a:r>
              <a:rPr lang="fr-FR" sz="600" b="1">
                <a:solidFill>
                  <a:srgbClr val="000000"/>
                </a:solidFill>
              </a:rPr>
              <a: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39786"/>
            <a:ext cx="941704" cy="104515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09977" y="486260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83703" y="442182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40925" y="19953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10002_CHOIX_FLASH2_TECH_PREM_OK</a:t>
            </a:r>
          </a:p>
        </p:txBody>
      </p:sp>
      <p:cxnSp>
        <p:nvCxnSpPr>
          <p:cNvPr id="12" name="Connecteur droit 11"/>
          <p:cNvCxnSpPr>
            <a:stCxn id="96" idx="2"/>
            <a:endCxn id="36" idx="0"/>
          </p:cNvCxnSpPr>
          <p:nvPr/>
        </p:nvCxnSpPr>
        <p:spPr bwMode="auto">
          <a:xfrm>
            <a:off x="4506437" y="2163134"/>
            <a:ext cx="0" cy="783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21886" y="3803716"/>
            <a:ext cx="10018" cy="6067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66818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25</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2</a:t>
            </a:r>
          </a:p>
        </p:txBody>
      </p:sp>
      <p:sp>
        <p:nvSpPr>
          <p:cNvPr id="36" name="Rectangle 5"/>
          <p:cNvSpPr>
            <a:spLocks noChangeArrowheads="1"/>
          </p:cNvSpPr>
          <p:nvPr/>
        </p:nvSpPr>
        <p:spPr bwMode="auto">
          <a:xfrm>
            <a:off x="3944794" y="2222731"/>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FLASH3 TECH  PREMIUM</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7150" cy="1257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532673" y="1337125"/>
            <a:ext cx="1461026" cy="17172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 PREMIUM</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03440" y="3822066"/>
            <a:ext cx="1389191" cy="18466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FIXE_CHOIX_FLASH3_TECH_PREM1</a:t>
            </a:r>
          </a:p>
        </p:txBody>
      </p:sp>
      <p:cxnSp>
        <p:nvCxnSpPr>
          <p:cNvPr id="83" name="AutoShape 58"/>
          <p:cNvCxnSpPr>
            <a:cxnSpLocks noChangeShapeType="1"/>
            <a:stCxn id="82" idx="2"/>
            <a:endCxn id="81" idx="0"/>
          </p:cNvCxnSpPr>
          <p:nvPr/>
        </p:nvCxnSpPr>
        <p:spPr bwMode="auto">
          <a:xfrm>
            <a:off x="1498036" y="4006732"/>
            <a:ext cx="17061" cy="2379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10013_CHOIX_FLASH3_TECH_PREM1</a:t>
            </a:r>
          </a:p>
        </p:txBody>
      </p:sp>
      <p:sp>
        <p:nvSpPr>
          <p:cNvPr id="86" name="AutoShape 142"/>
          <p:cNvSpPr>
            <a:spLocks noChangeArrowheads="1"/>
          </p:cNvSpPr>
          <p:nvPr/>
        </p:nvSpPr>
        <p:spPr bwMode="auto">
          <a:xfrm>
            <a:off x="2655366" y="4839923"/>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 PREMIUM2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192631" y="3748518"/>
            <a:ext cx="1405830" cy="20269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10023_CHOIX_FLASH3_TECH_PREM2</a:t>
            </a:r>
          </a:p>
        </p:txBody>
      </p:sp>
      <p:sp>
        <p:nvSpPr>
          <p:cNvPr id="97" name="AutoShape 31">
            <a:hlinkClick r:id="" action="ppaction://noaction"/>
          </p:cNvPr>
          <p:cNvSpPr>
            <a:spLocks noChangeArrowheads="1"/>
          </p:cNvSpPr>
          <p:nvPr/>
        </p:nvSpPr>
        <p:spPr bwMode="auto">
          <a:xfrm>
            <a:off x="3971786" y="3775200"/>
            <a:ext cx="1405831" cy="18466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10033_CHOIX_FLASH3_TECH_PREM3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 PREMIUM2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502456" y="4485566"/>
            <a:ext cx="1559541" cy="1929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10023_CHOIX_FLASH3_TECH_PREM2_OK</a:t>
            </a:r>
          </a:p>
        </p:txBody>
      </p:sp>
      <p:cxnSp>
        <p:nvCxnSpPr>
          <p:cNvPr id="19" name="Connecteur droit 18"/>
          <p:cNvCxnSpPr>
            <a:cxnSpLocks/>
            <a:stCxn id="106" idx="2"/>
            <a:endCxn id="86" idx="0"/>
          </p:cNvCxnSpPr>
          <p:nvPr/>
        </p:nvCxnSpPr>
        <p:spPr bwMode="auto">
          <a:xfrm>
            <a:off x="3282227" y="4678477"/>
            <a:ext cx="7676" cy="1614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01" idx="3"/>
            <a:endCxn id="106" idx="0"/>
          </p:cNvCxnSpPr>
          <p:nvPr/>
        </p:nvCxnSpPr>
        <p:spPr bwMode="auto">
          <a:xfrm>
            <a:off x="3264818" y="4236290"/>
            <a:ext cx="17409" cy="2492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 PREMIUM3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 PREMIUM3</a:t>
            </a:r>
          </a:p>
        </p:txBody>
      </p:sp>
      <p:sp>
        <p:nvSpPr>
          <p:cNvPr id="109" name="AutoShape 208"/>
          <p:cNvSpPr>
            <a:spLocks noChangeArrowheads="1"/>
          </p:cNvSpPr>
          <p:nvPr/>
        </p:nvSpPr>
        <p:spPr bwMode="auto">
          <a:xfrm>
            <a:off x="4431431" y="4506119"/>
            <a:ext cx="1539993" cy="11730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10033_CHOIX_FLASH3_TECH_PREM3_OK</a:t>
            </a:r>
          </a:p>
        </p:txBody>
      </p:sp>
      <p:cxnSp>
        <p:nvCxnSpPr>
          <p:cNvPr id="110" name="Connecteur droit 109"/>
          <p:cNvCxnSpPr>
            <a:cxnSpLocks/>
            <a:stCxn id="109" idx="2"/>
            <a:endCxn id="107" idx="0"/>
          </p:cNvCxnSpPr>
          <p:nvPr/>
        </p:nvCxnSpPr>
        <p:spPr bwMode="auto">
          <a:xfrm>
            <a:off x="5201428" y="4623427"/>
            <a:ext cx="4248" cy="1898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cxnSpLocks/>
            <a:stCxn id="108" idx="3"/>
            <a:endCxn id="109" idx="0"/>
          </p:cNvCxnSpPr>
          <p:nvPr/>
        </p:nvCxnSpPr>
        <p:spPr bwMode="auto">
          <a:xfrm>
            <a:off x="5094097" y="4236290"/>
            <a:ext cx="107331" cy="2698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465667" y="5319359"/>
            <a:ext cx="1611056" cy="21105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10023_CHOIX_FLASH3_TECH_PREM2_NOK</a:t>
            </a:r>
          </a:p>
        </p:txBody>
      </p:sp>
      <p:sp>
        <p:nvSpPr>
          <p:cNvPr id="118" name="AutoShape 208"/>
          <p:cNvSpPr>
            <a:spLocks noChangeArrowheads="1"/>
          </p:cNvSpPr>
          <p:nvPr/>
        </p:nvSpPr>
        <p:spPr bwMode="auto">
          <a:xfrm>
            <a:off x="3273241" y="5608886"/>
            <a:ext cx="1677681" cy="1929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10033_CHOIX_FLASH3_TECH_PREM3_NOK</a:t>
            </a:r>
          </a:p>
        </p:txBody>
      </p:sp>
      <p:cxnSp>
        <p:nvCxnSpPr>
          <p:cNvPr id="25" name="Connecteur en angle 24"/>
          <p:cNvCxnSpPr>
            <a:cxnSpLocks/>
            <a:stCxn id="108" idx="1"/>
            <a:endCxn id="118" idx="0"/>
          </p:cNvCxnSpPr>
          <p:nvPr/>
        </p:nvCxnSpPr>
        <p:spPr bwMode="auto">
          <a:xfrm rot="10800000" flipV="1">
            <a:off x="4112083" y="4236290"/>
            <a:ext cx="200965" cy="13725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cxnSpLocks/>
            <a:stCxn id="101" idx="1"/>
            <a:endCxn id="117" idx="0"/>
          </p:cNvCxnSpPr>
          <p:nvPr/>
        </p:nvCxnSpPr>
        <p:spPr bwMode="auto">
          <a:xfrm rot="10800000" flipV="1">
            <a:off x="2271196" y="4236289"/>
            <a:ext cx="212573"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cxnSpLocks/>
            <a:stCxn id="117" idx="2"/>
            <a:endCxn id="34" idx="2"/>
          </p:cNvCxnSpPr>
          <p:nvPr/>
        </p:nvCxnSpPr>
        <p:spPr bwMode="auto">
          <a:xfrm rot="5400000">
            <a:off x="1098317" y="5197609"/>
            <a:ext cx="840072" cy="150568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118" idx="2"/>
            <a:endCxn id="34" idx="2"/>
          </p:cNvCxnSpPr>
          <p:nvPr/>
        </p:nvCxnSpPr>
        <p:spPr bwMode="auto">
          <a:xfrm rot="5400000">
            <a:off x="2154452" y="4412857"/>
            <a:ext cx="568690" cy="334657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cxnSpLocks/>
            <a:stCxn id="84" idx="2"/>
            <a:endCxn id="82" idx="0"/>
          </p:cNvCxnSpPr>
          <p:nvPr/>
        </p:nvCxnSpPr>
        <p:spPr bwMode="auto">
          <a:xfrm flipH="1">
            <a:off x="1498036" y="3623738"/>
            <a:ext cx="10711" cy="1983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98938" y="1190759"/>
            <a:ext cx="241232" cy="304384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606059" y="1893754"/>
            <a:ext cx="237106" cy="163372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90881" y="2642656"/>
            <a:ext cx="238802" cy="1376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64800" y="968737"/>
            <a:ext cx="95696" cy="33423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cxnSpLocks/>
            <a:stCxn id="89" idx="2"/>
            <a:endCxn id="87" idx="0"/>
          </p:cNvCxnSpPr>
          <p:nvPr/>
        </p:nvCxnSpPr>
        <p:spPr bwMode="auto">
          <a:xfrm flipH="1">
            <a:off x="2895546" y="3628649"/>
            <a:ext cx="5769"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cxnSpLocks/>
            <a:stCxn id="99" idx="2"/>
            <a:endCxn id="97" idx="0"/>
          </p:cNvCxnSpPr>
          <p:nvPr/>
        </p:nvCxnSpPr>
        <p:spPr bwMode="auto">
          <a:xfrm>
            <a:off x="4674702" y="3630941"/>
            <a:ext cx="0" cy="1442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10003_CHOIX_FLASH3_TECH_PREM_NOK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10003_CHOIX_FLASH3_TECH_PREM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1614" y="1255434"/>
            <a:ext cx="1572"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cxnSpLocks/>
            <a:stCxn id="53" idx="2"/>
            <a:endCxn id="58" idx="0"/>
          </p:cNvCxnSpPr>
          <p:nvPr/>
        </p:nvCxnSpPr>
        <p:spPr bwMode="auto">
          <a:xfrm>
            <a:off x="3263186" y="1508849"/>
            <a:ext cx="0" cy="11694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10093_CHOIX_FLASH3_TECH</a:t>
            </a:r>
            <a:r>
              <a:rPr lang="fr-FR" sz="600">
                <a:solidFill>
                  <a:srgbClr val="000000"/>
                </a:solidFill>
              </a:rPr>
              <a:t>_PREM</a:t>
            </a:r>
            <a:r>
              <a:rPr lang="fr-FR" sz="600" b="1">
                <a:solidFill>
                  <a:srgbClr val="000000"/>
                </a:solidFill>
              </a:rPr>
              <a: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475" y="1829997"/>
            <a:ext cx="1544503" cy="1237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78334" y="4412732"/>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 PREMIUM NMNI</a:t>
            </a:r>
          </a:p>
        </p:txBody>
      </p:sp>
      <p:sp>
        <p:nvSpPr>
          <p:cNvPr id="222" name="AutoShape 55"/>
          <p:cNvSpPr>
            <a:spLocks noChangeArrowheads="1"/>
          </p:cNvSpPr>
          <p:nvPr/>
        </p:nvSpPr>
        <p:spPr bwMode="auto">
          <a:xfrm>
            <a:off x="7311428" y="5059619"/>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10093_CHOIX_FLASH3_TECH</a:t>
            </a:r>
            <a:r>
              <a:rPr lang="fr-FR" sz="600">
                <a:solidFill>
                  <a:srgbClr val="000000"/>
                </a:solidFill>
              </a:rPr>
              <a:t>_PREM</a:t>
            </a:r>
            <a:r>
              <a:rPr lang="fr-FR" sz="600" b="1">
                <a:solidFill>
                  <a:srgbClr val="000000"/>
                </a:solidFill>
              </a:rPr>
              <a:t>_NMNI2</a:t>
            </a:r>
          </a:p>
        </p:txBody>
      </p:sp>
      <p:sp>
        <p:nvSpPr>
          <p:cNvPr id="223" name="Rectangle 55"/>
          <p:cNvSpPr>
            <a:spLocks noChangeArrowheads="1"/>
          </p:cNvSpPr>
          <p:nvPr/>
        </p:nvSpPr>
        <p:spPr bwMode="auto">
          <a:xfrm>
            <a:off x="7476731" y="5311859"/>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94873" y="5612642"/>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81965" y="5667362"/>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49592" y="4871392"/>
            <a:ext cx="0" cy="18822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49592" y="5201901"/>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10093_CHOIX_FLASH3_TECH</a:t>
            </a:r>
            <a:r>
              <a:rPr lang="fr-FR" sz="600">
                <a:solidFill>
                  <a:srgbClr val="000000"/>
                </a:solidFill>
              </a:rPr>
              <a:t>_PREM</a:t>
            </a:r>
            <a:r>
              <a:rPr lang="fr-FR" sz="600" b="1">
                <a:solidFill>
                  <a:srgbClr val="000000"/>
                </a:solidFill>
              </a:rPr>
              <a: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42062"/>
            <a:ext cx="969410" cy="1042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7683" y="486488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1409" y="442410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962" y="19537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10003_CHOIX_FLASH3_TECH_PREM_OK</a:t>
            </a:r>
          </a:p>
        </p:txBody>
      </p:sp>
      <p:cxnSp>
        <p:nvCxnSpPr>
          <p:cNvPr id="13" name="Connecteur droit 12"/>
          <p:cNvCxnSpPr>
            <a:stCxn id="96" idx="2"/>
            <a:endCxn id="36" idx="0"/>
          </p:cNvCxnSpPr>
          <p:nvPr/>
        </p:nvCxnSpPr>
        <p:spPr bwMode="auto">
          <a:xfrm>
            <a:off x="4541474" y="2121534"/>
            <a:ext cx="0" cy="1011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7688" cy="6090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a:extLst>
              <a:ext uri="{FF2B5EF4-FFF2-40B4-BE49-F238E27FC236}">
                <a16:creationId xmlns:a16="http://schemas.microsoft.com/office/drawing/2014/main" id="{66FDD2D0-9CFB-452F-8C25-903393A93134}"/>
              </a:ext>
            </a:extLst>
          </p:cNvPr>
          <p:cNvCxnSpPr>
            <a:stCxn id="97" idx="2"/>
            <a:endCxn id="108" idx="0"/>
          </p:cNvCxnSpPr>
          <p:nvPr/>
        </p:nvCxnSpPr>
        <p:spPr bwMode="auto">
          <a:xfrm>
            <a:off x="4674702" y="3959866"/>
            <a:ext cx="28870" cy="1160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17">
            <a:extLst>
              <a:ext uri="{FF2B5EF4-FFF2-40B4-BE49-F238E27FC236}">
                <a16:creationId xmlns:a16="http://schemas.microsoft.com/office/drawing/2014/main" id="{0BCC65F9-0813-4BCF-B87E-0152E3347F43}"/>
              </a:ext>
            </a:extLst>
          </p:cNvPr>
          <p:cNvCxnSpPr>
            <a:stCxn id="87" idx="2"/>
            <a:endCxn id="101" idx="0"/>
          </p:cNvCxnSpPr>
          <p:nvPr/>
        </p:nvCxnSpPr>
        <p:spPr bwMode="auto">
          <a:xfrm flipH="1">
            <a:off x="2874293" y="3951209"/>
            <a:ext cx="21253" cy="1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23013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59961A-F104-1D80-1C8A-D3D2258A5768}"/>
              </a:ext>
            </a:extLst>
          </p:cNvPr>
          <p:cNvSpPr>
            <a:spLocks noChangeArrowheads="1"/>
          </p:cNvSpPr>
          <p:nvPr/>
        </p:nvSpPr>
        <p:spPr bwMode="auto">
          <a:xfrm>
            <a:off x="6660231" y="599989"/>
            <a:ext cx="2460929" cy="166199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a:solidFill>
                  <a:srgbClr val="000000"/>
                </a:solidFill>
              </a:rPr>
              <a:t>ELIGIBILITE PREMIUM :</a:t>
            </a:r>
          </a:p>
          <a:p>
            <a:r>
              <a:rPr lang="fr-FR" sz="600" b="1">
                <a:solidFill>
                  <a:srgbClr val="FF0000"/>
                </a:solidFill>
              </a:rPr>
              <a:t>SEARCH</a:t>
            </a:r>
          </a:p>
          <a:p>
            <a:r>
              <a:rPr lang="fr-FR" sz="600">
                <a:solidFill>
                  <a:schemeClr val="tx1"/>
                </a:solidFill>
              </a:rPr>
              <a:t>OU [si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r>
              <a:rPr lang="fr-FR" sz="600" b="1">
                <a:solidFill>
                  <a:srgbClr val="D31E05"/>
                </a:solidFill>
              </a:rPr>
              <a:t>DEXTER : </a:t>
            </a:r>
            <a:endParaRPr lang="fr-FR" sz="600">
              <a:solidFill>
                <a:srgbClr val="000000"/>
              </a:solidFill>
            </a:endParaRPr>
          </a:p>
          <a:p>
            <a:r>
              <a:rPr lang="fr-FR" sz="600">
                <a:solidFill>
                  <a:srgbClr val="000000"/>
                </a:solidFill>
              </a:rPr>
              <a:t>COLLAB = OUI </a:t>
            </a:r>
          </a:p>
          <a:p>
            <a:r>
              <a:rPr lang="fr-FR" sz="600">
                <a:solidFill>
                  <a:srgbClr val="000000"/>
                </a:solidFill>
              </a:rPr>
              <a:t>Ou pour Ambassadeur LPM :  REMISE_PARTENAIRE = OUI ET (CODE_APPORTEUR = 1055888 OU 1050508 OU CACHE_SVI = CQT_LPM)</a:t>
            </a:r>
          </a:p>
          <a:p>
            <a:r>
              <a:rPr lang="fr-FR" sz="600" b="1">
                <a:solidFill>
                  <a:srgbClr val="C00000"/>
                </a:solidFill>
              </a:rPr>
              <a:t>C2OL</a:t>
            </a:r>
            <a:r>
              <a:rPr lang="fr-FR" sz="600" b="1">
                <a:solidFill>
                  <a:srgbClr val="000000"/>
                </a:solidFill>
              </a:rPr>
              <a:t> :</a:t>
            </a:r>
          </a:p>
          <a:p>
            <a:pPr>
              <a:buClr>
                <a:srgbClr val="D31E05"/>
              </a:buClr>
            </a:pPr>
            <a:r>
              <a:rPr lang="es-ES" altLang="fr-FR" sz="600" err="1">
                <a:solidFill>
                  <a:srgbClr val="000000"/>
                </a:solidFill>
              </a:rPr>
              <a:t>Marqueur</a:t>
            </a:r>
            <a:r>
              <a:rPr lang="es-ES" altLang="fr-FR" sz="600">
                <a:solidFill>
                  <a:srgbClr val="000000"/>
                </a:solidFill>
              </a:rPr>
              <a:t> : CELL_PREM </a:t>
            </a:r>
          </a:p>
          <a:p>
            <a:pPr>
              <a:buClr>
                <a:srgbClr val="D31E05"/>
              </a:buClr>
            </a:pPr>
            <a:r>
              <a:rPr lang="es-ES" altLang="fr-FR" sz="600" b="1">
                <a:solidFill>
                  <a:srgbClr val="000000"/>
                </a:solidFill>
              </a:rPr>
              <a:t>ET</a:t>
            </a:r>
            <a:r>
              <a:rPr lang="es-ES" altLang="fr-FR" sz="600">
                <a:solidFill>
                  <a:srgbClr val="000000"/>
                </a:solidFill>
              </a:rPr>
              <a:t> </a:t>
            </a:r>
            <a:r>
              <a:rPr lang="es-ES" altLang="fr-FR" sz="600" err="1">
                <a:solidFill>
                  <a:srgbClr val="000000"/>
                </a:solidFill>
              </a:rPr>
              <a:t>valeur</a:t>
            </a:r>
            <a:r>
              <a:rPr lang="es-ES" altLang="fr-FR" sz="600">
                <a:solidFill>
                  <a:srgbClr val="000000"/>
                </a:solidFill>
              </a:rPr>
              <a:t> 1 </a:t>
            </a:r>
            <a:r>
              <a:rPr lang="es-ES" altLang="fr-FR" sz="600" err="1">
                <a:solidFill>
                  <a:srgbClr val="000000"/>
                </a:solidFill>
              </a:rPr>
              <a:t>commence</a:t>
            </a:r>
            <a:r>
              <a:rPr lang="es-ES" altLang="fr-FR" sz="600">
                <a:solidFill>
                  <a:srgbClr val="000000"/>
                </a:solidFill>
              </a:rPr>
              <a:t> par :</a:t>
            </a:r>
          </a:p>
          <a:p>
            <a:pPr>
              <a:buClr>
                <a:srgbClr val="D31E05"/>
              </a:buClr>
            </a:pPr>
            <a:r>
              <a:rPr lang="es-ES" altLang="fr-FR" sz="600">
                <a:solidFill>
                  <a:srgbClr val="000000"/>
                </a:solidFill>
              </a:rPr>
              <a:t>PRE_FID_F </a:t>
            </a:r>
          </a:p>
          <a:p>
            <a:pPr>
              <a:buClr>
                <a:srgbClr val="D31E05"/>
              </a:buClr>
            </a:pPr>
            <a:r>
              <a:rPr lang="es-ES" altLang="fr-FR" sz="600" b="1">
                <a:solidFill>
                  <a:srgbClr val="000000"/>
                </a:solidFill>
              </a:rPr>
              <a:t>OU </a:t>
            </a:r>
            <a:r>
              <a:rPr lang="es-ES" altLang="fr-FR" sz="600">
                <a:solidFill>
                  <a:srgbClr val="000000"/>
                </a:solidFill>
              </a:rPr>
              <a:t>PLATINE_00 </a:t>
            </a:r>
          </a:p>
          <a:p>
            <a:pPr>
              <a:buClr>
                <a:srgbClr val="D31E05"/>
              </a:buClr>
            </a:pPr>
            <a:r>
              <a:rPr lang="es-ES" altLang="fr-FR" sz="600">
                <a:solidFill>
                  <a:srgbClr val="000000"/>
                </a:solidFill>
              </a:rPr>
              <a:t>OU PACKPRO_</a:t>
            </a:r>
            <a:r>
              <a:rPr lang="es-ES" altLang="fr-FR" sz="600">
                <a:solidFill>
                  <a:schemeClr val="tx1"/>
                </a:solidFill>
              </a:rPr>
              <a:t>F (= </a:t>
            </a:r>
            <a:r>
              <a:rPr lang="es-ES" altLang="fr-FR" sz="600" b="1">
                <a:solidFill>
                  <a:schemeClr val="tx1"/>
                </a:solidFill>
              </a:rPr>
              <a:t>PACKPRO</a:t>
            </a:r>
            <a:r>
              <a:rPr lang="es-ES" altLang="fr-FR" sz="600">
                <a:solidFill>
                  <a:schemeClr val="tx1"/>
                </a:solidFill>
              </a:rPr>
              <a:t>)</a:t>
            </a:r>
          </a:p>
        </p:txBody>
      </p:sp>
      <p:sp>
        <p:nvSpPr>
          <p:cNvPr id="6147" name="Espace réservé du numéro de diapositive 3"/>
          <p:cNvSpPr>
            <a:spLocks noGrp="1"/>
          </p:cNvSpPr>
          <p:nvPr>
            <p:ph type="sldNum" sz="quarter" idx="10"/>
          </p:nvPr>
        </p:nvSpPr>
        <p:spPr>
          <a:xfrm>
            <a:off x="8131025" y="278547"/>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26</a:t>
            </a:fld>
            <a:endParaRPr lang="fr-FR"/>
          </a:p>
        </p:txBody>
      </p:sp>
      <p:sp>
        <p:nvSpPr>
          <p:cNvPr id="143"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16" name="Titre 15"/>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PREMIUM 3</a:t>
            </a:r>
            <a:endParaRPr lang="fr-FR" sz="1400"/>
          </a:p>
        </p:txBody>
      </p:sp>
      <p:sp>
        <p:nvSpPr>
          <p:cNvPr id="210" name="AutoShape 131"/>
          <p:cNvSpPr>
            <a:spLocks noChangeArrowheads="1"/>
          </p:cNvSpPr>
          <p:nvPr/>
        </p:nvSpPr>
        <p:spPr bwMode="auto">
          <a:xfrm>
            <a:off x="5557182" y="4711828"/>
            <a:ext cx="577151" cy="517974"/>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sp>
        <p:nvSpPr>
          <p:cNvPr id="222" name="AutoShape 142"/>
          <p:cNvSpPr>
            <a:spLocks noChangeArrowheads="1"/>
          </p:cNvSpPr>
          <p:nvPr/>
        </p:nvSpPr>
        <p:spPr bwMode="auto">
          <a:xfrm>
            <a:off x="7790135" y="5702546"/>
            <a:ext cx="104692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FTTB</a:t>
            </a:r>
          </a:p>
        </p:txBody>
      </p:sp>
      <p:cxnSp>
        <p:nvCxnSpPr>
          <p:cNvPr id="223" name="AutoShape 13"/>
          <p:cNvCxnSpPr>
            <a:cxnSpLocks noChangeShapeType="1"/>
            <a:stCxn id="224" idx="3"/>
            <a:endCxn id="222" idx="1"/>
          </p:cNvCxnSpPr>
          <p:nvPr/>
        </p:nvCxnSpPr>
        <p:spPr bwMode="auto">
          <a:xfrm>
            <a:off x="7319209" y="5827641"/>
            <a:ext cx="470926" cy="0"/>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4" name="AutoShape 43"/>
          <p:cNvSpPr>
            <a:spLocks noChangeArrowheads="1"/>
          </p:cNvSpPr>
          <p:nvPr/>
        </p:nvSpPr>
        <p:spPr bwMode="auto">
          <a:xfrm>
            <a:off x="6181788" y="5745031"/>
            <a:ext cx="1137421"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10000_FTT_PREMIUM_FTTB</a:t>
            </a:r>
          </a:p>
        </p:txBody>
      </p:sp>
      <p:sp>
        <p:nvSpPr>
          <p:cNvPr id="225" name="AutoShape 142"/>
          <p:cNvSpPr>
            <a:spLocks noChangeArrowheads="1"/>
          </p:cNvSpPr>
          <p:nvPr/>
        </p:nvSpPr>
        <p:spPr bwMode="auto">
          <a:xfrm>
            <a:off x="7858778" y="6106703"/>
            <a:ext cx="103662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FTTH</a:t>
            </a:r>
          </a:p>
        </p:txBody>
      </p:sp>
      <p:cxnSp>
        <p:nvCxnSpPr>
          <p:cNvPr id="226" name="AutoShape 13"/>
          <p:cNvCxnSpPr>
            <a:cxnSpLocks noChangeShapeType="1"/>
            <a:stCxn id="227" idx="3"/>
            <a:endCxn id="225" idx="1"/>
          </p:cNvCxnSpPr>
          <p:nvPr/>
        </p:nvCxnSpPr>
        <p:spPr bwMode="auto">
          <a:xfrm>
            <a:off x="7335901" y="6229398"/>
            <a:ext cx="522877" cy="2400"/>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7" name="AutoShape 43"/>
          <p:cNvSpPr>
            <a:spLocks noChangeArrowheads="1"/>
          </p:cNvSpPr>
          <p:nvPr/>
        </p:nvSpPr>
        <p:spPr bwMode="auto">
          <a:xfrm>
            <a:off x="6198480" y="6146788"/>
            <a:ext cx="1137421"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10000_FTT_PREMIUM_FTTH</a:t>
            </a:r>
          </a:p>
        </p:txBody>
      </p:sp>
      <p:sp>
        <p:nvSpPr>
          <p:cNvPr id="229" name="AutoShape 142"/>
          <p:cNvSpPr>
            <a:spLocks noChangeArrowheads="1"/>
          </p:cNvSpPr>
          <p:nvPr/>
        </p:nvSpPr>
        <p:spPr bwMode="auto">
          <a:xfrm>
            <a:off x="7858778" y="6518124"/>
            <a:ext cx="103940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AUTRE</a:t>
            </a:r>
          </a:p>
        </p:txBody>
      </p:sp>
      <p:cxnSp>
        <p:nvCxnSpPr>
          <p:cNvPr id="230" name="AutoShape 13"/>
          <p:cNvCxnSpPr>
            <a:cxnSpLocks noChangeShapeType="1"/>
            <a:stCxn id="231" idx="3"/>
            <a:endCxn id="229" idx="1"/>
          </p:cNvCxnSpPr>
          <p:nvPr/>
        </p:nvCxnSpPr>
        <p:spPr bwMode="auto">
          <a:xfrm>
            <a:off x="7317803" y="6643219"/>
            <a:ext cx="540975" cy="0"/>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31" name="AutoShape 43"/>
          <p:cNvSpPr>
            <a:spLocks noChangeArrowheads="1"/>
          </p:cNvSpPr>
          <p:nvPr/>
        </p:nvSpPr>
        <p:spPr bwMode="auto">
          <a:xfrm>
            <a:off x="6188672" y="6560609"/>
            <a:ext cx="1129131" cy="1652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10000_FTT_PREMIUM_AUTRE</a:t>
            </a:r>
          </a:p>
        </p:txBody>
      </p:sp>
      <p:sp>
        <p:nvSpPr>
          <p:cNvPr id="98" name="AutoShape 142"/>
          <p:cNvSpPr>
            <a:spLocks noChangeArrowheads="1"/>
          </p:cNvSpPr>
          <p:nvPr/>
        </p:nvSpPr>
        <p:spPr bwMode="auto">
          <a:xfrm>
            <a:off x="7862706" y="4520444"/>
            <a:ext cx="1046922" cy="23568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FTTB FIDE</a:t>
            </a:r>
          </a:p>
        </p:txBody>
      </p:sp>
      <p:sp>
        <p:nvSpPr>
          <p:cNvPr id="100" name="AutoShape 43"/>
          <p:cNvSpPr>
            <a:spLocks noChangeArrowheads="1"/>
          </p:cNvSpPr>
          <p:nvPr/>
        </p:nvSpPr>
        <p:spPr bwMode="auto">
          <a:xfrm>
            <a:off x="6315062" y="4555612"/>
            <a:ext cx="1370657" cy="15847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10000_FTT_PREMIUM_FTTB_FIDE</a:t>
            </a:r>
          </a:p>
        </p:txBody>
      </p:sp>
      <p:sp>
        <p:nvSpPr>
          <p:cNvPr id="101" name="AutoShape 142"/>
          <p:cNvSpPr>
            <a:spLocks noChangeArrowheads="1"/>
          </p:cNvSpPr>
          <p:nvPr/>
        </p:nvSpPr>
        <p:spPr bwMode="auto">
          <a:xfrm>
            <a:off x="7927243" y="4847288"/>
            <a:ext cx="103662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FTTH FIDE</a:t>
            </a:r>
          </a:p>
        </p:txBody>
      </p:sp>
      <p:sp>
        <p:nvSpPr>
          <p:cNvPr id="103" name="AutoShape 43"/>
          <p:cNvSpPr>
            <a:spLocks noChangeArrowheads="1"/>
          </p:cNvSpPr>
          <p:nvPr/>
        </p:nvSpPr>
        <p:spPr bwMode="auto">
          <a:xfrm>
            <a:off x="6314855" y="4878891"/>
            <a:ext cx="1362367" cy="1962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10000_FTT_PREMIUM_FTTH_FIDE</a:t>
            </a:r>
          </a:p>
        </p:txBody>
      </p:sp>
      <p:sp>
        <p:nvSpPr>
          <p:cNvPr id="104" name="AutoShape 142"/>
          <p:cNvSpPr>
            <a:spLocks noChangeArrowheads="1"/>
          </p:cNvSpPr>
          <p:nvPr/>
        </p:nvSpPr>
        <p:spPr bwMode="auto">
          <a:xfrm>
            <a:off x="7914747" y="5178749"/>
            <a:ext cx="103940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AUTRE FIDE</a:t>
            </a:r>
          </a:p>
        </p:txBody>
      </p:sp>
      <p:cxnSp>
        <p:nvCxnSpPr>
          <p:cNvPr id="105" name="AutoShape 13"/>
          <p:cNvCxnSpPr>
            <a:cxnSpLocks noChangeShapeType="1"/>
            <a:stCxn id="106" idx="3"/>
            <a:endCxn id="104" idx="1"/>
          </p:cNvCxnSpPr>
          <p:nvPr/>
        </p:nvCxnSpPr>
        <p:spPr bwMode="auto">
          <a:xfrm flipV="1">
            <a:off x="7708151" y="5303844"/>
            <a:ext cx="206596" cy="28897"/>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6" name="AutoShape 43"/>
          <p:cNvSpPr>
            <a:spLocks noChangeArrowheads="1"/>
          </p:cNvSpPr>
          <p:nvPr/>
        </p:nvSpPr>
        <p:spPr bwMode="auto">
          <a:xfrm>
            <a:off x="6337493" y="5252217"/>
            <a:ext cx="1370658" cy="161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10000_FTT_PREMIUM_AUTRE_FIDE</a:t>
            </a:r>
          </a:p>
        </p:txBody>
      </p:sp>
      <p:cxnSp>
        <p:nvCxnSpPr>
          <p:cNvPr id="238" name="Connecteur en angle 237"/>
          <p:cNvCxnSpPr>
            <a:stCxn id="103" idx="3"/>
            <a:endCxn id="101" idx="1"/>
          </p:cNvCxnSpPr>
          <p:nvPr/>
        </p:nvCxnSpPr>
        <p:spPr bwMode="auto">
          <a:xfrm flipV="1">
            <a:off x="7677222" y="4972383"/>
            <a:ext cx="250021" cy="461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Connecteur en angle 239"/>
          <p:cNvCxnSpPr>
            <a:stCxn id="210" idx="3"/>
            <a:endCxn id="100" idx="1"/>
          </p:cNvCxnSpPr>
          <p:nvPr/>
        </p:nvCxnSpPr>
        <p:spPr bwMode="auto">
          <a:xfrm flipV="1">
            <a:off x="6134333" y="4634848"/>
            <a:ext cx="180729" cy="33596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Connecteur en angle 241"/>
          <p:cNvCxnSpPr>
            <a:stCxn id="210" idx="3"/>
            <a:endCxn id="103" idx="1"/>
          </p:cNvCxnSpPr>
          <p:nvPr/>
        </p:nvCxnSpPr>
        <p:spPr bwMode="auto">
          <a:xfrm>
            <a:off x="6134333" y="4970815"/>
            <a:ext cx="180522" cy="618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Connecteur en angle 243"/>
          <p:cNvCxnSpPr>
            <a:cxnSpLocks/>
            <a:stCxn id="210" idx="3"/>
            <a:endCxn id="106" idx="1"/>
          </p:cNvCxnSpPr>
          <p:nvPr/>
        </p:nvCxnSpPr>
        <p:spPr bwMode="auto">
          <a:xfrm>
            <a:off x="6134333" y="4970815"/>
            <a:ext cx="203160" cy="36192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Connecteur en angle 246"/>
          <p:cNvCxnSpPr>
            <a:stCxn id="210" idx="3"/>
            <a:endCxn id="224" idx="1"/>
          </p:cNvCxnSpPr>
          <p:nvPr/>
        </p:nvCxnSpPr>
        <p:spPr bwMode="auto">
          <a:xfrm>
            <a:off x="6134333" y="4970815"/>
            <a:ext cx="47455" cy="85682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Connecteur en angle 250"/>
          <p:cNvCxnSpPr>
            <a:stCxn id="210" idx="3"/>
            <a:endCxn id="227" idx="1"/>
          </p:cNvCxnSpPr>
          <p:nvPr/>
        </p:nvCxnSpPr>
        <p:spPr bwMode="auto">
          <a:xfrm>
            <a:off x="6134333" y="4970815"/>
            <a:ext cx="64147" cy="125858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Connecteur en angle 253"/>
          <p:cNvCxnSpPr>
            <a:stCxn id="210" idx="3"/>
            <a:endCxn id="231" idx="1"/>
          </p:cNvCxnSpPr>
          <p:nvPr/>
        </p:nvCxnSpPr>
        <p:spPr bwMode="auto">
          <a:xfrm>
            <a:off x="6134333" y="4970815"/>
            <a:ext cx="54339" cy="167240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ZoneTexte 129"/>
          <p:cNvSpPr txBox="1"/>
          <p:nvPr/>
        </p:nvSpPr>
        <p:spPr>
          <a:xfrm>
            <a:off x="6369194" y="4688194"/>
            <a:ext cx="973560" cy="184720"/>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PRE_FID_F</a:t>
            </a:r>
            <a:endParaRPr lang="fr-FR" sz="600">
              <a:solidFill>
                <a:srgbClr val="FF0000"/>
              </a:solidFill>
            </a:endParaRPr>
          </a:p>
        </p:txBody>
      </p:sp>
      <p:sp>
        <p:nvSpPr>
          <p:cNvPr id="95" name="ZoneTexte 129"/>
          <p:cNvSpPr txBox="1"/>
          <p:nvPr/>
        </p:nvSpPr>
        <p:spPr>
          <a:xfrm>
            <a:off x="6369194" y="5052117"/>
            <a:ext cx="989153" cy="187800"/>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FTTH ET PRE_FID_F</a:t>
            </a:r>
            <a:endParaRPr lang="fr-FR" sz="600">
              <a:solidFill>
                <a:srgbClr val="FF0000"/>
              </a:solidFill>
            </a:endParaRPr>
          </a:p>
        </p:txBody>
      </p:sp>
      <p:sp>
        <p:nvSpPr>
          <p:cNvPr id="96" name="ZoneTexte 129"/>
          <p:cNvSpPr txBox="1"/>
          <p:nvPr/>
        </p:nvSpPr>
        <p:spPr>
          <a:xfrm>
            <a:off x="6391104" y="5387091"/>
            <a:ext cx="972389"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PRE_FID_F</a:t>
            </a:r>
            <a:endParaRPr lang="fr-FR" sz="600">
              <a:solidFill>
                <a:srgbClr val="FF0000"/>
              </a:solidFill>
            </a:endParaRPr>
          </a:p>
        </p:txBody>
      </p:sp>
      <p:sp>
        <p:nvSpPr>
          <p:cNvPr id="155" name="AutoShape 87">
            <a:hlinkClick r:id="rId3" action="ppaction://hlinksldjump"/>
          </p:cNvPr>
          <p:cNvSpPr>
            <a:spLocks noChangeArrowheads="1"/>
          </p:cNvSpPr>
          <p:nvPr/>
        </p:nvSpPr>
        <p:spPr bwMode="auto">
          <a:xfrm rot="10800000">
            <a:off x="321533" y="537246"/>
            <a:ext cx="969609" cy="30150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PREMIUM 2</a:t>
            </a:r>
          </a:p>
        </p:txBody>
      </p:sp>
      <p:cxnSp>
        <p:nvCxnSpPr>
          <p:cNvPr id="163" name="AutoShape 47"/>
          <p:cNvCxnSpPr>
            <a:cxnSpLocks noChangeShapeType="1"/>
            <a:stCxn id="165" idx="2"/>
            <a:endCxn id="205" idx="0"/>
          </p:cNvCxnSpPr>
          <p:nvPr/>
        </p:nvCxnSpPr>
        <p:spPr bwMode="auto">
          <a:xfrm rot="5400000">
            <a:off x="263749" y="4168943"/>
            <a:ext cx="834407" cy="903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Rectangle 5"/>
          <p:cNvSpPr>
            <a:spLocks noChangeArrowheads="1"/>
          </p:cNvSpPr>
          <p:nvPr/>
        </p:nvSpPr>
        <p:spPr bwMode="auto">
          <a:xfrm>
            <a:off x="1361206" y="2725304"/>
            <a:ext cx="2196976" cy="553998"/>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a:r>
              <a:rPr lang="fr-FR" sz="600" b="1">
                <a:solidFill>
                  <a:srgbClr val="D31E05"/>
                </a:solidFill>
              </a:rPr>
              <a:t>FIXE MENU PREMIUM TECHNIQUE</a:t>
            </a:r>
            <a:r>
              <a:rPr lang="fr-FR" sz="600" b="1">
                <a:solidFill>
                  <a:srgbClr val="333399"/>
                </a:solidFill>
              </a:rPr>
              <a:t> </a:t>
            </a:r>
            <a:br>
              <a:rPr lang="fr-FR" sz="600" b="1">
                <a:solidFill>
                  <a:srgbClr val="333399"/>
                </a:solidFill>
              </a:rPr>
            </a:br>
            <a:r>
              <a:rPr lang="fr-FR" sz="600">
                <a:solidFill>
                  <a:srgbClr val="000000"/>
                </a:solidFill>
              </a:rPr>
              <a:t>Votre appel concerne: </a:t>
            </a:r>
          </a:p>
          <a:p>
            <a:pPr algn="ctr"/>
            <a:r>
              <a:rPr lang="fr-FR" sz="600">
                <a:solidFill>
                  <a:srgbClr val="000000"/>
                </a:solidFill>
              </a:rPr>
              <a:t>Un problème d’accès à internet, Tapez 1</a:t>
            </a:r>
          </a:p>
          <a:p>
            <a:pPr algn="ctr"/>
            <a:r>
              <a:rPr lang="fr-FR" sz="600">
                <a:solidFill>
                  <a:srgbClr val="000000"/>
                </a:solidFill>
              </a:rPr>
              <a:t>Un problème lié à votre télévision, Tapez 2 </a:t>
            </a:r>
          </a:p>
          <a:p>
            <a:pPr algn="ctr"/>
            <a:r>
              <a:rPr lang="fr-FR" sz="600">
                <a:solidFill>
                  <a:srgbClr val="000000"/>
                </a:solidFill>
              </a:rPr>
              <a:t>Pour tout autre problème technique, Tapez 3</a:t>
            </a:r>
          </a:p>
        </p:txBody>
      </p:sp>
      <p:sp>
        <p:nvSpPr>
          <p:cNvPr id="165" name="AutoShape 17"/>
          <p:cNvSpPr>
            <a:spLocks noChangeArrowheads="1"/>
          </p:cNvSpPr>
          <p:nvPr/>
        </p:nvSpPr>
        <p:spPr bwMode="auto">
          <a:xfrm>
            <a:off x="577521" y="3580046"/>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66" name="AutoShape 17"/>
          <p:cNvSpPr>
            <a:spLocks noChangeArrowheads="1"/>
          </p:cNvSpPr>
          <p:nvPr/>
        </p:nvSpPr>
        <p:spPr bwMode="auto">
          <a:xfrm>
            <a:off x="1837868" y="358125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68" name="AutoShape 42"/>
          <p:cNvSpPr>
            <a:spLocks noChangeArrowheads="1"/>
          </p:cNvSpPr>
          <p:nvPr/>
        </p:nvSpPr>
        <p:spPr bwMode="auto">
          <a:xfrm>
            <a:off x="37329" y="3991706"/>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11000_PREM_TECH_INTERNET</a:t>
            </a:r>
          </a:p>
        </p:txBody>
      </p:sp>
      <p:sp>
        <p:nvSpPr>
          <p:cNvPr id="169" name="AutoShape 42"/>
          <p:cNvSpPr>
            <a:spLocks noChangeArrowheads="1"/>
          </p:cNvSpPr>
          <p:nvPr/>
        </p:nvSpPr>
        <p:spPr bwMode="auto">
          <a:xfrm>
            <a:off x="1402723" y="3990890"/>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12000_PREM_TECH_TV</a:t>
            </a:r>
          </a:p>
        </p:txBody>
      </p:sp>
      <p:sp>
        <p:nvSpPr>
          <p:cNvPr id="170" name="AutoShape 52"/>
          <p:cNvSpPr>
            <a:spLocks noChangeArrowheads="1"/>
          </p:cNvSpPr>
          <p:nvPr/>
        </p:nvSpPr>
        <p:spPr bwMode="auto">
          <a:xfrm>
            <a:off x="2198572" y="3391779"/>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solidFill>
                  <a:srgbClr val="000000"/>
                </a:solidFill>
                <a:ea typeface="ＭＳ Ｐゴシック" charset="0"/>
              </a:rPr>
              <a:t>Choix</a:t>
            </a:r>
          </a:p>
        </p:txBody>
      </p:sp>
      <p:sp>
        <p:nvSpPr>
          <p:cNvPr id="171" name="AutoShape 17"/>
          <p:cNvSpPr>
            <a:spLocks noChangeArrowheads="1"/>
          </p:cNvSpPr>
          <p:nvPr/>
        </p:nvSpPr>
        <p:spPr bwMode="auto">
          <a:xfrm>
            <a:off x="3058109" y="359706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3</a:t>
            </a:r>
          </a:p>
        </p:txBody>
      </p:sp>
      <p:sp>
        <p:nvSpPr>
          <p:cNvPr id="172" name="AutoShape 42"/>
          <p:cNvSpPr>
            <a:spLocks noChangeArrowheads="1"/>
          </p:cNvSpPr>
          <p:nvPr/>
        </p:nvSpPr>
        <p:spPr bwMode="auto">
          <a:xfrm>
            <a:off x="2617377" y="4003282"/>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13000_PREM_TECH_AUTRE</a:t>
            </a:r>
          </a:p>
        </p:txBody>
      </p:sp>
      <p:cxnSp>
        <p:nvCxnSpPr>
          <p:cNvPr id="173" name="AutoShape 47"/>
          <p:cNvCxnSpPr>
            <a:cxnSpLocks noChangeShapeType="1"/>
            <a:stCxn id="170" idx="1"/>
            <a:endCxn id="166" idx="6"/>
          </p:cNvCxnSpPr>
          <p:nvPr/>
        </p:nvCxnSpPr>
        <p:spPr bwMode="auto">
          <a:xfrm rot="10800000" flipV="1">
            <a:off x="1945818" y="3516398"/>
            <a:ext cx="252754" cy="6486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AutoShape 47"/>
          <p:cNvCxnSpPr>
            <a:cxnSpLocks noChangeShapeType="1"/>
            <a:stCxn id="170" idx="1"/>
            <a:endCxn id="165" idx="6"/>
          </p:cNvCxnSpPr>
          <p:nvPr/>
        </p:nvCxnSpPr>
        <p:spPr bwMode="auto">
          <a:xfrm rot="10800000" flipV="1">
            <a:off x="685472" y="3516398"/>
            <a:ext cx="1513101" cy="6364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AutoShape 47"/>
          <p:cNvCxnSpPr>
            <a:cxnSpLocks noChangeShapeType="1"/>
            <a:stCxn id="171" idx="6"/>
            <a:endCxn id="170" idx="3"/>
          </p:cNvCxnSpPr>
          <p:nvPr/>
        </p:nvCxnSpPr>
        <p:spPr bwMode="auto">
          <a:xfrm rot="16200000" flipV="1">
            <a:off x="2903126" y="3334131"/>
            <a:ext cx="80666" cy="44520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AutoShape 47"/>
          <p:cNvCxnSpPr>
            <a:cxnSpLocks noChangeShapeType="1"/>
            <a:stCxn id="171" idx="2"/>
            <a:endCxn id="172" idx="0"/>
          </p:cNvCxnSpPr>
          <p:nvPr/>
        </p:nvCxnSpPr>
        <p:spPr bwMode="auto">
          <a:xfrm rot="5400000">
            <a:off x="3051057" y="3888279"/>
            <a:ext cx="230005"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AutoShape 47"/>
          <p:cNvCxnSpPr>
            <a:cxnSpLocks noChangeShapeType="1"/>
            <a:stCxn id="209" idx="0"/>
            <a:endCxn id="172" idx="2"/>
          </p:cNvCxnSpPr>
          <p:nvPr/>
        </p:nvCxnSpPr>
        <p:spPr bwMode="auto">
          <a:xfrm rot="16200000" flipV="1">
            <a:off x="2937537" y="4376266"/>
            <a:ext cx="472689" cy="1564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27"/>
          <p:cNvSpPr>
            <a:spLocks noChangeArrowheads="1"/>
          </p:cNvSpPr>
          <p:nvPr/>
        </p:nvSpPr>
        <p:spPr bwMode="auto">
          <a:xfrm>
            <a:off x="5338843" y="3415500"/>
            <a:ext cx="660400" cy="201794"/>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86" name="AutoShape 37"/>
          <p:cNvSpPr>
            <a:spLocks noChangeArrowheads="1"/>
          </p:cNvSpPr>
          <p:nvPr/>
        </p:nvSpPr>
        <p:spPr bwMode="auto">
          <a:xfrm>
            <a:off x="5026618" y="2928371"/>
            <a:ext cx="1171862" cy="1924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10040_PREMIUM_TECH_NMNI</a:t>
            </a:r>
          </a:p>
        </p:txBody>
      </p:sp>
      <p:sp>
        <p:nvSpPr>
          <p:cNvPr id="188" name="Text Box 157"/>
          <p:cNvSpPr txBox="1">
            <a:spLocks noChangeArrowheads="1"/>
          </p:cNvSpPr>
          <p:nvPr/>
        </p:nvSpPr>
        <p:spPr bwMode="auto">
          <a:xfrm>
            <a:off x="5643415" y="348419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89" name="Text Box 156"/>
          <p:cNvSpPr txBox="1">
            <a:spLocks noChangeArrowheads="1"/>
          </p:cNvSpPr>
          <p:nvPr/>
        </p:nvSpPr>
        <p:spPr bwMode="auto">
          <a:xfrm>
            <a:off x="6093099" y="3287377"/>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190" name="AutoShape 69"/>
          <p:cNvCxnSpPr>
            <a:cxnSpLocks noChangeShapeType="1"/>
            <a:stCxn id="186" idx="3"/>
            <a:endCxn id="180" idx="0"/>
          </p:cNvCxnSpPr>
          <p:nvPr/>
        </p:nvCxnSpPr>
        <p:spPr bwMode="auto">
          <a:xfrm flipH="1">
            <a:off x="5999243" y="3024613"/>
            <a:ext cx="199237" cy="491784"/>
          </a:xfrm>
          <a:prstGeom prst="bentConnector3">
            <a:avLst>
              <a:gd name="adj1" fmla="val -114738"/>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AutoShape 13"/>
          <p:cNvCxnSpPr>
            <a:cxnSpLocks noChangeShapeType="1"/>
            <a:stCxn id="200" idx="1"/>
            <a:endCxn id="164" idx="3"/>
          </p:cNvCxnSpPr>
          <p:nvPr/>
        </p:nvCxnSpPr>
        <p:spPr bwMode="auto">
          <a:xfrm rot="10800000">
            <a:off x="3558183" y="3002304"/>
            <a:ext cx="130573" cy="22485"/>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92" name="AutoShape 69"/>
          <p:cNvCxnSpPr>
            <a:cxnSpLocks noChangeShapeType="1"/>
            <a:stCxn id="180" idx="2"/>
            <a:endCxn id="193" idx="0"/>
          </p:cNvCxnSpPr>
          <p:nvPr/>
        </p:nvCxnSpPr>
        <p:spPr bwMode="auto">
          <a:xfrm rot="16200000" flipH="1">
            <a:off x="5521495" y="3764841"/>
            <a:ext cx="303536" cy="844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AutoShape 55"/>
          <p:cNvSpPr>
            <a:spLocks noChangeArrowheads="1"/>
          </p:cNvSpPr>
          <p:nvPr/>
        </p:nvSpPr>
        <p:spPr bwMode="auto">
          <a:xfrm>
            <a:off x="5048614" y="3920830"/>
            <a:ext cx="1257740" cy="1584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10040_PREMIUM_TECH_NMNI_X2</a:t>
            </a:r>
          </a:p>
        </p:txBody>
      </p:sp>
      <p:cxnSp>
        <p:nvCxnSpPr>
          <p:cNvPr id="194" name="AutoShape 69"/>
          <p:cNvCxnSpPr>
            <a:cxnSpLocks noChangeShapeType="1"/>
            <a:stCxn id="200" idx="3"/>
            <a:endCxn id="186" idx="1"/>
          </p:cNvCxnSpPr>
          <p:nvPr/>
        </p:nvCxnSpPr>
        <p:spPr bwMode="auto">
          <a:xfrm flipV="1">
            <a:off x="4932240" y="3024613"/>
            <a:ext cx="94378" cy="17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 name="AutoShape 47"/>
          <p:cNvCxnSpPr>
            <a:cxnSpLocks noChangeShapeType="1"/>
            <a:stCxn id="180" idx="5"/>
            <a:endCxn id="170" idx="3"/>
          </p:cNvCxnSpPr>
          <p:nvPr/>
        </p:nvCxnSpPr>
        <p:spPr bwMode="auto">
          <a:xfrm rot="10800000" flipV="1">
            <a:off x="2720859" y="3516396"/>
            <a:ext cx="2643208"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 name="AutoShape 47"/>
          <p:cNvCxnSpPr>
            <a:cxnSpLocks noChangeShapeType="1"/>
            <a:stCxn id="193" idx="2"/>
            <a:endCxn id="209" idx="3"/>
          </p:cNvCxnSpPr>
          <p:nvPr/>
        </p:nvCxnSpPr>
        <p:spPr bwMode="auto">
          <a:xfrm rot="5400000">
            <a:off x="4425240" y="3441039"/>
            <a:ext cx="613958" cy="189053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AutoShape 47"/>
          <p:cNvCxnSpPr>
            <a:cxnSpLocks noChangeShapeType="1"/>
            <a:stCxn id="169" idx="2"/>
            <a:endCxn id="207" idx="0"/>
          </p:cNvCxnSpPr>
          <p:nvPr/>
        </p:nvCxnSpPr>
        <p:spPr bwMode="auto">
          <a:xfrm rot="5400000">
            <a:off x="1709710" y="4362706"/>
            <a:ext cx="469049" cy="1434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Rectangle 68"/>
          <p:cNvSpPr>
            <a:spLocks noChangeArrowheads="1"/>
          </p:cNvSpPr>
          <p:nvPr/>
        </p:nvSpPr>
        <p:spPr bwMode="auto">
          <a:xfrm>
            <a:off x="3688755" y="2770872"/>
            <a:ext cx="124348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sp>
        <p:nvSpPr>
          <p:cNvPr id="205" name="AutoShape 31">
            <a:hlinkClick r:id="" action="ppaction://noaction"/>
          </p:cNvPr>
          <p:cNvSpPr>
            <a:spLocks noChangeArrowheads="1"/>
          </p:cNvSpPr>
          <p:nvPr/>
        </p:nvSpPr>
        <p:spPr bwMode="auto">
          <a:xfrm>
            <a:off x="42554" y="4590666"/>
            <a:ext cx="1267757"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FIXE_PREMIUM_TECH_INTERNET</a:t>
            </a:r>
            <a:endParaRPr lang="fr-FR" sz="600">
              <a:solidFill>
                <a:srgbClr val="D31E05"/>
              </a:solidFill>
            </a:endParaRPr>
          </a:p>
        </p:txBody>
      </p:sp>
      <p:sp>
        <p:nvSpPr>
          <p:cNvPr id="207" name="AutoShape 31">
            <a:hlinkClick r:id="" action="ppaction://noaction"/>
          </p:cNvPr>
          <p:cNvSpPr>
            <a:spLocks noChangeArrowheads="1"/>
          </p:cNvSpPr>
          <p:nvPr/>
        </p:nvSpPr>
        <p:spPr bwMode="auto">
          <a:xfrm>
            <a:off x="1394933" y="4604401"/>
            <a:ext cx="1084262" cy="149071"/>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FIXE_PREMIUM_TECH_TV</a:t>
            </a:r>
            <a:endParaRPr lang="fr-FR" sz="600">
              <a:solidFill>
                <a:srgbClr val="D31E05"/>
              </a:solidFill>
            </a:endParaRPr>
          </a:p>
        </p:txBody>
      </p:sp>
      <p:sp>
        <p:nvSpPr>
          <p:cNvPr id="209" name="AutoShape 31">
            <a:hlinkClick r:id="" action="ppaction://noaction"/>
          </p:cNvPr>
          <p:cNvSpPr>
            <a:spLocks noChangeArrowheads="1"/>
          </p:cNvSpPr>
          <p:nvPr/>
        </p:nvSpPr>
        <p:spPr bwMode="auto">
          <a:xfrm>
            <a:off x="2576452" y="4620433"/>
            <a:ext cx="1210501" cy="14569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FIXE_PREMIUM_TECH_AUTRE</a:t>
            </a:r>
            <a:endParaRPr lang="fr-FR" sz="600">
              <a:solidFill>
                <a:srgbClr val="D31E05"/>
              </a:solidFill>
            </a:endParaRPr>
          </a:p>
        </p:txBody>
      </p:sp>
      <p:cxnSp>
        <p:nvCxnSpPr>
          <p:cNvPr id="245" name="Connecteur droit 244"/>
          <p:cNvCxnSpPr>
            <a:stCxn id="166" idx="2"/>
            <a:endCxn id="169" idx="0"/>
          </p:cNvCxnSpPr>
          <p:nvPr/>
        </p:nvCxnSpPr>
        <p:spPr bwMode="auto">
          <a:xfrm>
            <a:off x="1945818" y="3757471"/>
            <a:ext cx="5586" cy="2334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en angle 44"/>
          <p:cNvCxnSpPr>
            <a:stCxn id="209" idx="2"/>
            <a:endCxn id="210" idx="1"/>
          </p:cNvCxnSpPr>
          <p:nvPr/>
        </p:nvCxnSpPr>
        <p:spPr bwMode="auto">
          <a:xfrm rot="16200000" flipH="1">
            <a:off x="4267101" y="3680733"/>
            <a:ext cx="204683" cy="237547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en angle 46"/>
          <p:cNvCxnSpPr>
            <a:stCxn id="207" idx="2"/>
            <a:endCxn id="210" idx="1"/>
          </p:cNvCxnSpPr>
          <p:nvPr/>
        </p:nvCxnSpPr>
        <p:spPr bwMode="auto">
          <a:xfrm rot="16200000" flipH="1">
            <a:off x="3638452" y="3052084"/>
            <a:ext cx="217343" cy="362011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en angle 49"/>
          <p:cNvCxnSpPr>
            <a:stCxn id="205" idx="2"/>
            <a:endCxn id="210" idx="1"/>
          </p:cNvCxnSpPr>
          <p:nvPr/>
        </p:nvCxnSpPr>
        <p:spPr bwMode="auto">
          <a:xfrm rot="16200000" flipH="1">
            <a:off x="3011152" y="2424784"/>
            <a:ext cx="211311" cy="488074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Connecteur droit 79"/>
          <p:cNvCxnSpPr>
            <a:cxnSpLocks/>
            <a:stCxn id="164" idx="2"/>
            <a:endCxn id="170" idx="0"/>
          </p:cNvCxnSpPr>
          <p:nvPr/>
        </p:nvCxnSpPr>
        <p:spPr bwMode="auto">
          <a:xfrm>
            <a:off x="2459694" y="3279302"/>
            <a:ext cx="22" cy="11247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8" name="AutoShape 31">
            <a:hlinkClick r:id="" action="ppaction://noaction"/>
          </p:cNvPr>
          <p:cNvSpPr>
            <a:spLocks noChangeArrowheads="1"/>
          </p:cNvSpPr>
          <p:nvPr/>
        </p:nvSpPr>
        <p:spPr bwMode="auto">
          <a:xfrm>
            <a:off x="75803" y="4277391"/>
            <a:ext cx="1234336" cy="15610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279" name="AutoShape 31">
            <a:hlinkClick r:id="" action="ppaction://noaction"/>
          </p:cNvPr>
          <p:cNvSpPr>
            <a:spLocks noChangeArrowheads="1"/>
          </p:cNvSpPr>
          <p:nvPr/>
        </p:nvSpPr>
        <p:spPr bwMode="auto">
          <a:xfrm>
            <a:off x="1394933" y="4276539"/>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280" name="AutoShape 31">
            <a:hlinkClick r:id="" action="ppaction://noaction"/>
          </p:cNvPr>
          <p:cNvSpPr>
            <a:spLocks noChangeArrowheads="1"/>
          </p:cNvSpPr>
          <p:nvPr/>
        </p:nvSpPr>
        <p:spPr bwMode="auto">
          <a:xfrm>
            <a:off x="2603948" y="4278360"/>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21" name="ZoneTexte 129"/>
          <p:cNvSpPr txBox="1"/>
          <p:nvPr/>
        </p:nvSpPr>
        <p:spPr>
          <a:xfrm>
            <a:off x="6156908" y="6696105"/>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AUTRE PREMIUM</a:t>
            </a:r>
            <a:endParaRPr lang="fr-FR" sz="600">
              <a:solidFill>
                <a:srgbClr val="FF0000"/>
              </a:solidFill>
            </a:endParaRPr>
          </a:p>
        </p:txBody>
      </p:sp>
      <p:sp>
        <p:nvSpPr>
          <p:cNvPr id="122" name="ZoneTexte 129"/>
          <p:cNvSpPr txBox="1"/>
          <p:nvPr/>
        </p:nvSpPr>
        <p:spPr>
          <a:xfrm>
            <a:off x="6182364" y="641782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RDGU</a:t>
            </a:r>
            <a:endParaRPr lang="fr-FR" sz="600">
              <a:solidFill>
                <a:srgbClr val="FF0000"/>
              </a:solidFill>
            </a:endParaRPr>
          </a:p>
        </p:txBody>
      </p:sp>
      <p:sp>
        <p:nvSpPr>
          <p:cNvPr id="124" name="ZoneTexte 129"/>
          <p:cNvSpPr txBox="1"/>
          <p:nvPr/>
        </p:nvSpPr>
        <p:spPr>
          <a:xfrm>
            <a:off x="6181788" y="5588399"/>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RDGU</a:t>
            </a:r>
            <a:endParaRPr lang="fr-FR" sz="600">
              <a:solidFill>
                <a:srgbClr val="FF0000"/>
              </a:solidFill>
            </a:endParaRPr>
          </a:p>
        </p:txBody>
      </p:sp>
      <p:sp>
        <p:nvSpPr>
          <p:cNvPr id="126" name="ZoneTexte 129"/>
          <p:cNvSpPr txBox="1"/>
          <p:nvPr/>
        </p:nvSpPr>
        <p:spPr>
          <a:xfrm>
            <a:off x="6134333" y="6299425"/>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FTTH ET AUTRE PREMIUM</a:t>
            </a:r>
            <a:endParaRPr lang="fr-FR" sz="600">
              <a:solidFill>
                <a:srgbClr val="FF0000"/>
              </a:solidFill>
            </a:endParaRPr>
          </a:p>
        </p:txBody>
      </p:sp>
      <p:sp>
        <p:nvSpPr>
          <p:cNvPr id="127" name="ZoneTexte 129"/>
          <p:cNvSpPr txBox="1"/>
          <p:nvPr/>
        </p:nvSpPr>
        <p:spPr>
          <a:xfrm>
            <a:off x="6136535" y="5885340"/>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AUTRE PREMIUM</a:t>
            </a:r>
            <a:endParaRPr lang="fr-FR" sz="600">
              <a:solidFill>
                <a:srgbClr val="FF0000"/>
              </a:solidFill>
            </a:endParaRPr>
          </a:p>
        </p:txBody>
      </p:sp>
      <p:sp>
        <p:nvSpPr>
          <p:cNvPr id="92" name="AutoShape 42">
            <a:extLst>
              <a:ext uri="{FF2B5EF4-FFF2-40B4-BE49-F238E27FC236}">
                <a16:creationId xmlns:a16="http://schemas.microsoft.com/office/drawing/2014/main" id="{3039535C-506D-47ED-89C7-46A52F25AF78}"/>
              </a:ext>
            </a:extLst>
          </p:cNvPr>
          <p:cNvSpPr>
            <a:spLocks noChangeArrowheads="1"/>
          </p:cNvSpPr>
          <p:nvPr/>
        </p:nvSpPr>
        <p:spPr bwMode="auto">
          <a:xfrm>
            <a:off x="194729" y="909151"/>
            <a:ext cx="1225339" cy="2128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10000_PREMIUM_TECH_FTT</a:t>
            </a:r>
          </a:p>
        </p:txBody>
      </p:sp>
      <p:cxnSp>
        <p:nvCxnSpPr>
          <p:cNvPr id="7" name="Connecteur droit 6">
            <a:extLst>
              <a:ext uri="{FF2B5EF4-FFF2-40B4-BE49-F238E27FC236}">
                <a16:creationId xmlns:a16="http://schemas.microsoft.com/office/drawing/2014/main" id="{6128C018-90A9-4192-AFC9-EB28E3F9E04E}"/>
              </a:ext>
            </a:extLst>
          </p:cNvPr>
          <p:cNvCxnSpPr>
            <a:cxnSpLocks/>
            <a:stCxn id="155" idx="0"/>
            <a:endCxn id="92" idx="0"/>
          </p:cNvCxnSpPr>
          <p:nvPr/>
        </p:nvCxnSpPr>
        <p:spPr bwMode="auto">
          <a:xfrm>
            <a:off x="806337" y="838755"/>
            <a:ext cx="1062" cy="703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31">
            <a:hlinkClick r:id="" action="ppaction://noaction"/>
            <a:extLst>
              <a:ext uri="{FF2B5EF4-FFF2-40B4-BE49-F238E27FC236}">
                <a16:creationId xmlns:a16="http://schemas.microsoft.com/office/drawing/2014/main" id="{C4DD4834-9647-4BDF-B0DD-DCBF947C3C69}"/>
              </a:ext>
            </a:extLst>
          </p:cNvPr>
          <p:cNvSpPr>
            <a:spLocks noChangeArrowheads="1"/>
          </p:cNvSpPr>
          <p:nvPr/>
        </p:nvSpPr>
        <p:spPr bwMode="auto">
          <a:xfrm>
            <a:off x="167835" y="1217288"/>
            <a:ext cx="1267757"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FIXE_PREMIUM_TECH_FTT</a:t>
            </a:r>
            <a:endParaRPr lang="fr-FR" sz="600">
              <a:solidFill>
                <a:srgbClr val="D31E05"/>
              </a:solidFill>
            </a:endParaRPr>
          </a:p>
        </p:txBody>
      </p:sp>
      <p:cxnSp>
        <p:nvCxnSpPr>
          <p:cNvPr id="11" name="Connecteur droit 10">
            <a:extLst>
              <a:ext uri="{FF2B5EF4-FFF2-40B4-BE49-F238E27FC236}">
                <a16:creationId xmlns:a16="http://schemas.microsoft.com/office/drawing/2014/main" id="{55AD4CC6-7824-42DF-A34A-499695CB35F9}"/>
              </a:ext>
            </a:extLst>
          </p:cNvPr>
          <p:cNvCxnSpPr>
            <a:cxnSpLocks/>
            <a:stCxn id="92" idx="2"/>
            <a:endCxn id="108" idx="0"/>
          </p:cNvCxnSpPr>
          <p:nvPr/>
        </p:nvCxnSpPr>
        <p:spPr bwMode="auto">
          <a:xfrm flipH="1">
            <a:off x="801714" y="1121954"/>
            <a:ext cx="5685" cy="953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13">
            <a:extLst>
              <a:ext uri="{FF2B5EF4-FFF2-40B4-BE49-F238E27FC236}">
                <a16:creationId xmlns:a16="http://schemas.microsoft.com/office/drawing/2014/main" id="{C255D1B2-D57C-4DE4-A0DC-31209DAF9927}"/>
              </a:ext>
            </a:extLst>
          </p:cNvPr>
          <p:cNvCxnSpPr>
            <a:cxnSpLocks noChangeShapeType="1"/>
            <a:stCxn id="100" idx="3"/>
            <a:endCxn id="98" idx="1"/>
          </p:cNvCxnSpPr>
          <p:nvPr/>
        </p:nvCxnSpPr>
        <p:spPr bwMode="auto">
          <a:xfrm>
            <a:off x="7685719" y="4634848"/>
            <a:ext cx="176987" cy="3436"/>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99" name="AutoShape 142">
            <a:extLst>
              <a:ext uri="{FF2B5EF4-FFF2-40B4-BE49-F238E27FC236}">
                <a16:creationId xmlns:a16="http://schemas.microsoft.com/office/drawing/2014/main" id="{9DE5B0EE-46F1-46F1-96A5-8E6613A55110}"/>
              </a:ext>
            </a:extLst>
          </p:cNvPr>
          <p:cNvSpPr>
            <a:spLocks noChangeArrowheads="1"/>
          </p:cNvSpPr>
          <p:nvPr/>
        </p:nvSpPr>
        <p:spPr bwMode="auto">
          <a:xfrm>
            <a:off x="3416976" y="5808054"/>
            <a:ext cx="977950"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PACKPRO FTTB</a:t>
            </a:r>
          </a:p>
        </p:txBody>
      </p:sp>
      <p:sp>
        <p:nvSpPr>
          <p:cNvPr id="107" name="AutoShape 43">
            <a:extLst>
              <a:ext uri="{FF2B5EF4-FFF2-40B4-BE49-F238E27FC236}">
                <a16:creationId xmlns:a16="http://schemas.microsoft.com/office/drawing/2014/main" id="{93A8C0C3-1D0A-4029-8137-BE27DF1DB2D1}"/>
              </a:ext>
            </a:extLst>
          </p:cNvPr>
          <p:cNvSpPr>
            <a:spLocks noChangeArrowheads="1"/>
          </p:cNvSpPr>
          <p:nvPr/>
        </p:nvSpPr>
        <p:spPr bwMode="auto">
          <a:xfrm>
            <a:off x="4554397" y="5866090"/>
            <a:ext cx="1370657" cy="15847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10000_FTT_PACKPRO_FTTB</a:t>
            </a:r>
          </a:p>
        </p:txBody>
      </p:sp>
      <p:sp>
        <p:nvSpPr>
          <p:cNvPr id="109" name="AutoShape 142">
            <a:extLst>
              <a:ext uri="{FF2B5EF4-FFF2-40B4-BE49-F238E27FC236}">
                <a16:creationId xmlns:a16="http://schemas.microsoft.com/office/drawing/2014/main" id="{E5290CE4-AC96-41DB-BFFA-4E20BB56E2CE}"/>
              </a:ext>
            </a:extLst>
          </p:cNvPr>
          <p:cNvSpPr>
            <a:spLocks noChangeArrowheads="1"/>
          </p:cNvSpPr>
          <p:nvPr/>
        </p:nvSpPr>
        <p:spPr bwMode="auto">
          <a:xfrm>
            <a:off x="3406865" y="6163089"/>
            <a:ext cx="98291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PACKPRO FTTH</a:t>
            </a:r>
          </a:p>
        </p:txBody>
      </p:sp>
      <p:sp>
        <p:nvSpPr>
          <p:cNvPr id="110" name="AutoShape 43">
            <a:extLst>
              <a:ext uri="{FF2B5EF4-FFF2-40B4-BE49-F238E27FC236}">
                <a16:creationId xmlns:a16="http://schemas.microsoft.com/office/drawing/2014/main" id="{B1FE4CF0-34A1-4856-BC8A-721CE10B5EB5}"/>
              </a:ext>
            </a:extLst>
          </p:cNvPr>
          <p:cNvSpPr>
            <a:spLocks noChangeArrowheads="1"/>
          </p:cNvSpPr>
          <p:nvPr/>
        </p:nvSpPr>
        <p:spPr bwMode="auto">
          <a:xfrm>
            <a:off x="4554190" y="6189369"/>
            <a:ext cx="1362367" cy="1962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10000_FTT_PACKPRO_FTTH</a:t>
            </a:r>
          </a:p>
        </p:txBody>
      </p:sp>
      <p:sp>
        <p:nvSpPr>
          <p:cNvPr id="111" name="AutoShape 142">
            <a:extLst>
              <a:ext uri="{FF2B5EF4-FFF2-40B4-BE49-F238E27FC236}">
                <a16:creationId xmlns:a16="http://schemas.microsoft.com/office/drawing/2014/main" id="{23403DD3-D11C-4046-A074-2E3BE0F1DC9B}"/>
              </a:ext>
            </a:extLst>
          </p:cNvPr>
          <p:cNvSpPr>
            <a:spLocks noChangeArrowheads="1"/>
          </p:cNvSpPr>
          <p:nvPr/>
        </p:nvSpPr>
        <p:spPr bwMode="auto">
          <a:xfrm>
            <a:off x="3406865" y="6518124"/>
            <a:ext cx="974097"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PACKPRO AUTRE</a:t>
            </a:r>
          </a:p>
        </p:txBody>
      </p:sp>
      <p:sp>
        <p:nvSpPr>
          <p:cNvPr id="114" name="AutoShape 43">
            <a:extLst>
              <a:ext uri="{FF2B5EF4-FFF2-40B4-BE49-F238E27FC236}">
                <a16:creationId xmlns:a16="http://schemas.microsoft.com/office/drawing/2014/main" id="{64FF6B37-7199-40BA-BC78-F1576D89ADAD}"/>
              </a:ext>
            </a:extLst>
          </p:cNvPr>
          <p:cNvSpPr>
            <a:spLocks noChangeArrowheads="1"/>
          </p:cNvSpPr>
          <p:nvPr/>
        </p:nvSpPr>
        <p:spPr bwMode="auto">
          <a:xfrm>
            <a:off x="4576828" y="6562695"/>
            <a:ext cx="1370658" cy="161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10000_FTT_PREMIUM_AUTRE</a:t>
            </a:r>
          </a:p>
        </p:txBody>
      </p:sp>
      <p:sp>
        <p:nvSpPr>
          <p:cNvPr id="116" name="ZoneTexte 129">
            <a:extLst>
              <a:ext uri="{FF2B5EF4-FFF2-40B4-BE49-F238E27FC236}">
                <a16:creationId xmlns:a16="http://schemas.microsoft.com/office/drawing/2014/main" id="{B41C1AA9-E5C0-4FC9-9E67-F65194C4452E}"/>
              </a:ext>
            </a:extLst>
          </p:cNvPr>
          <p:cNvSpPr txBox="1"/>
          <p:nvPr/>
        </p:nvSpPr>
        <p:spPr>
          <a:xfrm>
            <a:off x="4405818" y="5998672"/>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FTTB ET PACKPRO_F</a:t>
            </a:r>
            <a:endParaRPr lang="fr-FR" sz="600">
              <a:solidFill>
                <a:srgbClr val="FF0000"/>
              </a:solidFill>
            </a:endParaRPr>
          </a:p>
        </p:txBody>
      </p:sp>
      <p:sp>
        <p:nvSpPr>
          <p:cNvPr id="117" name="ZoneTexte 129">
            <a:extLst>
              <a:ext uri="{FF2B5EF4-FFF2-40B4-BE49-F238E27FC236}">
                <a16:creationId xmlns:a16="http://schemas.microsoft.com/office/drawing/2014/main" id="{38E448BF-512A-4150-A5A7-119BAC9DF8C3}"/>
              </a:ext>
            </a:extLst>
          </p:cNvPr>
          <p:cNvSpPr txBox="1"/>
          <p:nvPr/>
        </p:nvSpPr>
        <p:spPr>
          <a:xfrm>
            <a:off x="4421411" y="6362595"/>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FTTH ET PACKPRO_F</a:t>
            </a:r>
            <a:endParaRPr lang="fr-FR" sz="600">
              <a:solidFill>
                <a:srgbClr val="FF0000"/>
              </a:solidFill>
            </a:endParaRPr>
          </a:p>
        </p:txBody>
      </p:sp>
      <p:sp>
        <p:nvSpPr>
          <p:cNvPr id="118" name="ZoneTexte 129">
            <a:extLst>
              <a:ext uri="{FF2B5EF4-FFF2-40B4-BE49-F238E27FC236}">
                <a16:creationId xmlns:a16="http://schemas.microsoft.com/office/drawing/2014/main" id="{D660B152-FC44-4120-9BFA-BA1D81FD4CA0}"/>
              </a:ext>
            </a:extLst>
          </p:cNvPr>
          <p:cNvSpPr txBox="1"/>
          <p:nvPr/>
        </p:nvSpPr>
        <p:spPr>
          <a:xfrm>
            <a:off x="4471899" y="6708374"/>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ADSL ET PACKPRO_F</a:t>
            </a:r>
            <a:endParaRPr lang="fr-FR" sz="600">
              <a:solidFill>
                <a:srgbClr val="FF0000"/>
              </a:solidFill>
            </a:endParaRPr>
          </a:p>
        </p:txBody>
      </p:sp>
      <p:cxnSp>
        <p:nvCxnSpPr>
          <p:cNvPr id="5" name="Connecteur droit avec flèche 4">
            <a:extLst>
              <a:ext uri="{FF2B5EF4-FFF2-40B4-BE49-F238E27FC236}">
                <a16:creationId xmlns:a16="http://schemas.microsoft.com/office/drawing/2014/main" id="{17D739C2-9F2F-4243-A7BC-378EEA3B2C8F}"/>
              </a:ext>
            </a:extLst>
          </p:cNvPr>
          <p:cNvCxnSpPr>
            <a:cxnSpLocks/>
            <a:stCxn id="107" idx="1"/>
            <a:endCxn id="99" idx="3"/>
          </p:cNvCxnSpPr>
          <p:nvPr/>
        </p:nvCxnSpPr>
        <p:spPr bwMode="auto">
          <a:xfrm flipH="1" flipV="1">
            <a:off x="4394926" y="5933149"/>
            <a:ext cx="159471" cy="1217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droit avec flèche 7">
            <a:extLst>
              <a:ext uri="{FF2B5EF4-FFF2-40B4-BE49-F238E27FC236}">
                <a16:creationId xmlns:a16="http://schemas.microsoft.com/office/drawing/2014/main" id="{8EC261AF-E949-4FA8-853E-5D114B1A1166}"/>
              </a:ext>
            </a:extLst>
          </p:cNvPr>
          <p:cNvCxnSpPr>
            <a:cxnSpLocks/>
            <a:stCxn id="110" idx="1"/>
            <a:endCxn id="109" idx="3"/>
          </p:cNvCxnSpPr>
          <p:nvPr/>
        </p:nvCxnSpPr>
        <p:spPr bwMode="auto">
          <a:xfrm flipH="1">
            <a:off x="4389778" y="6287478"/>
            <a:ext cx="164412" cy="70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avec flèche 9">
            <a:extLst>
              <a:ext uri="{FF2B5EF4-FFF2-40B4-BE49-F238E27FC236}">
                <a16:creationId xmlns:a16="http://schemas.microsoft.com/office/drawing/2014/main" id="{9336D6F8-ED59-4619-8836-10A6B8F8D2DB}"/>
              </a:ext>
            </a:extLst>
          </p:cNvPr>
          <p:cNvCxnSpPr>
            <a:cxnSpLocks/>
            <a:stCxn id="114" idx="1"/>
            <a:endCxn id="111" idx="3"/>
          </p:cNvCxnSpPr>
          <p:nvPr/>
        </p:nvCxnSpPr>
        <p:spPr bwMode="auto">
          <a:xfrm flipH="1">
            <a:off x="4380962" y="6643219"/>
            <a:ext cx="195866"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 en angle 17">
            <a:extLst>
              <a:ext uri="{FF2B5EF4-FFF2-40B4-BE49-F238E27FC236}">
                <a16:creationId xmlns:a16="http://schemas.microsoft.com/office/drawing/2014/main" id="{DBF96B47-3DC8-4989-9486-DBA2D5B834AA}"/>
              </a:ext>
            </a:extLst>
          </p:cNvPr>
          <p:cNvCxnSpPr>
            <a:cxnSpLocks/>
            <a:stCxn id="210" idx="2"/>
            <a:endCxn id="107" idx="3"/>
          </p:cNvCxnSpPr>
          <p:nvPr/>
        </p:nvCxnSpPr>
        <p:spPr bwMode="auto">
          <a:xfrm rot="16200000" flipH="1">
            <a:off x="5527644" y="5547916"/>
            <a:ext cx="715524" cy="79296"/>
          </a:xfrm>
          <a:prstGeom prst="bentConnector4">
            <a:avLst>
              <a:gd name="adj1" fmla="val 67588"/>
              <a:gd name="adj2" fmla="val 24586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 en angle 19">
            <a:extLst>
              <a:ext uri="{FF2B5EF4-FFF2-40B4-BE49-F238E27FC236}">
                <a16:creationId xmlns:a16="http://schemas.microsoft.com/office/drawing/2014/main" id="{8D997069-2F53-4E44-9731-C211C9A98B1F}"/>
              </a:ext>
            </a:extLst>
          </p:cNvPr>
          <p:cNvCxnSpPr>
            <a:cxnSpLocks/>
            <a:stCxn id="210" idx="2"/>
            <a:endCxn id="110" idx="3"/>
          </p:cNvCxnSpPr>
          <p:nvPr/>
        </p:nvCxnSpPr>
        <p:spPr bwMode="auto">
          <a:xfrm rot="16200000" flipH="1">
            <a:off x="5352319" y="5723240"/>
            <a:ext cx="1057676" cy="70799"/>
          </a:xfrm>
          <a:prstGeom prst="bentConnector4">
            <a:avLst>
              <a:gd name="adj1" fmla="val 45362"/>
              <a:gd name="adj2" fmla="val 27536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 en angle 21">
            <a:extLst>
              <a:ext uri="{FF2B5EF4-FFF2-40B4-BE49-F238E27FC236}">
                <a16:creationId xmlns:a16="http://schemas.microsoft.com/office/drawing/2014/main" id="{DE3AD2E6-A5CA-4F84-8BF8-68B16D8457BD}"/>
              </a:ext>
            </a:extLst>
          </p:cNvPr>
          <p:cNvCxnSpPr>
            <a:cxnSpLocks/>
            <a:stCxn id="210" idx="2"/>
            <a:endCxn id="114" idx="3"/>
          </p:cNvCxnSpPr>
          <p:nvPr/>
        </p:nvCxnSpPr>
        <p:spPr bwMode="auto">
          <a:xfrm rot="16200000" flipH="1">
            <a:off x="5189914" y="5885646"/>
            <a:ext cx="1413417" cy="101728"/>
          </a:xfrm>
          <a:prstGeom prst="bentConnector4">
            <a:avLst>
              <a:gd name="adj1" fmla="val 34828"/>
              <a:gd name="adj2" fmla="val 20020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73">
            <a:extLst>
              <a:ext uri="{FF2B5EF4-FFF2-40B4-BE49-F238E27FC236}">
                <a16:creationId xmlns:a16="http://schemas.microsoft.com/office/drawing/2014/main" id="{6E951973-AA28-4DC7-818A-73589DC81AA0}"/>
              </a:ext>
            </a:extLst>
          </p:cNvPr>
          <p:cNvSpPr>
            <a:spLocks noChangeArrowheads="1"/>
          </p:cNvSpPr>
          <p:nvPr/>
        </p:nvSpPr>
        <p:spPr bwMode="auto">
          <a:xfrm>
            <a:off x="369123" y="1627320"/>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FTT PREMIUM</a:t>
            </a:r>
          </a:p>
        </p:txBody>
      </p:sp>
      <p:cxnSp>
        <p:nvCxnSpPr>
          <p:cNvPr id="53" name="Connecteur droit 52">
            <a:extLst>
              <a:ext uri="{FF2B5EF4-FFF2-40B4-BE49-F238E27FC236}">
                <a16:creationId xmlns:a16="http://schemas.microsoft.com/office/drawing/2014/main" id="{9D5D5D11-0F14-4D82-AABC-CA2C6BE45142}"/>
              </a:ext>
            </a:extLst>
          </p:cNvPr>
          <p:cNvCxnSpPr>
            <a:cxnSpLocks/>
            <a:stCxn id="108" idx="2"/>
            <a:endCxn id="128" idx="0"/>
          </p:cNvCxnSpPr>
          <p:nvPr/>
        </p:nvCxnSpPr>
        <p:spPr bwMode="auto">
          <a:xfrm>
            <a:off x="801714" y="1386126"/>
            <a:ext cx="6658" cy="24119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AutoShape 37">
            <a:extLst>
              <a:ext uri="{FF2B5EF4-FFF2-40B4-BE49-F238E27FC236}">
                <a16:creationId xmlns:a16="http://schemas.microsoft.com/office/drawing/2014/main" id="{F253218F-91BF-4FB1-83A5-3ACA12250C63}"/>
              </a:ext>
            </a:extLst>
          </p:cNvPr>
          <p:cNvSpPr>
            <a:spLocks noChangeArrowheads="1"/>
          </p:cNvSpPr>
          <p:nvPr/>
        </p:nvSpPr>
        <p:spPr bwMode="auto">
          <a:xfrm>
            <a:off x="1405845" y="1694579"/>
            <a:ext cx="1006894" cy="23092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10000_FTT_PREMIUM_OK</a:t>
            </a:r>
          </a:p>
        </p:txBody>
      </p:sp>
      <p:cxnSp>
        <p:nvCxnSpPr>
          <p:cNvPr id="58" name="Connecteur : en angle 57">
            <a:extLst>
              <a:ext uri="{FF2B5EF4-FFF2-40B4-BE49-F238E27FC236}">
                <a16:creationId xmlns:a16="http://schemas.microsoft.com/office/drawing/2014/main" id="{CBCF9B18-05F5-4642-99D6-F6B6CFE50C0C}"/>
              </a:ext>
            </a:extLst>
          </p:cNvPr>
          <p:cNvCxnSpPr>
            <a:cxnSpLocks/>
            <a:stCxn id="112" idx="2"/>
            <a:endCxn id="164" idx="0"/>
          </p:cNvCxnSpPr>
          <p:nvPr/>
        </p:nvCxnSpPr>
        <p:spPr bwMode="auto">
          <a:xfrm rot="16200000" flipH="1">
            <a:off x="1475406" y="1741015"/>
            <a:ext cx="320979" cy="164759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Text Box 156">
            <a:extLst>
              <a:ext uri="{FF2B5EF4-FFF2-40B4-BE49-F238E27FC236}">
                <a16:creationId xmlns:a16="http://schemas.microsoft.com/office/drawing/2014/main" id="{1BE2F7AB-5642-4C58-8F0A-6A920C45F73B}"/>
              </a:ext>
            </a:extLst>
          </p:cNvPr>
          <p:cNvSpPr txBox="1">
            <a:spLocks noChangeArrowheads="1"/>
          </p:cNvSpPr>
          <p:nvPr/>
        </p:nvSpPr>
        <p:spPr bwMode="auto">
          <a:xfrm>
            <a:off x="19789" y="1904853"/>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181" name="Text Box 156">
            <a:extLst>
              <a:ext uri="{FF2B5EF4-FFF2-40B4-BE49-F238E27FC236}">
                <a16:creationId xmlns:a16="http://schemas.microsoft.com/office/drawing/2014/main" id="{7EF6A9A0-963D-4CF0-84D8-FB80E9E724A6}"/>
              </a:ext>
            </a:extLst>
          </p:cNvPr>
          <p:cNvSpPr txBox="1">
            <a:spLocks noChangeArrowheads="1"/>
          </p:cNvSpPr>
          <p:nvPr/>
        </p:nvSpPr>
        <p:spPr bwMode="auto">
          <a:xfrm>
            <a:off x="940737" y="1519476"/>
            <a:ext cx="46198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ACTIVE</a:t>
            </a:r>
          </a:p>
        </p:txBody>
      </p:sp>
      <p:sp>
        <p:nvSpPr>
          <p:cNvPr id="185" name="AutoShape 31">
            <a:hlinkClick r:id="" action="ppaction://noaction"/>
            <a:extLst>
              <a:ext uri="{FF2B5EF4-FFF2-40B4-BE49-F238E27FC236}">
                <a16:creationId xmlns:a16="http://schemas.microsoft.com/office/drawing/2014/main" id="{BFD6AC61-03A9-42B8-BEAD-E475529FF41D}"/>
              </a:ext>
            </a:extLst>
          </p:cNvPr>
          <p:cNvSpPr>
            <a:spLocks noChangeArrowheads="1"/>
          </p:cNvSpPr>
          <p:nvPr/>
        </p:nvSpPr>
        <p:spPr bwMode="auto">
          <a:xfrm>
            <a:off x="2526758" y="1735408"/>
            <a:ext cx="1243484" cy="149615"/>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FIXE_FTT_PREMIUM</a:t>
            </a:r>
            <a:endParaRPr lang="fr-FR" sz="600">
              <a:solidFill>
                <a:srgbClr val="D31E05"/>
              </a:solidFill>
            </a:endParaRPr>
          </a:p>
        </p:txBody>
      </p:sp>
      <p:cxnSp>
        <p:nvCxnSpPr>
          <p:cNvPr id="68" name="Connecteur droit 67">
            <a:extLst>
              <a:ext uri="{FF2B5EF4-FFF2-40B4-BE49-F238E27FC236}">
                <a16:creationId xmlns:a16="http://schemas.microsoft.com/office/drawing/2014/main" id="{0FF27BE7-668D-4C93-B784-304DF1371B3D}"/>
              </a:ext>
            </a:extLst>
          </p:cNvPr>
          <p:cNvCxnSpPr>
            <a:cxnSpLocks/>
            <a:stCxn id="156" idx="3"/>
            <a:endCxn id="185" idx="1"/>
          </p:cNvCxnSpPr>
          <p:nvPr/>
        </p:nvCxnSpPr>
        <p:spPr bwMode="auto">
          <a:xfrm>
            <a:off x="2412739" y="1810044"/>
            <a:ext cx="114019" cy="1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Connecteur droit 294">
            <a:extLst>
              <a:ext uri="{FF2B5EF4-FFF2-40B4-BE49-F238E27FC236}">
                <a16:creationId xmlns:a16="http://schemas.microsoft.com/office/drawing/2014/main" id="{E35F2D29-1688-4D76-8126-3BB558B853BF}"/>
              </a:ext>
            </a:extLst>
          </p:cNvPr>
          <p:cNvCxnSpPr>
            <a:cxnSpLocks/>
            <a:stCxn id="128" idx="3"/>
            <a:endCxn id="156" idx="1"/>
          </p:cNvCxnSpPr>
          <p:nvPr/>
        </p:nvCxnSpPr>
        <p:spPr bwMode="auto">
          <a:xfrm flipV="1">
            <a:off x="1247620" y="1810044"/>
            <a:ext cx="158225" cy="90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AutoShape 37">
            <a:extLst>
              <a:ext uri="{FF2B5EF4-FFF2-40B4-BE49-F238E27FC236}">
                <a16:creationId xmlns:a16="http://schemas.microsoft.com/office/drawing/2014/main" id="{CA515C7B-B728-41AF-9264-80F3E2181F5E}"/>
              </a:ext>
            </a:extLst>
          </p:cNvPr>
          <p:cNvSpPr>
            <a:spLocks noChangeArrowheads="1"/>
          </p:cNvSpPr>
          <p:nvPr/>
        </p:nvSpPr>
        <p:spPr bwMode="auto">
          <a:xfrm>
            <a:off x="43815" y="2186372"/>
            <a:ext cx="1536562" cy="21795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10000_FTT_PREMIUM_MENU_CHOIX</a:t>
            </a:r>
          </a:p>
        </p:txBody>
      </p:sp>
      <p:cxnSp>
        <p:nvCxnSpPr>
          <p:cNvPr id="6" name="Connecteur droit 5">
            <a:extLst>
              <a:ext uri="{FF2B5EF4-FFF2-40B4-BE49-F238E27FC236}">
                <a16:creationId xmlns:a16="http://schemas.microsoft.com/office/drawing/2014/main" id="{D44A63F0-664F-43C7-8EEB-C1835FF26AC8}"/>
              </a:ext>
            </a:extLst>
          </p:cNvPr>
          <p:cNvCxnSpPr>
            <a:cxnSpLocks/>
            <a:stCxn id="128" idx="2"/>
            <a:endCxn id="112" idx="0"/>
          </p:cNvCxnSpPr>
          <p:nvPr/>
        </p:nvCxnSpPr>
        <p:spPr bwMode="auto">
          <a:xfrm>
            <a:off x="808372" y="2010934"/>
            <a:ext cx="3724" cy="17543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 en angle 3">
            <a:extLst>
              <a:ext uri="{FF2B5EF4-FFF2-40B4-BE49-F238E27FC236}">
                <a16:creationId xmlns:a16="http://schemas.microsoft.com/office/drawing/2014/main" id="{C2208AE2-5AE3-70FB-FED1-14EBB953F969}"/>
              </a:ext>
            </a:extLst>
          </p:cNvPr>
          <p:cNvCxnSpPr>
            <a:cxnSpLocks/>
            <a:endCxn id="210" idx="0"/>
          </p:cNvCxnSpPr>
          <p:nvPr/>
        </p:nvCxnSpPr>
        <p:spPr bwMode="auto">
          <a:xfrm>
            <a:off x="3786953" y="1810045"/>
            <a:ext cx="2058805" cy="2901783"/>
          </a:xfrm>
          <a:prstGeom prst="bentConnector4">
            <a:avLst>
              <a:gd name="adj1" fmla="val 131288"/>
              <a:gd name="adj2" fmla="val 83792"/>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23288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27</a:t>
            </a:fld>
            <a:endParaRPr lang="fr-FR"/>
          </a:p>
        </p:txBody>
      </p:sp>
      <p:sp>
        <p:nvSpPr>
          <p:cNvPr id="217" name="Rectangle 5"/>
          <p:cNvSpPr>
            <a:spLocks noChangeArrowheads="1"/>
          </p:cNvSpPr>
          <p:nvPr/>
        </p:nvSpPr>
        <p:spPr bwMode="auto">
          <a:xfrm>
            <a:off x="2914822" y="1601071"/>
            <a:ext cx="2233749" cy="553998"/>
          </a:xfrm>
          <a:prstGeom prst="rect">
            <a:avLst/>
          </a:prstGeom>
          <a:solidFill>
            <a:srgbClr val="FF99CC"/>
          </a:solidFill>
          <a:ln w="9525">
            <a:no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FIXE PREMIUM SOUS MENU</a:t>
            </a:r>
            <a:br>
              <a:rPr lang="fr-FR" sz="600" b="1">
                <a:solidFill>
                  <a:schemeClr val="accent2"/>
                </a:solidFill>
              </a:rPr>
            </a:br>
            <a:r>
              <a:rPr lang="fr-FR" sz="600">
                <a:ea typeface="ＭＳ Ｐゴシック" pitchFamily="-80" charset="-128"/>
              </a:rPr>
              <a:t>Pour régler votre facture par carte bancaire, Tapez 1</a:t>
            </a:r>
          </a:p>
          <a:p>
            <a:pPr algn="ctr"/>
            <a:r>
              <a:rPr lang="fr-FR" sz="600">
                <a:ea typeface="ＭＳ Ｐゴシック" pitchFamily="-80" charset="-128"/>
              </a:rPr>
              <a:t>Pour une résiliation, Tapez 2</a:t>
            </a:r>
          </a:p>
          <a:p>
            <a:pPr algn="ctr"/>
            <a:r>
              <a:rPr lang="fr-FR" sz="600">
                <a:ea typeface="ＭＳ Ｐゴシック" pitchFamily="-80" charset="-128"/>
              </a:rPr>
              <a:t>Pour toute autre demande, Tapez 3</a:t>
            </a:r>
          </a:p>
          <a:p>
            <a:pPr algn="ctr"/>
            <a:endParaRPr lang="fr-FR" sz="600">
              <a:ea typeface="ＭＳ Ｐゴシック" pitchFamily="-80" charset="-128"/>
            </a:endParaRPr>
          </a:p>
        </p:txBody>
      </p:sp>
      <p:sp>
        <p:nvSpPr>
          <p:cNvPr id="219" name="AutoShape 17"/>
          <p:cNvSpPr>
            <a:spLocks noChangeArrowheads="1"/>
          </p:cNvSpPr>
          <p:nvPr/>
        </p:nvSpPr>
        <p:spPr bwMode="auto">
          <a:xfrm>
            <a:off x="578712" y="3014986"/>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t>1</a:t>
            </a:r>
          </a:p>
        </p:txBody>
      </p:sp>
      <p:sp>
        <p:nvSpPr>
          <p:cNvPr id="228" name="AutoShape 17"/>
          <p:cNvSpPr>
            <a:spLocks noChangeArrowheads="1"/>
          </p:cNvSpPr>
          <p:nvPr/>
        </p:nvSpPr>
        <p:spPr bwMode="auto">
          <a:xfrm>
            <a:off x="1805032" y="304034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t>2</a:t>
            </a:r>
          </a:p>
        </p:txBody>
      </p:sp>
      <p:sp>
        <p:nvSpPr>
          <p:cNvPr id="241" name="AutoShape 221"/>
          <p:cNvSpPr>
            <a:spLocks noChangeArrowheads="1"/>
          </p:cNvSpPr>
          <p:nvPr/>
        </p:nvSpPr>
        <p:spPr bwMode="auto">
          <a:xfrm rot="10800000">
            <a:off x="245545" y="3990357"/>
            <a:ext cx="880093"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SVI PAIEMENT</a:t>
            </a:r>
          </a:p>
        </p:txBody>
      </p:sp>
      <p:sp>
        <p:nvSpPr>
          <p:cNvPr id="245" name="AutoShape 208"/>
          <p:cNvSpPr>
            <a:spLocks noChangeArrowheads="1"/>
          </p:cNvSpPr>
          <p:nvPr/>
        </p:nvSpPr>
        <p:spPr bwMode="auto">
          <a:xfrm>
            <a:off x="1337101" y="3419754"/>
            <a:ext cx="1166577" cy="167550"/>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42000_PREMIUM_RESILIATION</a:t>
            </a:r>
          </a:p>
        </p:txBody>
      </p:sp>
      <p:sp>
        <p:nvSpPr>
          <p:cNvPr id="246" name="AutoShape 208"/>
          <p:cNvSpPr>
            <a:spLocks noChangeArrowheads="1"/>
          </p:cNvSpPr>
          <p:nvPr/>
        </p:nvSpPr>
        <p:spPr bwMode="auto">
          <a:xfrm>
            <a:off x="4553083" y="3166157"/>
            <a:ext cx="960447" cy="144463"/>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43000_PREMIUM_AUTRE</a:t>
            </a:r>
          </a:p>
        </p:txBody>
      </p:sp>
      <p:cxnSp>
        <p:nvCxnSpPr>
          <p:cNvPr id="250" name="AutoShape 10"/>
          <p:cNvCxnSpPr>
            <a:cxnSpLocks noChangeShapeType="1"/>
            <a:stCxn id="458" idx="2"/>
            <a:endCxn id="241" idx="2"/>
          </p:cNvCxnSpPr>
          <p:nvPr/>
        </p:nvCxnSpPr>
        <p:spPr bwMode="auto">
          <a:xfrm rot="5400000">
            <a:off x="637024" y="3941788"/>
            <a:ext cx="97137"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253" name="AutoShape 10"/>
          <p:cNvCxnSpPr>
            <a:cxnSpLocks noChangeShapeType="1"/>
            <a:endCxn id="245" idx="0"/>
          </p:cNvCxnSpPr>
          <p:nvPr/>
        </p:nvCxnSpPr>
        <p:spPr bwMode="auto">
          <a:xfrm rot="5400000">
            <a:off x="1818996" y="3317953"/>
            <a:ext cx="203196" cy="40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259" name="AutoShape 10"/>
          <p:cNvCxnSpPr>
            <a:cxnSpLocks noChangeShapeType="1"/>
            <a:stCxn id="235" idx="2"/>
            <a:endCxn id="246" idx="0"/>
          </p:cNvCxnSpPr>
          <p:nvPr/>
        </p:nvCxnSpPr>
        <p:spPr bwMode="auto">
          <a:xfrm rot="16200000" flipH="1">
            <a:off x="4981478" y="3114327"/>
            <a:ext cx="101925" cy="173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263" name="AutoShape 10"/>
          <p:cNvCxnSpPr>
            <a:cxnSpLocks noChangeShapeType="1"/>
            <a:stCxn id="246" idx="2"/>
            <a:endCxn id="197" idx="0"/>
          </p:cNvCxnSpPr>
          <p:nvPr/>
        </p:nvCxnSpPr>
        <p:spPr bwMode="auto">
          <a:xfrm rot="16200000" flipH="1">
            <a:off x="6581533" y="1762394"/>
            <a:ext cx="245336" cy="334178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sp>
        <p:nvSpPr>
          <p:cNvPr id="170" name="AutoShape 52"/>
          <p:cNvSpPr>
            <a:spLocks noChangeArrowheads="1"/>
          </p:cNvSpPr>
          <p:nvPr/>
        </p:nvSpPr>
        <p:spPr bwMode="auto">
          <a:xfrm>
            <a:off x="2712541" y="2550718"/>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ea typeface="ＭＳ Ｐゴシック" charset="0"/>
              </a:rPr>
              <a:t>Choix</a:t>
            </a:r>
          </a:p>
        </p:txBody>
      </p:sp>
      <p:cxnSp>
        <p:nvCxnSpPr>
          <p:cNvPr id="198" name="AutoShape 10"/>
          <p:cNvCxnSpPr>
            <a:cxnSpLocks noChangeShapeType="1"/>
            <a:stCxn id="217" idx="2"/>
            <a:endCxn id="170" idx="0"/>
          </p:cNvCxnSpPr>
          <p:nvPr/>
        </p:nvCxnSpPr>
        <p:spPr bwMode="auto">
          <a:xfrm rot="5400000">
            <a:off x="3304867" y="1823887"/>
            <a:ext cx="395649" cy="105801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AutoShape 10"/>
          <p:cNvCxnSpPr>
            <a:cxnSpLocks noChangeShapeType="1"/>
            <a:stCxn id="170" idx="1"/>
            <a:endCxn id="219" idx="6"/>
          </p:cNvCxnSpPr>
          <p:nvPr/>
        </p:nvCxnSpPr>
        <p:spPr bwMode="auto">
          <a:xfrm rot="10800000" flipV="1">
            <a:off x="686663" y="2675336"/>
            <a:ext cx="2025879" cy="33964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10"/>
          <p:cNvCxnSpPr>
            <a:cxnSpLocks noChangeShapeType="1"/>
            <a:stCxn id="170" idx="1"/>
            <a:endCxn id="228" idx="6"/>
          </p:cNvCxnSpPr>
          <p:nvPr/>
        </p:nvCxnSpPr>
        <p:spPr bwMode="auto">
          <a:xfrm rot="10800000" flipV="1">
            <a:off x="1912983" y="2675337"/>
            <a:ext cx="799559" cy="36500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AutoShape 10"/>
          <p:cNvCxnSpPr>
            <a:cxnSpLocks noChangeShapeType="1"/>
            <a:stCxn id="170" idx="3"/>
            <a:endCxn id="235" idx="7"/>
          </p:cNvCxnSpPr>
          <p:nvPr/>
        </p:nvCxnSpPr>
        <p:spPr bwMode="auto">
          <a:xfrm>
            <a:off x="3234828" y="2675337"/>
            <a:ext cx="1796746" cy="23470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208"/>
          <p:cNvSpPr>
            <a:spLocks noChangeArrowheads="1"/>
          </p:cNvSpPr>
          <p:nvPr/>
        </p:nvSpPr>
        <p:spPr bwMode="auto">
          <a:xfrm>
            <a:off x="94998" y="3435792"/>
            <a:ext cx="1182512" cy="16138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eaLnBrk="0" hangingPunct="0"/>
            <a:r>
              <a:rPr lang="fr-FR" sz="600" b="1"/>
              <a:t>41000_PREMIUM_FACTURE</a:t>
            </a:r>
          </a:p>
        </p:txBody>
      </p:sp>
      <p:sp>
        <p:nvSpPr>
          <p:cNvPr id="354" name="AutoShape 27"/>
          <p:cNvSpPr>
            <a:spLocks noChangeArrowheads="1"/>
          </p:cNvSpPr>
          <p:nvPr/>
        </p:nvSpPr>
        <p:spPr bwMode="auto">
          <a:xfrm>
            <a:off x="6805639" y="2566886"/>
            <a:ext cx="660400"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 NI &gt; 1</a:t>
            </a:r>
          </a:p>
        </p:txBody>
      </p:sp>
      <p:cxnSp>
        <p:nvCxnSpPr>
          <p:cNvPr id="356" name="AutoShape 69"/>
          <p:cNvCxnSpPr>
            <a:cxnSpLocks noChangeShapeType="1"/>
            <a:stCxn id="197" idx="0"/>
            <a:endCxn id="355" idx="2"/>
          </p:cNvCxnSpPr>
          <p:nvPr/>
        </p:nvCxnSpPr>
        <p:spPr bwMode="auto">
          <a:xfrm rot="16200000" flipV="1">
            <a:off x="7593858" y="2774718"/>
            <a:ext cx="330435" cy="123204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9" name="AutoShape 69"/>
          <p:cNvCxnSpPr>
            <a:cxnSpLocks noChangeShapeType="1"/>
            <a:stCxn id="354" idx="5"/>
            <a:endCxn id="170" idx="3"/>
          </p:cNvCxnSpPr>
          <p:nvPr/>
        </p:nvCxnSpPr>
        <p:spPr bwMode="auto">
          <a:xfrm rot="10800000" flipV="1">
            <a:off x="3234829" y="2667691"/>
            <a:ext cx="3596013" cy="764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6" name="Text Box 157"/>
          <p:cNvSpPr txBox="1">
            <a:spLocks noChangeArrowheads="1"/>
          </p:cNvSpPr>
          <p:nvPr/>
        </p:nvSpPr>
        <p:spPr bwMode="auto">
          <a:xfrm>
            <a:off x="7129124" y="293714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367" name="AutoShape 55"/>
          <p:cNvSpPr>
            <a:spLocks noChangeArrowheads="1"/>
          </p:cNvSpPr>
          <p:nvPr/>
        </p:nvSpPr>
        <p:spPr bwMode="auto">
          <a:xfrm>
            <a:off x="6773018" y="2180926"/>
            <a:ext cx="731576"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49001_PRO_NMNI</a:t>
            </a:r>
          </a:p>
        </p:txBody>
      </p:sp>
      <p:sp>
        <p:nvSpPr>
          <p:cNvPr id="374" name="Rectangle 68"/>
          <p:cNvSpPr>
            <a:spLocks noChangeArrowheads="1"/>
          </p:cNvSpPr>
          <p:nvPr/>
        </p:nvSpPr>
        <p:spPr bwMode="auto">
          <a:xfrm>
            <a:off x="6515667" y="1654932"/>
            <a:ext cx="1239520" cy="446276"/>
          </a:xfrm>
          <a:prstGeom prst="rect">
            <a:avLst/>
          </a:prstGeom>
          <a:solidFill>
            <a:srgbClr val="C0C0C0"/>
          </a:solidFill>
          <a:ln w="9525">
            <a:noFill/>
            <a:miter lim="800000"/>
            <a:headEnd/>
            <a:tailEnd/>
          </a:ln>
          <a:effectLst>
            <a:outerShdw dist="35921" dir="2700000" algn="ctr" rotWithShape="0">
              <a:schemeClr val="bg2"/>
            </a:outerShdw>
          </a:effectLst>
        </p:spPr>
        <p:txBody>
          <a:bodyPr wrap="square" anchor="ctr">
            <a:spAutoFit/>
          </a:bodyPr>
          <a:lstStyle/>
          <a:p>
            <a:pPr algn="ctr" eaLnBrk="0" hangingPunct="0"/>
            <a:r>
              <a:rPr lang="fr-FR" sz="500" b="1">
                <a:solidFill>
                  <a:srgbClr val="CC3300"/>
                </a:solidFill>
              </a:rPr>
              <a:t>ERREUR_SAISIE_NOUVEAU</a:t>
            </a:r>
          </a:p>
          <a:p>
            <a:pPr algn="ctr" eaLnBrk="0" hangingPunct="0"/>
            <a:r>
              <a:rPr lang="fr-FR" sz="600">
                <a:ea typeface="ＭＳ Ｐゴシック" pitchFamily="-80" charset="-128"/>
              </a:rPr>
              <a:t>Désolé, nous n’avons pas compris votre choix.</a:t>
            </a:r>
          </a:p>
          <a:p>
            <a:pPr algn="ctr" eaLnBrk="0" hangingPunct="0"/>
            <a:r>
              <a:rPr lang="fr-FR" sz="600">
                <a:ea typeface="ＭＳ Ｐゴシック" pitchFamily="-80" charset="-128"/>
              </a:rPr>
              <a:t>De nouveau :</a:t>
            </a:r>
          </a:p>
        </p:txBody>
      </p:sp>
      <p:sp>
        <p:nvSpPr>
          <p:cNvPr id="375" name="Text Box 156"/>
          <p:cNvSpPr txBox="1">
            <a:spLocks noChangeArrowheads="1"/>
          </p:cNvSpPr>
          <p:nvPr/>
        </p:nvSpPr>
        <p:spPr bwMode="auto">
          <a:xfrm>
            <a:off x="7391863" y="2343528"/>
            <a:ext cx="45372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376" name="AutoShape 69"/>
          <p:cNvCxnSpPr>
            <a:cxnSpLocks noChangeShapeType="1"/>
            <a:stCxn id="374" idx="2"/>
            <a:endCxn id="367" idx="0"/>
          </p:cNvCxnSpPr>
          <p:nvPr/>
        </p:nvCxnSpPr>
        <p:spPr bwMode="auto">
          <a:xfrm rot="16200000" flipH="1">
            <a:off x="7097257" y="2139377"/>
            <a:ext cx="79718" cy="337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 name="AutoShape 132"/>
          <p:cNvCxnSpPr>
            <a:cxnSpLocks noChangeShapeType="1"/>
            <a:stCxn id="374" idx="1"/>
            <a:endCxn id="217" idx="3"/>
          </p:cNvCxnSpPr>
          <p:nvPr/>
        </p:nvCxnSpPr>
        <p:spPr bwMode="auto">
          <a:xfrm rot="10800000">
            <a:off x="5148571" y="1878070"/>
            <a:ext cx="1367096" cy="127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 name="AutoShape 132"/>
          <p:cNvCxnSpPr>
            <a:cxnSpLocks noChangeShapeType="1"/>
            <a:stCxn id="245" idx="2"/>
            <a:endCxn id="129" idx="0"/>
          </p:cNvCxnSpPr>
          <p:nvPr/>
        </p:nvCxnSpPr>
        <p:spPr bwMode="auto">
          <a:xfrm rot="16200000" flipH="1">
            <a:off x="1580663" y="3927031"/>
            <a:ext cx="680233" cy="77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 name="AutoShape 10"/>
          <p:cNvCxnSpPr>
            <a:cxnSpLocks noChangeShapeType="1"/>
            <a:stCxn id="219" idx="2"/>
            <a:endCxn id="221" idx="0"/>
          </p:cNvCxnSpPr>
          <p:nvPr/>
        </p:nvCxnSpPr>
        <p:spPr bwMode="auto">
          <a:xfrm rot="5400000">
            <a:off x="564162" y="3313291"/>
            <a:ext cx="244593" cy="40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sp>
        <p:nvSpPr>
          <p:cNvPr id="458" name="AutoShape 31">
            <a:hlinkClick r:id="" action="ppaction://noaction"/>
          </p:cNvPr>
          <p:cNvSpPr>
            <a:spLocks noChangeArrowheads="1"/>
          </p:cNvSpPr>
          <p:nvPr/>
        </p:nvSpPr>
        <p:spPr bwMode="auto">
          <a:xfrm>
            <a:off x="217324" y="3728356"/>
            <a:ext cx="936536" cy="164864"/>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FIXE_PAIEMENT</a:t>
            </a:r>
            <a:endParaRPr lang="fr-FR" sz="600">
              <a:solidFill>
                <a:srgbClr val="00B050"/>
              </a:solidFill>
            </a:endParaRPr>
          </a:p>
        </p:txBody>
      </p:sp>
      <p:cxnSp>
        <p:nvCxnSpPr>
          <p:cNvPr id="462" name="AutoShape 10"/>
          <p:cNvCxnSpPr>
            <a:cxnSpLocks noChangeShapeType="1"/>
            <a:stCxn id="221" idx="2"/>
            <a:endCxn id="458" idx="0"/>
          </p:cNvCxnSpPr>
          <p:nvPr/>
        </p:nvCxnSpPr>
        <p:spPr bwMode="auto">
          <a:xfrm rot="5400000">
            <a:off x="620332" y="3662433"/>
            <a:ext cx="131183" cy="66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sp>
        <p:nvSpPr>
          <p:cNvPr id="212" name="AutoShape 127">
            <a:hlinkClick r:id="rId3" action="ppaction://hlinksldjump"/>
          </p:cNvPr>
          <p:cNvSpPr>
            <a:spLocks noChangeArrowheads="1"/>
          </p:cNvSpPr>
          <p:nvPr/>
        </p:nvSpPr>
        <p:spPr bwMode="auto">
          <a:xfrm rot="10800000">
            <a:off x="3484561" y="582921"/>
            <a:ext cx="1071562" cy="3797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t>PREMIUM</a:t>
            </a:r>
          </a:p>
        </p:txBody>
      </p:sp>
      <p:sp>
        <p:nvSpPr>
          <p:cNvPr id="73" name="AutoShape 131"/>
          <p:cNvSpPr>
            <a:spLocks noChangeArrowheads="1"/>
          </p:cNvSpPr>
          <p:nvPr/>
        </p:nvSpPr>
        <p:spPr bwMode="auto">
          <a:xfrm>
            <a:off x="6309211" y="5328600"/>
            <a:ext cx="466725" cy="304374"/>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74" name="AutoShape 142"/>
          <p:cNvSpPr>
            <a:spLocks noChangeArrowheads="1"/>
          </p:cNvSpPr>
          <p:nvPr/>
        </p:nvSpPr>
        <p:spPr bwMode="auto">
          <a:xfrm>
            <a:off x="8073312" y="6272124"/>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PREMIUM FIDE</a:t>
            </a:r>
          </a:p>
        </p:txBody>
      </p:sp>
      <p:cxnSp>
        <p:nvCxnSpPr>
          <p:cNvPr id="76" name="AutoShape 13"/>
          <p:cNvCxnSpPr>
            <a:cxnSpLocks noChangeShapeType="1"/>
            <a:stCxn id="73" idx="2"/>
            <a:endCxn id="74" idx="1"/>
          </p:cNvCxnSpPr>
          <p:nvPr/>
        </p:nvCxnSpPr>
        <p:spPr bwMode="auto">
          <a:xfrm rot="16200000" flipH="1">
            <a:off x="6925821" y="5249727"/>
            <a:ext cx="764245" cy="1530738"/>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6" name="AutoShape 131"/>
          <p:cNvSpPr>
            <a:spLocks noChangeArrowheads="1"/>
          </p:cNvSpPr>
          <p:nvPr/>
        </p:nvSpPr>
        <p:spPr bwMode="auto">
          <a:xfrm>
            <a:off x="240782" y="5121813"/>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87" name="AutoShape 142"/>
          <p:cNvSpPr>
            <a:spLocks noChangeArrowheads="1"/>
          </p:cNvSpPr>
          <p:nvPr/>
        </p:nvSpPr>
        <p:spPr bwMode="auto">
          <a:xfrm>
            <a:off x="1836593" y="5680276"/>
            <a:ext cx="670652" cy="292685"/>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p>
          <a:p>
            <a:pPr algn="ctr" eaLnBrk="0" hangingPunct="0"/>
            <a:r>
              <a:rPr lang="fr-FR" sz="600" b="1" i="1">
                <a:solidFill>
                  <a:srgbClr val="00B050"/>
                </a:solidFill>
              </a:rPr>
              <a:t>FCT FREMIUM</a:t>
            </a:r>
            <a:endParaRPr lang="fr-FR" sz="600" i="1">
              <a:solidFill>
                <a:srgbClr val="00B050"/>
              </a:solidFill>
            </a:endParaRPr>
          </a:p>
        </p:txBody>
      </p:sp>
      <p:cxnSp>
        <p:nvCxnSpPr>
          <p:cNvPr id="89" name="AutoShape 13"/>
          <p:cNvCxnSpPr>
            <a:cxnSpLocks noChangeShapeType="1"/>
            <a:stCxn id="86" idx="2"/>
            <a:endCxn id="87" idx="1"/>
          </p:cNvCxnSpPr>
          <p:nvPr/>
        </p:nvCxnSpPr>
        <p:spPr bwMode="auto">
          <a:xfrm rot="16200000" flipH="1">
            <a:off x="1022041" y="5012067"/>
            <a:ext cx="266656" cy="1362448"/>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35" name="AutoShape 17"/>
          <p:cNvSpPr>
            <a:spLocks noChangeArrowheads="1"/>
          </p:cNvSpPr>
          <p:nvPr/>
        </p:nvSpPr>
        <p:spPr bwMode="auto">
          <a:xfrm>
            <a:off x="4923624" y="2888019"/>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t>3</a:t>
            </a:r>
          </a:p>
        </p:txBody>
      </p:sp>
      <p:sp>
        <p:nvSpPr>
          <p:cNvPr id="77" name="AutoShape 142"/>
          <p:cNvSpPr>
            <a:spLocks noChangeArrowheads="1"/>
          </p:cNvSpPr>
          <p:nvPr/>
        </p:nvSpPr>
        <p:spPr bwMode="auto">
          <a:xfrm>
            <a:off x="1811858" y="6019081"/>
            <a:ext cx="695387"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p>
          <a:p>
            <a:pPr algn="ctr" eaLnBrk="0" hangingPunct="0"/>
            <a:r>
              <a:rPr lang="fr-FR" sz="600" b="1" i="1"/>
              <a:t>RET PREMIUM</a:t>
            </a:r>
            <a:endParaRPr lang="fr-FR" sz="600" i="1"/>
          </a:p>
        </p:txBody>
      </p:sp>
      <p:cxnSp>
        <p:nvCxnSpPr>
          <p:cNvPr id="78" name="AutoShape 13"/>
          <p:cNvCxnSpPr>
            <a:cxnSpLocks noChangeShapeType="1"/>
            <a:stCxn id="86" idx="2"/>
            <a:endCxn id="77" idx="1"/>
          </p:cNvCxnSpPr>
          <p:nvPr/>
        </p:nvCxnSpPr>
        <p:spPr bwMode="auto">
          <a:xfrm rot="16200000" flipH="1">
            <a:off x="850895" y="5183212"/>
            <a:ext cx="584213" cy="1337713"/>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55" name="AutoShape 55"/>
          <p:cNvSpPr>
            <a:spLocks noChangeArrowheads="1"/>
          </p:cNvSpPr>
          <p:nvPr/>
        </p:nvSpPr>
        <p:spPr bwMode="auto">
          <a:xfrm>
            <a:off x="6619398" y="3081059"/>
            <a:ext cx="1047312"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49002_PREMIUM_NMNI_X2</a:t>
            </a:r>
          </a:p>
        </p:txBody>
      </p:sp>
      <p:sp>
        <p:nvSpPr>
          <p:cNvPr id="32" name="ZoneTexte 31"/>
          <p:cNvSpPr txBox="1"/>
          <p:nvPr/>
        </p:nvSpPr>
        <p:spPr>
          <a:xfrm>
            <a:off x="1006209" y="5926748"/>
            <a:ext cx="539387" cy="184666"/>
          </a:xfrm>
          <a:prstGeom prst="rect">
            <a:avLst/>
          </a:prstGeom>
          <a:noFill/>
        </p:spPr>
        <p:txBody>
          <a:bodyPr wrap="square" rtlCol="0">
            <a:spAutoFit/>
          </a:bodyPr>
          <a:lstStyle/>
          <a:p>
            <a:r>
              <a:rPr lang="fr-FR" sz="600"/>
              <a:t>AUTRE</a:t>
            </a:r>
          </a:p>
        </p:txBody>
      </p:sp>
      <p:sp>
        <p:nvSpPr>
          <p:cNvPr id="91" name="AutoShape 208"/>
          <p:cNvSpPr>
            <a:spLocks noChangeArrowheads="1"/>
          </p:cNvSpPr>
          <p:nvPr/>
        </p:nvSpPr>
        <p:spPr bwMode="auto">
          <a:xfrm>
            <a:off x="6757769" y="6329955"/>
            <a:ext cx="1155820" cy="134529"/>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43000_FCT_PREMIUM_FIDE</a:t>
            </a:r>
          </a:p>
        </p:txBody>
      </p:sp>
      <p:sp>
        <p:nvSpPr>
          <p:cNvPr id="92" name="AutoShape 208"/>
          <p:cNvSpPr>
            <a:spLocks noChangeArrowheads="1"/>
          </p:cNvSpPr>
          <p:nvPr/>
        </p:nvSpPr>
        <p:spPr bwMode="auto">
          <a:xfrm>
            <a:off x="751806" y="5775452"/>
            <a:ext cx="847584" cy="13780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43000_RET_COLLAB</a:t>
            </a:r>
          </a:p>
        </p:txBody>
      </p:sp>
      <p:sp>
        <p:nvSpPr>
          <p:cNvPr id="93" name="AutoShape 208"/>
          <p:cNvSpPr>
            <a:spLocks noChangeArrowheads="1"/>
          </p:cNvSpPr>
          <p:nvPr/>
        </p:nvSpPr>
        <p:spPr bwMode="auto">
          <a:xfrm>
            <a:off x="501876" y="6076912"/>
            <a:ext cx="1155820" cy="134529"/>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b="1"/>
              <a:t>43000_RET_PREMIUM_AUTRE</a:t>
            </a:r>
          </a:p>
        </p:txBody>
      </p:sp>
      <p:sp>
        <p:nvSpPr>
          <p:cNvPr id="81" name="AutoShape 127">
            <a:hlinkClick r:id="rId4" action="ppaction://hlinksldjump"/>
          </p:cNvPr>
          <p:cNvSpPr>
            <a:spLocks noChangeArrowheads="1"/>
          </p:cNvSpPr>
          <p:nvPr/>
        </p:nvSpPr>
        <p:spPr bwMode="auto">
          <a:xfrm rot="10800000">
            <a:off x="8036599" y="2061294"/>
            <a:ext cx="683969" cy="3797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t>ROUTAGE MDP</a:t>
            </a:r>
          </a:p>
        </p:txBody>
      </p:sp>
      <p:cxnSp>
        <p:nvCxnSpPr>
          <p:cNvPr id="83" name="AutoShape 10"/>
          <p:cNvCxnSpPr>
            <a:cxnSpLocks noChangeShapeType="1"/>
            <a:stCxn id="81" idx="0"/>
            <a:endCxn id="197" idx="0"/>
          </p:cNvCxnSpPr>
          <p:nvPr/>
        </p:nvCxnSpPr>
        <p:spPr bwMode="auto">
          <a:xfrm rot="5400000">
            <a:off x="7819373" y="2996746"/>
            <a:ext cx="1114932" cy="348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PREMIUM SOUS MENU</a:t>
            </a:r>
            <a:endParaRPr lang="fr-FR" sz="1400"/>
          </a:p>
        </p:txBody>
      </p:sp>
      <p:sp>
        <p:nvSpPr>
          <p:cNvPr id="95" name="AutoShape 131"/>
          <p:cNvSpPr>
            <a:spLocks noChangeArrowheads="1"/>
          </p:cNvSpPr>
          <p:nvPr/>
        </p:nvSpPr>
        <p:spPr bwMode="auto">
          <a:xfrm>
            <a:off x="2681460" y="5673276"/>
            <a:ext cx="466725" cy="263533"/>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sp>
        <p:nvSpPr>
          <p:cNvPr id="96" name="AutoShape 142"/>
          <p:cNvSpPr>
            <a:spLocks noChangeArrowheads="1"/>
          </p:cNvSpPr>
          <p:nvPr/>
        </p:nvSpPr>
        <p:spPr bwMode="auto">
          <a:xfrm>
            <a:off x="4688439" y="6251599"/>
            <a:ext cx="102713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FCT PREMIUM FIDE</a:t>
            </a:r>
          </a:p>
        </p:txBody>
      </p:sp>
      <p:sp>
        <p:nvSpPr>
          <p:cNvPr id="103" name="AutoShape 68">
            <a:hlinkClick r:id="rId5" action="ppaction://hlinksldjump"/>
          </p:cNvPr>
          <p:cNvSpPr>
            <a:spLocks noChangeArrowheads="1"/>
          </p:cNvSpPr>
          <p:nvPr/>
        </p:nvSpPr>
        <p:spPr bwMode="auto">
          <a:xfrm>
            <a:off x="3503254" y="5056572"/>
            <a:ext cx="781050" cy="225481"/>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a:t>
            </a:r>
          </a:p>
        </p:txBody>
      </p:sp>
      <p:cxnSp>
        <p:nvCxnSpPr>
          <p:cNvPr id="106" name="AutoShape 10"/>
          <p:cNvCxnSpPr>
            <a:cxnSpLocks noChangeShapeType="1"/>
            <a:stCxn id="109" idx="1"/>
            <a:endCxn id="95" idx="0"/>
          </p:cNvCxnSpPr>
          <p:nvPr/>
        </p:nvCxnSpPr>
        <p:spPr bwMode="auto">
          <a:xfrm rot="10800000" flipV="1">
            <a:off x="2914823" y="5576448"/>
            <a:ext cx="327928" cy="96827"/>
          </a:xfrm>
          <a:prstGeom prst="bentConnector2">
            <a:avLst/>
          </a:prstGeom>
          <a:noFill/>
          <a:ln w="9525">
            <a:solidFill>
              <a:srgbClr val="3333FF"/>
            </a:solidFill>
            <a:miter lim="800000"/>
            <a:headEnd/>
            <a:tailEnd type="triangle"/>
          </a:ln>
          <a:effectLst/>
          <a:extLst>
            <a:ext uri="{909E8E84-426E-40DD-AFC4-6F175D3DCCD1}">
              <a14:hiddenFill xmlns:a14="http://schemas.microsoft.com/office/drawing/2010/main">
                <a:noFill/>
              </a14:hiddenFill>
            </a:ext>
          </a:extLst>
        </p:spPr>
      </p:cxnSp>
      <p:sp>
        <p:nvSpPr>
          <p:cNvPr id="110" name="Text Box 157"/>
          <p:cNvSpPr txBox="1">
            <a:spLocks noChangeArrowheads="1"/>
          </p:cNvSpPr>
          <p:nvPr/>
        </p:nvSpPr>
        <p:spPr bwMode="auto">
          <a:xfrm>
            <a:off x="4119781" y="514142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15" name="Text Box 157"/>
          <p:cNvSpPr txBox="1">
            <a:spLocks noChangeArrowheads="1"/>
          </p:cNvSpPr>
          <p:nvPr/>
        </p:nvSpPr>
        <p:spPr bwMode="auto">
          <a:xfrm>
            <a:off x="7845588" y="1775177"/>
            <a:ext cx="813043" cy="276999"/>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a:t>
            </a:r>
          </a:p>
          <a:p>
            <a:pPr eaLnBrk="1" hangingPunct="1">
              <a:defRPr/>
            </a:pPr>
            <a:r>
              <a:rPr lang="fr-FR" sz="600">
                <a:solidFill>
                  <a:srgbClr val="3333FF"/>
                </a:solidFill>
              </a:rPr>
              <a:t>ET MOTIFS = 05</a:t>
            </a:r>
          </a:p>
        </p:txBody>
      </p:sp>
      <p:sp>
        <p:nvSpPr>
          <p:cNvPr id="109" name="AutoShape 31">
            <a:hlinkClick r:id="" action="ppaction://noaction"/>
          </p:cNvPr>
          <p:cNvSpPr>
            <a:spLocks noChangeArrowheads="1"/>
          </p:cNvSpPr>
          <p:nvPr/>
        </p:nvSpPr>
        <p:spPr bwMode="auto">
          <a:xfrm>
            <a:off x="3242751" y="5502986"/>
            <a:ext cx="1331186" cy="14692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FIXE_WCB_PREMIUM_ADM_AUTRE</a:t>
            </a:r>
          </a:p>
        </p:txBody>
      </p:sp>
      <p:sp>
        <p:nvSpPr>
          <p:cNvPr id="108" name="Text Box 157"/>
          <p:cNvSpPr txBox="1">
            <a:spLocks noChangeArrowheads="1"/>
          </p:cNvSpPr>
          <p:nvPr/>
        </p:nvSpPr>
        <p:spPr bwMode="auto">
          <a:xfrm>
            <a:off x="3508599" y="5183519"/>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11" name="ZoneTexte 110"/>
          <p:cNvSpPr txBox="1"/>
          <p:nvPr/>
        </p:nvSpPr>
        <p:spPr>
          <a:xfrm>
            <a:off x="565485" y="5611793"/>
            <a:ext cx="1323795" cy="200055"/>
          </a:xfrm>
          <a:prstGeom prst="rect">
            <a:avLst/>
          </a:prstGeom>
          <a:noFill/>
        </p:spPr>
        <p:txBody>
          <a:bodyPr wrap="square" rtlCol="0">
            <a:spAutoFit/>
          </a:bodyPr>
          <a:lstStyle/>
          <a:p>
            <a:r>
              <a:rPr lang="fr-FR" sz="700"/>
              <a:t>COLLAB + COLLAB_LPM</a:t>
            </a:r>
          </a:p>
        </p:txBody>
      </p:sp>
      <p:sp>
        <p:nvSpPr>
          <p:cNvPr id="123" name="AutoShape 142"/>
          <p:cNvSpPr>
            <a:spLocks noChangeArrowheads="1"/>
          </p:cNvSpPr>
          <p:nvPr/>
        </p:nvSpPr>
        <p:spPr bwMode="auto">
          <a:xfrm>
            <a:off x="8085494" y="6578653"/>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solidFill>
                  <a:srgbClr val="00B050"/>
                </a:solidFill>
              </a:rPr>
              <a:t>FCT PREMIUM</a:t>
            </a:r>
          </a:p>
        </p:txBody>
      </p:sp>
      <p:sp>
        <p:nvSpPr>
          <p:cNvPr id="124" name="AutoShape 208"/>
          <p:cNvSpPr>
            <a:spLocks noChangeArrowheads="1"/>
          </p:cNvSpPr>
          <p:nvPr/>
        </p:nvSpPr>
        <p:spPr bwMode="auto">
          <a:xfrm>
            <a:off x="6789954" y="6621597"/>
            <a:ext cx="1181886" cy="143007"/>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43000_FCT_PREMIUM_AUTRE</a:t>
            </a:r>
          </a:p>
        </p:txBody>
      </p:sp>
      <p:cxnSp>
        <p:nvCxnSpPr>
          <p:cNvPr id="11" name="Connecteur en angle 10"/>
          <p:cNvCxnSpPr>
            <a:stCxn id="73" idx="2"/>
            <a:endCxn id="124" idx="1"/>
          </p:cNvCxnSpPr>
          <p:nvPr/>
        </p:nvCxnSpPr>
        <p:spPr bwMode="auto">
          <a:xfrm rot="16200000" flipH="1">
            <a:off x="6136201" y="6039347"/>
            <a:ext cx="1060127" cy="24738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stCxn id="124" idx="3"/>
            <a:endCxn id="123" idx="1"/>
          </p:cNvCxnSpPr>
          <p:nvPr/>
        </p:nvCxnSpPr>
        <p:spPr bwMode="auto">
          <a:xfrm>
            <a:off x="7971840" y="6693101"/>
            <a:ext cx="113654" cy="10647"/>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AutoShape 142"/>
          <p:cNvSpPr>
            <a:spLocks noChangeArrowheads="1"/>
          </p:cNvSpPr>
          <p:nvPr/>
        </p:nvSpPr>
        <p:spPr bwMode="auto">
          <a:xfrm>
            <a:off x="4720039" y="6583858"/>
            <a:ext cx="101038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FCT PREMIUM</a:t>
            </a:r>
          </a:p>
        </p:txBody>
      </p:sp>
      <p:sp>
        <p:nvSpPr>
          <p:cNvPr id="129" name="AutoShape 73"/>
          <p:cNvSpPr>
            <a:spLocks noChangeArrowheads="1"/>
          </p:cNvSpPr>
          <p:nvPr/>
        </p:nvSpPr>
        <p:spPr bwMode="auto">
          <a:xfrm>
            <a:off x="1481919" y="426753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RET</a:t>
            </a:r>
          </a:p>
        </p:txBody>
      </p:sp>
      <p:sp>
        <p:nvSpPr>
          <p:cNvPr id="133" name="AutoShape 14"/>
          <p:cNvSpPr>
            <a:spLocks noChangeArrowheads="1"/>
          </p:cNvSpPr>
          <p:nvPr/>
        </p:nvSpPr>
        <p:spPr bwMode="auto">
          <a:xfrm>
            <a:off x="1787007" y="4812533"/>
            <a:ext cx="1318379" cy="1500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42100_PREMIUM_RESIL_HNO_RET</a:t>
            </a:r>
          </a:p>
        </p:txBody>
      </p:sp>
      <p:cxnSp>
        <p:nvCxnSpPr>
          <p:cNvPr id="134" name="Connecteur droit 133"/>
          <p:cNvCxnSpPr>
            <a:stCxn id="133" idx="2"/>
            <a:endCxn id="135" idx="2"/>
          </p:cNvCxnSpPr>
          <p:nvPr/>
        </p:nvCxnSpPr>
        <p:spPr bwMode="auto">
          <a:xfrm>
            <a:off x="2446197" y="4962587"/>
            <a:ext cx="5755" cy="136196"/>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AutoShape 11">
            <a:hlinkClick r:id="rId6" action="ppaction://hlinksldjump"/>
          </p:cNvPr>
          <p:cNvSpPr>
            <a:spLocks noChangeArrowheads="1"/>
          </p:cNvSpPr>
          <p:nvPr/>
        </p:nvSpPr>
        <p:spPr bwMode="auto">
          <a:xfrm rot="10800000">
            <a:off x="2073220" y="5098783"/>
            <a:ext cx="757465"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RET</a:t>
            </a:r>
          </a:p>
        </p:txBody>
      </p:sp>
      <p:cxnSp>
        <p:nvCxnSpPr>
          <p:cNvPr id="136" name="Connecteur en angle 135"/>
          <p:cNvCxnSpPr>
            <a:stCxn id="129" idx="3"/>
            <a:endCxn id="133" idx="0"/>
          </p:cNvCxnSpPr>
          <p:nvPr/>
        </p:nvCxnSpPr>
        <p:spPr bwMode="auto">
          <a:xfrm>
            <a:off x="2360416" y="4459344"/>
            <a:ext cx="85781" cy="35318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en angle 4"/>
          <p:cNvCxnSpPr>
            <a:stCxn id="129" idx="1"/>
            <a:endCxn id="69" idx="0"/>
          </p:cNvCxnSpPr>
          <p:nvPr/>
        </p:nvCxnSpPr>
        <p:spPr bwMode="auto">
          <a:xfrm rot="10800000" flipV="1">
            <a:off x="474029" y="4459344"/>
            <a:ext cx="1007891" cy="35815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 name="AutoShape 73"/>
          <p:cNvSpPr>
            <a:spLocks noChangeArrowheads="1"/>
          </p:cNvSpPr>
          <p:nvPr/>
        </p:nvSpPr>
        <p:spPr bwMode="auto">
          <a:xfrm>
            <a:off x="7935846" y="3555956"/>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215" name="AutoShape 14"/>
          <p:cNvSpPr>
            <a:spLocks noChangeArrowheads="1"/>
          </p:cNvSpPr>
          <p:nvPr/>
        </p:nvSpPr>
        <p:spPr bwMode="auto">
          <a:xfrm>
            <a:off x="7761920" y="4169215"/>
            <a:ext cx="1350535" cy="1528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43000_PREMIUM_AUTRE_HNO_COM</a:t>
            </a:r>
          </a:p>
        </p:txBody>
      </p:sp>
      <p:cxnSp>
        <p:nvCxnSpPr>
          <p:cNvPr id="216" name="Connecteur droit 215"/>
          <p:cNvCxnSpPr>
            <a:stCxn id="215" idx="2"/>
            <a:endCxn id="218" idx="2"/>
          </p:cNvCxnSpPr>
          <p:nvPr/>
        </p:nvCxnSpPr>
        <p:spPr bwMode="auto">
          <a:xfrm>
            <a:off x="8437188" y="4322091"/>
            <a:ext cx="102" cy="118736"/>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8" name="AutoShape 11">
            <a:hlinkClick r:id="rId7" action="ppaction://hlinksldjump"/>
          </p:cNvPr>
          <p:cNvSpPr>
            <a:spLocks noChangeArrowheads="1"/>
          </p:cNvSpPr>
          <p:nvPr/>
        </p:nvSpPr>
        <p:spPr bwMode="auto">
          <a:xfrm rot="10800000">
            <a:off x="8140049" y="4440827"/>
            <a:ext cx="594482" cy="27038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cxnSp>
        <p:nvCxnSpPr>
          <p:cNvPr id="162" name="Connecteur en angle 161"/>
          <p:cNvCxnSpPr>
            <a:stCxn id="197" idx="3"/>
            <a:endCxn id="215" idx="0"/>
          </p:cNvCxnSpPr>
          <p:nvPr/>
        </p:nvCxnSpPr>
        <p:spPr bwMode="auto">
          <a:xfrm flipH="1">
            <a:off x="8437188" y="3747763"/>
            <a:ext cx="377155" cy="421452"/>
          </a:xfrm>
          <a:prstGeom prst="bentConnector4">
            <a:avLst>
              <a:gd name="adj1" fmla="val -60612"/>
              <a:gd name="adj2" fmla="val 72755"/>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AutoShape 31">
            <a:hlinkClick r:id="" action="ppaction://noaction"/>
          </p:cNvPr>
          <p:cNvSpPr>
            <a:spLocks noChangeArrowheads="1"/>
          </p:cNvSpPr>
          <p:nvPr/>
        </p:nvSpPr>
        <p:spPr bwMode="auto">
          <a:xfrm>
            <a:off x="5760" y="4817494"/>
            <a:ext cx="936536" cy="164864"/>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FIXE_PREMIUM_RESIL</a:t>
            </a:r>
            <a:endParaRPr lang="fr-FR" sz="600">
              <a:solidFill>
                <a:srgbClr val="FF0000"/>
              </a:solidFill>
            </a:endParaRPr>
          </a:p>
        </p:txBody>
      </p:sp>
      <p:cxnSp>
        <p:nvCxnSpPr>
          <p:cNvPr id="66" name="Connecteur en angle 65"/>
          <p:cNvCxnSpPr>
            <a:stCxn id="73" idx="0"/>
            <a:endCxn id="103" idx="3"/>
          </p:cNvCxnSpPr>
          <p:nvPr/>
        </p:nvCxnSpPr>
        <p:spPr bwMode="auto">
          <a:xfrm rot="16200000" flipV="1">
            <a:off x="5333796" y="4119822"/>
            <a:ext cx="159287" cy="225827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ZoneTexte 129"/>
          <p:cNvSpPr txBox="1"/>
          <p:nvPr/>
        </p:nvSpPr>
        <p:spPr>
          <a:xfrm>
            <a:off x="2966917" y="6131764"/>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Valeur1 = PRE_FID_F</a:t>
            </a:r>
            <a:endParaRPr lang="fr-FR" sz="600">
              <a:solidFill>
                <a:srgbClr val="FF0000"/>
              </a:solidFill>
            </a:endParaRPr>
          </a:p>
        </p:txBody>
      </p:sp>
      <p:sp>
        <p:nvSpPr>
          <p:cNvPr id="139" name="ZoneTexte 138"/>
          <p:cNvSpPr txBox="1"/>
          <p:nvPr/>
        </p:nvSpPr>
        <p:spPr>
          <a:xfrm>
            <a:off x="3055818" y="6462086"/>
            <a:ext cx="1728358" cy="184666"/>
          </a:xfrm>
          <a:prstGeom prst="rect">
            <a:avLst/>
          </a:prstGeom>
          <a:noFill/>
        </p:spPr>
        <p:txBody>
          <a:bodyPr wrap="none" rtlCol="0">
            <a:spAutoFit/>
          </a:bodyPr>
          <a:lstStyle/>
          <a:p>
            <a:r>
              <a:rPr lang="fr-FR" sz="600"/>
              <a:t>AUTRE + Valeur1 = PLATINE_00 + COLLAB</a:t>
            </a:r>
          </a:p>
        </p:txBody>
      </p:sp>
      <p:cxnSp>
        <p:nvCxnSpPr>
          <p:cNvPr id="25" name="Connecteur droit 24"/>
          <p:cNvCxnSpPr>
            <a:stCxn id="354" idx="2"/>
            <a:endCxn id="355" idx="0"/>
          </p:cNvCxnSpPr>
          <p:nvPr/>
        </p:nvCxnSpPr>
        <p:spPr bwMode="auto">
          <a:xfrm>
            <a:off x="7135839" y="2768498"/>
            <a:ext cx="7215" cy="3125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droit 26"/>
          <p:cNvCxnSpPr>
            <a:stCxn id="367" idx="2"/>
            <a:endCxn id="354" idx="6"/>
          </p:cNvCxnSpPr>
          <p:nvPr/>
        </p:nvCxnSpPr>
        <p:spPr bwMode="auto">
          <a:xfrm flipH="1">
            <a:off x="7135839" y="2325388"/>
            <a:ext cx="2967" cy="2414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31">
            <a:hlinkClick r:id="" action="ppaction://noaction"/>
          </p:cNvPr>
          <p:cNvSpPr>
            <a:spLocks noChangeArrowheads="1"/>
          </p:cNvSpPr>
          <p:nvPr/>
        </p:nvSpPr>
        <p:spPr bwMode="auto">
          <a:xfrm>
            <a:off x="5807159" y="5081468"/>
            <a:ext cx="1156154" cy="15205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FIXE_PREMIUM_ADM_AUTRE</a:t>
            </a:r>
            <a:endParaRPr lang="fr-FR" sz="600">
              <a:solidFill>
                <a:srgbClr val="FF0000"/>
              </a:solidFill>
            </a:endParaRPr>
          </a:p>
        </p:txBody>
      </p:sp>
      <p:sp>
        <p:nvSpPr>
          <p:cNvPr id="169" name="AutoShape 14"/>
          <p:cNvSpPr>
            <a:spLocks noChangeArrowheads="1"/>
          </p:cNvSpPr>
          <p:nvPr/>
        </p:nvSpPr>
        <p:spPr bwMode="auto">
          <a:xfrm>
            <a:off x="6334640" y="3689471"/>
            <a:ext cx="1350535" cy="1280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43000_PREMIUM_AUTRE_HO_COM</a:t>
            </a:r>
          </a:p>
        </p:txBody>
      </p:sp>
      <p:sp>
        <p:nvSpPr>
          <p:cNvPr id="184" name="AutoShape 127">
            <a:hlinkClick r:id="rId8" action="ppaction://hlinksldjump"/>
          </p:cNvPr>
          <p:cNvSpPr>
            <a:spLocks noChangeArrowheads="1"/>
          </p:cNvSpPr>
          <p:nvPr/>
        </p:nvSpPr>
        <p:spPr bwMode="auto">
          <a:xfrm rot="10800000">
            <a:off x="8448142" y="2716304"/>
            <a:ext cx="639934" cy="3797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t>HOME</a:t>
            </a:r>
          </a:p>
          <a:p>
            <a:pPr algn="ctr" eaLnBrk="0" hangingPunct="0">
              <a:defRPr/>
            </a:pPr>
            <a:r>
              <a:rPr lang="fr-FR" sz="600" b="1"/>
              <a:t>(Pour PREMIUM)</a:t>
            </a:r>
          </a:p>
        </p:txBody>
      </p:sp>
      <p:sp>
        <p:nvSpPr>
          <p:cNvPr id="255" name="ZoneTexte 129"/>
          <p:cNvSpPr txBox="1"/>
          <p:nvPr/>
        </p:nvSpPr>
        <p:spPr>
          <a:xfrm>
            <a:off x="6782238" y="6181421"/>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Valeur1 = PRE_FID_F</a:t>
            </a:r>
            <a:endParaRPr lang="fr-FR" sz="600">
              <a:solidFill>
                <a:srgbClr val="FF0000"/>
              </a:solidFill>
            </a:endParaRPr>
          </a:p>
        </p:txBody>
      </p:sp>
      <p:sp>
        <p:nvSpPr>
          <p:cNvPr id="256" name="ZoneTexte 255"/>
          <p:cNvSpPr txBox="1"/>
          <p:nvPr/>
        </p:nvSpPr>
        <p:spPr>
          <a:xfrm>
            <a:off x="6348330" y="6472683"/>
            <a:ext cx="1737777" cy="184666"/>
          </a:xfrm>
          <a:prstGeom prst="rect">
            <a:avLst/>
          </a:prstGeom>
          <a:noFill/>
        </p:spPr>
        <p:txBody>
          <a:bodyPr wrap="square" rtlCol="0">
            <a:spAutoFit/>
          </a:bodyPr>
          <a:lstStyle/>
          <a:p>
            <a:r>
              <a:rPr lang="fr-FR" sz="600"/>
              <a:t>AUTRE + Valeur1 = PLATINE_00 + COLLAB</a:t>
            </a:r>
          </a:p>
        </p:txBody>
      </p:sp>
      <p:cxnSp>
        <p:nvCxnSpPr>
          <p:cNvPr id="210" name="Connecteur en angle 209"/>
          <p:cNvCxnSpPr>
            <a:stCxn id="184" idx="0"/>
            <a:endCxn id="197" idx="0"/>
          </p:cNvCxnSpPr>
          <p:nvPr/>
        </p:nvCxnSpPr>
        <p:spPr bwMode="auto">
          <a:xfrm rot="5400000">
            <a:off x="8341641" y="3129488"/>
            <a:ext cx="459922" cy="39301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4" name="AutoShape 127">
            <a:hlinkClick r:id="rId9" action="ppaction://hlinksldjump"/>
          </p:cNvPr>
          <p:cNvSpPr>
            <a:spLocks noChangeArrowheads="1"/>
          </p:cNvSpPr>
          <p:nvPr/>
        </p:nvSpPr>
        <p:spPr bwMode="auto">
          <a:xfrm rot="10800000">
            <a:off x="2554996" y="3122792"/>
            <a:ext cx="727407" cy="3797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t>NOS</a:t>
            </a:r>
          </a:p>
          <a:p>
            <a:pPr algn="ctr" eaLnBrk="0" hangingPunct="0">
              <a:defRPr/>
            </a:pPr>
            <a:r>
              <a:rPr lang="fr-FR" sz="600" b="1"/>
              <a:t>(Pour PREMIUM)</a:t>
            </a:r>
          </a:p>
        </p:txBody>
      </p:sp>
      <p:cxnSp>
        <p:nvCxnSpPr>
          <p:cNvPr id="224" name="Connecteur en angle 223"/>
          <p:cNvCxnSpPr>
            <a:stCxn id="264" idx="0"/>
            <a:endCxn id="129" idx="0"/>
          </p:cNvCxnSpPr>
          <p:nvPr/>
        </p:nvCxnSpPr>
        <p:spPr bwMode="auto">
          <a:xfrm rot="5400000">
            <a:off x="2037427" y="3386264"/>
            <a:ext cx="765015" cy="99753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 name="Explosion 2 271"/>
          <p:cNvSpPr/>
          <p:nvPr/>
        </p:nvSpPr>
        <p:spPr bwMode="auto">
          <a:xfrm>
            <a:off x="989723" y="6118823"/>
            <a:ext cx="986127" cy="758987"/>
          </a:xfrm>
          <a:prstGeom prst="irregularSeal2">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fr-FR" sz="800"/>
              <a:t>Mutualisé </a:t>
            </a:r>
          </a:p>
          <a:p>
            <a:pPr marL="0" marR="0" indent="0" algn="ctr" defTabSz="914400" rtl="0" eaLnBrk="1" fontAlgn="base" latinLnBrk="0" hangingPunct="1">
              <a:lnSpc>
                <a:spcPct val="100000"/>
              </a:lnSpc>
              <a:spcBef>
                <a:spcPct val="0"/>
              </a:spcBef>
              <a:spcAft>
                <a:spcPct val="0"/>
              </a:spcAft>
              <a:buClrTx/>
              <a:buSzTx/>
              <a:buFontTx/>
              <a:buNone/>
              <a:tabLst/>
            </a:pPr>
            <a:r>
              <a:rPr lang="fr-FR" sz="800"/>
              <a:t>PACKPRO </a:t>
            </a:r>
          </a:p>
          <a:p>
            <a:pPr marL="0" marR="0" indent="0" algn="ctr" defTabSz="914400" rtl="0" eaLnBrk="1" fontAlgn="base" latinLnBrk="0" hangingPunct="1">
              <a:lnSpc>
                <a:spcPct val="100000"/>
              </a:lnSpc>
              <a:spcBef>
                <a:spcPct val="0"/>
              </a:spcBef>
              <a:spcAft>
                <a:spcPct val="0"/>
              </a:spcAft>
              <a:buClrTx/>
              <a:buSzTx/>
              <a:buFontTx/>
              <a:buNone/>
              <a:tabLst/>
            </a:pPr>
            <a:r>
              <a:rPr lang="fr-FR" sz="800"/>
              <a:t>et PREMIUM</a:t>
            </a:r>
            <a:endParaRPr kumimoji="0" lang="fr-FR" sz="800" b="0" i="0" u="none" strike="noStrike" cap="none" normalizeH="0" baseline="0">
              <a:ln>
                <a:noFill/>
              </a:ln>
              <a:solidFill>
                <a:schemeClr val="tx1"/>
              </a:solidFill>
              <a:effectLst/>
            </a:endParaRPr>
          </a:p>
        </p:txBody>
      </p:sp>
      <p:sp>
        <p:nvSpPr>
          <p:cNvPr id="160" name="AutoShape 127">
            <a:hlinkClick r:id="rId10" action="ppaction://hlinksldjump"/>
          </p:cNvPr>
          <p:cNvSpPr>
            <a:spLocks noChangeArrowheads="1"/>
          </p:cNvSpPr>
          <p:nvPr/>
        </p:nvSpPr>
        <p:spPr bwMode="auto">
          <a:xfrm rot="10800000">
            <a:off x="7527287" y="1042877"/>
            <a:ext cx="761225" cy="37973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t>WCB DIGITAL</a:t>
            </a:r>
          </a:p>
        </p:txBody>
      </p:sp>
      <p:cxnSp>
        <p:nvCxnSpPr>
          <p:cNvPr id="161" name="Connecteur en angle 160"/>
          <p:cNvCxnSpPr>
            <a:stCxn id="160" idx="0"/>
            <a:endCxn id="197" idx="0"/>
          </p:cNvCxnSpPr>
          <p:nvPr/>
        </p:nvCxnSpPr>
        <p:spPr bwMode="auto">
          <a:xfrm rot="16200000" flipH="1">
            <a:off x="7074823" y="2255683"/>
            <a:ext cx="2133349" cy="467196"/>
          </a:xfrm>
          <a:prstGeom prst="bentConnector3">
            <a:avLst>
              <a:gd name="adj1" fmla="val 50000"/>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AutoShape 208"/>
          <p:cNvSpPr>
            <a:spLocks noChangeArrowheads="1"/>
          </p:cNvSpPr>
          <p:nvPr/>
        </p:nvSpPr>
        <p:spPr bwMode="auto">
          <a:xfrm>
            <a:off x="7298932" y="1451681"/>
            <a:ext cx="1217932"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43000_WCB_PREMIUM_AUTRE</a:t>
            </a:r>
          </a:p>
        </p:txBody>
      </p:sp>
      <p:cxnSp>
        <p:nvCxnSpPr>
          <p:cNvPr id="62" name="Connecteur droit 61"/>
          <p:cNvCxnSpPr>
            <a:stCxn id="69" idx="2"/>
            <a:endCxn id="86" idx="0"/>
          </p:cNvCxnSpPr>
          <p:nvPr/>
        </p:nvCxnSpPr>
        <p:spPr bwMode="auto">
          <a:xfrm>
            <a:off x="474028" y="4982358"/>
            <a:ext cx="117" cy="139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Connecteur droit 70"/>
          <p:cNvCxnSpPr>
            <a:cxnSpLocks/>
            <a:stCxn id="271" idx="2"/>
            <a:endCxn id="103" idx="0"/>
          </p:cNvCxnSpPr>
          <p:nvPr/>
        </p:nvCxnSpPr>
        <p:spPr bwMode="auto">
          <a:xfrm>
            <a:off x="3888580" y="4757603"/>
            <a:ext cx="5199" cy="2989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Connecteur en angle 103"/>
          <p:cNvCxnSpPr>
            <a:cxnSpLocks/>
            <a:stCxn id="200" idx="3"/>
            <a:endCxn id="189" idx="2"/>
          </p:cNvCxnSpPr>
          <p:nvPr/>
        </p:nvCxnSpPr>
        <p:spPr bwMode="auto">
          <a:xfrm>
            <a:off x="7243941" y="4406068"/>
            <a:ext cx="380300" cy="83024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AutoShape 14"/>
          <p:cNvSpPr>
            <a:spLocks noChangeArrowheads="1"/>
          </p:cNvSpPr>
          <p:nvPr/>
        </p:nvSpPr>
        <p:spPr bwMode="auto">
          <a:xfrm>
            <a:off x="4376490" y="5092151"/>
            <a:ext cx="1350535" cy="12813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43000_WCB_FCT_PREMIUM_NOK</a:t>
            </a:r>
          </a:p>
        </p:txBody>
      </p:sp>
      <p:sp>
        <p:nvSpPr>
          <p:cNvPr id="265" name="AutoShape 31">
            <a:hlinkClick r:id="" action="ppaction://noaction"/>
          </p:cNvPr>
          <p:cNvSpPr>
            <a:spLocks noChangeArrowheads="1"/>
          </p:cNvSpPr>
          <p:nvPr/>
        </p:nvSpPr>
        <p:spPr bwMode="auto">
          <a:xfrm>
            <a:off x="7058257" y="5000175"/>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FIXE_PREMIUM_BEB_COM</a:t>
            </a:r>
            <a:endParaRPr lang="fr-FR" sz="600">
              <a:solidFill>
                <a:srgbClr val="FF0000"/>
              </a:solidFill>
            </a:endParaRPr>
          </a:p>
        </p:txBody>
      </p:sp>
      <p:sp>
        <p:nvSpPr>
          <p:cNvPr id="271" name="AutoShape 31">
            <a:hlinkClick r:id="" action="ppaction://noaction"/>
          </p:cNvPr>
          <p:cNvSpPr>
            <a:spLocks noChangeArrowheads="1"/>
          </p:cNvSpPr>
          <p:nvPr/>
        </p:nvSpPr>
        <p:spPr bwMode="auto">
          <a:xfrm>
            <a:off x="3301191" y="4589119"/>
            <a:ext cx="1174778" cy="16848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endParaRPr lang="fr-FR" sz="600" b="1">
              <a:solidFill>
                <a:srgbClr val="D31E05"/>
              </a:solidFill>
            </a:endParaRPr>
          </a:p>
          <a:p>
            <a:pPr algn="ctr" defTabSz="379413" eaLnBrk="0" hangingPunct="0"/>
            <a:r>
              <a:rPr lang="fr-FR" sz="600" b="1">
                <a:solidFill>
                  <a:srgbClr val="D31E05"/>
                </a:solidFill>
              </a:rPr>
              <a:t>FIXE_PREMIUM_COM</a:t>
            </a:r>
          </a:p>
          <a:p>
            <a:pPr algn="ctr" defTabSz="379413" eaLnBrk="0" hangingPunct="0"/>
            <a:endParaRPr lang="fr-FR" sz="600" b="1">
              <a:solidFill>
                <a:srgbClr val="D31E05"/>
              </a:solidFill>
            </a:endParaRPr>
          </a:p>
        </p:txBody>
      </p:sp>
      <p:sp>
        <p:nvSpPr>
          <p:cNvPr id="158" name="ZoneTexte 6"/>
          <p:cNvSpPr txBox="1"/>
          <p:nvPr/>
        </p:nvSpPr>
        <p:spPr>
          <a:xfrm>
            <a:off x="28793" y="735106"/>
            <a:ext cx="1836482"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RET </a:t>
            </a:r>
            <a:r>
              <a:rPr lang="fr-FR" sz="1200"/>
              <a:t>:</a:t>
            </a:r>
          </a:p>
          <a:p>
            <a:pPr lvl="0"/>
            <a:r>
              <a:rPr lang="fr-FR" sz="800" b="1">
                <a:solidFill>
                  <a:srgbClr val="000000"/>
                </a:solidFill>
              </a:rPr>
              <a:t>MC_ACTIV =</a:t>
            </a:r>
          </a:p>
          <a:p>
            <a:pPr lvl="0"/>
            <a:r>
              <a:rPr lang="fr-FR" sz="800">
                <a:solidFill>
                  <a:srgbClr val="000000"/>
                </a:solidFill>
              </a:rPr>
              <a:t>Activité ET Statut ET Seuil d’éligibilité ET Position créateur ET Créateur ET Assigné à ET Position assigné à ET Code conclusion</a:t>
            </a:r>
          </a:p>
        </p:txBody>
      </p:sp>
      <p:sp>
        <p:nvSpPr>
          <p:cNvPr id="167" name="ZoneTexte 6"/>
          <p:cNvSpPr txBox="1"/>
          <p:nvPr/>
        </p:nvSpPr>
        <p:spPr>
          <a:xfrm>
            <a:off x="33043" y="1696913"/>
            <a:ext cx="1836481"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COM </a:t>
            </a:r>
            <a:r>
              <a:rPr lang="fr-FR" sz="1200"/>
              <a:t>:</a:t>
            </a:r>
          </a:p>
          <a:p>
            <a:r>
              <a:rPr lang="fr-FR" sz="800" b="1"/>
              <a:t>MC_ACTIV =</a:t>
            </a:r>
          </a:p>
          <a:p>
            <a:r>
              <a:rPr lang="fr-FR" sz="800">
                <a:solidFill>
                  <a:schemeClr val="tx1"/>
                </a:solidFill>
              </a:rPr>
              <a:t>Activité ET Statut ET Seuil d’éligibilité ET Position créateur ET Créateur ET Assigné à ET Position assigné à ET Code conclusion</a:t>
            </a:r>
            <a:endParaRPr lang="fr-FR" sz="800"/>
          </a:p>
        </p:txBody>
      </p:sp>
      <p:sp>
        <p:nvSpPr>
          <p:cNvPr id="163" name="AutoShape 208"/>
          <p:cNvSpPr>
            <a:spLocks noChangeArrowheads="1"/>
          </p:cNvSpPr>
          <p:nvPr/>
        </p:nvSpPr>
        <p:spPr bwMode="auto">
          <a:xfrm>
            <a:off x="3085545" y="6299119"/>
            <a:ext cx="1294254" cy="13393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43000_WCB_FCT_PREMIUM_FIDE</a:t>
            </a:r>
          </a:p>
        </p:txBody>
      </p:sp>
      <p:sp>
        <p:nvSpPr>
          <p:cNvPr id="165" name="AutoShape 208"/>
          <p:cNvSpPr>
            <a:spLocks noChangeArrowheads="1"/>
          </p:cNvSpPr>
          <p:nvPr/>
        </p:nvSpPr>
        <p:spPr bwMode="auto">
          <a:xfrm>
            <a:off x="3161024" y="6665374"/>
            <a:ext cx="1359152" cy="10854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43000_WCB_FCT_PREMIUM_AUTRE</a:t>
            </a:r>
          </a:p>
        </p:txBody>
      </p:sp>
      <p:cxnSp>
        <p:nvCxnSpPr>
          <p:cNvPr id="44" name="Connecteur droit 43"/>
          <p:cNvCxnSpPr>
            <a:stCxn id="103" idx="2"/>
            <a:endCxn id="109" idx="0"/>
          </p:cNvCxnSpPr>
          <p:nvPr/>
        </p:nvCxnSpPr>
        <p:spPr bwMode="auto">
          <a:xfrm>
            <a:off x="3893779" y="5282053"/>
            <a:ext cx="14565" cy="2209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9" name="AutoShape 221"/>
          <p:cNvSpPr>
            <a:spLocks noChangeArrowheads="1"/>
          </p:cNvSpPr>
          <p:nvPr/>
        </p:nvSpPr>
        <p:spPr bwMode="auto">
          <a:xfrm rot="10800000">
            <a:off x="7222903" y="5236317"/>
            <a:ext cx="802676"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BOUT EN BOUT FIXE</a:t>
            </a:r>
          </a:p>
        </p:txBody>
      </p:sp>
      <p:sp>
        <p:nvSpPr>
          <p:cNvPr id="199" name="AutoShape 14"/>
          <p:cNvSpPr>
            <a:spLocks noChangeArrowheads="1"/>
          </p:cNvSpPr>
          <p:nvPr/>
        </p:nvSpPr>
        <p:spPr bwMode="auto">
          <a:xfrm>
            <a:off x="6922015" y="4734923"/>
            <a:ext cx="1334965" cy="1778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43000_PREMIUM_BEB_COM_HO</a:t>
            </a:r>
          </a:p>
        </p:txBody>
      </p:sp>
      <p:sp>
        <p:nvSpPr>
          <p:cNvPr id="200" name="AutoShape 68">
            <a:hlinkClick r:id="" action="ppaction://noaction"/>
          </p:cNvPr>
          <p:cNvSpPr>
            <a:spLocks noChangeArrowheads="1"/>
          </p:cNvSpPr>
          <p:nvPr/>
        </p:nvSpPr>
        <p:spPr bwMode="auto">
          <a:xfrm>
            <a:off x="6321921" y="4137872"/>
            <a:ext cx="922020" cy="536391"/>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Activité</a:t>
            </a:r>
          </a:p>
          <a:p>
            <a:pPr algn="ctr" eaLnBrk="0" hangingPunct="0">
              <a:defRPr/>
            </a:pPr>
            <a:r>
              <a:rPr lang="fr-FR" sz="800" b="1">
                <a:solidFill>
                  <a:schemeClr val="bg1"/>
                </a:solidFill>
                <a:ea typeface="ＭＳ Ｐゴシック" charset="0"/>
              </a:rPr>
              <a:t>BEB COM</a:t>
            </a:r>
          </a:p>
          <a:p>
            <a:pPr algn="ctr" eaLnBrk="0" hangingPunct="0">
              <a:defRPr/>
            </a:pPr>
            <a:r>
              <a:rPr lang="fr-FR" sz="800" b="1">
                <a:solidFill>
                  <a:schemeClr val="bg1"/>
                </a:solidFill>
                <a:ea typeface="ＭＳ Ｐゴシック" charset="0"/>
              </a:rPr>
              <a:t>HO </a:t>
            </a:r>
          </a:p>
        </p:txBody>
      </p:sp>
      <p:cxnSp>
        <p:nvCxnSpPr>
          <p:cNvPr id="52" name="Connecteur en angle 51"/>
          <p:cNvCxnSpPr>
            <a:stCxn id="200" idx="1"/>
            <a:endCxn id="201" idx="0"/>
          </p:cNvCxnSpPr>
          <p:nvPr/>
        </p:nvCxnSpPr>
        <p:spPr bwMode="auto">
          <a:xfrm rot="10800000" flipV="1">
            <a:off x="5551497" y="4406067"/>
            <a:ext cx="770425" cy="19434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 name="AutoShape 14"/>
          <p:cNvSpPr>
            <a:spLocks noChangeArrowheads="1"/>
          </p:cNvSpPr>
          <p:nvPr/>
        </p:nvSpPr>
        <p:spPr bwMode="auto">
          <a:xfrm>
            <a:off x="4884013" y="4600409"/>
            <a:ext cx="1334965" cy="14770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43000_PREMIUM_BEB_COM_HNO</a:t>
            </a:r>
          </a:p>
        </p:txBody>
      </p:sp>
      <p:sp>
        <p:nvSpPr>
          <p:cNvPr id="240" name="AutoShape 14"/>
          <p:cNvSpPr>
            <a:spLocks noChangeArrowheads="1"/>
          </p:cNvSpPr>
          <p:nvPr/>
        </p:nvSpPr>
        <p:spPr bwMode="auto">
          <a:xfrm>
            <a:off x="3194614" y="5344452"/>
            <a:ext cx="1350535" cy="1225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43000_WCB_FCT_PREMIUM_OK</a:t>
            </a:r>
          </a:p>
        </p:txBody>
      </p:sp>
      <p:cxnSp>
        <p:nvCxnSpPr>
          <p:cNvPr id="49" name="Connecteur droit 48"/>
          <p:cNvCxnSpPr>
            <a:cxnSpLocks/>
            <a:stCxn id="212" idx="0"/>
            <a:endCxn id="217" idx="0"/>
          </p:cNvCxnSpPr>
          <p:nvPr/>
        </p:nvCxnSpPr>
        <p:spPr bwMode="auto">
          <a:xfrm>
            <a:off x="4020342" y="962651"/>
            <a:ext cx="11355" cy="6384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20"/>
          <p:cNvCxnSpPr>
            <a:stCxn id="197" idx="1"/>
            <a:endCxn id="169" idx="3"/>
          </p:cNvCxnSpPr>
          <p:nvPr/>
        </p:nvCxnSpPr>
        <p:spPr bwMode="auto">
          <a:xfrm flipH="1">
            <a:off x="7685175" y="3747763"/>
            <a:ext cx="250671" cy="57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5" name="AutoShape 68">
            <a:hlinkClick r:id="rId5" action="ppaction://hlinksldjump"/>
          </p:cNvPr>
          <p:cNvSpPr>
            <a:spLocks noChangeArrowheads="1"/>
          </p:cNvSpPr>
          <p:nvPr/>
        </p:nvSpPr>
        <p:spPr bwMode="auto">
          <a:xfrm>
            <a:off x="5231843" y="3613818"/>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COM</a:t>
            </a:r>
          </a:p>
          <a:p>
            <a:pPr algn="ctr" eaLnBrk="0" hangingPunct="0">
              <a:defRPr/>
            </a:pPr>
            <a:r>
              <a:rPr lang="fr-FR" sz="600">
                <a:solidFill>
                  <a:schemeClr val="bg1"/>
                </a:solidFill>
                <a:ea typeface="ＭＳ Ｐゴシック" charset="0"/>
              </a:rPr>
              <a:t>FASTR</a:t>
            </a:r>
          </a:p>
        </p:txBody>
      </p:sp>
      <p:sp>
        <p:nvSpPr>
          <p:cNvPr id="176" name="Text Box 157"/>
          <p:cNvSpPr txBox="1">
            <a:spLocks noChangeArrowheads="1"/>
          </p:cNvSpPr>
          <p:nvPr/>
        </p:nvSpPr>
        <p:spPr bwMode="auto">
          <a:xfrm>
            <a:off x="4512134" y="3562573"/>
            <a:ext cx="81144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 ou désactivé</a:t>
            </a:r>
          </a:p>
        </p:txBody>
      </p:sp>
      <p:sp>
        <p:nvSpPr>
          <p:cNvPr id="178" name="Text Box 157"/>
          <p:cNvSpPr txBox="1">
            <a:spLocks noChangeArrowheads="1"/>
          </p:cNvSpPr>
          <p:nvPr/>
        </p:nvSpPr>
        <p:spPr bwMode="auto">
          <a:xfrm>
            <a:off x="5661165" y="3793692"/>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79" name="AutoShape 14"/>
          <p:cNvSpPr>
            <a:spLocks noChangeArrowheads="1"/>
          </p:cNvSpPr>
          <p:nvPr/>
        </p:nvSpPr>
        <p:spPr bwMode="auto">
          <a:xfrm>
            <a:off x="3083704" y="4023774"/>
            <a:ext cx="1581235" cy="14917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43000_BEB_COM_PREMIUM_FASTR_NOK</a:t>
            </a:r>
          </a:p>
        </p:txBody>
      </p:sp>
      <p:sp>
        <p:nvSpPr>
          <p:cNvPr id="180" name="AutoShape 14"/>
          <p:cNvSpPr>
            <a:spLocks noChangeArrowheads="1"/>
          </p:cNvSpPr>
          <p:nvPr/>
        </p:nvSpPr>
        <p:spPr bwMode="auto">
          <a:xfrm>
            <a:off x="4897627" y="3956238"/>
            <a:ext cx="1457347" cy="1601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43000_BEB_COM_PREMIUM_FASTR_OK</a:t>
            </a:r>
          </a:p>
        </p:txBody>
      </p:sp>
      <p:grpSp>
        <p:nvGrpSpPr>
          <p:cNvPr id="183" name="Group 12"/>
          <p:cNvGrpSpPr>
            <a:grpSpLocks/>
          </p:cNvGrpSpPr>
          <p:nvPr/>
        </p:nvGrpSpPr>
        <p:grpSpPr bwMode="auto">
          <a:xfrm rot="20517570">
            <a:off x="4865227" y="3793767"/>
            <a:ext cx="358350" cy="135302"/>
            <a:chOff x="1920" y="715"/>
            <a:chExt cx="270" cy="139"/>
          </a:xfrm>
          <a:effectLst>
            <a:outerShdw blurRad="50800" dist="38100" dir="2700000" algn="tl" rotWithShape="0">
              <a:prstClr val="black">
                <a:alpha val="40000"/>
              </a:prstClr>
            </a:outerShdw>
          </a:effectLst>
        </p:grpSpPr>
        <p:sp>
          <p:nvSpPr>
            <p:cNvPr id="185" name="AutoShape 13"/>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86" name="AutoShape 14"/>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87" name="AutoShape 15"/>
          <p:cNvSpPr>
            <a:spLocks noChangeArrowheads="1"/>
          </p:cNvSpPr>
          <p:nvPr/>
        </p:nvSpPr>
        <p:spPr bwMode="auto">
          <a:xfrm>
            <a:off x="4446939" y="3774849"/>
            <a:ext cx="403803" cy="229867"/>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FASTR</a:t>
            </a:r>
          </a:p>
        </p:txBody>
      </p:sp>
      <p:cxnSp>
        <p:nvCxnSpPr>
          <p:cNvPr id="26" name="Connecteur droit avec flèche 25"/>
          <p:cNvCxnSpPr>
            <a:stCxn id="169" idx="1"/>
            <a:endCxn id="175" idx="3"/>
          </p:cNvCxnSpPr>
          <p:nvPr/>
        </p:nvCxnSpPr>
        <p:spPr bwMode="auto">
          <a:xfrm flipH="1" flipV="1">
            <a:off x="6012893" y="3747935"/>
            <a:ext cx="321747" cy="556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Connecteur droit 32"/>
          <p:cNvCxnSpPr>
            <a:stCxn id="180" idx="0"/>
            <a:endCxn id="175" idx="2"/>
          </p:cNvCxnSpPr>
          <p:nvPr/>
        </p:nvCxnSpPr>
        <p:spPr bwMode="auto">
          <a:xfrm flipH="1" flipV="1">
            <a:off x="5622368" y="3882051"/>
            <a:ext cx="3933" cy="741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Connecteur en angle 35"/>
          <p:cNvCxnSpPr>
            <a:stCxn id="180" idx="3"/>
            <a:endCxn id="200" idx="0"/>
          </p:cNvCxnSpPr>
          <p:nvPr/>
        </p:nvCxnSpPr>
        <p:spPr bwMode="auto">
          <a:xfrm>
            <a:off x="6354974" y="4036293"/>
            <a:ext cx="427957" cy="10157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en angle 37"/>
          <p:cNvCxnSpPr>
            <a:stCxn id="175" idx="1"/>
            <a:endCxn id="179" idx="0"/>
          </p:cNvCxnSpPr>
          <p:nvPr/>
        </p:nvCxnSpPr>
        <p:spPr bwMode="auto">
          <a:xfrm rot="10800000" flipV="1">
            <a:off x="3874323" y="3747934"/>
            <a:ext cx="1357521" cy="2758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droit avec flèche 40"/>
          <p:cNvCxnSpPr>
            <a:cxnSpLocks/>
            <a:stCxn id="179" idx="2"/>
            <a:endCxn id="271" idx="0"/>
          </p:cNvCxnSpPr>
          <p:nvPr/>
        </p:nvCxnSpPr>
        <p:spPr bwMode="auto">
          <a:xfrm>
            <a:off x="3874322" y="4172953"/>
            <a:ext cx="14258" cy="41616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Rectangle 165"/>
          <p:cNvSpPr/>
          <p:nvPr/>
        </p:nvSpPr>
        <p:spPr>
          <a:xfrm>
            <a:off x="6128631" y="543477"/>
            <a:ext cx="2959445" cy="461665"/>
          </a:xfrm>
          <a:prstGeom prst="rect">
            <a:avLst/>
          </a:prstGeom>
          <a:ln>
            <a:solidFill>
              <a:schemeClr val="tx1"/>
            </a:solidFill>
          </a:ln>
        </p:spPr>
        <p:txBody>
          <a:bodyPr wrap="square">
            <a:spAutoFit/>
          </a:bodyPr>
          <a:lstStyle/>
          <a:p>
            <a:r>
              <a:rPr lang="fr-FR" sz="600" b="1"/>
              <a:t>DEXTER : </a:t>
            </a:r>
            <a:endParaRPr lang="fr-FR" sz="600"/>
          </a:p>
          <a:p>
            <a:r>
              <a:rPr lang="fr-FR" sz="600"/>
              <a:t>COLLAB = OUI </a:t>
            </a:r>
          </a:p>
          <a:p>
            <a:r>
              <a:rPr lang="fr-FR" sz="600"/>
              <a:t>Ou pour Ambassadeur LPM :  REMISE_PARTENAIRE = OUI ET (CODE_APPORTEUR = 1055888 OU 1050508 OU CACHE_SVI = CQT_LPM)</a:t>
            </a:r>
          </a:p>
        </p:txBody>
      </p:sp>
      <p:sp>
        <p:nvSpPr>
          <p:cNvPr id="157" name="AutoShape 142">
            <a:extLst>
              <a:ext uri="{FF2B5EF4-FFF2-40B4-BE49-F238E27FC236}">
                <a16:creationId xmlns:a16="http://schemas.microsoft.com/office/drawing/2014/main" id="{C6FFB64C-411E-40C0-9E8F-4E0EFF5613CF}"/>
              </a:ext>
            </a:extLst>
          </p:cNvPr>
          <p:cNvSpPr>
            <a:spLocks noChangeArrowheads="1"/>
          </p:cNvSpPr>
          <p:nvPr/>
        </p:nvSpPr>
        <p:spPr bwMode="auto">
          <a:xfrm>
            <a:off x="4671882" y="5951817"/>
            <a:ext cx="102713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FCT PACKPRO</a:t>
            </a:r>
          </a:p>
        </p:txBody>
      </p:sp>
      <p:sp>
        <p:nvSpPr>
          <p:cNvPr id="168" name="ZoneTexte 129">
            <a:extLst>
              <a:ext uri="{FF2B5EF4-FFF2-40B4-BE49-F238E27FC236}">
                <a16:creationId xmlns:a16="http://schemas.microsoft.com/office/drawing/2014/main" id="{CDA1DC18-BBBA-43C2-A5AA-6C53AAA52DBF}"/>
              </a:ext>
            </a:extLst>
          </p:cNvPr>
          <p:cNvSpPr txBox="1"/>
          <p:nvPr/>
        </p:nvSpPr>
        <p:spPr>
          <a:xfrm>
            <a:off x="2950360" y="5831982"/>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s-ES" altLang="fr-FR" sz="600"/>
              <a:t>Valeur1 = PACKPRO_F</a:t>
            </a:r>
            <a:endParaRPr lang="fr-FR" sz="600">
              <a:solidFill>
                <a:srgbClr val="FF0000"/>
              </a:solidFill>
            </a:endParaRPr>
          </a:p>
        </p:txBody>
      </p:sp>
      <p:sp>
        <p:nvSpPr>
          <p:cNvPr id="171" name="AutoShape 208">
            <a:extLst>
              <a:ext uri="{FF2B5EF4-FFF2-40B4-BE49-F238E27FC236}">
                <a16:creationId xmlns:a16="http://schemas.microsoft.com/office/drawing/2014/main" id="{1A593F95-CF2F-4B67-AF14-8E0C438D049A}"/>
              </a:ext>
            </a:extLst>
          </p:cNvPr>
          <p:cNvSpPr>
            <a:spLocks noChangeArrowheads="1"/>
          </p:cNvSpPr>
          <p:nvPr/>
        </p:nvSpPr>
        <p:spPr bwMode="auto">
          <a:xfrm>
            <a:off x="3068988" y="5999337"/>
            <a:ext cx="1294254" cy="13393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43000_WCB_FCT_PACKPRO</a:t>
            </a:r>
          </a:p>
        </p:txBody>
      </p:sp>
      <p:cxnSp>
        <p:nvCxnSpPr>
          <p:cNvPr id="6" name="Connecteur droit avec flèche 5">
            <a:extLst>
              <a:ext uri="{FF2B5EF4-FFF2-40B4-BE49-F238E27FC236}">
                <a16:creationId xmlns:a16="http://schemas.microsoft.com/office/drawing/2014/main" id="{F3F76648-7913-4BE9-B2E7-6C8A88ECA5D4}"/>
              </a:ext>
            </a:extLst>
          </p:cNvPr>
          <p:cNvCxnSpPr>
            <a:stCxn id="171" idx="3"/>
            <a:endCxn id="157" idx="1"/>
          </p:cNvCxnSpPr>
          <p:nvPr/>
        </p:nvCxnSpPr>
        <p:spPr bwMode="auto">
          <a:xfrm>
            <a:off x="4363242" y="6066305"/>
            <a:ext cx="308640" cy="10607"/>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 en angle 7">
            <a:extLst>
              <a:ext uri="{FF2B5EF4-FFF2-40B4-BE49-F238E27FC236}">
                <a16:creationId xmlns:a16="http://schemas.microsoft.com/office/drawing/2014/main" id="{57D19059-0018-41CA-AF2F-744872E097D1}"/>
              </a:ext>
            </a:extLst>
          </p:cNvPr>
          <p:cNvCxnSpPr>
            <a:stCxn id="95" idx="2"/>
            <a:endCxn id="171" idx="1"/>
          </p:cNvCxnSpPr>
          <p:nvPr/>
        </p:nvCxnSpPr>
        <p:spPr bwMode="auto">
          <a:xfrm rot="16200000" flipH="1">
            <a:off x="2927157" y="5924474"/>
            <a:ext cx="129496" cy="154165"/>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 en angle 13">
            <a:extLst>
              <a:ext uri="{FF2B5EF4-FFF2-40B4-BE49-F238E27FC236}">
                <a16:creationId xmlns:a16="http://schemas.microsoft.com/office/drawing/2014/main" id="{3E277154-B248-4589-9622-C2A09DB4B6BA}"/>
              </a:ext>
            </a:extLst>
          </p:cNvPr>
          <p:cNvCxnSpPr>
            <a:stCxn id="95" idx="2"/>
            <a:endCxn id="163" idx="1"/>
          </p:cNvCxnSpPr>
          <p:nvPr/>
        </p:nvCxnSpPr>
        <p:spPr bwMode="auto">
          <a:xfrm rot="16200000" flipH="1">
            <a:off x="2785545" y="6066087"/>
            <a:ext cx="429278" cy="170722"/>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 en angle 15">
            <a:extLst>
              <a:ext uri="{FF2B5EF4-FFF2-40B4-BE49-F238E27FC236}">
                <a16:creationId xmlns:a16="http://schemas.microsoft.com/office/drawing/2014/main" id="{2F797B27-6966-46CB-A5D6-75E2A9EDD813}"/>
              </a:ext>
            </a:extLst>
          </p:cNvPr>
          <p:cNvCxnSpPr>
            <a:stCxn id="95" idx="2"/>
            <a:endCxn id="165" idx="1"/>
          </p:cNvCxnSpPr>
          <p:nvPr/>
        </p:nvCxnSpPr>
        <p:spPr bwMode="auto">
          <a:xfrm rot="16200000" flipH="1">
            <a:off x="2646505" y="6205126"/>
            <a:ext cx="782837" cy="246201"/>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avec flèche 19">
            <a:extLst>
              <a:ext uri="{FF2B5EF4-FFF2-40B4-BE49-F238E27FC236}">
                <a16:creationId xmlns:a16="http://schemas.microsoft.com/office/drawing/2014/main" id="{3A03EE1E-D9C7-43CC-93A1-F1699FB93786}"/>
              </a:ext>
            </a:extLst>
          </p:cNvPr>
          <p:cNvCxnSpPr>
            <a:stCxn id="163" idx="3"/>
            <a:endCxn id="96" idx="1"/>
          </p:cNvCxnSpPr>
          <p:nvPr/>
        </p:nvCxnSpPr>
        <p:spPr bwMode="auto">
          <a:xfrm>
            <a:off x="4379799" y="6366087"/>
            <a:ext cx="308640" cy="10607"/>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droit avec flèche 22">
            <a:extLst>
              <a:ext uri="{FF2B5EF4-FFF2-40B4-BE49-F238E27FC236}">
                <a16:creationId xmlns:a16="http://schemas.microsoft.com/office/drawing/2014/main" id="{11C55789-42C9-4868-ADBA-7E98B7641CEC}"/>
              </a:ext>
            </a:extLst>
          </p:cNvPr>
          <p:cNvCxnSpPr>
            <a:stCxn id="165" idx="3"/>
            <a:endCxn id="125" idx="1"/>
          </p:cNvCxnSpPr>
          <p:nvPr/>
        </p:nvCxnSpPr>
        <p:spPr bwMode="auto">
          <a:xfrm flipV="1">
            <a:off x="4520176" y="6708953"/>
            <a:ext cx="199863" cy="10693"/>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2" name="AutoShape 142">
            <a:extLst>
              <a:ext uri="{FF2B5EF4-FFF2-40B4-BE49-F238E27FC236}">
                <a16:creationId xmlns:a16="http://schemas.microsoft.com/office/drawing/2014/main" id="{8F205E92-6A74-4766-86F9-9AE9F93AA670}"/>
              </a:ext>
            </a:extLst>
          </p:cNvPr>
          <p:cNvSpPr>
            <a:spLocks noChangeArrowheads="1"/>
          </p:cNvSpPr>
          <p:nvPr/>
        </p:nvSpPr>
        <p:spPr bwMode="auto">
          <a:xfrm>
            <a:off x="8081320" y="5960039"/>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PACKPRO</a:t>
            </a:r>
          </a:p>
        </p:txBody>
      </p:sp>
      <p:sp>
        <p:nvSpPr>
          <p:cNvPr id="188" name="AutoShape 208">
            <a:extLst>
              <a:ext uri="{FF2B5EF4-FFF2-40B4-BE49-F238E27FC236}">
                <a16:creationId xmlns:a16="http://schemas.microsoft.com/office/drawing/2014/main" id="{127C79BE-484C-4D57-8482-571B47352F10}"/>
              </a:ext>
            </a:extLst>
          </p:cNvPr>
          <p:cNvSpPr>
            <a:spLocks noChangeArrowheads="1"/>
          </p:cNvSpPr>
          <p:nvPr/>
        </p:nvSpPr>
        <p:spPr bwMode="auto">
          <a:xfrm>
            <a:off x="6618493" y="6017869"/>
            <a:ext cx="1329851" cy="147213"/>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43000_FCT_PACKPRO</a:t>
            </a:r>
          </a:p>
        </p:txBody>
      </p:sp>
      <p:sp>
        <p:nvSpPr>
          <p:cNvPr id="190" name="ZoneTexte 189">
            <a:extLst>
              <a:ext uri="{FF2B5EF4-FFF2-40B4-BE49-F238E27FC236}">
                <a16:creationId xmlns:a16="http://schemas.microsoft.com/office/drawing/2014/main" id="{6D915CFA-F85D-4DDA-B73C-183A863F2430}"/>
              </a:ext>
            </a:extLst>
          </p:cNvPr>
          <p:cNvSpPr txBox="1"/>
          <p:nvPr/>
        </p:nvSpPr>
        <p:spPr>
          <a:xfrm>
            <a:off x="6757768" y="5841728"/>
            <a:ext cx="1177749" cy="200055"/>
          </a:xfrm>
          <a:prstGeom prst="rect">
            <a:avLst/>
          </a:prstGeom>
          <a:noFill/>
        </p:spPr>
        <p:txBody>
          <a:bodyPr wrap="square" rtlCol="0">
            <a:spAutoFit/>
          </a:bodyPr>
          <a:lstStyle/>
          <a:p>
            <a:r>
              <a:rPr lang="fr-FR" sz="700"/>
              <a:t>Valeur1 = PACKPRO_F</a:t>
            </a:r>
          </a:p>
        </p:txBody>
      </p:sp>
      <p:cxnSp>
        <p:nvCxnSpPr>
          <p:cNvPr id="24" name="Connecteur droit avec flèche 23">
            <a:extLst>
              <a:ext uri="{FF2B5EF4-FFF2-40B4-BE49-F238E27FC236}">
                <a16:creationId xmlns:a16="http://schemas.microsoft.com/office/drawing/2014/main" id="{24FF3CAA-73AB-4004-B180-DDCEB4AA425F}"/>
              </a:ext>
            </a:extLst>
          </p:cNvPr>
          <p:cNvCxnSpPr>
            <a:stCxn id="201" idx="1"/>
            <a:endCxn id="271" idx="3"/>
          </p:cNvCxnSpPr>
          <p:nvPr/>
        </p:nvCxnSpPr>
        <p:spPr bwMode="auto">
          <a:xfrm flipH="1" flipV="1">
            <a:off x="4475969" y="4673361"/>
            <a:ext cx="408044" cy="90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72752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8" name="Connecteur en angle 63"/>
          <p:cNvCxnSpPr>
            <a:cxnSpLocks/>
            <a:stCxn id="78" idx="3"/>
            <a:endCxn id="104" idx="1"/>
          </p:cNvCxnSpPr>
          <p:nvPr/>
        </p:nvCxnSpPr>
        <p:spPr bwMode="auto">
          <a:xfrm flipV="1">
            <a:off x="2606578" y="3315274"/>
            <a:ext cx="2311679" cy="2510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Connecteur en angle 63"/>
          <p:cNvCxnSpPr>
            <a:cxnSpLocks/>
            <a:stCxn id="73" idx="3"/>
            <a:endCxn id="92" idx="1"/>
          </p:cNvCxnSpPr>
          <p:nvPr/>
        </p:nvCxnSpPr>
        <p:spPr bwMode="auto">
          <a:xfrm>
            <a:off x="2606578" y="2864318"/>
            <a:ext cx="2025898" cy="61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28</a:t>
            </a:fld>
            <a:endParaRPr lang="fr-FR">
              <a:solidFill>
                <a:srgbClr val="000000"/>
              </a:solidFill>
            </a:endParaRPr>
          </a:p>
        </p:txBody>
      </p:sp>
      <p:sp>
        <p:nvSpPr>
          <p:cNvPr id="158" name="AutoShape 87">
            <a:hlinkClick r:id="rId3" action="ppaction://hlinksldjump"/>
          </p:cNvPr>
          <p:cNvSpPr>
            <a:spLocks noChangeArrowheads="1"/>
          </p:cNvSpPr>
          <p:nvPr/>
        </p:nvSpPr>
        <p:spPr bwMode="auto">
          <a:xfrm rot="10800000">
            <a:off x="8311551" y="5531035"/>
            <a:ext cx="801330" cy="384052"/>
          </a:xfrm>
          <a:prstGeom prst="upArrowCallout">
            <a:avLst>
              <a:gd name="adj1" fmla="val 56438"/>
              <a:gd name="adj2" fmla="val 56438"/>
              <a:gd name="adj3" fmla="val 16667"/>
              <a:gd name="adj4" fmla="val 66667"/>
            </a:avLst>
          </a:prstGeom>
          <a:solidFill>
            <a:srgbClr val="00B050"/>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solidFill>
                  <a:srgbClr val="000000"/>
                </a:solidFill>
                <a:ea typeface="ＭＳ Ｐゴシック" charset="0"/>
              </a:rPr>
              <a:t>MODE CONTINU</a:t>
            </a:r>
          </a:p>
        </p:txBody>
      </p:sp>
      <p:sp>
        <p:nvSpPr>
          <p:cNvPr id="165" name="AutoShape 208"/>
          <p:cNvSpPr>
            <a:spLocks noChangeArrowheads="1"/>
          </p:cNvSpPr>
          <p:nvPr/>
        </p:nvSpPr>
        <p:spPr bwMode="auto">
          <a:xfrm>
            <a:off x="3624404" y="5275787"/>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20041_MC_OK</a:t>
            </a:r>
          </a:p>
        </p:txBody>
      </p:sp>
      <p:cxnSp>
        <p:nvCxnSpPr>
          <p:cNvPr id="166" name="Connecteur en angle 165"/>
          <p:cNvCxnSpPr>
            <a:cxnSpLocks/>
            <a:stCxn id="158" idx="0"/>
            <a:endCxn id="60" idx="0"/>
          </p:cNvCxnSpPr>
          <p:nvPr/>
        </p:nvCxnSpPr>
        <p:spPr bwMode="auto">
          <a:xfrm rot="5400000">
            <a:off x="7224276" y="4562601"/>
            <a:ext cx="135454" cy="2840427"/>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3" name="Group 8"/>
          <p:cNvGrpSpPr>
            <a:grpSpLocks/>
          </p:cNvGrpSpPr>
          <p:nvPr/>
        </p:nvGrpSpPr>
        <p:grpSpPr bwMode="auto">
          <a:xfrm rot="19603387">
            <a:off x="2455047" y="5421818"/>
            <a:ext cx="253386" cy="173319"/>
            <a:chOff x="1920" y="715"/>
            <a:chExt cx="270" cy="139"/>
          </a:xfrm>
        </p:grpSpPr>
        <p:sp>
          <p:nvSpPr>
            <p:cNvPr id="294"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295"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sp>
        <p:nvSpPr>
          <p:cNvPr id="53" name="AutoShape 131"/>
          <p:cNvSpPr>
            <a:spLocks noChangeArrowheads="1"/>
          </p:cNvSpPr>
          <p:nvPr/>
        </p:nvSpPr>
        <p:spPr bwMode="auto">
          <a:xfrm>
            <a:off x="1044381" y="2443648"/>
            <a:ext cx="452100" cy="347523"/>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Client</a:t>
            </a:r>
          </a:p>
        </p:txBody>
      </p:sp>
      <p:sp>
        <p:nvSpPr>
          <p:cNvPr id="55" name="AutoShape 73"/>
          <p:cNvSpPr>
            <a:spLocks noChangeArrowheads="1"/>
          </p:cNvSpPr>
          <p:nvPr/>
        </p:nvSpPr>
        <p:spPr bwMode="auto">
          <a:xfrm>
            <a:off x="2630132" y="5174389"/>
            <a:ext cx="860588" cy="345819"/>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MODE CONTINU</a:t>
            </a:r>
          </a:p>
          <a:p>
            <a:pPr algn="ctr" defTabSz="379413" eaLnBrk="0" hangingPunct="0"/>
            <a:r>
              <a:rPr lang="fr-FR" sz="600">
                <a:solidFill>
                  <a:schemeClr val="bg1"/>
                </a:solidFill>
              </a:rPr>
              <a:t>TECH</a:t>
            </a:r>
          </a:p>
        </p:txBody>
      </p:sp>
      <p:cxnSp>
        <p:nvCxnSpPr>
          <p:cNvPr id="64" name="Connecteur en angle 63"/>
          <p:cNvCxnSpPr>
            <a:cxnSpLocks/>
            <a:stCxn id="68" idx="3"/>
            <a:endCxn id="65" idx="1"/>
          </p:cNvCxnSpPr>
          <p:nvPr/>
        </p:nvCxnSpPr>
        <p:spPr bwMode="auto">
          <a:xfrm>
            <a:off x="3477084" y="2594622"/>
            <a:ext cx="807439" cy="78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142"/>
          <p:cNvSpPr>
            <a:spLocks noChangeArrowheads="1"/>
          </p:cNvSpPr>
          <p:nvPr/>
        </p:nvSpPr>
        <p:spPr bwMode="auto">
          <a:xfrm>
            <a:off x="4284523" y="2477385"/>
            <a:ext cx="986788"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a:solidFill>
                  <a:srgbClr val="000000"/>
                </a:solidFill>
              </a:rPr>
              <a:t>FTT VOIX</a:t>
            </a:r>
            <a:endParaRPr lang="fr-FR" sz="600" i="1">
              <a:solidFill>
                <a:srgbClr val="000000"/>
              </a:solidFill>
            </a:endParaRPr>
          </a:p>
        </p:txBody>
      </p:sp>
      <p:sp>
        <p:nvSpPr>
          <p:cNvPr id="68" name="AutoShape 208"/>
          <p:cNvSpPr>
            <a:spLocks noChangeArrowheads="1"/>
          </p:cNvSpPr>
          <p:nvPr/>
        </p:nvSpPr>
        <p:spPr bwMode="auto">
          <a:xfrm>
            <a:off x="2705714" y="2522391"/>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20040_FTT_VOIX</a:t>
            </a:r>
          </a:p>
        </p:txBody>
      </p:sp>
      <p:sp>
        <p:nvSpPr>
          <p:cNvPr id="4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 name="Titre 2"/>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TECHNIQUE 1</a:t>
            </a:r>
            <a:endParaRPr lang="fr-FR" sz="1400"/>
          </a:p>
        </p:txBody>
      </p:sp>
      <p:cxnSp>
        <p:nvCxnSpPr>
          <p:cNvPr id="58" name="Connecteur en angle 57"/>
          <p:cNvCxnSpPr>
            <a:cxnSpLocks/>
            <a:stCxn id="53" idx="3"/>
            <a:endCxn id="68" idx="1"/>
          </p:cNvCxnSpPr>
          <p:nvPr/>
        </p:nvCxnSpPr>
        <p:spPr bwMode="auto">
          <a:xfrm flipV="1">
            <a:off x="1496481" y="2594622"/>
            <a:ext cx="1209233" cy="2278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87">
            <a:hlinkClick r:id="rId4" action="ppaction://hlinksldjump"/>
          </p:cNvPr>
          <p:cNvSpPr>
            <a:spLocks noChangeArrowheads="1"/>
          </p:cNvSpPr>
          <p:nvPr/>
        </p:nvSpPr>
        <p:spPr bwMode="auto">
          <a:xfrm rot="10800000">
            <a:off x="4252379" y="5479129"/>
            <a:ext cx="828232"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Routage ADMIN 1</a:t>
            </a:r>
          </a:p>
        </p:txBody>
      </p:sp>
      <p:cxnSp>
        <p:nvCxnSpPr>
          <p:cNvPr id="56" name="Connecteur en angle 55"/>
          <p:cNvCxnSpPr>
            <a:cxnSpLocks/>
            <a:stCxn id="54" idx="0"/>
            <a:endCxn id="60" idx="0"/>
          </p:cNvCxnSpPr>
          <p:nvPr/>
        </p:nvCxnSpPr>
        <p:spPr bwMode="auto">
          <a:xfrm rot="16200000" flipH="1">
            <a:off x="5175587" y="5354339"/>
            <a:ext cx="187110" cy="120529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AutoShape 87">
            <a:hlinkClick r:id="rId5" action="ppaction://hlinksldjump"/>
          </p:cNvPr>
          <p:cNvSpPr>
            <a:spLocks noChangeArrowheads="1"/>
          </p:cNvSpPr>
          <p:nvPr/>
        </p:nvSpPr>
        <p:spPr bwMode="auto">
          <a:xfrm rot="10800000">
            <a:off x="5239967" y="6440614"/>
            <a:ext cx="1233939" cy="39509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ELIG PRE-DIAGSUSPICION IG</a:t>
            </a:r>
          </a:p>
        </p:txBody>
      </p:sp>
      <p:sp>
        <p:nvSpPr>
          <p:cNvPr id="60" name="AutoShape 68">
            <a:hlinkClick r:id="rId6" action="ppaction://hlinksldjump"/>
          </p:cNvPr>
          <p:cNvSpPr>
            <a:spLocks noChangeArrowheads="1"/>
          </p:cNvSpPr>
          <p:nvPr/>
        </p:nvSpPr>
        <p:spPr bwMode="auto">
          <a:xfrm>
            <a:off x="5481264" y="6050541"/>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61" name="AutoShape 98">
            <a:hlinkClick r:id="rId7" action="ppaction://hlinksldjump"/>
          </p:cNvPr>
          <p:cNvSpPr>
            <a:spLocks noChangeArrowheads="1"/>
          </p:cNvSpPr>
          <p:nvPr/>
        </p:nvSpPr>
        <p:spPr bwMode="auto">
          <a:xfrm rot="10800000">
            <a:off x="7520269" y="6337662"/>
            <a:ext cx="866780"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MENU TECHNIQUE CC </a:t>
            </a:r>
          </a:p>
        </p:txBody>
      </p:sp>
      <p:sp>
        <p:nvSpPr>
          <p:cNvPr id="69" name="Text Box 157"/>
          <p:cNvSpPr txBox="1">
            <a:spLocks noChangeArrowheads="1"/>
          </p:cNvSpPr>
          <p:nvPr/>
        </p:nvSpPr>
        <p:spPr bwMode="auto">
          <a:xfrm>
            <a:off x="6161521" y="606066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 02, 03</a:t>
            </a:r>
          </a:p>
        </p:txBody>
      </p:sp>
      <p:cxnSp>
        <p:nvCxnSpPr>
          <p:cNvPr id="74" name="Connecteur droit 73"/>
          <p:cNvCxnSpPr>
            <a:cxnSpLocks/>
            <a:stCxn id="60" idx="2"/>
            <a:endCxn id="59" idx="2"/>
          </p:cNvCxnSpPr>
          <p:nvPr/>
        </p:nvCxnSpPr>
        <p:spPr bwMode="auto">
          <a:xfrm flipH="1">
            <a:off x="5856936" y="6371216"/>
            <a:ext cx="14853" cy="693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en angle 42"/>
          <p:cNvCxnSpPr>
            <a:cxnSpLocks/>
            <a:stCxn id="63" idx="3"/>
            <a:endCxn id="179" idx="1"/>
          </p:cNvCxnSpPr>
          <p:nvPr/>
        </p:nvCxnSpPr>
        <p:spPr bwMode="auto">
          <a:xfrm>
            <a:off x="2603195" y="3746514"/>
            <a:ext cx="2813896" cy="4564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AutoShape 208"/>
          <p:cNvSpPr>
            <a:spLocks noChangeArrowheads="1"/>
          </p:cNvSpPr>
          <p:nvPr/>
        </p:nvSpPr>
        <p:spPr bwMode="auto">
          <a:xfrm>
            <a:off x="1831825" y="3674283"/>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20040_FTT_FTTB</a:t>
            </a:r>
          </a:p>
        </p:txBody>
      </p:sp>
      <p:sp>
        <p:nvSpPr>
          <p:cNvPr id="73" name="AutoShape 208"/>
          <p:cNvSpPr>
            <a:spLocks noChangeArrowheads="1"/>
          </p:cNvSpPr>
          <p:nvPr/>
        </p:nvSpPr>
        <p:spPr bwMode="auto">
          <a:xfrm>
            <a:off x="1835208" y="2792087"/>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20040_FTT_FTTH</a:t>
            </a:r>
          </a:p>
        </p:txBody>
      </p:sp>
      <p:sp>
        <p:nvSpPr>
          <p:cNvPr id="75" name="Rectangle 74"/>
          <p:cNvSpPr/>
          <p:nvPr/>
        </p:nvSpPr>
        <p:spPr>
          <a:xfrm>
            <a:off x="28087" y="3269682"/>
            <a:ext cx="1151489" cy="461665"/>
          </a:xfrm>
          <a:prstGeom prst="rect">
            <a:avLst/>
          </a:prstGeom>
          <a:ln>
            <a:solidFill>
              <a:schemeClr val="tx1"/>
            </a:solidFill>
          </a:ln>
        </p:spPr>
        <p:txBody>
          <a:bodyPr wrap="square">
            <a:spAutoFit/>
          </a:bodyPr>
          <a:lstStyle/>
          <a:p>
            <a:r>
              <a:rPr lang="fr-FR" sz="600" b="1"/>
              <a:t>Dans DEXTER : ECOTEL = OUI</a:t>
            </a:r>
          </a:p>
          <a:p>
            <a:r>
              <a:rPr lang="fr-FR" sz="600"/>
              <a:t>ET Marqueur C2OL = ECOTEL_SVI</a:t>
            </a:r>
          </a:p>
        </p:txBody>
      </p:sp>
      <p:sp>
        <p:nvSpPr>
          <p:cNvPr id="78" name="AutoShape 208"/>
          <p:cNvSpPr>
            <a:spLocks noChangeArrowheads="1"/>
          </p:cNvSpPr>
          <p:nvPr/>
        </p:nvSpPr>
        <p:spPr bwMode="auto">
          <a:xfrm>
            <a:off x="1835208" y="3257394"/>
            <a:ext cx="771370" cy="16596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20040_FTT_ADSL</a:t>
            </a:r>
          </a:p>
        </p:txBody>
      </p:sp>
      <p:cxnSp>
        <p:nvCxnSpPr>
          <p:cNvPr id="83" name="Connecteur en angle 82"/>
          <p:cNvCxnSpPr>
            <a:stCxn id="53" idx="2"/>
            <a:endCxn id="63" idx="1"/>
          </p:cNvCxnSpPr>
          <p:nvPr/>
        </p:nvCxnSpPr>
        <p:spPr bwMode="auto">
          <a:xfrm rot="16200000" flipH="1">
            <a:off x="1073457" y="2988145"/>
            <a:ext cx="955343" cy="561394"/>
          </a:xfrm>
          <a:prstGeom prst="bentConnector2">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AutoShape 208"/>
          <p:cNvSpPr>
            <a:spLocks noChangeArrowheads="1"/>
          </p:cNvSpPr>
          <p:nvPr/>
        </p:nvSpPr>
        <p:spPr bwMode="auto">
          <a:xfrm>
            <a:off x="1764672" y="4657219"/>
            <a:ext cx="771370" cy="10217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20040_FTT_AUTRE</a:t>
            </a:r>
          </a:p>
        </p:txBody>
      </p:sp>
      <p:cxnSp>
        <p:nvCxnSpPr>
          <p:cNvPr id="85" name="Connecteur en angle 84"/>
          <p:cNvCxnSpPr>
            <a:cxnSpLocks/>
            <a:stCxn id="53" idx="2"/>
            <a:endCxn id="84" idx="1"/>
          </p:cNvCxnSpPr>
          <p:nvPr/>
        </p:nvCxnSpPr>
        <p:spPr bwMode="auto">
          <a:xfrm rot="16200000" flipH="1">
            <a:off x="558984" y="3502617"/>
            <a:ext cx="1917134" cy="494241"/>
          </a:xfrm>
          <a:prstGeom prst="bentConnector2">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AutoShape 73"/>
          <p:cNvSpPr>
            <a:spLocks noChangeArrowheads="1"/>
          </p:cNvSpPr>
          <p:nvPr/>
        </p:nvSpPr>
        <p:spPr bwMode="auto">
          <a:xfrm>
            <a:off x="3019611" y="2710525"/>
            <a:ext cx="971037" cy="472696"/>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ALERTE</a:t>
            </a:r>
            <a:endParaRPr lang="fr-FR" sz="600" strike="sngStrike">
              <a:solidFill>
                <a:srgbClr val="FFFFFF"/>
              </a:solidFill>
            </a:endParaRPr>
          </a:p>
          <a:p>
            <a:pPr algn="ctr" defTabSz="379413" eaLnBrk="0" hangingPunct="0"/>
            <a:r>
              <a:rPr lang="fr-FR" sz="600">
                <a:solidFill>
                  <a:schemeClr val="bg1"/>
                </a:solidFill>
              </a:rPr>
              <a:t>ARBEO</a:t>
            </a:r>
          </a:p>
          <a:p>
            <a:pPr algn="ctr" defTabSz="379413" eaLnBrk="0" hangingPunct="0"/>
            <a:r>
              <a:rPr lang="fr-FR" sz="600">
                <a:solidFill>
                  <a:srgbClr val="FFFFFF"/>
                </a:solidFill>
              </a:rPr>
              <a:t> FTTH</a:t>
            </a:r>
          </a:p>
        </p:txBody>
      </p:sp>
      <p:sp>
        <p:nvSpPr>
          <p:cNvPr id="88" name="AutoShape 73"/>
          <p:cNvSpPr>
            <a:spLocks noChangeArrowheads="1"/>
          </p:cNvSpPr>
          <p:nvPr/>
        </p:nvSpPr>
        <p:spPr bwMode="auto">
          <a:xfrm>
            <a:off x="3542533" y="3137183"/>
            <a:ext cx="971037" cy="410049"/>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ALERTE</a:t>
            </a:r>
            <a:endParaRPr lang="fr-FR" sz="600" strike="sngStrike">
              <a:solidFill>
                <a:srgbClr val="FFFFFF"/>
              </a:solidFill>
            </a:endParaRPr>
          </a:p>
          <a:p>
            <a:pPr algn="ctr" defTabSz="379413" eaLnBrk="0" hangingPunct="0"/>
            <a:r>
              <a:rPr lang="fr-FR" sz="600">
                <a:solidFill>
                  <a:schemeClr val="bg1"/>
                </a:solidFill>
              </a:rPr>
              <a:t>ARBEO</a:t>
            </a:r>
          </a:p>
          <a:p>
            <a:pPr algn="ctr" defTabSz="379413" eaLnBrk="0" hangingPunct="0"/>
            <a:r>
              <a:rPr lang="fr-FR" sz="600">
                <a:solidFill>
                  <a:srgbClr val="FFFFFF"/>
                </a:solidFill>
              </a:rPr>
              <a:t> ADSL</a:t>
            </a:r>
          </a:p>
        </p:txBody>
      </p:sp>
      <p:sp>
        <p:nvSpPr>
          <p:cNvPr id="92" name="AutoShape 37"/>
          <p:cNvSpPr>
            <a:spLocks noChangeArrowheads="1"/>
          </p:cNvSpPr>
          <p:nvPr/>
        </p:nvSpPr>
        <p:spPr bwMode="auto">
          <a:xfrm>
            <a:off x="4632476" y="2762775"/>
            <a:ext cx="1114651" cy="215404"/>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20040_ARBEO_FTTH_OK</a:t>
            </a:r>
          </a:p>
        </p:txBody>
      </p:sp>
      <p:sp>
        <p:nvSpPr>
          <p:cNvPr id="104" name="AutoShape 37"/>
          <p:cNvSpPr>
            <a:spLocks noChangeArrowheads="1"/>
          </p:cNvSpPr>
          <p:nvPr/>
        </p:nvSpPr>
        <p:spPr bwMode="auto">
          <a:xfrm>
            <a:off x="4918257" y="3207572"/>
            <a:ext cx="1126014" cy="215404"/>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20040_ARBEO_ADSL_OK</a:t>
            </a:r>
          </a:p>
        </p:txBody>
      </p:sp>
      <p:cxnSp>
        <p:nvCxnSpPr>
          <p:cNvPr id="117" name="Connecteur en angle 116"/>
          <p:cNvCxnSpPr>
            <a:stCxn id="53" idx="2"/>
            <a:endCxn id="73" idx="1"/>
          </p:cNvCxnSpPr>
          <p:nvPr/>
        </p:nvCxnSpPr>
        <p:spPr bwMode="auto">
          <a:xfrm rot="16200000" flipH="1">
            <a:off x="1516246" y="2545355"/>
            <a:ext cx="73147" cy="564777"/>
          </a:xfrm>
          <a:prstGeom prst="bentConnector2">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cxnSpLocks/>
            <a:stCxn id="53" idx="2"/>
            <a:endCxn id="78" idx="1"/>
          </p:cNvCxnSpPr>
          <p:nvPr/>
        </p:nvCxnSpPr>
        <p:spPr bwMode="auto">
          <a:xfrm rot="16200000" flipH="1">
            <a:off x="1278215" y="2783386"/>
            <a:ext cx="549208" cy="564777"/>
          </a:xfrm>
          <a:prstGeom prst="bentConnector2">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Connecteur en angle 124"/>
          <p:cNvCxnSpPr>
            <a:cxnSpLocks/>
            <a:stCxn id="88" idx="2"/>
            <a:endCxn id="163" idx="0"/>
          </p:cNvCxnSpPr>
          <p:nvPr/>
        </p:nvCxnSpPr>
        <p:spPr bwMode="auto">
          <a:xfrm rot="5400000">
            <a:off x="3115589" y="3492069"/>
            <a:ext cx="857301" cy="96762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Connecteur en angle 127"/>
          <p:cNvCxnSpPr>
            <a:cxnSpLocks/>
            <a:stCxn id="87" idx="2"/>
            <a:endCxn id="163" idx="0"/>
          </p:cNvCxnSpPr>
          <p:nvPr/>
        </p:nvCxnSpPr>
        <p:spPr bwMode="auto">
          <a:xfrm rot="5400000">
            <a:off x="2672122" y="3571525"/>
            <a:ext cx="1221312" cy="44470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 name="AutoShape 113"/>
          <p:cNvSpPr>
            <a:spLocks noChangeArrowheads="1"/>
          </p:cNvSpPr>
          <p:nvPr/>
        </p:nvSpPr>
        <p:spPr bwMode="auto">
          <a:xfrm>
            <a:off x="8408729" y="3208494"/>
            <a:ext cx="504263" cy="260930"/>
          </a:xfrm>
          <a:prstGeom prst="can">
            <a:avLst>
              <a:gd name="adj" fmla="val 25000"/>
            </a:avLst>
          </a:prstGeom>
          <a:solidFill>
            <a:srgbClr val="A1DBBB"/>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ea typeface="ＭＳ Ｐゴシック" charset="0"/>
              </a:rPr>
              <a:t>ARBEOv2</a:t>
            </a:r>
          </a:p>
        </p:txBody>
      </p:sp>
      <p:grpSp>
        <p:nvGrpSpPr>
          <p:cNvPr id="141" name="Group 8"/>
          <p:cNvGrpSpPr>
            <a:grpSpLocks/>
          </p:cNvGrpSpPr>
          <p:nvPr/>
        </p:nvGrpSpPr>
        <p:grpSpPr bwMode="auto">
          <a:xfrm rot="19111360">
            <a:off x="8043131" y="3539165"/>
            <a:ext cx="348033" cy="171092"/>
            <a:chOff x="1920" y="715"/>
            <a:chExt cx="270" cy="139"/>
          </a:xfrm>
          <a:solidFill>
            <a:srgbClr val="A1DBBB"/>
          </a:solidFill>
        </p:grpSpPr>
        <p:sp>
          <p:nvSpPr>
            <p:cNvPr id="142" name="AutoShape 9"/>
            <p:cNvSpPr>
              <a:spLocks noChangeArrowheads="1"/>
            </p:cNvSpPr>
            <p:nvPr/>
          </p:nvSpPr>
          <p:spPr bwMode="auto">
            <a:xfrm rot="-5400000">
              <a:off x="2013" y="622"/>
              <a:ext cx="66" cy="252"/>
            </a:xfrm>
            <a:prstGeom prst="upArrow">
              <a:avLst>
                <a:gd name="adj1" fmla="val 50000"/>
                <a:gd name="adj2" fmla="val 95455"/>
              </a:avLst>
            </a:prstGeom>
            <a:grp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43" name="AutoShape 10"/>
            <p:cNvSpPr>
              <a:spLocks noChangeArrowheads="1"/>
            </p:cNvSpPr>
            <p:nvPr/>
          </p:nvSpPr>
          <p:spPr bwMode="auto">
            <a:xfrm rot="5400000">
              <a:off x="2032" y="695"/>
              <a:ext cx="65" cy="252"/>
            </a:xfrm>
            <a:prstGeom prst="upArrow">
              <a:avLst>
                <a:gd name="adj1" fmla="val 50000"/>
                <a:gd name="adj2" fmla="val 96923"/>
              </a:avLst>
            </a:prstGeom>
            <a:grp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44" name="AutoShape 68">
            <a:hlinkClick r:id="" action="ppaction://noaction"/>
          </p:cNvPr>
          <p:cNvSpPr>
            <a:spLocks noChangeArrowheads="1"/>
          </p:cNvSpPr>
          <p:nvPr/>
        </p:nvSpPr>
        <p:spPr bwMode="auto">
          <a:xfrm>
            <a:off x="7582630" y="3854621"/>
            <a:ext cx="804419" cy="228376"/>
          </a:xfrm>
          <a:prstGeom prst="diamond">
            <a:avLst/>
          </a:prstGeom>
          <a:solidFill>
            <a:srgbClr val="A1DBBB"/>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WS V2</a:t>
            </a:r>
          </a:p>
        </p:txBody>
      </p:sp>
      <p:cxnSp>
        <p:nvCxnSpPr>
          <p:cNvPr id="147" name="Connecteur en angle 146"/>
          <p:cNvCxnSpPr>
            <a:cxnSpLocks/>
            <a:stCxn id="144" idx="3"/>
            <a:endCxn id="94" idx="0"/>
          </p:cNvCxnSpPr>
          <p:nvPr/>
        </p:nvCxnSpPr>
        <p:spPr bwMode="auto">
          <a:xfrm>
            <a:off x="8387049" y="3968809"/>
            <a:ext cx="191868" cy="34550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ZoneTexte 166"/>
          <p:cNvSpPr txBox="1"/>
          <p:nvPr/>
        </p:nvSpPr>
        <p:spPr>
          <a:xfrm>
            <a:off x="201137" y="5594228"/>
            <a:ext cx="1626806" cy="846386"/>
          </a:xfrm>
          <a:prstGeom prst="rect">
            <a:avLst/>
          </a:prstGeom>
          <a:noFill/>
          <a:ln>
            <a:solidFill>
              <a:schemeClr val="tx1"/>
            </a:solidFill>
          </a:ln>
        </p:spPr>
        <p:txBody>
          <a:bodyPr wrap="square" rtlCol="0">
            <a:spAutoFit/>
          </a:bodyPr>
          <a:lstStyle/>
          <a:p>
            <a:pPr algn="ctr"/>
            <a:r>
              <a:rPr lang="fr-FR" sz="700" b="1"/>
              <a:t>Webservice </a:t>
            </a:r>
            <a:r>
              <a:rPr lang="fr-FR" sz="700" b="1" err="1"/>
              <a:t>PrE-diagSIGMA</a:t>
            </a:r>
            <a:r>
              <a:rPr lang="fr-FR" sz="700" b="1"/>
              <a:t> V2</a:t>
            </a:r>
          </a:p>
          <a:p>
            <a:endParaRPr lang="fr-FR" sz="700" b="1"/>
          </a:p>
          <a:p>
            <a:r>
              <a:rPr lang="fr-FR" sz="700" b="1"/>
              <a:t>Input :    NDI FT </a:t>
            </a:r>
          </a:p>
          <a:p>
            <a:r>
              <a:rPr lang="fr-FR" sz="700" b="1"/>
              <a:t>Type ligne  ADSL / FTTH / FTTB</a:t>
            </a:r>
          </a:p>
          <a:p>
            <a:r>
              <a:rPr lang="fr-FR" sz="700" b="1"/>
              <a:t>Login PAWS (SVI1023)</a:t>
            </a:r>
          </a:p>
          <a:p>
            <a:r>
              <a:rPr lang="fr-FR" sz="700" b="1" err="1"/>
              <a:t>user_id</a:t>
            </a:r>
            <a:r>
              <a:rPr lang="fr-FR" sz="700" b="1"/>
              <a:t> = SVI</a:t>
            </a:r>
          </a:p>
          <a:p>
            <a:r>
              <a:rPr lang="fr-FR" sz="700"/>
              <a:t>	</a:t>
            </a:r>
          </a:p>
        </p:txBody>
      </p:sp>
      <p:sp>
        <p:nvSpPr>
          <p:cNvPr id="96" name="Text Box 157"/>
          <p:cNvSpPr txBox="1">
            <a:spLocks noChangeArrowheads="1"/>
          </p:cNvSpPr>
          <p:nvPr/>
        </p:nvSpPr>
        <p:spPr bwMode="auto">
          <a:xfrm>
            <a:off x="8297969" y="3762081"/>
            <a:ext cx="8818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Réponse WS OK</a:t>
            </a:r>
          </a:p>
        </p:txBody>
      </p:sp>
      <p:sp>
        <p:nvSpPr>
          <p:cNvPr id="106" name="Text Box 157"/>
          <p:cNvSpPr txBox="1">
            <a:spLocks noChangeArrowheads="1"/>
          </p:cNvSpPr>
          <p:nvPr/>
        </p:nvSpPr>
        <p:spPr bwMode="auto">
          <a:xfrm>
            <a:off x="6395636" y="3778742"/>
            <a:ext cx="110617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Réponse WS KO</a:t>
            </a:r>
          </a:p>
        </p:txBody>
      </p:sp>
      <p:sp>
        <p:nvSpPr>
          <p:cNvPr id="110" name="Text Box 157"/>
          <p:cNvSpPr txBox="1">
            <a:spLocks noChangeArrowheads="1"/>
          </p:cNvSpPr>
          <p:nvPr/>
        </p:nvSpPr>
        <p:spPr bwMode="auto">
          <a:xfrm>
            <a:off x="5576911" y="4261098"/>
            <a:ext cx="2538389" cy="369332"/>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 balises  (si dispo)</a:t>
            </a:r>
          </a:p>
          <a:p>
            <a:pPr algn="ctr" eaLnBrk="1" hangingPunct="1">
              <a:defRPr/>
            </a:pPr>
            <a:r>
              <a:rPr lang="fr-FR" sz="600" b="1"/>
              <a:t>10040_ARBEO_WS_KO_CODEERREURWS_</a:t>
            </a:r>
            <a:r>
              <a:rPr lang="fr-FR" sz="600" b="1" i="1"/>
              <a:t>code_erreur </a:t>
            </a:r>
            <a:r>
              <a:rPr lang="fr-FR" sz="600" b="1"/>
              <a:t> +</a:t>
            </a:r>
          </a:p>
          <a:p>
            <a:pPr algn="ctr" eaLnBrk="1" hangingPunct="1">
              <a:defRPr/>
            </a:pPr>
            <a:r>
              <a:rPr lang="fr-FR" sz="600" b="1"/>
              <a:t> 10040_ARBEO_WS_KO_LIBELLEERREURWS_</a:t>
            </a:r>
            <a:r>
              <a:rPr lang="fr-FR" sz="600" b="1" i="1"/>
              <a:t>libelle_erreu</a:t>
            </a:r>
            <a:r>
              <a:rPr lang="fr-FR" sz="600" b="1"/>
              <a:t>A</a:t>
            </a:r>
            <a:r>
              <a:rPr lang="fr-FR" sz="600" b="1" i="1"/>
              <a:t>r</a:t>
            </a:r>
            <a:endParaRPr lang="fr-FR" sz="600" b="1">
              <a:effectLst>
                <a:outerShdw blurRad="38100" dist="38100" dir="2700000" algn="tl">
                  <a:srgbClr val="C0C0C0"/>
                </a:outerShdw>
              </a:effectLst>
            </a:endParaRPr>
          </a:p>
        </p:txBody>
      </p:sp>
      <p:sp>
        <p:nvSpPr>
          <p:cNvPr id="119" name="AutoShape 73"/>
          <p:cNvSpPr>
            <a:spLocks noChangeArrowheads="1"/>
          </p:cNvSpPr>
          <p:nvPr/>
        </p:nvSpPr>
        <p:spPr bwMode="auto">
          <a:xfrm>
            <a:off x="4226778" y="3598613"/>
            <a:ext cx="971037" cy="407620"/>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ALERTE</a:t>
            </a:r>
            <a:endParaRPr lang="fr-FR" sz="600" strike="sngStrike">
              <a:solidFill>
                <a:srgbClr val="FFFFFF"/>
              </a:solidFill>
            </a:endParaRPr>
          </a:p>
          <a:p>
            <a:pPr algn="ctr" defTabSz="379413" eaLnBrk="0" hangingPunct="0"/>
            <a:r>
              <a:rPr lang="fr-FR" sz="600">
                <a:solidFill>
                  <a:schemeClr val="bg1"/>
                </a:solidFill>
              </a:rPr>
              <a:t>ARBEO</a:t>
            </a:r>
          </a:p>
          <a:p>
            <a:pPr algn="ctr" defTabSz="379413" eaLnBrk="0" hangingPunct="0"/>
            <a:r>
              <a:rPr lang="fr-FR" sz="600">
                <a:solidFill>
                  <a:srgbClr val="FFFFFF"/>
                </a:solidFill>
              </a:rPr>
              <a:t> FTTB</a:t>
            </a:r>
          </a:p>
        </p:txBody>
      </p:sp>
      <p:cxnSp>
        <p:nvCxnSpPr>
          <p:cNvPr id="173" name="Connecteur en angle 172"/>
          <p:cNvCxnSpPr>
            <a:cxnSpLocks/>
            <a:stCxn id="119" idx="2"/>
            <a:endCxn id="163" idx="0"/>
          </p:cNvCxnSpPr>
          <p:nvPr/>
        </p:nvCxnSpPr>
        <p:spPr bwMode="auto">
          <a:xfrm rot="5400000">
            <a:off x="3687212" y="3379448"/>
            <a:ext cx="398300" cy="165187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AutoShape 37"/>
          <p:cNvSpPr>
            <a:spLocks noChangeArrowheads="1"/>
          </p:cNvSpPr>
          <p:nvPr/>
        </p:nvSpPr>
        <p:spPr bwMode="auto">
          <a:xfrm>
            <a:off x="5417091" y="3680410"/>
            <a:ext cx="1126014" cy="223498"/>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20040_ARBEO_FTTB_OK</a:t>
            </a:r>
          </a:p>
        </p:txBody>
      </p:sp>
      <p:sp>
        <p:nvSpPr>
          <p:cNvPr id="181" name="Text Box 157"/>
          <p:cNvSpPr txBox="1">
            <a:spLocks noChangeArrowheads="1"/>
          </p:cNvSpPr>
          <p:nvPr/>
        </p:nvSpPr>
        <p:spPr bwMode="auto">
          <a:xfrm>
            <a:off x="2739447" y="3004377"/>
            <a:ext cx="8818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Filtre désactivé</a:t>
            </a:r>
          </a:p>
        </p:txBody>
      </p:sp>
      <p:sp>
        <p:nvSpPr>
          <p:cNvPr id="182" name="Text Box 157"/>
          <p:cNvSpPr txBox="1">
            <a:spLocks noChangeArrowheads="1"/>
          </p:cNvSpPr>
          <p:nvPr/>
        </p:nvSpPr>
        <p:spPr bwMode="auto">
          <a:xfrm>
            <a:off x="3796994" y="2744925"/>
            <a:ext cx="88185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Filtre activé</a:t>
            </a:r>
          </a:p>
        </p:txBody>
      </p:sp>
      <p:cxnSp>
        <p:nvCxnSpPr>
          <p:cNvPr id="190" name="Connecteur en angle 189"/>
          <p:cNvCxnSpPr>
            <a:cxnSpLocks/>
            <a:stCxn id="144" idx="1"/>
            <a:endCxn id="107" idx="0"/>
          </p:cNvCxnSpPr>
          <p:nvPr/>
        </p:nvCxnSpPr>
        <p:spPr bwMode="auto">
          <a:xfrm rot="10800000" flipV="1">
            <a:off x="6390224" y="3968809"/>
            <a:ext cx="1192407" cy="9504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37"/>
          <p:cNvSpPr>
            <a:spLocks noChangeArrowheads="1"/>
          </p:cNvSpPr>
          <p:nvPr/>
        </p:nvSpPr>
        <p:spPr bwMode="auto">
          <a:xfrm>
            <a:off x="5743933" y="4063853"/>
            <a:ext cx="1292580" cy="208484"/>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20040_ARBEO_WS_KO</a:t>
            </a:r>
          </a:p>
        </p:txBody>
      </p:sp>
      <p:sp>
        <p:nvSpPr>
          <p:cNvPr id="94" name="AutoShape 37"/>
          <p:cNvSpPr>
            <a:spLocks noChangeArrowheads="1"/>
          </p:cNvSpPr>
          <p:nvPr/>
        </p:nvSpPr>
        <p:spPr bwMode="auto">
          <a:xfrm>
            <a:off x="8079247" y="4314310"/>
            <a:ext cx="999340" cy="193396"/>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20040_ARBEO_WS_OK</a:t>
            </a:r>
          </a:p>
        </p:txBody>
      </p:sp>
      <p:sp>
        <p:nvSpPr>
          <p:cNvPr id="163" name="AutoShape 208"/>
          <p:cNvSpPr>
            <a:spLocks noChangeArrowheads="1"/>
          </p:cNvSpPr>
          <p:nvPr/>
        </p:nvSpPr>
        <p:spPr bwMode="auto">
          <a:xfrm>
            <a:off x="2395679" y="4404533"/>
            <a:ext cx="1329493" cy="15678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20040_FTT_SANS_ALERTE_ARBEO</a:t>
            </a:r>
          </a:p>
        </p:txBody>
      </p:sp>
      <p:sp>
        <p:nvSpPr>
          <p:cNvPr id="103" name="AutoShape 113"/>
          <p:cNvSpPr>
            <a:spLocks noChangeArrowheads="1"/>
          </p:cNvSpPr>
          <p:nvPr/>
        </p:nvSpPr>
        <p:spPr bwMode="auto">
          <a:xfrm>
            <a:off x="1865418" y="5594113"/>
            <a:ext cx="609543" cy="299928"/>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WS MC TECH</a:t>
            </a:r>
          </a:p>
          <a:p>
            <a:pPr algn="ctr" eaLnBrk="0" hangingPunct="0">
              <a:defRPr/>
            </a:pPr>
            <a:r>
              <a:rPr lang="fr-FR" sz="600">
                <a:solidFill>
                  <a:srgbClr val="000000"/>
                </a:solidFill>
                <a:ea typeface="ＭＳ Ｐゴシック" charset="0"/>
              </a:rPr>
              <a:t>PF_SVI_TECH</a:t>
            </a:r>
          </a:p>
        </p:txBody>
      </p:sp>
      <p:cxnSp>
        <p:nvCxnSpPr>
          <p:cNvPr id="15" name="Connecteur droit 14"/>
          <p:cNvCxnSpPr>
            <a:cxnSpLocks/>
            <a:stCxn id="55" idx="2"/>
            <a:endCxn id="11" idx="0"/>
          </p:cNvCxnSpPr>
          <p:nvPr/>
        </p:nvCxnSpPr>
        <p:spPr bwMode="auto">
          <a:xfrm>
            <a:off x="3060426" y="5520208"/>
            <a:ext cx="10804" cy="1246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 Box 157"/>
          <p:cNvSpPr txBox="1">
            <a:spLocks noChangeArrowheads="1"/>
          </p:cNvSpPr>
          <p:nvPr/>
        </p:nvSpPr>
        <p:spPr bwMode="auto">
          <a:xfrm>
            <a:off x="3395815" y="516220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51" name="Text Box 156"/>
          <p:cNvSpPr txBox="1">
            <a:spLocks noChangeArrowheads="1"/>
          </p:cNvSpPr>
          <p:nvPr/>
        </p:nvSpPr>
        <p:spPr bwMode="auto">
          <a:xfrm>
            <a:off x="2674892" y="5501565"/>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98" name="AutoShape 11">
            <a:hlinkClick r:id="rId8" action="ppaction://hlinksldjump"/>
          </p:cNvPr>
          <p:cNvSpPr>
            <a:spLocks noChangeArrowheads="1"/>
          </p:cNvSpPr>
          <p:nvPr/>
        </p:nvSpPr>
        <p:spPr bwMode="auto">
          <a:xfrm rot="10800000">
            <a:off x="26507" y="377105"/>
            <a:ext cx="79400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latin typeface="+mn-lt"/>
              </a:rPr>
              <a:t>MENU  PRINCIPAL</a:t>
            </a:r>
          </a:p>
        </p:txBody>
      </p:sp>
      <p:cxnSp>
        <p:nvCxnSpPr>
          <p:cNvPr id="118" name="Connecteur droit 117"/>
          <p:cNvCxnSpPr>
            <a:stCxn id="153" idx="2"/>
            <a:endCxn id="53" idx="0"/>
          </p:cNvCxnSpPr>
          <p:nvPr/>
        </p:nvCxnSpPr>
        <p:spPr bwMode="auto">
          <a:xfrm>
            <a:off x="1265879" y="2245359"/>
            <a:ext cx="4552" cy="1982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Connecteur en angle 260"/>
          <p:cNvCxnSpPr>
            <a:cxnSpLocks/>
            <a:stCxn id="92" idx="3"/>
            <a:endCxn id="144" idx="0"/>
          </p:cNvCxnSpPr>
          <p:nvPr/>
        </p:nvCxnSpPr>
        <p:spPr bwMode="auto">
          <a:xfrm>
            <a:off x="5747127" y="2870477"/>
            <a:ext cx="2237713" cy="98414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Connecteur en angle 262"/>
          <p:cNvCxnSpPr>
            <a:cxnSpLocks/>
            <a:stCxn id="104" idx="3"/>
            <a:endCxn id="144" idx="0"/>
          </p:cNvCxnSpPr>
          <p:nvPr/>
        </p:nvCxnSpPr>
        <p:spPr bwMode="auto">
          <a:xfrm>
            <a:off x="6044271" y="3315274"/>
            <a:ext cx="1940569" cy="53934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Connecteur en angle 264"/>
          <p:cNvCxnSpPr>
            <a:cxnSpLocks/>
            <a:stCxn id="179" idx="3"/>
            <a:endCxn id="144" idx="0"/>
          </p:cNvCxnSpPr>
          <p:nvPr/>
        </p:nvCxnSpPr>
        <p:spPr bwMode="auto">
          <a:xfrm>
            <a:off x="6543105" y="3792159"/>
            <a:ext cx="1441735" cy="6246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Connecteur en angle 266"/>
          <p:cNvCxnSpPr>
            <a:cxnSpLocks/>
            <a:stCxn id="107" idx="2"/>
            <a:endCxn id="163" idx="0"/>
          </p:cNvCxnSpPr>
          <p:nvPr/>
        </p:nvCxnSpPr>
        <p:spPr bwMode="auto">
          <a:xfrm rot="5400000">
            <a:off x="4659227" y="2673537"/>
            <a:ext cx="132196" cy="332979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AutoShape 31">
            <a:hlinkClick r:id="" action="ppaction://noaction"/>
          </p:cNvPr>
          <p:cNvSpPr>
            <a:spLocks noChangeArrowheads="1"/>
          </p:cNvSpPr>
          <p:nvPr/>
        </p:nvSpPr>
        <p:spPr bwMode="auto">
          <a:xfrm>
            <a:off x="4477855" y="5266886"/>
            <a:ext cx="1248409" cy="150660"/>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188" name="AutoShape 31">
            <a:hlinkClick r:id="" action="ppaction://noaction"/>
          </p:cNvPr>
          <p:cNvSpPr>
            <a:spLocks noChangeArrowheads="1"/>
          </p:cNvSpPr>
          <p:nvPr/>
        </p:nvSpPr>
        <p:spPr bwMode="auto">
          <a:xfrm>
            <a:off x="5868281" y="5275787"/>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189" name="AutoShape 31">
            <a:hlinkClick r:id="" action="ppaction://noaction"/>
          </p:cNvPr>
          <p:cNvSpPr>
            <a:spLocks noChangeArrowheads="1"/>
          </p:cNvSpPr>
          <p:nvPr/>
        </p:nvSpPr>
        <p:spPr bwMode="auto">
          <a:xfrm>
            <a:off x="7060753" y="5267643"/>
            <a:ext cx="1155915" cy="14369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24" name="AutoShape 113"/>
          <p:cNvSpPr>
            <a:spLocks noChangeArrowheads="1"/>
          </p:cNvSpPr>
          <p:nvPr/>
        </p:nvSpPr>
        <p:spPr bwMode="auto">
          <a:xfrm>
            <a:off x="114134" y="2586822"/>
            <a:ext cx="517104" cy="267401"/>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DEXTER</a:t>
            </a:r>
          </a:p>
        </p:txBody>
      </p:sp>
      <p:sp>
        <p:nvSpPr>
          <p:cNvPr id="132" name="AutoShape 113"/>
          <p:cNvSpPr>
            <a:spLocks noChangeArrowheads="1"/>
          </p:cNvSpPr>
          <p:nvPr/>
        </p:nvSpPr>
        <p:spPr bwMode="auto">
          <a:xfrm>
            <a:off x="124944" y="2897358"/>
            <a:ext cx="435405" cy="257120"/>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C2OL</a:t>
            </a:r>
          </a:p>
        </p:txBody>
      </p:sp>
      <p:sp>
        <p:nvSpPr>
          <p:cNvPr id="134" name="Text Box 157"/>
          <p:cNvSpPr txBox="1">
            <a:spLocks noChangeArrowheads="1"/>
          </p:cNvSpPr>
          <p:nvPr/>
        </p:nvSpPr>
        <p:spPr bwMode="auto">
          <a:xfrm>
            <a:off x="-52137" y="2815775"/>
            <a:ext cx="28245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ET</a:t>
            </a:r>
          </a:p>
        </p:txBody>
      </p:sp>
      <p:grpSp>
        <p:nvGrpSpPr>
          <p:cNvPr id="135" name="Group 8"/>
          <p:cNvGrpSpPr>
            <a:grpSpLocks/>
          </p:cNvGrpSpPr>
          <p:nvPr/>
        </p:nvGrpSpPr>
        <p:grpSpPr bwMode="auto">
          <a:xfrm rot="20718322">
            <a:off x="734753" y="2756401"/>
            <a:ext cx="364767" cy="161714"/>
            <a:chOff x="1920" y="715"/>
            <a:chExt cx="270" cy="139"/>
          </a:xfrm>
        </p:grpSpPr>
        <p:sp>
          <p:nvSpPr>
            <p:cNvPr id="136"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137"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sp>
        <p:nvSpPr>
          <p:cNvPr id="6" name="Étoile à 5 branches 5"/>
          <p:cNvSpPr/>
          <p:nvPr/>
        </p:nvSpPr>
        <p:spPr bwMode="auto">
          <a:xfrm>
            <a:off x="995357" y="6059089"/>
            <a:ext cx="929078" cy="673961"/>
          </a:xfrm>
          <a:prstGeom prst="star5">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rgbClr val="0000FF"/>
                </a:solidFill>
                <a:effectLst/>
                <a:latin typeface="Arial" charset="0"/>
              </a:rPr>
              <a:t>WS en erreur </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rgbClr val="0000FF"/>
                </a:solidFill>
                <a:effectLst/>
                <a:latin typeface="Arial" charset="0"/>
              </a:rPr>
              <a:t>pour Tel =06</a:t>
            </a:r>
            <a:r>
              <a:rPr kumimoji="0" lang="fr-FR" sz="800" b="0" i="0" u="none" strike="noStrike" cap="none" normalizeH="0">
                <a:ln>
                  <a:noFill/>
                </a:ln>
                <a:solidFill>
                  <a:srgbClr val="0000FF"/>
                </a:solidFill>
                <a:effectLst/>
                <a:latin typeface="Arial" charset="0"/>
              </a:rPr>
              <a:t> ou 07</a:t>
            </a:r>
            <a:endParaRPr kumimoji="0" lang="fr-FR" sz="800" b="0" i="0" u="none" strike="noStrike" cap="none" normalizeH="0" baseline="0">
              <a:ln>
                <a:noFill/>
              </a:ln>
              <a:solidFill>
                <a:srgbClr val="0000FF"/>
              </a:solidFill>
              <a:effectLst/>
              <a:latin typeface="Arial" charset="0"/>
            </a:endParaRPr>
          </a:p>
        </p:txBody>
      </p:sp>
      <p:sp>
        <p:nvSpPr>
          <p:cNvPr id="126" name="AutoShape 31">
            <a:hlinkClick r:id="" action="ppaction://noaction"/>
          </p:cNvPr>
          <p:cNvSpPr>
            <a:spLocks noChangeArrowheads="1"/>
          </p:cNvSpPr>
          <p:nvPr/>
        </p:nvSpPr>
        <p:spPr bwMode="auto">
          <a:xfrm>
            <a:off x="8387048" y="5263073"/>
            <a:ext cx="650335" cy="152264"/>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FIXE_MC</a:t>
            </a:r>
            <a:endParaRPr lang="fr-FR" sz="600">
              <a:solidFill>
                <a:srgbClr val="FF0000"/>
              </a:solidFill>
            </a:endParaRPr>
          </a:p>
        </p:txBody>
      </p:sp>
      <p:sp>
        <p:nvSpPr>
          <p:cNvPr id="114" name="AutoShape 68">
            <a:hlinkClick r:id="" action="ppaction://noaction"/>
          </p:cNvPr>
          <p:cNvSpPr>
            <a:spLocks noChangeArrowheads="1"/>
          </p:cNvSpPr>
          <p:nvPr/>
        </p:nvSpPr>
        <p:spPr bwMode="auto">
          <a:xfrm>
            <a:off x="857937" y="777023"/>
            <a:ext cx="776723"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a:t>
            </a:r>
          </a:p>
          <a:p>
            <a:pPr algn="ctr" eaLnBrk="0" hangingPunct="0">
              <a:defRPr/>
            </a:pPr>
            <a:r>
              <a:rPr lang="fr-FR" sz="500">
                <a:solidFill>
                  <a:srgbClr val="FFFFFF"/>
                </a:solidFill>
                <a:ea typeface="ＭＳ Ｐゴシック" charset="0"/>
              </a:rPr>
              <a:t>TECH</a:t>
            </a:r>
          </a:p>
        </p:txBody>
      </p:sp>
      <p:sp>
        <p:nvSpPr>
          <p:cNvPr id="115" name="Text Box 156"/>
          <p:cNvSpPr txBox="1">
            <a:spLocks noChangeArrowheads="1"/>
          </p:cNvSpPr>
          <p:nvPr/>
        </p:nvSpPr>
        <p:spPr bwMode="auto">
          <a:xfrm>
            <a:off x="776891" y="107322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16" name="Connecteur en angle 115"/>
          <p:cNvCxnSpPr>
            <a:stCxn id="114" idx="3"/>
            <a:endCxn id="139" idx="2"/>
          </p:cNvCxnSpPr>
          <p:nvPr/>
        </p:nvCxnSpPr>
        <p:spPr bwMode="auto">
          <a:xfrm>
            <a:off x="1634660" y="943852"/>
            <a:ext cx="1771957" cy="5000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Text Box 157"/>
          <p:cNvSpPr txBox="1">
            <a:spLocks noChangeArrowheads="1"/>
          </p:cNvSpPr>
          <p:nvPr/>
        </p:nvSpPr>
        <p:spPr bwMode="auto">
          <a:xfrm>
            <a:off x="1515152" y="77760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39" name="AutoShape 87">
            <a:hlinkClick r:id="rId9" action="ppaction://hlinksldjump"/>
          </p:cNvPr>
          <p:cNvSpPr>
            <a:spLocks noChangeArrowheads="1"/>
          </p:cNvSpPr>
          <p:nvPr/>
        </p:nvSpPr>
        <p:spPr bwMode="auto">
          <a:xfrm rot="10800000">
            <a:off x="2885347" y="993858"/>
            <a:ext cx="1042540" cy="19701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TECH</a:t>
            </a:r>
          </a:p>
        </p:txBody>
      </p:sp>
      <p:sp>
        <p:nvSpPr>
          <p:cNvPr id="145" name="AutoShape 68">
            <a:hlinkClick r:id="" action="ppaction://noaction"/>
          </p:cNvPr>
          <p:cNvSpPr>
            <a:spLocks noChangeArrowheads="1"/>
          </p:cNvSpPr>
          <p:nvPr/>
        </p:nvSpPr>
        <p:spPr bwMode="auto">
          <a:xfrm>
            <a:off x="875149" y="1356609"/>
            <a:ext cx="764758" cy="322980"/>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2</a:t>
            </a:r>
          </a:p>
          <a:p>
            <a:pPr algn="ctr" eaLnBrk="0" hangingPunct="0">
              <a:defRPr/>
            </a:pPr>
            <a:r>
              <a:rPr lang="fr-FR" sz="500">
                <a:solidFill>
                  <a:srgbClr val="FFFFFF"/>
                </a:solidFill>
                <a:ea typeface="ＭＳ Ｐゴシック" charset="0"/>
              </a:rPr>
              <a:t>TECH</a:t>
            </a:r>
          </a:p>
        </p:txBody>
      </p:sp>
      <p:sp>
        <p:nvSpPr>
          <p:cNvPr id="146" name="Text Box 156"/>
          <p:cNvSpPr txBox="1">
            <a:spLocks noChangeArrowheads="1"/>
          </p:cNvSpPr>
          <p:nvPr/>
        </p:nvSpPr>
        <p:spPr bwMode="auto">
          <a:xfrm>
            <a:off x="785987" y="16489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48" name="Connecteur en angle 147"/>
          <p:cNvCxnSpPr>
            <a:stCxn id="145" idx="3"/>
            <a:endCxn id="152" idx="2"/>
          </p:cNvCxnSpPr>
          <p:nvPr/>
        </p:nvCxnSpPr>
        <p:spPr bwMode="auto">
          <a:xfrm>
            <a:off x="1639907" y="1518099"/>
            <a:ext cx="1766709" cy="3160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Text Box 157"/>
          <p:cNvSpPr txBox="1">
            <a:spLocks noChangeArrowheads="1"/>
          </p:cNvSpPr>
          <p:nvPr/>
        </p:nvSpPr>
        <p:spPr bwMode="auto">
          <a:xfrm>
            <a:off x="1561857" y="1343379"/>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52" name="AutoShape 87">
            <a:hlinkClick r:id="rId10" action="ppaction://hlinksldjump"/>
          </p:cNvPr>
          <p:cNvSpPr>
            <a:spLocks noChangeArrowheads="1"/>
          </p:cNvSpPr>
          <p:nvPr/>
        </p:nvSpPr>
        <p:spPr bwMode="auto">
          <a:xfrm rot="10800000">
            <a:off x="2921812" y="1549700"/>
            <a:ext cx="969609" cy="2188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2 TECH</a:t>
            </a:r>
          </a:p>
        </p:txBody>
      </p:sp>
      <p:sp>
        <p:nvSpPr>
          <p:cNvPr id="153" name="AutoShape 68">
            <a:hlinkClick r:id="" action="ppaction://noaction"/>
          </p:cNvPr>
          <p:cNvSpPr>
            <a:spLocks noChangeArrowheads="1"/>
          </p:cNvSpPr>
          <p:nvPr/>
        </p:nvSpPr>
        <p:spPr bwMode="auto">
          <a:xfrm>
            <a:off x="866288" y="1928953"/>
            <a:ext cx="799182" cy="316406"/>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CHOIX FLASH 3</a:t>
            </a:r>
          </a:p>
          <a:p>
            <a:pPr algn="ctr" eaLnBrk="0" hangingPunct="0">
              <a:defRPr/>
            </a:pPr>
            <a:r>
              <a:rPr lang="fr-FR" sz="500">
                <a:solidFill>
                  <a:srgbClr val="FFFFFF"/>
                </a:solidFill>
                <a:ea typeface="ＭＳ Ｐゴシック" charset="0"/>
              </a:rPr>
              <a:t>TECH</a:t>
            </a:r>
          </a:p>
        </p:txBody>
      </p:sp>
      <p:sp>
        <p:nvSpPr>
          <p:cNvPr id="154" name="Text Box 156"/>
          <p:cNvSpPr txBox="1">
            <a:spLocks noChangeArrowheads="1"/>
          </p:cNvSpPr>
          <p:nvPr/>
        </p:nvSpPr>
        <p:spPr bwMode="auto">
          <a:xfrm>
            <a:off x="727410" y="223354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Désactivé</a:t>
            </a:r>
          </a:p>
        </p:txBody>
      </p:sp>
      <p:cxnSp>
        <p:nvCxnSpPr>
          <p:cNvPr id="155" name="Connecteur en angle 154"/>
          <p:cNvCxnSpPr>
            <a:stCxn id="153" idx="3"/>
            <a:endCxn id="157" idx="2"/>
          </p:cNvCxnSpPr>
          <p:nvPr/>
        </p:nvCxnSpPr>
        <p:spPr bwMode="auto">
          <a:xfrm>
            <a:off x="1665470" y="2087156"/>
            <a:ext cx="1741145" cy="5338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157"/>
          <p:cNvSpPr txBox="1">
            <a:spLocks noChangeArrowheads="1"/>
          </p:cNvSpPr>
          <p:nvPr/>
        </p:nvSpPr>
        <p:spPr bwMode="auto">
          <a:xfrm>
            <a:off x="1561858" y="1889346"/>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157" name="AutoShape 87">
            <a:hlinkClick r:id="rId11" action="ppaction://hlinksldjump"/>
          </p:cNvPr>
          <p:cNvSpPr>
            <a:spLocks noChangeArrowheads="1"/>
          </p:cNvSpPr>
          <p:nvPr/>
        </p:nvSpPr>
        <p:spPr bwMode="auto">
          <a:xfrm rot="10800000">
            <a:off x="2921811" y="2140545"/>
            <a:ext cx="969609" cy="189115"/>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solidFill>
                  <a:srgbClr val="000000"/>
                </a:solidFill>
                <a:latin typeface="Arial"/>
                <a:ea typeface="ＭＳ Ｐゴシック" charset="0"/>
              </a:rPr>
              <a:t>CHOIX FLASH 3 TECH</a:t>
            </a:r>
          </a:p>
        </p:txBody>
      </p:sp>
      <p:cxnSp>
        <p:nvCxnSpPr>
          <p:cNvPr id="160" name="Connecteur droit 159"/>
          <p:cNvCxnSpPr>
            <a:stCxn id="114" idx="2"/>
            <a:endCxn id="145" idx="0"/>
          </p:cNvCxnSpPr>
          <p:nvPr/>
        </p:nvCxnSpPr>
        <p:spPr bwMode="auto">
          <a:xfrm>
            <a:off x="1246299" y="1110681"/>
            <a:ext cx="11229" cy="2459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Connecteur droit 160"/>
          <p:cNvCxnSpPr>
            <a:stCxn id="145" idx="2"/>
            <a:endCxn id="153" idx="0"/>
          </p:cNvCxnSpPr>
          <p:nvPr/>
        </p:nvCxnSpPr>
        <p:spPr bwMode="auto">
          <a:xfrm>
            <a:off x="1257528" y="1679589"/>
            <a:ext cx="8351" cy="2493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en angle 161"/>
          <p:cNvCxnSpPr>
            <a:stCxn id="139" idx="0"/>
            <a:endCxn id="145" idx="0"/>
          </p:cNvCxnSpPr>
          <p:nvPr/>
        </p:nvCxnSpPr>
        <p:spPr bwMode="auto">
          <a:xfrm rot="5400000">
            <a:off x="2249203" y="199195"/>
            <a:ext cx="165740" cy="214908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Connecteur en angle 167"/>
          <p:cNvCxnSpPr>
            <a:stCxn id="152" idx="0"/>
            <a:endCxn id="153" idx="0"/>
          </p:cNvCxnSpPr>
          <p:nvPr/>
        </p:nvCxnSpPr>
        <p:spPr bwMode="auto">
          <a:xfrm rot="5400000">
            <a:off x="2256023" y="778359"/>
            <a:ext cx="160451" cy="214073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Connecteur en angle 284"/>
          <p:cNvCxnSpPr>
            <a:cxnSpLocks/>
            <a:stCxn id="98" idx="0"/>
            <a:endCxn id="114" idx="1"/>
          </p:cNvCxnSpPr>
          <p:nvPr/>
        </p:nvCxnSpPr>
        <p:spPr bwMode="auto">
          <a:xfrm rot="16200000" flipH="1">
            <a:off x="537350" y="623264"/>
            <a:ext cx="206747" cy="43442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 name="Connecteur en angle 4095"/>
          <p:cNvCxnSpPr>
            <a:stCxn id="157" idx="0"/>
            <a:endCxn id="53" idx="0"/>
          </p:cNvCxnSpPr>
          <p:nvPr/>
        </p:nvCxnSpPr>
        <p:spPr bwMode="auto">
          <a:xfrm rot="5400000">
            <a:off x="2281529" y="1318562"/>
            <a:ext cx="113988" cy="213618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avec flèche 23">
            <a:extLst>
              <a:ext uri="{FF2B5EF4-FFF2-40B4-BE49-F238E27FC236}">
                <a16:creationId xmlns:a16="http://schemas.microsoft.com/office/drawing/2014/main" id="{A5D91902-9EC2-4D9B-BE7E-37CE933127BD}"/>
              </a:ext>
            </a:extLst>
          </p:cNvPr>
          <p:cNvCxnSpPr>
            <a:stCxn id="126" idx="2"/>
            <a:endCxn id="158" idx="2"/>
          </p:cNvCxnSpPr>
          <p:nvPr/>
        </p:nvCxnSpPr>
        <p:spPr bwMode="auto">
          <a:xfrm>
            <a:off x="8712216" y="5415337"/>
            <a:ext cx="0" cy="11569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droit 30">
            <a:extLst>
              <a:ext uri="{FF2B5EF4-FFF2-40B4-BE49-F238E27FC236}">
                <a16:creationId xmlns:a16="http://schemas.microsoft.com/office/drawing/2014/main" id="{DEA5003E-89C9-45DB-B512-B0F284F15363}"/>
              </a:ext>
            </a:extLst>
          </p:cNvPr>
          <p:cNvCxnSpPr>
            <a:cxnSpLocks/>
            <a:stCxn id="55" idx="3"/>
            <a:endCxn id="165" idx="1"/>
          </p:cNvCxnSpPr>
          <p:nvPr/>
        </p:nvCxnSpPr>
        <p:spPr bwMode="auto">
          <a:xfrm>
            <a:off x="3490720" y="5347299"/>
            <a:ext cx="133684" cy="7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droit 33">
            <a:extLst>
              <a:ext uri="{FF2B5EF4-FFF2-40B4-BE49-F238E27FC236}">
                <a16:creationId xmlns:a16="http://schemas.microsoft.com/office/drawing/2014/main" id="{B22437CD-1917-4AC6-AE0E-1B10E66F3E88}"/>
              </a:ext>
            </a:extLst>
          </p:cNvPr>
          <p:cNvCxnSpPr>
            <a:stCxn id="165" idx="3"/>
            <a:endCxn id="187" idx="1"/>
          </p:cNvCxnSpPr>
          <p:nvPr/>
        </p:nvCxnSpPr>
        <p:spPr bwMode="auto">
          <a:xfrm flipV="1">
            <a:off x="4395774" y="5342216"/>
            <a:ext cx="82081" cy="58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droit 36">
            <a:extLst>
              <a:ext uri="{FF2B5EF4-FFF2-40B4-BE49-F238E27FC236}">
                <a16:creationId xmlns:a16="http://schemas.microsoft.com/office/drawing/2014/main" id="{471F813B-D995-4DF3-805B-ABA512C19D2F}"/>
              </a:ext>
            </a:extLst>
          </p:cNvPr>
          <p:cNvCxnSpPr>
            <a:stCxn id="187" idx="3"/>
            <a:endCxn id="188" idx="1"/>
          </p:cNvCxnSpPr>
          <p:nvPr/>
        </p:nvCxnSpPr>
        <p:spPr bwMode="auto">
          <a:xfrm flipV="1">
            <a:off x="5726264" y="5339205"/>
            <a:ext cx="142017" cy="30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Connecteur droit 45">
            <a:extLst>
              <a:ext uri="{FF2B5EF4-FFF2-40B4-BE49-F238E27FC236}">
                <a16:creationId xmlns:a16="http://schemas.microsoft.com/office/drawing/2014/main" id="{47506303-EFB3-4D96-8112-81A1281A6716}"/>
              </a:ext>
            </a:extLst>
          </p:cNvPr>
          <p:cNvCxnSpPr>
            <a:stCxn id="188" idx="3"/>
            <a:endCxn id="189" idx="1"/>
          </p:cNvCxnSpPr>
          <p:nvPr/>
        </p:nvCxnSpPr>
        <p:spPr bwMode="auto">
          <a:xfrm>
            <a:off x="6992502" y="5339205"/>
            <a:ext cx="68251" cy="2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Connecteur droit 50">
            <a:extLst>
              <a:ext uri="{FF2B5EF4-FFF2-40B4-BE49-F238E27FC236}">
                <a16:creationId xmlns:a16="http://schemas.microsoft.com/office/drawing/2014/main" id="{7D0D7BD2-C80C-4516-9FD3-36C8701599DB}"/>
              </a:ext>
            </a:extLst>
          </p:cNvPr>
          <p:cNvCxnSpPr>
            <a:stCxn id="189" idx="3"/>
            <a:endCxn id="126" idx="1"/>
          </p:cNvCxnSpPr>
          <p:nvPr/>
        </p:nvCxnSpPr>
        <p:spPr bwMode="auto">
          <a:xfrm flipV="1">
            <a:off x="8216668" y="5339205"/>
            <a:ext cx="170380" cy="2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AutoShape 73">
            <a:extLst>
              <a:ext uri="{FF2B5EF4-FFF2-40B4-BE49-F238E27FC236}">
                <a16:creationId xmlns:a16="http://schemas.microsoft.com/office/drawing/2014/main" id="{198E7913-2D0E-A703-211B-CE25B16B1672}"/>
              </a:ext>
            </a:extLst>
          </p:cNvPr>
          <p:cNvSpPr>
            <a:spLocks noChangeArrowheads="1"/>
          </p:cNvSpPr>
          <p:nvPr/>
        </p:nvSpPr>
        <p:spPr bwMode="auto">
          <a:xfrm>
            <a:off x="2657660" y="4639984"/>
            <a:ext cx="760980" cy="33961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Multi-appelant</a:t>
            </a:r>
          </a:p>
        </p:txBody>
      </p:sp>
      <p:cxnSp>
        <p:nvCxnSpPr>
          <p:cNvPr id="67" name="Connecteur droit 66">
            <a:extLst>
              <a:ext uri="{FF2B5EF4-FFF2-40B4-BE49-F238E27FC236}">
                <a16:creationId xmlns:a16="http://schemas.microsoft.com/office/drawing/2014/main" id="{125B0D53-79DA-676B-0A43-4F2FEC300666}"/>
              </a:ext>
            </a:extLst>
          </p:cNvPr>
          <p:cNvCxnSpPr>
            <a:cxnSpLocks/>
            <a:stCxn id="163" idx="2"/>
            <a:endCxn id="49" idx="0"/>
          </p:cNvCxnSpPr>
          <p:nvPr/>
        </p:nvCxnSpPr>
        <p:spPr bwMode="auto">
          <a:xfrm flipH="1">
            <a:off x="3038150" y="4561316"/>
            <a:ext cx="22276" cy="786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Connecteur : en angle 108">
            <a:extLst>
              <a:ext uri="{FF2B5EF4-FFF2-40B4-BE49-F238E27FC236}">
                <a16:creationId xmlns:a16="http://schemas.microsoft.com/office/drawing/2014/main" id="{6982B54F-6B13-38D5-F69E-630EBD930B3E}"/>
              </a:ext>
            </a:extLst>
          </p:cNvPr>
          <p:cNvCxnSpPr>
            <a:cxnSpLocks/>
          </p:cNvCxnSpPr>
          <p:nvPr/>
        </p:nvCxnSpPr>
        <p:spPr bwMode="auto">
          <a:xfrm rot="5400000">
            <a:off x="5724260" y="1813938"/>
            <a:ext cx="132341" cy="5519878"/>
          </a:xfrm>
          <a:prstGeom prst="bentConnector3">
            <a:avLst>
              <a:gd name="adj1" fmla="val 10038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5" name="Connecteur droit 4104">
            <a:extLst>
              <a:ext uri="{FF2B5EF4-FFF2-40B4-BE49-F238E27FC236}">
                <a16:creationId xmlns:a16="http://schemas.microsoft.com/office/drawing/2014/main" id="{E634AF7C-D224-2B99-98AD-5EA05DE4FD78}"/>
              </a:ext>
            </a:extLst>
          </p:cNvPr>
          <p:cNvCxnSpPr>
            <a:stCxn id="49" idx="2"/>
            <a:endCxn id="55" idx="0"/>
          </p:cNvCxnSpPr>
          <p:nvPr/>
        </p:nvCxnSpPr>
        <p:spPr bwMode="auto">
          <a:xfrm>
            <a:off x="3038150" y="4979595"/>
            <a:ext cx="22276" cy="19479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9" name="AutoShape 113">
            <a:extLst>
              <a:ext uri="{FF2B5EF4-FFF2-40B4-BE49-F238E27FC236}">
                <a16:creationId xmlns:a16="http://schemas.microsoft.com/office/drawing/2014/main" id="{FEF2569E-8121-926C-18F8-C38E613849E5}"/>
              </a:ext>
            </a:extLst>
          </p:cNvPr>
          <p:cNvSpPr>
            <a:spLocks noChangeArrowheads="1"/>
          </p:cNvSpPr>
          <p:nvPr/>
        </p:nvSpPr>
        <p:spPr bwMode="auto">
          <a:xfrm>
            <a:off x="1940235" y="4939256"/>
            <a:ext cx="435405" cy="257120"/>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MC ACTIV</a:t>
            </a:r>
          </a:p>
        </p:txBody>
      </p:sp>
      <p:grpSp>
        <p:nvGrpSpPr>
          <p:cNvPr id="4110" name="Group 8">
            <a:extLst>
              <a:ext uri="{FF2B5EF4-FFF2-40B4-BE49-F238E27FC236}">
                <a16:creationId xmlns:a16="http://schemas.microsoft.com/office/drawing/2014/main" id="{E87D32DA-47BB-C147-F025-B06EB34B82D9}"/>
              </a:ext>
            </a:extLst>
          </p:cNvPr>
          <p:cNvGrpSpPr>
            <a:grpSpLocks/>
          </p:cNvGrpSpPr>
          <p:nvPr/>
        </p:nvGrpSpPr>
        <p:grpSpPr bwMode="auto">
          <a:xfrm rot="20584707">
            <a:off x="2394403" y="4831055"/>
            <a:ext cx="253386" cy="173319"/>
            <a:chOff x="1920" y="715"/>
            <a:chExt cx="270" cy="139"/>
          </a:xfrm>
        </p:grpSpPr>
        <p:sp>
          <p:nvSpPr>
            <p:cNvPr id="4111" name="AutoShape 9">
              <a:extLst>
                <a:ext uri="{FF2B5EF4-FFF2-40B4-BE49-F238E27FC236}">
                  <a16:creationId xmlns:a16="http://schemas.microsoft.com/office/drawing/2014/main" id="{E117B750-6A04-AE4B-7A89-3A8AB607AA98}"/>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4112" name="AutoShape 10">
              <a:extLst>
                <a:ext uri="{FF2B5EF4-FFF2-40B4-BE49-F238E27FC236}">
                  <a16:creationId xmlns:a16="http://schemas.microsoft.com/office/drawing/2014/main" id="{BC8CEDEB-342C-580C-F3B2-F4CE78EEF6DB}"/>
                </a:ext>
              </a:extLst>
            </p:cNvPr>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sp>
        <p:nvSpPr>
          <p:cNvPr id="4113" name="AutoShape 37">
            <a:extLst>
              <a:ext uri="{FF2B5EF4-FFF2-40B4-BE49-F238E27FC236}">
                <a16:creationId xmlns:a16="http://schemas.microsoft.com/office/drawing/2014/main" id="{D9942AA7-AE0C-3A61-5D1D-7D62230517A5}"/>
              </a:ext>
            </a:extLst>
          </p:cNvPr>
          <p:cNvSpPr>
            <a:spLocks noChangeArrowheads="1"/>
          </p:cNvSpPr>
          <p:nvPr/>
        </p:nvSpPr>
        <p:spPr bwMode="auto">
          <a:xfrm>
            <a:off x="3598618" y="4729206"/>
            <a:ext cx="1126014" cy="159087"/>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20040_MULTI_APPELANT_OK</a:t>
            </a:r>
          </a:p>
        </p:txBody>
      </p:sp>
      <p:cxnSp>
        <p:nvCxnSpPr>
          <p:cNvPr id="4147" name="Connecteur : en angle 4146">
            <a:extLst>
              <a:ext uri="{FF2B5EF4-FFF2-40B4-BE49-F238E27FC236}">
                <a16:creationId xmlns:a16="http://schemas.microsoft.com/office/drawing/2014/main" id="{3C1BA059-C4C7-AF79-53CF-421F0D051F17}"/>
              </a:ext>
            </a:extLst>
          </p:cNvPr>
          <p:cNvCxnSpPr>
            <a:stCxn id="84" idx="3"/>
            <a:endCxn id="49" idx="0"/>
          </p:cNvCxnSpPr>
          <p:nvPr/>
        </p:nvCxnSpPr>
        <p:spPr bwMode="auto">
          <a:xfrm flipV="1">
            <a:off x="2536042" y="4639984"/>
            <a:ext cx="502108" cy="68321"/>
          </a:xfrm>
          <a:prstGeom prst="bentConnector4">
            <a:avLst>
              <a:gd name="adj1" fmla="val 12111"/>
              <a:gd name="adj2" fmla="val 1474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37">
            <a:extLst>
              <a:ext uri="{FF2B5EF4-FFF2-40B4-BE49-F238E27FC236}">
                <a16:creationId xmlns:a16="http://schemas.microsoft.com/office/drawing/2014/main" id="{E32F9CAA-41E2-BFA5-593F-04C83FAED7BD}"/>
              </a:ext>
            </a:extLst>
          </p:cNvPr>
          <p:cNvSpPr>
            <a:spLocks noChangeArrowheads="1"/>
          </p:cNvSpPr>
          <p:nvPr/>
        </p:nvSpPr>
        <p:spPr bwMode="auto">
          <a:xfrm>
            <a:off x="2630132" y="5020199"/>
            <a:ext cx="1008146" cy="120739"/>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dirty="0"/>
              <a:t>20040_MULTI_APPELANT_NOK</a:t>
            </a:r>
          </a:p>
        </p:txBody>
      </p:sp>
      <p:sp>
        <p:nvSpPr>
          <p:cNvPr id="175" name="Text Box 157">
            <a:extLst>
              <a:ext uri="{FF2B5EF4-FFF2-40B4-BE49-F238E27FC236}">
                <a16:creationId xmlns:a16="http://schemas.microsoft.com/office/drawing/2014/main" id="{C82E39D2-FAFF-6562-0595-AA2F16F04CC6}"/>
              </a:ext>
            </a:extLst>
          </p:cNvPr>
          <p:cNvSpPr txBox="1">
            <a:spLocks noChangeArrowheads="1"/>
          </p:cNvSpPr>
          <p:nvPr/>
        </p:nvSpPr>
        <p:spPr bwMode="auto">
          <a:xfrm>
            <a:off x="3289945" y="460192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76" name="Text Box 156">
            <a:extLst>
              <a:ext uri="{FF2B5EF4-FFF2-40B4-BE49-F238E27FC236}">
                <a16:creationId xmlns:a16="http://schemas.microsoft.com/office/drawing/2014/main" id="{319A0CC9-951D-8C01-96BE-85E8F44428BC}"/>
              </a:ext>
            </a:extLst>
          </p:cNvPr>
          <p:cNvSpPr txBox="1">
            <a:spLocks noChangeArrowheads="1"/>
          </p:cNvSpPr>
          <p:nvPr/>
        </p:nvSpPr>
        <p:spPr bwMode="auto">
          <a:xfrm>
            <a:off x="2661937" y="487839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178" name="Connecteur droit 177">
            <a:extLst>
              <a:ext uri="{FF2B5EF4-FFF2-40B4-BE49-F238E27FC236}">
                <a16:creationId xmlns:a16="http://schemas.microsoft.com/office/drawing/2014/main" id="{C8D1B398-8F5F-3439-B02F-8D681BAA3074}"/>
              </a:ext>
            </a:extLst>
          </p:cNvPr>
          <p:cNvCxnSpPr>
            <a:stCxn id="49" idx="3"/>
            <a:endCxn id="4113" idx="1"/>
          </p:cNvCxnSpPr>
          <p:nvPr/>
        </p:nvCxnSpPr>
        <p:spPr bwMode="auto">
          <a:xfrm flipV="1">
            <a:off x="3418640" y="4808750"/>
            <a:ext cx="179978" cy="1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 name="AutoShape 31">
            <a:hlinkClick r:id="" action="ppaction://noaction"/>
            <a:extLst>
              <a:ext uri="{FF2B5EF4-FFF2-40B4-BE49-F238E27FC236}">
                <a16:creationId xmlns:a16="http://schemas.microsoft.com/office/drawing/2014/main" id="{E711AA9B-368B-23DA-2FF8-D9C597A28D95}"/>
              </a:ext>
            </a:extLst>
          </p:cNvPr>
          <p:cNvSpPr>
            <a:spLocks noChangeArrowheads="1"/>
          </p:cNvSpPr>
          <p:nvPr/>
        </p:nvSpPr>
        <p:spPr bwMode="auto">
          <a:xfrm>
            <a:off x="4842064" y="4729206"/>
            <a:ext cx="1033525" cy="15504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FIXE_MULTI_APPELANT</a:t>
            </a:r>
            <a:endParaRPr lang="fr-FR" sz="600">
              <a:solidFill>
                <a:srgbClr val="FF0000"/>
              </a:solidFill>
            </a:endParaRPr>
          </a:p>
        </p:txBody>
      </p:sp>
      <p:cxnSp>
        <p:nvCxnSpPr>
          <p:cNvPr id="256" name="Connecteur droit 255">
            <a:extLst>
              <a:ext uri="{FF2B5EF4-FFF2-40B4-BE49-F238E27FC236}">
                <a16:creationId xmlns:a16="http://schemas.microsoft.com/office/drawing/2014/main" id="{405D09B4-66E3-B756-EC94-6741D9067817}"/>
              </a:ext>
            </a:extLst>
          </p:cNvPr>
          <p:cNvCxnSpPr>
            <a:stCxn id="4113" idx="3"/>
            <a:endCxn id="184" idx="1"/>
          </p:cNvCxnSpPr>
          <p:nvPr/>
        </p:nvCxnSpPr>
        <p:spPr bwMode="auto">
          <a:xfrm flipV="1">
            <a:off x="4724632" y="4806727"/>
            <a:ext cx="117432" cy="20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AutoShape 142">
            <a:extLst>
              <a:ext uri="{FF2B5EF4-FFF2-40B4-BE49-F238E27FC236}">
                <a16:creationId xmlns:a16="http://schemas.microsoft.com/office/drawing/2014/main" id="{DEB76A15-54D1-22F6-26E3-C6184A0FBAFF}"/>
              </a:ext>
            </a:extLst>
          </p:cNvPr>
          <p:cNvSpPr>
            <a:spLocks noChangeArrowheads="1"/>
          </p:cNvSpPr>
          <p:nvPr/>
        </p:nvSpPr>
        <p:spPr bwMode="auto">
          <a:xfrm>
            <a:off x="6212322" y="4676235"/>
            <a:ext cx="1213367" cy="270734"/>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500" i="1">
                <a:solidFill>
                  <a:srgbClr val="000000"/>
                </a:solidFill>
              </a:rPr>
              <a:t>(Voir tableau de paramétrage MC ACTIV</a:t>
            </a:r>
          </a:p>
          <a:p>
            <a:pPr algn="ctr" eaLnBrk="0" hangingPunct="0"/>
            <a:r>
              <a:rPr lang="fr-FR" sz="500" i="1">
                <a:solidFill>
                  <a:srgbClr val="000000"/>
                </a:solidFill>
              </a:rPr>
              <a:t>MA TECH)</a:t>
            </a:r>
            <a:endParaRPr lang="fr-FR" sz="600" i="1">
              <a:solidFill>
                <a:srgbClr val="000000"/>
              </a:solidFill>
            </a:endParaRPr>
          </a:p>
        </p:txBody>
      </p:sp>
      <p:cxnSp>
        <p:nvCxnSpPr>
          <p:cNvPr id="266" name="Connecteur droit avec flèche 265">
            <a:extLst>
              <a:ext uri="{FF2B5EF4-FFF2-40B4-BE49-F238E27FC236}">
                <a16:creationId xmlns:a16="http://schemas.microsoft.com/office/drawing/2014/main" id="{B80C53E0-E46E-06F9-F3E6-77589A0EAF42}"/>
              </a:ext>
            </a:extLst>
          </p:cNvPr>
          <p:cNvCxnSpPr>
            <a:cxnSpLocks/>
            <a:stCxn id="184" idx="3"/>
            <a:endCxn id="262" idx="1"/>
          </p:cNvCxnSpPr>
          <p:nvPr/>
        </p:nvCxnSpPr>
        <p:spPr bwMode="auto">
          <a:xfrm>
            <a:off x="5875589" y="4806727"/>
            <a:ext cx="336733" cy="487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AutoShape 208">
            <a:extLst>
              <a:ext uri="{FF2B5EF4-FFF2-40B4-BE49-F238E27FC236}">
                <a16:creationId xmlns:a16="http://schemas.microsoft.com/office/drawing/2014/main" id="{7C17A21C-A0C7-8B90-137A-924B71725CD9}"/>
              </a:ext>
            </a:extLst>
          </p:cNvPr>
          <p:cNvSpPr>
            <a:spLocks noChangeArrowheads="1"/>
          </p:cNvSpPr>
          <p:nvPr/>
        </p:nvSpPr>
        <p:spPr bwMode="auto">
          <a:xfrm>
            <a:off x="2560714" y="5644882"/>
            <a:ext cx="102103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20041_MC_OK</a:t>
            </a:r>
          </a:p>
        </p:txBody>
      </p:sp>
      <p:cxnSp>
        <p:nvCxnSpPr>
          <p:cNvPr id="13" name="Connecteur en angle 61">
            <a:extLst>
              <a:ext uri="{FF2B5EF4-FFF2-40B4-BE49-F238E27FC236}">
                <a16:creationId xmlns:a16="http://schemas.microsoft.com/office/drawing/2014/main" id="{B213BB98-844C-1260-E4A2-AA61DC2DCE0F}"/>
              </a:ext>
            </a:extLst>
          </p:cNvPr>
          <p:cNvCxnSpPr>
            <a:cxnSpLocks/>
            <a:stCxn id="60" idx="3"/>
            <a:endCxn id="61" idx="2"/>
          </p:cNvCxnSpPr>
          <p:nvPr/>
        </p:nvCxnSpPr>
        <p:spPr bwMode="auto">
          <a:xfrm>
            <a:off x="6262314" y="6210879"/>
            <a:ext cx="1691345" cy="126783"/>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en angle 22">
            <a:extLst>
              <a:ext uri="{FF2B5EF4-FFF2-40B4-BE49-F238E27FC236}">
                <a16:creationId xmlns:a16="http://schemas.microsoft.com/office/drawing/2014/main" id="{19613664-DF8B-55B9-E440-C247519E02EB}"/>
              </a:ext>
            </a:extLst>
          </p:cNvPr>
          <p:cNvCxnSpPr>
            <a:cxnSpLocks/>
            <a:stCxn id="11" idx="2"/>
            <a:endCxn id="60" idx="1"/>
          </p:cNvCxnSpPr>
          <p:nvPr/>
        </p:nvCxnSpPr>
        <p:spPr bwMode="auto">
          <a:xfrm rot="16200000" flipH="1">
            <a:off x="4065480" y="4795094"/>
            <a:ext cx="421535" cy="241003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 Box 157">
            <a:extLst>
              <a:ext uri="{FF2B5EF4-FFF2-40B4-BE49-F238E27FC236}">
                <a16:creationId xmlns:a16="http://schemas.microsoft.com/office/drawing/2014/main" id="{49ADAFF5-5B15-EAFD-B1B0-148BA48F256F}"/>
              </a:ext>
            </a:extLst>
          </p:cNvPr>
          <p:cNvSpPr txBox="1">
            <a:spLocks noChangeArrowheads="1"/>
          </p:cNvSpPr>
          <p:nvPr/>
        </p:nvSpPr>
        <p:spPr bwMode="auto">
          <a:xfrm>
            <a:off x="3172240" y="4598798"/>
            <a:ext cx="2538389"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a:effectLst>
                  <a:outerShdw blurRad="38100" dist="38100" dir="2700000" algn="tl">
                    <a:srgbClr val="C0C0C0"/>
                  </a:outerShdw>
                </a:effectLst>
              </a:rPr>
              <a:t>Seuil d’éligibilité + Période + TECHNO = MA OK  </a:t>
            </a:r>
            <a:endParaRPr lang="fr-FR" sz="600">
              <a:effectLst>
                <a:outerShdw blurRad="38100" dist="38100" dir="2700000" algn="tl">
                  <a:srgbClr val="C0C0C0"/>
                </a:outerShdw>
              </a:effectLst>
            </a:endParaRPr>
          </a:p>
        </p:txBody>
      </p:sp>
      <p:sp>
        <p:nvSpPr>
          <p:cNvPr id="9" name="Rectangle 8">
            <a:extLst>
              <a:ext uri="{FF2B5EF4-FFF2-40B4-BE49-F238E27FC236}">
                <a16:creationId xmlns:a16="http://schemas.microsoft.com/office/drawing/2014/main" id="{4A80626D-D4BF-56E2-8D94-203B8DB6C410}"/>
              </a:ext>
            </a:extLst>
          </p:cNvPr>
          <p:cNvSpPr/>
          <p:nvPr/>
        </p:nvSpPr>
        <p:spPr>
          <a:xfrm>
            <a:off x="124944" y="4947578"/>
            <a:ext cx="1663130" cy="461665"/>
          </a:xfrm>
          <a:prstGeom prst="rect">
            <a:avLst/>
          </a:prstGeom>
          <a:ln>
            <a:solidFill>
              <a:schemeClr val="tx1"/>
            </a:solidFill>
          </a:ln>
        </p:spPr>
        <p:txBody>
          <a:bodyPr wrap="square">
            <a:spAutoFit/>
          </a:bodyPr>
          <a:lstStyle/>
          <a:p>
            <a:r>
              <a:rPr lang="fr-FR" sz="600" b="1"/>
              <a:t>MC ACTIV / Eligibilité MA TECH </a:t>
            </a:r>
            <a:r>
              <a:rPr lang="fr-FR" sz="600"/>
              <a:t>=</a:t>
            </a:r>
          </a:p>
          <a:p>
            <a:r>
              <a:rPr lang="fr-FR" sz="600"/>
              <a:t>Comptabilisation des AE CLIENT avec la valeur MOTIFST_LIBACT (seuil défini dans IRIS ) + période + Techno = Client éligible)</a:t>
            </a:r>
          </a:p>
        </p:txBody>
      </p:sp>
      <p:sp>
        <p:nvSpPr>
          <p:cNvPr id="4" name="AutoShape 11">
            <a:hlinkClick r:id="rId8" action="ppaction://hlinksldjump"/>
            <a:extLst>
              <a:ext uri="{FF2B5EF4-FFF2-40B4-BE49-F238E27FC236}">
                <a16:creationId xmlns:a16="http://schemas.microsoft.com/office/drawing/2014/main" id="{49C7BD14-171A-393C-5B98-AECDEA3DFDC5}"/>
              </a:ext>
            </a:extLst>
          </p:cNvPr>
          <p:cNvSpPr>
            <a:spLocks noChangeArrowheads="1"/>
          </p:cNvSpPr>
          <p:nvPr/>
        </p:nvSpPr>
        <p:spPr bwMode="auto">
          <a:xfrm rot="10800000">
            <a:off x="830656" y="396304"/>
            <a:ext cx="909698" cy="31661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latin typeface="+mn-lt"/>
              </a:rPr>
              <a:t>MENU  PRINCIPAL- AB Test</a:t>
            </a:r>
          </a:p>
        </p:txBody>
      </p:sp>
      <p:sp>
        <p:nvSpPr>
          <p:cNvPr id="5" name="ZoneTexte 4">
            <a:extLst>
              <a:ext uri="{FF2B5EF4-FFF2-40B4-BE49-F238E27FC236}">
                <a16:creationId xmlns:a16="http://schemas.microsoft.com/office/drawing/2014/main" id="{AFA92578-0965-3967-27D7-273C1692ED97}"/>
              </a:ext>
            </a:extLst>
          </p:cNvPr>
          <p:cNvSpPr txBox="1"/>
          <p:nvPr/>
        </p:nvSpPr>
        <p:spPr>
          <a:xfrm>
            <a:off x="3975331" y="385444"/>
            <a:ext cx="2433890" cy="1061829"/>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a:p>
            <a:r>
              <a:rPr lang="fr-FR" sz="900"/>
              <a:t>L’ensemble des balises des parcours en aval devront être préfixées par AB, comme parcours MODE CONTINU</a:t>
            </a:r>
          </a:p>
          <a:p>
            <a:endParaRPr lang="fr-FR" sz="900"/>
          </a:p>
        </p:txBody>
      </p:sp>
      <p:cxnSp>
        <p:nvCxnSpPr>
          <p:cNvPr id="16" name="Connecteur : en angle 15">
            <a:extLst>
              <a:ext uri="{FF2B5EF4-FFF2-40B4-BE49-F238E27FC236}">
                <a16:creationId xmlns:a16="http://schemas.microsoft.com/office/drawing/2014/main" id="{D755A21F-0D4D-73BB-815F-5361F834FE01}"/>
              </a:ext>
            </a:extLst>
          </p:cNvPr>
          <p:cNvCxnSpPr>
            <a:cxnSpLocks/>
            <a:stCxn id="4" idx="0"/>
            <a:endCxn id="114" idx="1"/>
          </p:cNvCxnSpPr>
          <p:nvPr/>
        </p:nvCxnSpPr>
        <p:spPr bwMode="auto">
          <a:xfrm rot="5400000">
            <a:off x="956255" y="614601"/>
            <a:ext cx="230933" cy="427568"/>
          </a:xfrm>
          <a:prstGeom prst="bentConnector4">
            <a:avLst>
              <a:gd name="adj1" fmla="val 13879"/>
              <a:gd name="adj2" fmla="val 15346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571613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29</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17424" y="56728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6" name="Rectangle 5"/>
          <p:cNvSpPr>
            <a:spLocks noChangeArrowheads="1"/>
          </p:cNvSpPr>
          <p:nvPr/>
        </p:nvSpPr>
        <p:spPr bwMode="auto">
          <a:xfrm>
            <a:off x="3900737" y="2245640"/>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 TECH </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978406" cy="14964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20011_CHOIX_FLASH_TECH1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20021_CHOIX_FLASH_TECH2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20031_CHOIX_FLASH_TECH3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20021_CHOIX_FLASH_TECH2_OK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TECH3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20031_CHOIX_FLASH_TECH3_OK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20021_CHOIX_FLASH_TECH2_NOK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20031_CHOIX_FLASH_TECH3_NOK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42197" y="1178075"/>
            <a:ext cx="310656" cy="299978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49318" y="1881070"/>
            <a:ext cx="306530" cy="158966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34140" y="2585915"/>
            <a:ext cx="308226" cy="18167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08059" y="911996"/>
            <a:ext cx="165120" cy="33864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20001_CHOIX_FLASH_TECH_NOK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20001_CHOIX_FLASH_TECH</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20091_CHOIX_FLASH_TECH_NMNI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92"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502731" y="1829998"/>
            <a:ext cx="1583247" cy="14761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60647" y="430270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293741" y="4933327"/>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20091_CHOIX_FLASH_TECH_NMNI2</a:t>
            </a:r>
          </a:p>
        </p:txBody>
      </p:sp>
      <p:sp>
        <p:nvSpPr>
          <p:cNvPr id="223" name="Rectangle 55"/>
          <p:cNvSpPr>
            <a:spLocks noChangeArrowheads="1"/>
          </p:cNvSpPr>
          <p:nvPr/>
        </p:nvSpPr>
        <p:spPr bwMode="auto">
          <a:xfrm>
            <a:off x="7459044" y="5185567"/>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486350"/>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541070"/>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31905" y="4761360"/>
            <a:ext cx="0" cy="1719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075609"/>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20091_CHOIX_FLASH_TECH_NMNI2B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32030"/>
            <a:ext cx="951723" cy="115290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5485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1407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737218" y="1977612"/>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20001_CHOIX_FLASH_TECH_OK</a:t>
            </a:r>
          </a:p>
        </p:txBody>
      </p:sp>
      <p:cxnSp>
        <p:nvCxnSpPr>
          <p:cNvPr id="12" name="Connecteur droit 11"/>
          <p:cNvCxnSpPr>
            <a:stCxn id="90" idx="2"/>
            <a:endCxn id="36" idx="0"/>
          </p:cNvCxnSpPr>
          <p:nvPr/>
        </p:nvCxnSpPr>
        <p:spPr bwMode="auto">
          <a:xfrm flipH="1">
            <a:off x="4497417" y="2145389"/>
            <a:ext cx="5313" cy="1002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92" idx="2"/>
            <a:endCxn id="221" idx="0"/>
          </p:cNvCxnSpPr>
          <p:nvPr/>
        </p:nvCxnSpPr>
        <p:spPr bwMode="auto">
          <a:xfrm>
            <a:off x="8131904" y="3803716"/>
            <a:ext cx="1" cy="4989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 en angle 6">
            <a:extLst>
              <a:ext uri="{FF2B5EF4-FFF2-40B4-BE49-F238E27FC236}">
                <a16:creationId xmlns:a16="http://schemas.microsoft.com/office/drawing/2014/main" id="{0B9838B6-EE29-F77B-A209-780024E4DD76}"/>
              </a:ext>
            </a:extLst>
          </p:cNvPr>
          <p:cNvCxnSpPr>
            <a:stCxn id="33" idx="0"/>
            <a:endCxn id="185" idx="0"/>
          </p:cNvCxnSpPr>
          <p:nvPr/>
        </p:nvCxnSpPr>
        <p:spPr bwMode="auto">
          <a:xfrm rot="16200000" flipH="1">
            <a:off x="3162288" y="1022417"/>
            <a:ext cx="194463" cy="419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ZoneTexte 5">
            <a:extLst>
              <a:ext uri="{FF2B5EF4-FFF2-40B4-BE49-F238E27FC236}">
                <a16:creationId xmlns:a16="http://schemas.microsoft.com/office/drawing/2014/main" id="{ED40D686-7043-B9B4-C2BC-7B271C15826C}"/>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2226592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30</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17424" y="546553"/>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6" name="Rectangle 5"/>
          <p:cNvSpPr>
            <a:spLocks noChangeArrowheads="1"/>
          </p:cNvSpPr>
          <p:nvPr/>
        </p:nvSpPr>
        <p:spPr bwMode="auto">
          <a:xfrm>
            <a:off x="3909757" y="2241517"/>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FLASH2 TECH</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82113" cy="1673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20012_CHOIX_FLASH2_TECH1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20022_CHOIX_FLASH2_TECH2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20032_CHOIX_FLASH2_TECH3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20022_CHOIX_FLASH2_TECH2_OK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TECH3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20032_CHOIX_FLASH2_TECH3_OK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20022_CHOIX_FLASH2_TECH2_NOK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20032_CHOIX_FLASH2_TECH3_NOK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90812" y="1217670"/>
            <a:ext cx="222446" cy="30088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97933" y="1920665"/>
            <a:ext cx="218320" cy="159868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82755" y="2634530"/>
            <a:ext cx="220016" cy="17265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56674" y="960611"/>
            <a:ext cx="76910" cy="33773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cxnSpLocks/>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cxnSpLocks/>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31672" y="2113653"/>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20002_CHOIX_FLASH2_TECH_NOK</a:t>
            </a:r>
          </a:p>
        </p:txBody>
      </p:sp>
      <p:cxnSp>
        <p:nvCxnSpPr>
          <p:cNvPr id="15402" name="Connecteur en angle 15401"/>
          <p:cNvCxnSpPr>
            <a:stCxn id="58" idx="1"/>
            <a:endCxn id="175" idx="0"/>
          </p:cNvCxnSpPr>
          <p:nvPr/>
        </p:nvCxnSpPr>
        <p:spPr bwMode="auto">
          <a:xfrm rot="10800000" flipV="1">
            <a:off x="797185" y="1827967"/>
            <a:ext cx="2204863" cy="2856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81430"/>
            <a:ext cx="31673" cy="408905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20002_CHOIX_FLASH2_TECH</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20092_CHOIX_FLASH2_TECH_NMNI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06437" y="1829997"/>
            <a:ext cx="1579540" cy="1653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50628" y="4410456"/>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283722" y="509887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20092_CHOIX_FLASH2_TECH_NMNI2</a:t>
            </a:r>
          </a:p>
        </p:txBody>
      </p:sp>
      <p:sp>
        <p:nvSpPr>
          <p:cNvPr id="223" name="Rectangle 55"/>
          <p:cNvSpPr>
            <a:spLocks noChangeArrowheads="1"/>
          </p:cNvSpPr>
          <p:nvPr/>
        </p:nvSpPr>
        <p:spPr bwMode="auto">
          <a:xfrm>
            <a:off x="7449025" y="535111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67167" y="565189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54259" y="570661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21886" y="4869116"/>
            <a:ext cx="0" cy="2297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1886" y="524115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20092_CHOIX_FLASH2_TECH_NMNI2B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39786"/>
            <a:ext cx="941704" cy="104515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09977" y="486260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83703" y="442182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40925" y="19953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20002_CHOIX_FLASH2_TECH_OK</a:t>
            </a:r>
          </a:p>
        </p:txBody>
      </p:sp>
      <p:cxnSp>
        <p:nvCxnSpPr>
          <p:cNvPr id="12" name="Connecteur droit 11"/>
          <p:cNvCxnSpPr>
            <a:stCxn id="96" idx="2"/>
            <a:endCxn id="36" idx="0"/>
          </p:cNvCxnSpPr>
          <p:nvPr/>
        </p:nvCxnSpPr>
        <p:spPr bwMode="auto">
          <a:xfrm>
            <a:off x="4506437" y="2163134"/>
            <a:ext cx="0" cy="783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21886" y="3803716"/>
            <a:ext cx="10018" cy="6067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 en angle 6">
            <a:extLst>
              <a:ext uri="{FF2B5EF4-FFF2-40B4-BE49-F238E27FC236}">
                <a16:creationId xmlns:a16="http://schemas.microsoft.com/office/drawing/2014/main" id="{A2065343-27B1-798D-B791-09B0774E521E}"/>
              </a:ext>
            </a:extLst>
          </p:cNvPr>
          <p:cNvCxnSpPr>
            <a:stCxn id="33" idx="0"/>
            <a:endCxn id="185" idx="0"/>
          </p:cNvCxnSpPr>
          <p:nvPr/>
        </p:nvCxnSpPr>
        <p:spPr bwMode="auto">
          <a:xfrm rot="16200000" flipH="1">
            <a:off x="3151924" y="1012053"/>
            <a:ext cx="215191" cy="419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ZoneTexte 5">
            <a:extLst>
              <a:ext uri="{FF2B5EF4-FFF2-40B4-BE49-F238E27FC236}">
                <a16:creationId xmlns:a16="http://schemas.microsoft.com/office/drawing/2014/main" id="{416BC662-E7E3-FF2F-EA3B-FBBD776004CB}"/>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60414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31</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17424" y="513257"/>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 1</a:t>
            </a:r>
          </a:p>
        </p:txBody>
      </p:sp>
      <p:sp>
        <p:nvSpPr>
          <p:cNvPr id="36" name="Rectangle 5"/>
          <p:cNvSpPr>
            <a:spLocks noChangeArrowheads="1"/>
          </p:cNvSpPr>
          <p:nvPr/>
        </p:nvSpPr>
        <p:spPr bwMode="auto">
          <a:xfrm>
            <a:off x="3944794" y="2222731"/>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FLASH3 TECH </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7150" cy="1257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20013_CHOIX_FLASH3_TECH1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20023_CHOIX_FLASH3_TECH2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20033_CHOIX_FLASH3_TECH3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20023_CHOIX_FLASH3_TECH2_OK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TECH3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20033_CHOIX_FLASH3_TECH3_OK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20023_CHOIX_FLASH3_TECH2_NOK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20033_CHOIX_FLASH3_TECH3_NOK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98938" y="1190759"/>
            <a:ext cx="241232" cy="304384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606059" y="1893754"/>
            <a:ext cx="237106" cy="163372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90881" y="2642656"/>
            <a:ext cx="238802" cy="1376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64800" y="968737"/>
            <a:ext cx="95696" cy="33423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20003_CHOIX_FLASH3_TECH_NOK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20003_CHOIX_FLASH3_TECH</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20093_CHOIX_FLASH3_TECH_NMNI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475" y="1829997"/>
            <a:ext cx="1544503" cy="1237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78334" y="4412732"/>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302584" y="5060137"/>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20093_CHOIX_FLASH3_TECH_NMNI2</a:t>
            </a:r>
          </a:p>
        </p:txBody>
      </p:sp>
      <p:sp>
        <p:nvSpPr>
          <p:cNvPr id="223" name="Rectangle 55"/>
          <p:cNvSpPr>
            <a:spLocks noChangeArrowheads="1"/>
          </p:cNvSpPr>
          <p:nvPr/>
        </p:nvSpPr>
        <p:spPr bwMode="auto">
          <a:xfrm>
            <a:off x="7476731" y="5311859"/>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94873" y="5612642"/>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81965" y="5667362"/>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flipH="1">
            <a:off x="8140748" y="4871392"/>
            <a:ext cx="8844" cy="18874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40748" y="5202419"/>
            <a:ext cx="8845" cy="1094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20093_CHOIX_FLASH3_TECH_NMNI2B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42062"/>
            <a:ext cx="969410" cy="1042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7683" y="486488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1409" y="442410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962" y="19537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20003_CHOIX_FLASH3_TECH_OK</a:t>
            </a:r>
          </a:p>
        </p:txBody>
      </p:sp>
      <p:cxnSp>
        <p:nvCxnSpPr>
          <p:cNvPr id="13" name="Connecteur droit 12"/>
          <p:cNvCxnSpPr>
            <a:stCxn id="96" idx="2"/>
            <a:endCxn id="36" idx="0"/>
          </p:cNvCxnSpPr>
          <p:nvPr/>
        </p:nvCxnSpPr>
        <p:spPr bwMode="auto">
          <a:xfrm>
            <a:off x="4541474" y="2121534"/>
            <a:ext cx="0" cy="1011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7688" cy="6090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 en angle 7">
            <a:extLst>
              <a:ext uri="{FF2B5EF4-FFF2-40B4-BE49-F238E27FC236}">
                <a16:creationId xmlns:a16="http://schemas.microsoft.com/office/drawing/2014/main" id="{D7BE223F-2045-FE42-072C-A1435BBC6E0C}"/>
              </a:ext>
            </a:extLst>
          </p:cNvPr>
          <p:cNvCxnSpPr>
            <a:stCxn id="33" idx="0"/>
            <a:endCxn id="185" idx="0"/>
          </p:cNvCxnSpPr>
          <p:nvPr/>
        </p:nvCxnSpPr>
        <p:spPr bwMode="auto">
          <a:xfrm rot="16200000" flipH="1">
            <a:off x="3135276" y="995405"/>
            <a:ext cx="248487" cy="419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ZoneTexte 6">
            <a:extLst>
              <a:ext uri="{FF2B5EF4-FFF2-40B4-BE49-F238E27FC236}">
                <a16:creationId xmlns:a16="http://schemas.microsoft.com/office/drawing/2014/main" id="{56F38F2D-E20C-6241-DFB3-EC064DBC2290}"/>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113781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348565" y="284582"/>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32</a:t>
            </a:fld>
            <a:endParaRPr lang="fr-FR"/>
          </a:p>
        </p:txBody>
      </p:sp>
      <p:sp>
        <p:nvSpPr>
          <p:cNvPr id="126" name="AutoShape 98">
            <a:hlinkClick r:id="rId3" action="ppaction://hlinksldjump"/>
          </p:cNvPr>
          <p:cNvSpPr>
            <a:spLocks noChangeArrowheads="1"/>
          </p:cNvSpPr>
          <p:nvPr/>
        </p:nvSpPr>
        <p:spPr bwMode="auto">
          <a:xfrm rot="10800000">
            <a:off x="2775160" y="482194"/>
            <a:ext cx="107156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TECHNIQUE 1</a:t>
            </a:r>
          </a:p>
        </p:txBody>
      </p:sp>
      <p:sp>
        <p:nvSpPr>
          <p:cNvPr id="118" name="AutoShape 98">
            <a:hlinkClick r:id="rId4" action="ppaction://hlinksldjump"/>
          </p:cNvPr>
          <p:cNvSpPr>
            <a:spLocks noChangeArrowheads="1"/>
          </p:cNvSpPr>
          <p:nvPr/>
        </p:nvSpPr>
        <p:spPr bwMode="auto">
          <a:xfrm rot="10800000">
            <a:off x="8181886" y="6372332"/>
            <a:ext cx="912688"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MENU TECHNIQUE CC </a:t>
            </a:r>
          </a:p>
        </p:txBody>
      </p:sp>
      <p:sp>
        <p:nvSpPr>
          <p:cNvPr id="65" name="AutoShape 41"/>
          <p:cNvSpPr>
            <a:spLocks noChangeArrowheads="1"/>
          </p:cNvSpPr>
          <p:nvPr/>
        </p:nvSpPr>
        <p:spPr bwMode="auto">
          <a:xfrm>
            <a:off x="4168043" y="825999"/>
            <a:ext cx="1297448" cy="1899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20043_ELIGIBILITE_PREDIAG_OK</a:t>
            </a:r>
          </a:p>
        </p:txBody>
      </p:sp>
      <p:sp>
        <p:nvSpPr>
          <p:cNvPr id="63" name="AutoShape 68">
            <a:hlinkClick r:id="" action="ppaction://noaction"/>
          </p:cNvPr>
          <p:cNvSpPr>
            <a:spLocks noChangeArrowheads="1"/>
          </p:cNvSpPr>
          <p:nvPr/>
        </p:nvSpPr>
        <p:spPr bwMode="auto">
          <a:xfrm>
            <a:off x="4418456" y="5182857"/>
            <a:ext cx="781050" cy="320675"/>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Suspicion IG</a:t>
            </a:r>
          </a:p>
          <a:p>
            <a:pPr algn="ctr" eaLnBrk="0" hangingPunct="0">
              <a:defRPr/>
            </a:pPr>
            <a:r>
              <a:rPr lang="fr-FR" sz="600">
                <a:solidFill>
                  <a:schemeClr val="bg1"/>
                </a:solidFill>
                <a:ea typeface="ＭＳ Ｐゴシック" charset="0"/>
              </a:rPr>
              <a:t> transfert</a:t>
            </a:r>
          </a:p>
        </p:txBody>
      </p:sp>
      <p:sp>
        <p:nvSpPr>
          <p:cNvPr id="87" name="Espace réservé du texte 4"/>
          <p:cNvSpPr txBox="1">
            <a:spLocks/>
          </p:cNvSpPr>
          <p:nvPr/>
        </p:nvSpPr>
        <p:spPr>
          <a:xfrm>
            <a:off x="37518" y="42863"/>
            <a:ext cx="2622550" cy="261937"/>
          </a:xfrm>
          <a:prstGeom prst="rect">
            <a:avLst/>
          </a:prstGeom>
        </p:spPr>
        <p:txBody>
          <a:bodyPr anchor="ctr"/>
          <a:lst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a:lstStyle>
          <a:p>
            <a:pPr marL="0" indent="0">
              <a:buNone/>
            </a:pPr>
            <a:r>
              <a:rPr lang="fr-FR" sz="1400" b="0" kern="0">
                <a:solidFill>
                  <a:schemeClr val="bg1"/>
                </a:solidFill>
                <a:effectLst>
                  <a:outerShdw blurRad="38100" dist="38100" dir="2700000" algn="tl">
                    <a:srgbClr val="000000">
                      <a:alpha val="43137"/>
                    </a:srgbClr>
                  </a:outerShdw>
                </a:effectLst>
                <a:latin typeface="SFR Thin" panose="020B0203040504020204" pitchFamily="34" charset="0"/>
              </a:rPr>
              <a:t>SVI FIXE</a:t>
            </a:r>
          </a:p>
        </p:txBody>
      </p:sp>
      <p:sp>
        <p:nvSpPr>
          <p:cNvPr id="88" name="Titre 2"/>
          <p:cNvSpPr>
            <a:spLocks noGrp="1"/>
          </p:cNvSpPr>
          <p:nvPr>
            <p:ph type="title"/>
          </p:nvPr>
        </p:nvSpPr>
        <p:spPr>
          <a:xfrm>
            <a:off x="2711127" y="43653"/>
            <a:ext cx="6077325" cy="261147"/>
          </a:xfrm>
        </p:spPr>
        <p:txBody>
          <a:bodyPr>
            <a:noAutofit/>
          </a:bodyPr>
          <a:lstStyle/>
          <a:p>
            <a:r>
              <a:rPr lang="fr-FR" sz="1400">
                <a:effectLst>
                  <a:outerShdw blurRad="38100" dist="38100" dir="2700000" algn="tl">
                    <a:srgbClr val="000000">
                      <a:alpha val="43137"/>
                    </a:srgbClr>
                  </a:outerShdw>
                </a:effectLst>
                <a:latin typeface="SFR Thin" panose="020B0203040504020204" pitchFamily="34" charset="0"/>
              </a:rPr>
              <a:t>ELIG PRE-DIAG SUSPICION IG</a:t>
            </a:r>
            <a:endParaRPr lang="fr-FR" sz="1400">
              <a:latin typeface="SFR Thin" panose="020B0203040504020204" pitchFamily="34" charset="0"/>
            </a:endParaRPr>
          </a:p>
        </p:txBody>
      </p:sp>
      <p:sp>
        <p:nvSpPr>
          <p:cNvPr id="76" name="AutoShape 68">
            <a:hlinkClick r:id="" action="ppaction://noaction"/>
            <a:extLst>
              <a:ext uri="{FF2B5EF4-FFF2-40B4-BE49-F238E27FC236}">
                <a16:creationId xmlns:a16="http://schemas.microsoft.com/office/drawing/2014/main" id="{4419757B-B9EC-49C5-8A5B-99CA42B00643}"/>
              </a:ext>
            </a:extLst>
          </p:cNvPr>
          <p:cNvSpPr>
            <a:spLocks noChangeArrowheads="1"/>
          </p:cNvSpPr>
          <p:nvPr/>
        </p:nvSpPr>
        <p:spPr bwMode="auto">
          <a:xfrm>
            <a:off x="4418528" y="4679886"/>
            <a:ext cx="781050" cy="377825"/>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Diag-Front:</a:t>
            </a:r>
          </a:p>
          <a:p>
            <a:pPr algn="ctr" eaLnBrk="0" hangingPunct="0">
              <a:defRPr/>
            </a:pPr>
            <a:r>
              <a:rPr lang="fr-FR" sz="600">
                <a:solidFill>
                  <a:schemeClr val="bg1"/>
                </a:solidFill>
                <a:ea typeface="ＭＳ Ｐゴシック" charset="0"/>
              </a:rPr>
              <a:t>Suspicion IG</a:t>
            </a:r>
          </a:p>
        </p:txBody>
      </p:sp>
      <p:sp>
        <p:nvSpPr>
          <p:cNvPr id="89" name="Rectangle 5">
            <a:extLst>
              <a:ext uri="{FF2B5EF4-FFF2-40B4-BE49-F238E27FC236}">
                <a16:creationId xmlns:a16="http://schemas.microsoft.com/office/drawing/2014/main" id="{B259F66B-F4BB-4C61-883D-FC8E82D260B4}"/>
              </a:ext>
            </a:extLst>
          </p:cNvPr>
          <p:cNvSpPr>
            <a:spLocks noChangeArrowheads="1"/>
          </p:cNvSpPr>
          <p:nvPr/>
        </p:nvSpPr>
        <p:spPr bwMode="auto">
          <a:xfrm>
            <a:off x="3407373" y="3014024"/>
            <a:ext cx="2876371" cy="369332"/>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C00000"/>
                </a:solidFill>
              </a:rPr>
              <a:t>INFO PRE-DIAG</a:t>
            </a:r>
            <a:br>
              <a:rPr lang="fr-FR" sz="700" b="1">
                <a:solidFill>
                  <a:schemeClr val="accent2"/>
                </a:solidFill>
              </a:rPr>
            </a:br>
            <a:r>
              <a:rPr lang="fr-FR" sz="600">
                <a:solidFill>
                  <a:schemeClr val="tx1"/>
                </a:solidFill>
              </a:rPr>
              <a:t>Nous allons procéder à quelques vérifications techniques à distance sur votre ligne. Cela va durer moins de x secondes</a:t>
            </a:r>
            <a:endParaRPr lang="fr-FR" sz="600"/>
          </a:p>
        </p:txBody>
      </p:sp>
      <p:sp>
        <p:nvSpPr>
          <p:cNvPr id="130" name="ZoneTexte 129">
            <a:extLst>
              <a:ext uri="{FF2B5EF4-FFF2-40B4-BE49-F238E27FC236}">
                <a16:creationId xmlns:a16="http://schemas.microsoft.com/office/drawing/2014/main" id="{F9686BC8-B62C-4979-B7C9-37E14DF5A57E}"/>
              </a:ext>
            </a:extLst>
          </p:cNvPr>
          <p:cNvSpPr txBox="1"/>
          <p:nvPr/>
        </p:nvSpPr>
        <p:spPr>
          <a:xfrm>
            <a:off x="5171109" y="425254"/>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désactivé</a:t>
            </a:r>
          </a:p>
        </p:txBody>
      </p:sp>
      <p:cxnSp>
        <p:nvCxnSpPr>
          <p:cNvPr id="4144" name="Connecteur droit 4143">
            <a:extLst>
              <a:ext uri="{FF2B5EF4-FFF2-40B4-BE49-F238E27FC236}">
                <a16:creationId xmlns:a16="http://schemas.microsoft.com/office/drawing/2014/main" id="{F6FC24E7-4483-4E9F-8E8A-028219877C15}"/>
              </a:ext>
            </a:extLst>
          </p:cNvPr>
          <p:cNvCxnSpPr>
            <a:cxnSpLocks/>
            <a:stCxn id="197" idx="2"/>
            <a:endCxn id="89" idx="0"/>
          </p:cNvCxnSpPr>
          <p:nvPr/>
        </p:nvCxnSpPr>
        <p:spPr bwMode="auto">
          <a:xfrm>
            <a:off x="4835115" y="2862629"/>
            <a:ext cx="10444" cy="1513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 name="ZoneTexte 274">
            <a:extLst>
              <a:ext uri="{FF2B5EF4-FFF2-40B4-BE49-F238E27FC236}">
                <a16:creationId xmlns:a16="http://schemas.microsoft.com/office/drawing/2014/main" id="{3499C25B-2B5A-49C3-9E7B-E18F528E5FE4}"/>
              </a:ext>
            </a:extLst>
          </p:cNvPr>
          <p:cNvSpPr txBox="1"/>
          <p:nvPr/>
        </p:nvSpPr>
        <p:spPr>
          <a:xfrm>
            <a:off x="4079403" y="4278658"/>
            <a:ext cx="781050" cy="184666"/>
          </a:xfrm>
          <a:prstGeom prst="rect">
            <a:avLst/>
          </a:prstGeom>
          <a:noFill/>
        </p:spPr>
        <p:txBody>
          <a:bodyPr wrap="square" rtlCol="0">
            <a:spAutoFit/>
          </a:bodyPr>
          <a:lstStyle/>
          <a:p>
            <a:r>
              <a:rPr lang="fr-FR" sz="600"/>
              <a:t>SI BOX DOWN</a:t>
            </a:r>
          </a:p>
        </p:txBody>
      </p:sp>
      <p:sp>
        <p:nvSpPr>
          <p:cNvPr id="276" name="AutoShape 37">
            <a:extLst>
              <a:ext uri="{FF2B5EF4-FFF2-40B4-BE49-F238E27FC236}">
                <a16:creationId xmlns:a16="http://schemas.microsoft.com/office/drawing/2014/main" id="{7E978D61-C51F-45CF-A95C-FCFDC8E805C0}"/>
              </a:ext>
            </a:extLst>
          </p:cNvPr>
          <p:cNvSpPr>
            <a:spLocks noChangeArrowheads="1"/>
          </p:cNvSpPr>
          <p:nvPr/>
        </p:nvSpPr>
        <p:spPr bwMode="auto">
          <a:xfrm>
            <a:off x="2450073" y="5273926"/>
            <a:ext cx="1872684" cy="143046"/>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20044_PREDIAG_SUSPICION_IG_DISSUASION</a:t>
            </a:r>
          </a:p>
        </p:txBody>
      </p:sp>
      <p:cxnSp>
        <p:nvCxnSpPr>
          <p:cNvPr id="206" name="Connecteur droit 205">
            <a:extLst>
              <a:ext uri="{FF2B5EF4-FFF2-40B4-BE49-F238E27FC236}">
                <a16:creationId xmlns:a16="http://schemas.microsoft.com/office/drawing/2014/main" id="{2ED509D6-B63B-4ECE-952D-3426F81A5012}"/>
              </a:ext>
            </a:extLst>
          </p:cNvPr>
          <p:cNvCxnSpPr>
            <a:cxnSpLocks/>
            <a:stCxn id="76" idx="2"/>
            <a:endCxn id="63" idx="0"/>
          </p:cNvCxnSpPr>
          <p:nvPr/>
        </p:nvCxnSpPr>
        <p:spPr bwMode="auto">
          <a:xfrm flipH="1">
            <a:off x="4808981" y="5057711"/>
            <a:ext cx="72" cy="1251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Connecteur : en angle 209">
            <a:extLst>
              <a:ext uri="{FF2B5EF4-FFF2-40B4-BE49-F238E27FC236}">
                <a16:creationId xmlns:a16="http://schemas.microsoft.com/office/drawing/2014/main" id="{20E58187-2FFB-4A1C-BF95-7011E39ECF96}"/>
              </a:ext>
            </a:extLst>
          </p:cNvPr>
          <p:cNvCxnSpPr>
            <a:cxnSpLocks/>
            <a:stCxn id="369" idx="1"/>
            <a:endCxn id="284" idx="0"/>
          </p:cNvCxnSpPr>
          <p:nvPr/>
        </p:nvCxnSpPr>
        <p:spPr bwMode="auto">
          <a:xfrm rot="10800000" flipH="1" flipV="1">
            <a:off x="367182" y="5342990"/>
            <a:ext cx="322986" cy="191990"/>
          </a:xfrm>
          <a:prstGeom prst="bentConnector4">
            <a:avLst>
              <a:gd name="adj1" fmla="val -70777"/>
              <a:gd name="adj2" fmla="val 6759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Rectangle 5">
            <a:extLst>
              <a:ext uri="{FF2B5EF4-FFF2-40B4-BE49-F238E27FC236}">
                <a16:creationId xmlns:a16="http://schemas.microsoft.com/office/drawing/2014/main" id="{D41A2DD5-BB9C-4F6E-9553-762FE7F92F2D}"/>
              </a:ext>
            </a:extLst>
          </p:cNvPr>
          <p:cNvSpPr>
            <a:spLocks noChangeArrowheads="1"/>
          </p:cNvSpPr>
          <p:nvPr/>
        </p:nvSpPr>
        <p:spPr bwMode="auto">
          <a:xfrm>
            <a:off x="0" y="5534980"/>
            <a:ext cx="1380335" cy="1015663"/>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C00000"/>
                </a:solidFill>
              </a:rPr>
              <a:t>INFO SUSPICION IG</a:t>
            </a:r>
            <a:br>
              <a:rPr lang="fr-FR" sz="700" b="1">
                <a:solidFill>
                  <a:schemeClr val="accent2"/>
                </a:solidFill>
              </a:rPr>
            </a:br>
            <a:r>
              <a:rPr lang="fr-FR" sz="600">
                <a:solidFill>
                  <a:schemeClr val="tx1"/>
                </a:solidFill>
              </a:rPr>
              <a:t>Nous avons mis en évidence un incident qui affecte le fonctionnement de votre box mais aussi celles de vos voisins, nous allons dépêcher au plus vite notre technicien sur place pour rétablir vos services.</a:t>
            </a:r>
          </a:p>
          <a:p>
            <a:r>
              <a:rPr lang="fr-FR" sz="600">
                <a:solidFill>
                  <a:schemeClr val="tx1"/>
                </a:solidFill>
              </a:rPr>
              <a:t>Nous vous prions de nous excusez de cette situation.</a:t>
            </a:r>
          </a:p>
        </p:txBody>
      </p:sp>
      <p:sp>
        <p:nvSpPr>
          <p:cNvPr id="295" name="AutoShape 19">
            <a:extLst>
              <a:ext uri="{FF2B5EF4-FFF2-40B4-BE49-F238E27FC236}">
                <a16:creationId xmlns:a16="http://schemas.microsoft.com/office/drawing/2014/main" id="{3004F066-87C6-480C-9802-9735FD9CE09C}"/>
              </a:ext>
            </a:extLst>
          </p:cNvPr>
          <p:cNvSpPr>
            <a:spLocks noChangeArrowheads="1"/>
          </p:cNvSpPr>
          <p:nvPr/>
        </p:nvSpPr>
        <p:spPr bwMode="auto">
          <a:xfrm>
            <a:off x="618729" y="6632319"/>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cxnSp>
        <p:nvCxnSpPr>
          <p:cNvPr id="222" name="Connecteur droit 221">
            <a:extLst>
              <a:ext uri="{FF2B5EF4-FFF2-40B4-BE49-F238E27FC236}">
                <a16:creationId xmlns:a16="http://schemas.microsoft.com/office/drawing/2014/main" id="{72DA2CE2-BA62-468D-8197-11CEA1355DB8}"/>
              </a:ext>
            </a:extLst>
          </p:cNvPr>
          <p:cNvCxnSpPr>
            <a:cxnSpLocks/>
            <a:stCxn id="284" idx="2"/>
            <a:endCxn id="295" idx="0"/>
          </p:cNvCxnSpPr>
          <p:nvPr/>
        </p:nvCxnSpPr>
        <p:spPr bwMode="auto">
          <a:xfrm flipH="1">
            <a:off x="690167" y="6550643"/>
            <a:ext cx="1" cy="816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6" name="ZoneTexte 355">
            <a:extLst>
              <a:ext uri="{FF2B5EF4-FFF2-40B4-BE49-F238E27FC236}">
                <a16:creationId xmlns:a16="http://schemas.microsoft.com/office/drawing/2014/main" id="{5E14CC67-B624-42D6-BFE6-3DDCF131B6C6}"/>
              </a:ext>
            </a:extLst>
          </p:cNvPr>
          <p:cNvSpPr txBox="1"/>
          <p:nvPr/>
        </p:nvSpPr>
        <p:spPr>
          <a:xfrm>
            <a:off x="6302355" y="2677579"/>
            <a:ext cx="2654043" cy="507831"/>
          </a:xfrm>
          <a:prstGeom prst="rect">
            <a:avLst/>
          </a:prstGeom>
          <a:noFill/>
          <a:ln>
            <a:solidFill>
              <a:schemeClr val="tx1"/>
            </a:solidFill>
          </a:ln>
        </p:spPr>
        <p:txBody>
          <a:bodyPr wrap="square" rtlCol="0">
            <a:spAutoFit/>
          </a:bodyPr>
          <a:lstStyle/>
          <a:p>
            <a:pPr algn="ctr"/>
            <a:r>
              <a:rPr lang="fr-FR" sz="900"/>
              <a:t>Si WS retour incrémenter balise avec la cause du retour webservices si retour vide </a:t>
            </a:r>
            <a:r>
              <a:rPr lang="nb-NO" sz="900"/>
              <a:t>10044_WS_PREDIAG_DIAG_FRONT_NOK</a:t>
            </a:r>
            <a:endParaRPr lang="fr-FR" sz="900"/>
          </a:p>
        </p:txBody>
      </p:sp>
      <p:sp>
        <p:nvSpPr>
          <p:cNvPr id="369" name="AutoShape 31">
            <a:hlinkClick r:id="" action="ppaction://noaction"/>
            <a:extLst>
              <a:ext uri="{FF2B5EF4-FFF2-40B4-BE49-F238E27FC236}">
                <a16:creationId xmlns:a16="http://schemas.microsoft.com/office/drawing/2014/main" id="{AD957234-A99F-4AA4-A9FD-677DD2C6B020}"/>
              </a:ext>
            </a:extLst>
          </p:cNvPr>
          <p:cNvSpPr>
            <a:spLocks noChangeArrowheads="1"/>
          </p:cNvSpPr>
          <p:nvPr/>
        </p:nvSpPr>
        <p:spPr bwMode="auto">
          <a:xfrm>
            <a:off x="367182" y="5275429"/>
            <a:ext cx="1963222" cy="13512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FIXE_PREDIAG_SUSPICION_IG_DISSUASION</a:t>
            </a:r>
            <a:endParaRPr lang="fr-FR" sz="600">
              <a:solidFill>
                <a:srgbClr val="D31E05"/>
              </a:solidFill>
            </a:endParaRPr>
          </a:p>
        </p:txBody>
      </p:sp>
      <p:sp>
        <p:nvSpPr>
          <p:cNvPr id="372" name="ZoneTexte 371">
            <a:extLst>
              <a:ext uri="{FF2B5EF4-FFF2-40B4-BE49-F238E27FC236}">
                <a16:creationId xmlns:a16="http://schemas.microsoft.com/office/drawing/2014/main" id="{E1FE4BEE-DECA-44E3-99AD-0944F78E0EEC}"/>
              </a:ext>
            </a:extLst>
          </p:cNvPr>
          <p:cNvSpPr txBox="1"/>
          <p:nvPr/>
        </p:nvSpPr>
        <p:spPr>
          <a:xfrm>
            <a:off x="4432690" y="5011460"/>
            <a:ext cx="363774" cy="184666"/>
          </a:xfrm>
          <a:prstGeom prst="rect">
            <a:avLst/>
          </a:prstGeom>
          <a:noFill/>
        </p:spPr>
        <p:txBody>
          <a:bodyPr wrap="square" rtlCol="0">
            <a:spAutoFit/>
          </a:bodyPr>
          <a:lstStyle/>
          <a:p>
            <a:pPr algn="ctr"/>
            <a:r>
              <a:rPr lang="fr-FR" sz="600"/>
              <a:t>OUI</a:t>
            </a:r>
          </a:p>
        </p:txBody>
      </p:sp>
      <p:cxnSp>
        <p:nvCxnSpPr>
          <p:cNvPr id="306" name="Connecteur droit 305">
            <a:extLst>
              <a:ext uri="{FF2B5EF4-FFF2-40B4-BE49-F238E27FC236}">
                <a16:creationId xmlns:a16="http://schemas.microsoft.com/office/drawing/2014/main" id="{07C827DB-393E-4595-A3C3-904655F065B7}"/>
              </a:ext>
            </a:extLst>
          </p:cNvPr>
          <p:cNvCxnSpPr>
            <a:cxnSpLocks/>
            <a:stCxn id="369" idx="3"/>
            <a:endCxn id="276" idx="1"/>
          </p:cNvCxnSpPr>
          <p:nvPr/>
        </p:nvCxnSpPr>
        <p:spPr bwMode="auto">
          <a:xfrm>
            <a:off x="2330404" y="5342990"/>
            <a:ext cx="119669" cy="24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1" name="AutoShape 41">
            <a:extLst>
              <a:ext uri="{FF2B5EF4-FFF2-40B4-BE49-F238E27FC236}">
                <a16:creationId xmlns:a16="http://schemas.microsoft.com/office/drawing/2014/main" id="{9071CBF7-7993-4AD3-BCF4-E3C219DEB5C1}"/>
              </a:ext>
            </a:extLst>
          </p:cNvPr>
          <p:cNvSpPr>
            <a:spLocks noChangeArrowheads="1"/>
          </p:cNvSpPr>
          <p:nvPr/>
        </p:nvSpPr>
        <p:spPr bwMode="auto">
          <a:xfrm>
            <a:off x="4080027" y="3449726"/>
            <a:ext cx="1516838" cy="13106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20044_WS_PREDIAG_DIAG_FRONT</a:t>
            </a:r>
          </a:p>
        </p:txBody>
      </p:sp>
      <p:cxnSp>
        <p:nvCxnSpPr>
          <p:cNvPr id="321" name="Connecteur droit 320">
            <a:extLst>
              <a:ext uri="{FF2B5EF4-FFF2-40B4-BE49-F238E27FC236}">
                <a16:creationId xmlns:a16="http://schemas.microsoft.com/office/drawing/2014/main" id="{CA842975-F2AF-4761-9C98-EB28A2EAE2CA}"/>
              </a:ext>
            </a:extLst>
          </p:cNvPr>
          <p:cNvCxnSpPr>
            <a:cxnSpLocks/>
            <a:stCxn id="89" idx="2"/>
            <a:endCxn id="401" idx="0"/>
          </p:cNvCxnSpPr>
          <p:nvPr/>
        </p:nvCxnSpPr>
        <p:spPr bwMode="auto">
          <a:xfrm flipH="1">
            <a:off x="4838446" y="3383356"/>
            <a:ext cx="7113" cy="663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6" name="Connecteur droit 325">
            <a:extLst>
              <a:ext uri="{FF2B5EF4-FFF2-40B4-BE49-F238E27FC236}">
                <a16:creationId xmlns:a16="http://schemas.microsoft.com/office/drawing/2014/main" id="{2E9A2114-479B-4B36-A182-72A7144F1E6C}"/>
              </a:ext>
            </a:extLst>
          </p:cNvPr>
          <p:cNvCxnSpPr>
            <a:cxnSpLocks/>
            <a:stCxn id="414" idx="0"/>
            <a:endCxn id="401" idx="2"/>
          </p:cNvCxnSpPr>
          <p:nvPr/>
        </p:nvCxnSpPr>
        <p:spPr bwMode="auto">
          <a:xfrm flipH="1" flipV="1">
            <a:off x="4838446" y="3580790"/>
            <a:ext cx="5677" cy="4454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4" name="AutoShape 68">
            <a:hlinkClick r:id="" action="ppaction://noaction"/>
            <a:extLst>
              <a:ext uri="{FF2B5EF4-FFF2-40B4-BE49-F238E27FC236}">
                <a16:creationId xmlns:a16="http://schemas.microsoft.com/office/drawing/2014/main" id="{B3D9480C-AC3C-4A89-A4A4-5337B4596FAB}"/>
              </a:ext>
            </a:extLst>
          </p:cNvPr>
          <p:cNvSpPr>
            <a:spLocks noChangeArrowheads="1"/>
          </p:cNvSpPr>
          <p:nvPr/>
        </p:nvSpPr>
        <p:spPr bwMode="auto">
          <a:xfrm>
            <a:off x="4453598" y="4026281"/>
            <a:ext cx="781050" cy="320675"/>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DIAG-FRONT:</a:t>
            </a:r>
          </a:p>
          <a:p>
            <a:pPr algn="ctr" eaLnBrk="0" hangingPunct="0">
              <a:defRPr/>
            </a:pPr>
            <a:r>
              <a:rPr lang="fr-FR" sz="600" err="1">
                <a:solidFill>
                  <a:schemeClr val="bg1"/>
                </a:solidFill>
                <a:ea typeface="ＭＳ Ｐゴシック" charset="0"/>
              </a:rPr>
              <a:t>StatusModem</a:t>
            </a:r>
            <a:endParaRPr lang="fr-FR" sz="600">
              <a:solidFill>
                <a:schemeClr val="bg1"/>
              </a:solidFill>
              <a:ea typeface="ＭＳ Ｐゴシック" charset="0"/>
            </a:endParaRPr>
          </a:p>
        </p:txBody>
      </p:sp>
      <p:sp>
        <p:nvSpPr>
          <p:cNvPr id="418" name="AutoShape 41">
            <a:extLst>
              <a:ext uri="{FF2B5EF4-FFF2-40B4-BE49-F238E27FC236}">
                <a16:creationId xmlns:a16="http://schemas.microsoft.com/office/drawing/2014/main" id="{D2CAD1FD-1458-437F-A66A-B311974A913D}"/>
              </a:ext>
            </a:extLst>
          </p:cNvPr>
          <p:cNvSpPr>
            <a:spLocks noChangeArrowheads="1"/>
          </p:cNvSpPr>
          <p:nvPr/>
        </p:nvSpPr>
        <p:spPr bwMode="auto">
          <a:xfrm>
            <a:off x="5772800" y="3582894"/>
            <a:ext cx="1850280" cy="13106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20044_WS_PREDIAG_DIAG_FRONT_OFF</a:t>
            </a:r>
          </a:p>
        </p:txBody>
      </p:sp>
      <p:sp>
        <p:nvSpPr>
          <p:cNvPr id="419" name="AutoShape 41">
            <a:extLst>
              <a:ext uri="{FF2B5EF4-FFF2-40B4-BE49-F238E27FC236}">
                <a16:creationId xmlns:a16="http://schemas.microsoft.com/office/drawing/2014/main" id="{72A97C99-2FE8-4C1A-B226-43AA4A61FD99}"/>
              </a:ext>
            </a:extLst>
          </p:cNvPr>
          <p:cNvSpPr>
            <a:spLocks noChangeArrowheads="1"/>
          </p:cNvSpPr>
          <p:nvPr/>
        </p:nvSpPr>
        <p:spPr bwMode="auto">
          <a:xfrm>
            <a:off x="5579438" y="3969246"/>
            <a:ext cx="2702659" cy="17717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20044_WS_PREDIAG_DIAG_FRONT_HS</a:t>
            </a:r>
            <a:r>
              <a:rPr lang="fr-FR" sz="600" i="1" dirty="0">
                <a:effectLst/>
                <a:latin typeface="Arial" panose="020B0604020202020204" pitchFamily="34" charset="0"/>
                <a:ea typeface="Calibri" panose="020F0502020204030204" pitchFamily="34" charset="0"/>
                <a:cs typeface="Arial" panose="020B0604020202020204" pitchFamily="34" charset="0"/>
              </a:rPr>
              <a:t>[code </a:t>
            </a:r>
            <a:r>
              <a:rPr lang="fr-FR" sz="600" i="1" dirty="0" err="1">
                <a:effectLst/>
                <a:latin typeface="Arial" panose="020B0604020202020204" pitchFamily="34" charset="0"/>
                <a:ea typeface="Calibri" panose="020F0502020204030204" pitchFamily="34" charset="0"/>
                <a:cs typeface="Arial" panose="020B0604020202020204" pitchFamily="34" charset="0"/>
              </a:rPr>
              <a:t>erreur_libellé</a:t>
            </a:r>
            <a:r>
              <a:rPr lang="fr-FR" sz="600" i="1" dirty="0">
                <a:effectLst/>
                <a:latin typeface="Arial" panose="020B0604020202020204" pitchFamily="34" charset="0"/>
                <a:ea typeface="Calibri" panose="020F0502020204030204" pitchFamily="34" charset="0"/>
                <a:cs typeface="Arial" panose="020B0604020202020204" pitchFamily="34" charset="0"/>
              </a:rPr>
              <a:t> erreur]</a:t>
            </a:r>
            <a:endParaRPr lang="fr-FR" sz="600" i="1" dirty="0"/>
          </a:p>
        </p:txBody>
      </p:sp>
      <p:sp>
        <p:nvSpPr>
          <p:cNvPr id="420" name="AutoShape 41">
            <a:extLst>
              <a:ext uri="{FF2B5EF4-FFF2-40B4-BE49-F238E27FC236}">
                <a16:creationId xmlns:a16="http://schemas.microsoft.com/office/drawing/2014/main" id="{98296EDC-9436-4949-9BA7-1AB86E41B7E2}"/>
              </a:ext>
            </a:extLst>
          </p:cNvPr>
          <p:cNvSpPr>
            <a:spLocks noChangeArrowheads="1"/>
          </p:cNvSpPr>
          <p:nvPr/>
        </p:nvSpPr>
        <p:spPr bwMode="auto">
          <a:xfrm>
            <a:off x="5592237" y="4169678"/>
            <a:ext cx="2566399" cy="1966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20044_WS_PREDIAG_DIAG_FRONT_NOK_</a:t>
            </a:r>
            <a:r>
              <a:rPr lang="fr-FR" sz="600" dirty="0">
                <a:effectLst/>
                <a:latin typeface="Arial" panose="020B0604020202020204" pitchFamily="34" charset="0"/>
                <a:ea typeface="Calibri" panose="020F0502020204030204" pitchFamily="34" charset="0"/>
                <a:cs typeface="Arial" panose="020B0604020202020204" pitchFamily="34" charset="0"/>
              </a:rPr>
              <a:t>[</a:t>
            </a:r>
            <a:r>
              <a:rPr lang="fr-FR" sz="600" i="1" dirty="0">
                <a:effectLst/>
                <a:latin typeface="Arial" panose="020B0604020202020204" pitchFamily="34" charset="0"/>
                <a:ea typeface="Calibri" panose="020F0502020204030204" pitchFamily="34" charset="0"/>
                <a:cs typeface="Arial" panose="020B0604020202020204" pitchFamily="34" charset="0"/>
              </a:rPr>
              <a:t>statut et cause</a:t>
            </a:r>
            <a:r>
              <a:rPr lang="fr-FR" sz="600" dirty="0">
                <a:effectLst/>
                <a:latin typeface="Arial" panose="020B0604020202020204" pitchFamily="34" charset="0"/>
                <a:ea typeface="Calibri" panose="020F0502020204030204" pitchFamily="34" charset="0"/>
                <a:cs typeface="Arial" panose="020B0604020202020204" pitchFamily="34" charset="0"/>
              </a:rPr>
              <a:t>]</a:t>
            </a:r>
            <a:endParaRPr lang="fr-FR" sz="600" dirty="0"/>
          </a:p>
        </p:txBody>
      </p:sp>
      <p:cxnSp>
        <p:nvCxnSpPr>
          <p:cNvPr id="336" name="Connecteur : en angle 335">
            <a:extLst>
              <a:ext uri="{FF2B5EF4-FFF2-40B4-BE49-F238E27FC236}">
                <a16:creationId xmlns:a16="http://schemas.microsoft.com/office/drawing/2014/main" id="{F97BD4E1-65D9-455F-9CB3-C35D907C97B5}"/>
              </a:ext>
            </a:extLst>
          </p:cNvPr>
          <p:cNvCxnSpPr>
            <a:cxnSpLocks/>
            <a:stCxn id="414" idx="3"/>
            <a:endCxn id="419" idx="1"/>
          </p:cNvCxnSpPr>
          <p:nvPr/>
        </p:nvCxnSpPr>
        <p:spPr bwMode="auto">
          <a:xfrm flipV="1">
            <a:off x="5234648" y="4057833"/>
            <a:ext cx="344790" cy="128786"/>
          </a:xfrm>
          <a:prstGeom prst="bentConnector3">
            <a:avLst>
              <a:gd name="adj1" fmla="val 942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9" name="Connecteur : en angle 348">
            <a:extLst>
              <a:ext uri="{FF2B5EF4-FFF2-40B4-BE49-F238E27FC236}">
                <a16:creationId xmlns:a16="http://schemas.microsoft.com/office/drawing/2014/main" id="{FF66C514-F9CE-4B94-B1AA-8C98BF7DAB90}"/>
              </a:ext>
            </a:extLst>
          </p:cNvPr>
          <p:cNvCxnSpPr>
            <a:cxnSpLocks/>
            <a:stCxn id="414" idx="3"/>
            <a:endCxn id="420" idx="1"/>
          </p:cNvCxnSpPr>
          <p:nvPr/>
        </p:nvCxnSpPr>
        <p:spPr bwMode="auto">
          <a:xfrm>
            <a:off x="5234648" y="4186619"/>
            <a:ext cx="357589" cy="81374"/>
          </a:xfrm>
          <a:prstGeom prst="bentConnector3">
            <a:avLst>
              <a:gd name="adj1" fmla="val 8462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Connecteur droit 352">
            <a:extLst>
              <a:ext uri="{FF2B5EF4-FFF2-40B4-BE49-F238E27FC236}">
                <a16:creationId xmlns:a16="http://schemas.microsoft.com/office/drawing/2014/main" id="{B06044E1-ACA5-4984-8428-0E095861AE48}"/>
              </a:ext>
            </a:extLst>
          </p:cNvPr>
          <p:cNvCxnSpPr>
            <a:stCxn id="554" idx="2"/>
            <a:endCxn id="76" idx="0"/>
          </p:cNvCxnSpPr>
          <p:nvPr/>
        </p:nvCxnSpPr>
        <p:spPr bwMode="auto">
          <a:xfrm flipH="1">
            <a:off x="4809053" y="4632406"/>
            <a:ext cx="20432" cy="474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0" name="Connecteur : en angle 379">
            <a:extLst>
              <a:ext uri="{FF2B5EF4-FFF2-40B4-BE49-F238E27FC236}">
                <a16:creationId xmlns:a16="http://schemas.microsoft.com/office/drawing/2014/main" id="{A36DDED2-1F9F-4FA2-BAFB-53355AC56619}"/>
              </a:ext>
            </a:extLst>
          </p:cNvPr>
          <p:cNvCxnSpPr>
            <a:stCxn id="414" idx="3"/>
            <a:endCxn id="418" idx="1"/>
          </p:cNvCxnSpPr>
          <p:nvPr/>
        </p:nvCxnSpPr>
        <p:spPr bwMode="auto">
          <a:xfrm flipV="1">
            <a:off x="5234648" y="3648426"/>
            <a:ext cx="538152" cy="53819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 name="ZoneTexte 521">
            <a:extLst>
              <a:ext uri="{FF2B5EF4-FFF2-40B4-BE49-F238E27FC236}">
                <a16:creationId xmlns:a16="http://schemas.microsoft.com/office/drawing/2014/main" id="{9103BE35-5D01-42E5-8625-440DC4550850}"/>
              </a:ext>
            </a:extLst>
          </p:cNvPr>
          <p:cNvSpPr txBox="1"/>
          <p:nvPr/>
        </p:nvSpPr>
        <p:spPr>
          <a:xfrm>
            <a:off x="3958275" y="4020790"/>
            <a:ext cx="597780" cy="184666"/>
          </a:xfrm>
          <a:prstGeom prst="rect">
            <a:avLst/>
          </a:prstGeom>
          <a:noFill/>
        </p:spPr>
        <p:txBody>
          <a:bodyPr wrap="square" rtlCol="0">
            <a:spAutoFit/>
          </a:bodyPr>
          <a:lstStyle/>
          <a:p>
            <a:r>
              <a:rPr lang="fr-FR" sz="600"/>
              <a:t>SI BOX UP</a:t>
            </a:r>
          </a:p>
        </p:txBody>
      </p:sp>
      <p:cxnSp>
        <p:nvCxnSpPr>
          <p:cNvPr id="4171" name="Connecteur droit 4170">
            <a:extLst>
              <a:ext uri="{FF2B5EF4-FFF2-40B4-BE49-F238E27FC236}">
                <a16:creationId xmlns:a16="http://schemas.microsoft.com/office/drawing/2014/main" id="{90D273CE-BFD9-4676-B136-EDBA181C0511}"/>
              </a:ext>
            </a:extLst>
          </p:cNvPr>
          <p:cNvCxnSpPr>
            <a:stCxn id="414" idx="1"/>
            <a:endCxn id="539" idx="3"/>
          </p:cNvCxnSpPr>
          <p:nvPr/>
        </p:nvCxnSpPr>
        <p:spPr bwMode="auto">
          <a:xfrm flipH="1">
            <a:off x="3913798" y="4186619"/>
            <a:ext cx="539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9" name="AutoShape 41">
            <a:extLst>
              <a:ext uri="{FF2B5EF4-FFF2-40B4-BE49-F238E27FC236}">
                <a16:creationId xmlns:a16="http://schemas.microsoft.com/office/drawing/2014/main" id="{4E9C4B10-8AF9-485D-B3E4-2C5D8A4BEABA}"/>
              </a:ext>
            </a:extLst>
          </p:cNvPr>
          <p:cNvSpPr>
            <a:spLocks noChangeArrowheads="1"/>
          </p:cNvSpPr>
          <p:nvPr/>
        </p:nvSpPr>
        <p:spPr bwMode="auto">
          <a:xfrm>
            <a:off x="2824404" y="4107395"/>
            <a:ext cx="1089394" cy="1584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20044_WS_BOX_UP</a:t>
            </a:r>
          </a:p>
        </p:txBody>
      </p:sp>
      <p:sp>
        <p:nvSpPr>
          <p:cNvPr id="542" name="AutoShape 31">
            <a:hlinkClick r:id="" action="ppaction://noaction"/>
            <a:extLst>
              <a:ext uri="{FF2B5EF4-FFF2-40B4-BE49-F238E27FC236}">
                <a16:creationId xmlns:a16="http://schemas.microsoft.com/office/drawing/2014/main" id="{3CB4B11C-0EB1-4597-86FD-15197087AA54}"/>
              </a:ext>
            </a:extLst>
          </p:cNvPr>
          <p:cNvSpPr>
            <a:spLocks noChangeArrowheads="1"/>
          </p:cNvSpPr>
          <p:nvPr/>
        </p:nvSpPr>
        <p:spPr bwMode="auto">
          <a:xfrm>
            <a:off x="1121685" y="4112547"/>
            <a:ext cx="1365965" cy="178419"/>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FIXE_PREDIAG_BOX_UP</a:t>
            </a:r>
            <a:endParaRPr lang="fr-FR" sz="600">
              <a:solidFill>
                <a:srgbClr val="D31E05"/>
              </a:solidFill>
            </a:endParaRPr>
          </a:p>
        </p:txBody>
      </p:sp>
      <p:cxnSp>
        <p:nvCxnSpPr>
          <p:cNvPr id="4189" name="Connecteur droit 4188">
            <a:extLst>
              <a:ext uri="{FF2B5EF4-FFF2-40B4-BE49-F238E27FC236}">
                <a16:creationId xmlns:a16="http://schemas.microsoft.com/office/drawing/2014/main" id="{4306B801-1C2E-44C6-BE39-A9754D2A7412}"/>
              </a:ext>
            </a:extLst>
          </p:cNvPr>
          <p:cNvCxnSpPr>
            <a:cxnSpLocks/>
            <a:stCxn id="539" idx="1"/>
            <a:endCxn id="542" idx="3"/>
          </p:cNvCxnSpPr>
          <p:nvPr/>
        </p:nvCxnSpPr>
        <p:spPr bwMode="auto">
          <a:xfrm flipH="1">
            <a:off x="2487650" y="4186619"/>
            <a:ext cx="336754" cy="1513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2" name="Connecteur : en angle 4191">
            <a:extLst>
              <a:ext uri="{FF2B5EF4-FFF2-40B4-BE49-F238E27FC236}">
                <a16:creationId xmlns:a16="http://schemas.microsoft.com/office/drawing/2014/main" id="{0F771881-4F7F-4A56-89CB-2569CF4E4674}"/>
              </a:ext>
            </a:extLst>
          </p:cNvPr>
          <p:cNvCxnSpPr>
            <a:cxnSpLocks/>
            <a:stCxn id="542" idx="1"/>
            <a:endCxn id="552" idx="2"/>
          </p:cNvCxnSpPr>
          <p:nvPr/>
        </p:nvCxnSpPr>
        <p:spPr bwMode="auto">
          <a:xfrm rot="10800000" flipV="1">
            <a:off x="574969" y="4201757"/>
            <a:ext cx="546717" cy="55625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2" name="AutoShape 98">
            <a:hlinkClick r:id="rId5" action="ppaction://hlinksldjump"/>
            <a:extLst>
              <a:ext uri="{FF2B5EF4-FFF2-40B4-BE49-F238E27FC236}">
                <a16:creationId xmlns:a16="http://schemas.microsoft.com/office/drawing/2014/main" id="{8B03C19B-D594-447C-AB84-AD5325E464D1}"/>
              </a:ext>
            </a:extLst>
          </p:cNvPr>
          <p:cNvSpPr>
            <a:spLocks noChangeArrowheads="1"/>
          </p:cNvSpPr>
          <p:nvPr/>
        </p:nvSpPr>
        <p:spPr bwMode="auto">
          <a:xfrm rot="10800000">
            <a:off x="39187" y="4758009"/>
            <a:ext cx="107156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REBOOT BOX</a:t>
            </a:r>
          </a:p>
        </p:txBody>
      </p:sp>
      <p:sp>
        <p:nvSpPr>
          <p:cNvPr id="554" name="AutoShape 41">
            <a:extLst>
              <a:ext uri="{FF2B5EF4-FFF2-40B4-BE49-F238E27FC236}">
                <a16:creationId xmlns:a16="http://schemas.microsoft.com/office/drawing/2014/main" id="{39C981A0-1E40-4B8F-B9FF-DE5C398B3CB5}"/>
              </a:ext>
            </a:extLst>
          </p:cNvPr>
          <p:cNvSpPr>
            <a:spLocks noChangeArrowheads="1"/>
          </p:cNvSpPr>
          <p:nvPr/>
        </p:nvSpPr>
        <p:spPr bwMode="auto">
          <a:xfrm>
            <a:off x="4284788" y="4473958"/>
            <a:ext cx="1089394" cy="1584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20044_WS_BOX_DOWN</a:t>
            </a:r>
          </a:p>
        </p:txBody>
      </p:sp>
      <p:cxnSp>
        <p:nvCxnSpPr>
          <p:cNvPr id="4201" name="Connecteur droit 4200">
            <a:extLst>
              <a:ext uri="{FF2B5EF4-FFF2-40B4-BE49-F238E27FC236}">
                <a16:creationId xmlns:a16="http://schemas.microsoft.com/office/drawing/2014/main" id="{4A0DFFE3-AE98-4D1A-9281-1EC859531664}"/>
              </a:ext>
            </a:extLst>
          </p:cNvPr>
          <p:cNvCxnSpPr>
            <a:stCxn id="414" idx="2"/>
            <a:endCxn id="554" idx="0"/>
          </p:cNvCxnSpPr>
          <p:nvPr/>
        </p:nvCxnSpPr>
        <p:spPr bwMode="auto">
          <a:xfrm flipH="1">
            <a:off x="4829485" y="4346956"/>
            <a:ext cx="14638" cy="1270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AutoShape 68">
            <a:hlinkClick r:id="" action="ppaction://noaction"/>
            <a:extLst>
              <a:ext uri="{FF2B5EF4-FFF2-40B4-BE49-F238E27FC236}">
                <a16:creationId xmlns:a16="http://schemas.microsoft.com/office/drawing/2014/main" id="{518AE4AF-DCC1-4283-AFAD-110F5153B5AA}"/>
              </a:ext>
            </a:extLst>
          </p:cNvPr>
          <p:cNvSpPr>
            <a:spLocks noChangeArrowheads="1"/>
          </p:cNvSpPr>
          <p:nvPr/>
        </p:nvSpPr>
        <p:spPr bwMode="auto">
          <a:xfrm>
            <a:off x="4443703" y="371636"/>
            <a:ext cx="781050" cy="356622"/>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solidFill>
                  <a:schemeClr val="bg1"/>
                </a:solidFill>
                <a:ea typeface="ＭＳ Ｐゴシック" charset="0"/>
              </a:rPr>
              <a:t>Eligibilité </a:t>
            </a:r>
            <a:r>
              <a:rPr lang="fr-FR" sz="600" b="1" err="1">
                <a:solidFill>
                  <a:schemeClr val="bg1"/>
                </a:solidFill>
                <a:ea typeface="ＭＳ Ｐゴシック" charset="0"/>
              </a:rPr>
              <a:t>Prédiag</a:t>
            </a:r>
            <a:endParaRPr lang="fr-FR" sz="600" b="1">
              <a:solidFill>
                <a:schemeClr val="bg1"/>
              </a:solidFill>
              <a:ea typeface="ＭＳ Ｐゴシック" charset="0"/>
            </a:endParaRPr>
          </a:p>
        </p:txBody>
      </p:sp>
      <p:cxnSp>
        <p:nvCxnSpPr>
          <p:cNvPr id="28" name="Connecteur : en angle 27">
            <a:extLst>
              <a:ext uri="{FF2B5EF4-FFF2-40B4-BE49-F238E27FC236}">
                <a16:creationId xmlns:a16="http://schemas.microsoft.com/office/drawing/2014/main" id="{B0A3A0F5-F5AD-4CAB-9DE2-85C45F5FF2D0}"/>
              </a:ext>
            </a:extLst>
          </p:cNvPr>
          <p:cNvCxnSpPr>
            <a:stCxn id="126" idx="0"/>
            <a:endCxn id="135" idx="0"/>
          </p:cNvCxnSpPr>
          <p:nvPr/>
        </p:nvCxnSpPr>
        <p:spPr bwMode="auto">
          <a:xfrm rot="5400000" flipH="1" flipV="1">
            <a:off x="3838994" y="-156418"/>
            <a:ext cx="467179" cy="1523287"/>
          </a:xfrm>
          <a:prstGeom prst="bentConnector5">
            <a:avLst>
              <a:gd name="adj1" fmla="val -48932"/>
              <a:gd name="adj2" fmla="val 54768"/>
              <a:gd name="adj3" fmla="val 14893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 en angle 30">
            <a:extLst>
              <a:ext uri="{FF2B5EF4-FFF2-40B4-BE49-F238E27FC236}">
                <a16:creationId xmlns:a16="http://schemas.microsoft.com/office/drawing/2014/main" id="{68F56C70-768F-4E34-A620-2B35151D5B66}"/>
              </a:ext>
            </a:extLst>
          </p:cNvPr>
          <p:cNvCxnSpPr>
            <a:cxnSpLocks/>
          </p:cNvCxnSpPr>
          <p:nvPr/>
        </p:nvCxnSpPr>
        <p:spPr bwMode="auto">
          <a:xfrm flipH="1">
            <a:off x="8638346" y="715147"/>
            <a:ext cx="212534" cy="5657185"/>
          </a:xfrm>
          <a:prstGeom prst="bentConnector4">
            <a:avLst>
              <a:gd name="adj1" fmla="val -107559"/>
              <a:gd name="adj2" fmla="val 6399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AutoShape 37">
            <a:extLst>
              <a:ext uri="{FF2B5EF4-FFF2-40B4-BE49-F238E27FC236}">
                <a16:creationId xmlns:a16="http://schemas.microsoft.com/office/drawing/2014/main" id="{F56B0252-A114-4B41-9CB3-42D02614999A}"/>
              </a:ext>
            </a:extLst>
          </p:cNvPr>
          <p:cNvSpPr>
            <a:spLocks noChangeArrowheads="1"/>
          </p:cNvSpPr>
          <p:nvPr/>
        </p:nvSpPr>
        <p:spPr bwMode="auto">
          <a:xfrm>
            <a:off x="5834247" y="460521"/>
            <a:ext cx="1450470" cy="218508"/>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20043_ELIGIBILITE_PREDIAG_OFF</a:t>
            </a:r>
          </a:p>
        </p:txBody>
      </p:sp>
      <p:cxnSp>
        <p:nvCxnSpPr>
          <p:cNvPr id="36" name="Connecteur droit 35">
            <a:extLst>
              <a:ext uri="{FF2B5EF4-FFF2-40B4-BE49-F238E27FC236}">
                <a16:creationId xmlns:a16="http://schemas.microsoft.com/office/drawing/2014/main" id="{96647253-D09B-446D-A8B2-59CE08A14F66}"/>
              </a:ext>
            </a:extLst>
          </p:cNvPr>
          <p:cNvCxnSpPr>
            <a:cxnSpLocks/>
            <a:stCxn id="135" idx="3"/>
            <a:endCxn id="145" idx="1"/>
          </p:cNvCxnSpPr>
          <p:nvPr/>
        </p:nvCxnSpPr>
        <p:spPr bwMode="auto">
          <a:xfrm>
            <a:off x="5224753" y="549947"/>
            <a:ext cx="609494" cy="198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7" name="Connecteur droit 4106">
            <a:extLst>
              <a:ext uri="{FF2B5EF4-FFF2-40B4-BE49-F238E27FC236}">
                <a16:creationId xmlns:a16="http://schemas.microsoft.com/office/drawing/2014/main" id="{A543D646-57BA-4523-90E6-793C60839397}"/>
              </a:ext>
            </a:extLst>
          </p:cNvPr>
          <p:cNvCxnSpPr>
            <a:cxnSpLocks/>
            <a:stCxn id="135" idx="2"/>
            <a:endCxn id="65" idx="0"/>
          </p:cNvCxnSpPr>
          <p:nvPr/>
        </p:nvCxnSpPr>
        <p:spPr bwMode="auto">
          <a:xfrm flipH="1">
            <a:off x="4816767" y="728258"/>
            <a:ext cx="17461" cy="977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AutoShape 41">
            <a:extLst>
              <a:ext uri="{FF2B5EF4-FFF2-40B4-BE49-F238E27FC236}">
                <a16:creationId xmlns:a16="http://schemas.microsoft.com/office/drawing/2014/main" id="{88624C44-FC78-4801-ADED-AA6D0A592BEF}"/>
              </a:ext>
            </a:extLst>
          </p:cNvPr>
          <p:cNvSpPr>
            <a:spLocks noChangeArrowheads="1"/>
          </p:cNvSpPr>
          <p:nvPr/>
        </p:nvSpPr>
        <p:spPr bwMode="auto">
          <a:xfrm>
            <a:off x="5596122" y="5510676"/>
            <a:ext cx="2741910" cy="10953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20044_WS_DIAG_FRONT_SUSPICION_IG_NOK</a:t>
            </a:r>
            <a:r>
              <a:rPr lang="fr-FR" sz="600" dirty="0">
                <a:effectLst/>
                <a:latin typeface="Arial" panose="020B0604020202020204" pitchFamily="34" charset="0"/>
                <a:ea typeface="Calibri" panose="020F0502020204030204" pitchFamily="34" charset="0"/>
                <a:cs typeface="Arial" panose="020B0604020202020204" pitchFamily="34" charset="0"/>
              </a:rPr>
              <a:t>[code </a:t>
            </a:r>
            <a:r>
              <a:rPr lang="fr-FR" sz="600" dirty="0" err="1">
                <a:effectLst/>
                <a:latin typeface="Arial" panose="020B0604020202020204" pitchFamily="34" charset="0"/>
                <a:ea typeface="Calibri" panose="020F0502020204030204" pitchFamily="34" charset="0"/>
                <a:cs typeface="Arial" panose="020B0604020202020204" pitchFamily="34" charset="0"/>
              </a:rPr>
              <a:t>erreur_libellé</a:t>
            </a:r>
            <a:r>
              <a:rPr lang="fr-FR" sz="600" dirty="0">
                <a:effectLst/>
                <a:latin typeface="Arial" panose="020B0604020202020204" pitchFamily="34" charset="0"/>
                <a:ea typeface="Calibri" panose="020F0502020204030204" pitchFamily="34" charset="0"/>
                <a:cs typeface="Arial" panose="020B0604020202020204" pitchFamily="34" charset="0"/>
              </a:rPr>
              <a:t> erreur]</a:t>
            </a:r>
            <a:endParaRPr lang="fr-FR" sz="600" dirty="0">
              <a:latin typeface="Arial" panose="020B0604020202020204" pitchFamily="34" charset="0"/>
              <a:cs typeface="Arial" panose="020B0604020202020204" pitchFamily="34" charset="0"/>
            </a:endParaRPr>
          </a:p>
        </p:txBody>
      </p:sp>
      <p:cxnSp>
        <p:nvCxnSpPr>
          <p:cNvPr id="182" name="Connecteur : en angle 181">
            <a:extLst>
              <a:ext uri="{FF2B5EF4-FFF2-40B4-BE49-F238E27FC236}">
                <a16:creationId xmlns:a16="http://schemas.microsoft.com/office/drawing/2014/main" id="{E0011B46-D71A-44F5-8BDB-E1EFC4DD5161}"/>
              </a:ext>
            </a:extLst>
          </p:cNvPr>
          <p:cNvCxnSpPr>
            <a:cxnSpLocks/>
            <a:stCxn id="181" idx="3"/>
            <a:endCxn id="118" idx="2"/>
          </p:cNvCxnSpPr>
          <p:nvPr/>
        </p:nvCxnSpPr>
        <p:spPr bwMode="auto">
          <a:xfrm>
            <a:off x="8338032" y="5565446"/>
            <a:ext cx="300198" cy="80688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0" name="Group 12">
            <a:extLst>
              <a:ext uri="{FF2B5EF4-FFF2-40B4-BE49-F238E27FC236}">
                <a16:creationId xmlns:a16="http://schemas.microsoft.com/office/drawing/2014/main" id="{EA7F99A4-F04B-429B-92D9-B9514A98CEE4}"/>
              </a:ext>
            </a:extLst>
          </p:cNvPr>
          <p:cNvGrpSpPr>
            <a:grpSpLocks/>
          </p:cNvGrpSpPr>
          <p:nvPr/>
        </p:nvGrpSpPr>
        <p:grpSpPr bwMode="auto">
          <a:xfrm rot="11336182">
            <a:off x="4361144" y="3680331"/>
            <a:ext cx="295796" cy="169652"/>
            <a:chOff x="1920" y="715"/>
            <a:chExt cx="270" cy="139"/>
          </a:xfrm>
          <a:effectLst>
            <a:outerShdw blurRad="50800" dist="38100" dir="2700000" algn="tl" rotWithShape="0">
              <a:prstClr val="black">
                <a:alpha val="40000"/>
              </a:prstClr>
            </a:outerShdw>
          </a:effectLst>
        </p:grpSpPr>
        <p:sp>
          <p:nvSpPr>
            <p:cNvPr id="171" name="AutoShape 13">
              <a:extLst>
                <a:ext uri="{FF2B5EF4-FFF2-40B4-BE49-F238E27FC236}">
                  <a16:creationId xmlns:a16="http://schemas.microsoft.com/office/drawing/2014/main" id="{B2327BD5-BE97-4CCA-B98A-19D1879DDF87}"/>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72" name="AutoShape 14">
              <a:extLst>
                <a:ext uri="{FF2B5EF4-FFF2-40B4-BE49-F238E27FC236}">
                  <a16:creationId xmlns:a16="http://schemas.microsoft.com/office/drawing/2014/main" id="{03D01BA0-F4DF-4B7C-803E-B45D6682B2A0}"/>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73" name="AutoShape 15">
            <a:extLst>
              <a:ext uri="{FF2B5EF4-FFF2-40B4-BE49-F238E27FC236}">
                <a16:creationId xmlns:a16="http://schemas.microsoft.com/office/drawing/2014/main" id="{463BAD4B-3E49-4198-AE2D-1521780F7881}"/>
              </a:ext>
            </a:extLst>
          </p:cNvPr>
          <p:cNvSpPr>
            <a:spLocks noChangeArrowheads="1"/>
          </p:cNvSpPr>
          <p:nvPr/>
        </p:nvSpPr>
        <p:spPr bwMode="auto">
          <a:xfrm>
            <a:off x="3689168" y="3601818"/>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DIAG-FRONT</a:t>
            </a:r>
          </a:p>
        </p:txBody>
      </p:sp>
      <p:sp>
        <p:nvSpPr>
          <p:cNvPr id="4116" name="Rectangle 4115">
            <a:extLst>
              <a:ext uri="{FF2B5EF4-FFF2-40B4-BE49-F238E27FC236}">
                <a16:creationId xmlns:a16="http://schemas.microsoft.com/office/drawing/2014/main" id="{04C31958-614A-4205-9624-6DC06E865C10}"/>
              </a:ext>
            </a:extLst>
          </p:cNvPr>
          <p:cNvSpPr/>
          <p:nvPr/>
        </p:nvSpPr>
        <p:spPr bwMode="auto">
          <a:xfrm>
            <a:off x="1289006" y="2323538"/>
            <a:ext cx="1995410" cy="8247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Récupérer le contexte au début de l’appel </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si client appel d’une ligne autre que sa box </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pour le reboot</a:t>
            </a:r>
          </a:p>
        </p:txBody>
      </p:sp>
      <p:sp>
        <p:nvSpPr>
          <p:cNvPr id="3" name="ZoneTexte 2">
            <a:extLst>
              <a:ext uri="{FF2B5EF4-FFF2-40B4-BE49-F238E27FC236}">
                <a16:creationId xmlns:a16="http://schemas.microsoft.com/office/drawing/2014/main" id="{72277443-09D4-44D0-92C8-9F94D2A5B3E1}"/>
              </a:ext>
            </a:extLst>
          </p:cNvPr>
          <p:cNvSpPr txBox="1"/>
          <p:nvPr/>
        </p:nvSpPr>
        <p:spPr>
          <a:xfrm>
            <a:off x="45079" y="3178959"/>
            <a:ext cx="3132578" cy="1292662"/>
          </a:xfrm>
          <a:prstGeom prst="rect">
            <a:avLst/>
          </a:prstGeom>
          <a:noFill/>
          <a:ln>
            <a:solidFill>
              <a:srgbClr val="0000FF"/>
            </a:solidFill>
          </a:ln>
        </p:spPr>
        <p:txBody>
          <a:bodyPr wrap="square" rtlCol="0">
            <a:spAutoFit/>
          </a:bodyPr>
          <a:lstStyle/>
          <a:p>
            <a:r>
              <a:rPr lang="fr-FR" sz="600" b="1"/>
              <a:t>STATUT </a:t>
            </a:r>
            <a:r>
              <a:rPr lang="fr-FR" sz="600" b="1" err="1"/>
              <a:t>MODEM:Paramètre</a:t>
            </a:r>
            <a:r>
              <a:rPr lang="fr-FR" sz="600" b="1"/>
              <a:t> d’entrée : IDUR</a:t>
            </a:r>
          </a:p>
          <a:p>
            <a:r>
              <a:rPr lang="fr-FR" sz="600" b="1" err="1"/>
              <a:t>wanstatus</a:t>
            </a:r>
            <a:r>
              <a:rPr lang="fr-FR" sz="600" b="1"/>
              <a:t> quelque soit le type de BOX</a:t>
            </a:r>
          </a:p>
          <a:p>
            <a:r>
              <a:rPr lang="fr-FR" sz="600" b="1"/>
              <a:t>box UP réponse </a:t>
            </a:r>
            <a:r>
              <a:rPr lang="fr-FR" sz="600" b="1" err="1"/>
              <a:t>wanstatus</a:t>
            </a:r>
            <a:r>
              <a:rPr lang="fr-FR" sz="600" b="1"/>
              <a:t> «on»</a:t>
            </a:r>
          </a:p>
          <a:p>
            <a:r>
              <a:rPr lang="fr-FR" sz="600" b="1"/>
              <a:t>Box DOWN réponse du </a:t>
            </a:r>
            <a:r>
              <a:rPr lang="fr-FR" sz="600" b="1" err="1"/>
              <a:t>ws</a:t>
            </a:r>
            <a:r>
              <a:rPr lang="fr-FR" sz="600" b="1"/>
              <a:t> </a:t>
            </a:r>
            <a:r>
              <a:rPr lang="fr-FR" sz="600" b="1" err="1"/>
              <a:t>statusModem</a:t>
            </a:r>
            <a:r>
              <a:rPr lang="fr-FR" sz="600" b="1"/>
              <a:t> =&gt; {"</a:t>
            </a:r>
            <a:r>
              <a:rPr lang="fr-FR" sz="600" b="1" err="1"/>
              <a:t>statut":"KO","cause":"IADNOTCONNECTED</a:t>
            </a:r>
            <a:r>
              <a:rPr lang="fr-FR" sz="600" b="1"/>
              <a:t>"}</a:t>
            </a:r>
          </a:p>
          <a:p>
            <a:endParaRPr lang="fr-FR" sz="600" b="1"/>
          </a:p>
          <a:p>
            <a:r>
              <a:rPr lang="fr-FR" sz="600" b="1" err="1"/>
              <a:t>statusModem</a:t>
            </a:r>
            <a:r>
              <a:rPr lang="fr-FR" sz="600" b="1"/>
              <a:t> paramètre entrée </a:t>
            </a:r>
            <a:r>
              <a:rPr lang="fr-FR" sz="600" b="1" err="1"/>
              <a:t>idur</a:t>
            </a:r>
            <a:endParaRPr lang="fr-FR" sz="600" b="1"/>
          </a:p>
          <a:p>
            <a:r>
              <a:rPr lang="fr-FR" sz="600" b="1"/>
              <a:t>Type de box «</a:t>
            </a:r>
            <a:r>
              <a:rPr lang="fr-FR" sz="600" b="1" err="1"/>
              <a:t>iadModel</a:t>
            </a:r>
            <a:r>
              <a:rPr lang="fr-FR" sz="600" b="1"/>
              <a:t>»</a:t>
            </a:r>
          </a:p>
          <a:p>
            <a:r>
              <a:rPr lang="fr-FR" sz="600" b="1" err="1"/>
              <a:t>Ip</a:t>
            </a:r>
            <a:r>
              <a:rPr lang="fr-FR" sz="600" b="1"/>
              <a:t> BOX «</a:t>
            </a:r>
            <a:r>
              <a:rPr lang="fr-FR" sz="600" b="1" err="1"/>
              <a:t>device_ipaddr</a:t>
            </a:r>
            <a:r>
              <a:rPr lang="fr-FR" sz="600" b="1"/>
              <a:t>»</a:t>
            </a:r>
          </a:p>
          <a:p>
            <a:r>
              <a:rPr lang="fr-FR" sz="600" b="1"/>
              <a:t>Numéro série box BOX7FIBE et GEN8 «serial» </a:t>
            </a:r>
          </a:p>
          <a:p>
            <a:endParaRPr lang="fr-FR" sz="600" b="1">
              <a:solidFill>
                <a:srgbClr val="FF0000"/>
              </a:solidFill>
            </a:endParaRPr>
          </a:p>
          <a:p>
            <a:endParaRPr lang="fr-FR" sz="600" b="1">
              <a:solidFill>
                <a:srgbClr val="FF0000"/>
              </a:solidFill>
            </a:endParaRPr>
          </a:p>
          <a:p>
            <a:endParaRPr lang="fr-FR" sz="600" b="1" strike="sngStrike">
              <a:solidFill>
                <a:srgbClr val="FF0000"/>
              </a:solidFill>
            </a:endParaRPr>
          </a:p>
        </p:txBody>
      </p:sp>
      <p:sp>
        <p:nvSpPr>
          <p:cNvPr id="102" name="AutoShape 41">
            <a:extLst>
              <a:ext uri="{FF2B5EF4-FFF2-40B4-BE49-F238E27FC236}">
                <a16:creationId xmlns:a16="http://schemas.microsoft.com/office/drawing/2014/main" id="{98F0E243-1786-4012-A75C-621B94537489}"/>
              </a:ext>
            </a:extLst>
          </p:cNvPr>
          <p:cNvSpPr>
            <a:spLocks noChangeArrowheads="1"/>
          </p:cNvSpPr>
          <p:nvPr/>
        </p:nvSpPr>
        <p:spPr bwMode="auto">
          <a:xfrm>
            <a:off x="5564698" y="5165168"/>
            <a:ext cx="2865510" cy="20722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0044_WS_DIAG_FRONT_SUSPICION_IG_HS_</a:t>
            </a:r>
            <a:r>
              <a:rPr lang="fr-FR" sz="600" dirty="0">
                <a:effectLst/>
                <a:latin typeface="Arial" panose="020B0604020202020204" pitchFamily="34" charset="0"/>
                <a:ea typeface="Calibri" panose="020F0502020204030204" pitchFamily="34" charset="0"/>
                <a:cs typeface="Arial" panose="020B0604020202020204" pitchFamily="34" charset="0"/>
              </a:rPr>
              <a:t>[</a:t>
            </a:r>
            <a:r>
              <a:rPr lang="fr-FR" sz="600" i="1" dirty="0">
                <a:effectLst/>
                <a:latin typeface="Arial" panose="020B0604020202020204" pitchFamily="34" charset="0"/>
                <a:ea typeface="Calibri" panose="020F0502020204030204" pitchFamily="34" charset="0"/>
                <a:cs typeface="Arial" panose="020B0604020202020204" pitchFamily="34" charset="0"/>
              </a:rPr>
              <a:t>code </a:t>
            </a:r>
            <a:r>
              <a:rPr lang="fr-FR" sz="600" i="1" dirty="0" err="1">
                <a:effectLst/>
                <a:latin typeface="Arial" panose="020B0604020202020204" pitchFamily="34" charset="0"/>
                <a:ea typeface="Calibri" panose="020F0502020204030204" pitchFamily="34" charset="0"/>
                <a:cs typeface="Arial" panose="020B0604020202020204" pitchFamily="34" charset="0"/>
              </a:rPr>
              <a:t>erreur_libellé</a:t>
            </a:r>
            <a:r>
              <a:rPr lang="fr-FR" sz="600" i="1" dirty="0">
                <a:effectLst/>
                <a:latin typeface="Arial" panose="020B0604020202020204" pitchFamily="34" charset="0"/>
                <a:ea typeface="Calibri" panose="020F0502020204030204" pitchFamily="34" charset="0"/>
                <a:cs typeface="Arial" panose="020B0604020202020204" pitchFamily="34" charset="0"/>
              </a:rPr>
              <a:t> erreur</a:t>
            </a:r>
            <a:r>
              <a:rPr lang="fr-FR" sz="600" dirty="0">
                <a:effectLst/>
                <a:latin typeface="Arial" panose="020B0604020202020204" pitchFamily="34" charset="0"/>
                <a:ea typeface="Calibri" panose="020F0502020204030204" pitchFamily="34" charset="0"/>
                <a:cs typeface="Arial" panose="020B0604020202020204" pitchFamily="34" charset="0"/>
              </a:rPr>
              <a:t>]</a:t>
            </a:r>
            <a:endParaRPr lang="fr-FR" sz="600" dirty="0"/>
          </a:p>
        </p:txBody>
      </p:sp>
      <p:cxnSp>
        <p:nvCxnSpPr>
          <p:cNvPr id="6" name="Connecteur : en angle 5">
            <a:extLst>
              <a:ext uri="{FF2B5EF4-FFF2-40B4-BE49-F238E27FC236}">
                <a16:creationId xmlns:a16="http://schemas.microsoft.com/office/drawing/2014/main" id="{C7960AF0-EE7A-4F21-8A1B-E074DC844C86}"/>
              </a:ext>
            </a:extLst>
          </p:cNvPr>
          <p:cNvCxnSpPr>
            <a:cxnSpLocks/>
            <a:stCxn id="76" idx="3"/>
            <a:endCxn id="102" idx="1"/>
          </p:cNvCxnSpPr>
          <p:nvPr/>
        </p:nvCxnSpPr>
        <p:spPr bwMode="auto">
          <a:xfrm>
            <a:off x="5199578" y="4868799"/>
            <a:ext cx="365120" cy="39998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ZoneTexte 106">
            <a:extLst>
              <a:ext uri="{FF2B5EF4-FFF2-40B4-BE49-F238E27FC236}">
                <a16:creationId xmlns:a16="http://schemas.microsoft.com/office/drawing/2014/main" id="{2D0530B8-2AD2-4628-995B-18BDCBEDBDA2}"/>
              </a:ext>
            </a:extLst>
          </p:cNvPr>
          <p:cNvSpPr txBox="1"/>
          <p:nvPr/>
        </p:nvSpPr>
        <p:spPr>
          <a:xfrm>
            <a:off x="5363627" y="5573701"/>
            <a:ext cx="378573" cy="184666"/>
          </a:xfrm>
          <a:prstGeom prst="rect">
            <a:avLst/>
          </a:prstGeom>
          <a:noFill/>
        </p:spPr>
        <p:txBody>
          <a:bodyPr wrap="square" rtlCol="0">
            <a:spAutoFit/>
          </a:bodyPr>
          <a:lstStyle/>
          <a:p>
            <a:r>
              <a:rPr lang="fr-FR" sz="600"/>
              <a:t>NON</a:t>
            </a:r>
          </a:p>
        </p:txBody>
      </p:sp>
      <p:sp>
        <p:nvSpPr>
          <p:cNvPr id="108" name="ZoneTexte 107">
            <a:extLst>
              <a:ext uri="{FF2B5EF4-FFF2-40B4-BE49-F238E27FC236}">
                <a16:creationId xmlns:a16="http://schemas.microsoft.com/office/drawing/2014/main" id="{C28BF739-64B4-4448-B182-C243B9FA98DD}"/>
              </a:ext>
            </a:extLst>
          </p:cNvPr>
          <p:cNvSpPr txBox="1"/>
          <p:nvPr/>
        </p:nvSpPr>
        <p:spPr>
          <a:xfrm>
            <a:off x="5380957" y="5291362"/>
            <a:ext cx="508996" cy="184666"/>
          </a:xfrm>
          <a:prstGeom prst="rect">
            <a:avLst/>
          </a:prstGeom>
          <a:noFill/>
        </p:spPr>
        <p:txBody>
          <a:bodyPr wrap="square" rtlCol="0">
            <a:spAutoFit/>
          </a:bodyPr>
          <a:lstStyle/>
          <a:p>
            <a:r>
              <a:rPr lang="fr-FR" sz="600"/>
              <a:t>WS KO</a:t>
            </a:r>
          </a:p>
        </p:txBody>
      </p:sp>
      <p:sp>
        <p:nvSpPr>
          <p:cNvPr id="15" name="ZoneTexte 14">
            <a:extLst>
              <a:ext uri="{FF2B5EF4-FFF2-40B4-BE49-F238E27FC236}">
                <a16:creationId xmlns:a16="http://schemas.microsoft.com/office/drawing/2014/main" id="{74699874-9255-43AB-8E0E-682D93B55B74}"/>
              </a:ext>
            </a:extLst>
          </p:cNvPr>
          <p:cNvSpPr txBox="1"/>
          <p:nvPr/>
        </p:nvSpPr>
        <p:spPr>
          <a:xfrm>
            <a:off x="1225950" y="4930987"/>
            <a:ext cx="3498565" cy="215444"/>
          </a:xfrm>
          <a:prstGeom prst="rect">
            <a:avLst/>
          </a:prstGeom>
          <a:noFill/>
        </p:spPr>
        <p:txBody>
          <a:bodyPr wrap="square" rtlCol="0">
            <a:spAutoFit/>
          </a:bodyPr>
          <a:lstStyle/>
          <a:p>
            <a:r>
              <a:rPr lang="fr-FR" sz="800" err="1"/>
              <a:t>getSuspicionTopologie</a:t>
            </a:r>
            <a:r>
              <a:rPr lang="fr-FR" sz="800"/>
              <a:t> paramètre d’</a:t>
            </a:r>
            <a:r>
              <a:rPr lang="fr-FR" sz="800" err="1"/>
              <a:t>entrée:ndi</a:t>
            </a:r>
            <a:r>
              <a:rPr lang="fr-FR" sz="800"/>
              <a:t>= ressources principale</a:t>
            </a:r>
          </a:p>
        </p:txBody>
      </p:sp>
      <p:sp>
        <p:nvSpPr>
          <p:cNvPr id="127" name="AutoShape 41">
            <a:extLst>
              <a:ext uri="{FF2B5EF4-FFF2-40B4-BE49-F238E27FC236}">
                <a16:creationId xmlns:a16="http://schemas.microsoft.com/office/drawing/2014/main" id="{CDB65DD0-AA48-4D72-BF4E-7E69E9DC8C0F}"/>
              </a:ext>
            </a:extLst>
          </p:cNvPr>
          <p:cNvSpPr>
            <a:spLocks noChangeArrowheads="1"/>
          </p:cNvSpPr>
          <p:nvPr/>
        </p:nvSpPr>
        <p:spPr bwMode="auto">
          <a:xfrm>
            <a:off x="5679823" y="4794140"/>
            <a:ext cx="2061399" cy="18059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20044_WS_DIAG_FRONT_SUSPICION_IG_OFF</a:t>
            </a:r>
          </a:p>
        </p:txBody>
      </p:sp>
      <p:cxnSp>
        <p:nvCxnSpPr>
          <p:cNvPr id="33" name="Connecteur : en angle 32">
            <a:extLst>
              <a:ext uri="{FF2B5EF4-FFF2-40B4-BE49-F238E27FC236}">
                <a16:creationId xmlns:a16="http://schemas.microsoft.com/office/drawing/2014/main" id="{247213DA-CAAF-4008-A336-6EB415F1387C}"/>
              </a:ext>
            </a:extLst>
          </p:cNvPr>
          <p:cNvCxnSpPr>
            <a:cxnSpLocks/>
            <a:stCxn id="76" idx="3"/>
            <a:endCxn id="181" idx="1"/>
          </p:cNvCxnSpPr>
          <p:nvPr/>
        </p:nvCxnSpPr>
        <p:spPr bwMode="auto">
          <a:xfrm>
            <a:off x="5199578" y="4868799"/>
            <a:ext cx="396544" cy="69664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 en angle 37">
            <a:extLst>
              <a:ext uri="{FF2B5EF4-FFF2-40B4-BE49-F238E27FC236}">
                <a16:creationId xmlns:a16="http://schemas.microsoft.com/office/drawing/2014/main" id="{6BE013EC-C960-44CC-B9EC-7B2CB1066953}"/>
              </a:ext>
            </a:extLst>
          </p:cNvPr>
          <p:cNvCxnSpPr>
            <a:cxnSpLocks/>
            <a:stCxn id="76" idx="3"/>
            <a:endCxn id="127" idx="1"/>
          </p:cNvCxnSpPr>
          <p:nvPr/>
        </p:nvCxnSpPr>
        <p:spPr bwMode="auto">
          <a:xfrm>
            <a:off x="5199578" y="4868799"/>
            <a:ext cx="480245" cy="1563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ZoneTexte 41">
            <a:extLst>
              <a:ext uri="{FF2B5EF4-FFF2-40B4-BE49-F238E27FC236}">
                <a16:creationId xmlns:a16="http://schemas.microsoft.com/office/drawing/2014/main" id="{0568C0AC-71F2-4650-99E9-899611547FE5}"/>
              </a:ext>
            </a:extLst>
          </p:cNvPr>
          <p:cNvSpPr txBox="1"/>
          <p:nvPr/>
        </p:nvSpPr>
        <p:spPr>
          <a:xfrm>
            <a:off x="1092293" y="5099286"/>
            <a:ext cx="2074607" cy="215444"/>
          </a:xfrm>
          <a:prstGeom prst="rect">
            <a:avLst/>
          </a:prstGeom>
          <a:noFill/>
        </p:spPr>
        <p:txBody>
          <a:bodyPr wrap="none" rtlCol="0">
            <a:spAutoFit/>
          </a:bodyPr>
          <a:lstStyle/>
          <a:p>
            <a:r>
              <a:rPr lang="fr-FR" sz="800"/>
              <a:t>Si statut action OK et suspicion(</a:t>
            </a:r>
            <a:r>
              <a:rPr lang="fr-FR" sz="800" err="1"/>
              <a:t>status</a:t>
            </a:r>
            <a:r>
              <a:rPr lang="fr-FR" sz="800"/>
              <a:t>=1)</a:t>
            </a:r>
          </a:p>
        </p:txBody>
      </p:sp>
      <p:sp>
        <p:nvSpPr>
          <p:cNvPr id="43" name="ZoneTexte 42">
            <a:extLst>
              <a:ext uri="{FF2B5EF4-FFF2-40B4-BE49-F238E27FC236}">
                <a16:creationId xmlns:a16="http://schemas.microsoft.com/office/drawing/2014/main" id="{BF80D914-2C95-4FE7-9F8B-32C74D133BC6}"/>
              </a:ext>
            </a:extLst>
          </p:cNvPr>
          <p:cNvSpPr txBox="1"/>
          <p:nvPr/>
        </p:nvSpPr>
        <p:spPr>
          <a:xfrm>
            <a:off x="5660637" y="5956611"/>
            <a:ext cx="2074607" cy="215444"/>
          </a:xfrm>
          <a:prstGeom prst="rect">
            <a:avLst/>
          </a:prstGeom>
          <a:noFill/>
        </p:spPr>
        <p:txBody>
          <a:bodyPr wrap="none" rtlCol="0">
            <a:spAutoFit/>
          </a:bodyPr>
          <a:lstStyle/>
          <a:p>
            <a:r>
              <a:rPr lang="fr-FR" sz="800"/>
              <a:t>Si statut action OK et suspicion(</a:t>
            </a:r>
            <a:r>
              <a:rPr lang="fr-FR" sz="800" err="1"/>
              <a:t>status</a:t>
            </a:r>
            <a:r>
              <a:rPr lang="fr-FR" sz="800"/>
              <a:t>=0)</a:t>
            </a:r>
          </a:p>
        </p:txBody>
      </p:sp>
      <p:cxnSp>
        <p:nvCxnSpPr>
          <p:cNvPr id="46" name="Connecteur : en angle 45">
            <a:extLst>
              <a:ext uri="{FF2B5EF4-FFF2-40B4-BE49-F238E27FC236}">
                <a16:creationId xmlns:a16="http://schemas.microsoft.com/office/drawing/2014/main" id="{7D6A40B9-E64C-4D3F-A527-50C974151931}"/>
              </a:ext>
            </a:extLst>
          </p:cNvPr>
          <p:cNvCxnSpPr>
            <a:cxnSpLocks/>
            <a:stCxn id="76" idx="3"/>
            <a:endCxn id="143" idx="1"/>
          </p:cNvCxnSpPr>
          <p:nvPr/>
        </p:nvCxnSpPr>
        <p:spPr bwMode="auto">
          <a:xfrm>
            <a:off x="5199578" y="4868799"/>
            <a:ext cx="396544" cy="95169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eur : en angle 47">
            <a:extLst>
              <a:ext uri="{FF2B5EF4-FFF2-40B4-BE49-F238E27FC236}">
                <a16:creationId xmlns:a16="http://schemas.microsoft.com/office/drawing/2014/main" id="{C660F8B8-0850-4DBC-9160-7EC68DA74272}"/>
              </a:ext>
            </a:extLst>
          </p:cNvPr>
          <p:cNvCxnSpPr>
            <a:cxnSpLocks/>
            <a:stCxn id="127" idx="3"/>
            <a:endCxn id="118" idx="2"/>
          </p:cNvCxnSpPr>
          <p:nvPr/>
        </p:nvCxnSpPr>
        <p:spPr bwMode="auto">
          <a:xfrm>
            <a:off x="7741222" y="4884437"/>
            <a:ext cx="897008" cy="148789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AutoShape 41">
            <a:extLst>
              <a:ext uri="{FF2B5EF4-FFF2-40B4-BE49-F238E27FC236}">
                <a16:creationId xmlns:a16="http://schemas.microsoft.com/office/drawing/2014/main" id="{AA83E452-130D-4A88-B6DE-6403B2F51ED6}"/>
              </a:ext>
            </a:extLst>
          </p:cNvPr>
          <p:cNvSpPr>
            <a:spLocks noChangeArrowheads="1"/>
          </p:cNvSpPr>
          <p:nvPr/>
        </p:nvSpPr>
        <p:spPr bwMode="auto">
          <a:xfrm>
            <a:off x="5596122" y="5751931"/>
            <a:ext cx="1756351" cy="13712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20044_WS_DIAG_FRONT_SUSPICION_IG_NON</a:t>
            </a:r>
          </a:p>
        </p:txBody>
      </p:sp>
      <p:grpSp>
        <p:nvGrpSpPr>
          <p:cNvPr id="144" name="Group 12">
            <a:extLst>
              <a:ext uri="{FF2B5EF4-FFF2-40B4-BE49-F238E27FC236}">
                <a16:creationId xmlns:a16="http://schemas.microsoft.com/office/drawing/2014/main" id="{7176F0A7-F2CD-4943-8556-7CC07E595F5D}"/>
              </a:ext>
            </a:extLst>
          </p:cNvPr>
          <p:cNvGrpSpPr>
            <a:grpSpLocks/>
          </p:cNvGrpSpPr>
          <p:nvPr/>
        </p:nvGrpSpPr>
        <p:grpSpPr bwMode="auto">
          <a:xfrm rot="12133048">
            <a:off x="4128204" y="4683397"/>
            <a:ext cx="295796" cy="169652"/>
            <a:chOff x="1920" y="715"/>
            <a:chExt cx="270" cy="139"/>
          </a:xfrm>
          <a:effectLst>
            <a:outerShdw blurRad="50800" dist="38100" dir="2700000" algn="tl" rotWithShape="0">
              <a:prstClr val="black">
                <a:alpha val="40000"/>
              </a:prstClr>
            </a:outerShdw>
          </a:effectLst>
        </p:grpSpPr>
        <p:sp>
          <p:nvSpPr>
            <p:cNvPr id="146" name="AutoShape 13">
              <a:extLst>
                <a:ext uri="{FF2B5EF4-FFF2-40B4-BE49-F238E27FC236}">
                  <a16:creationId xmlns:a16="http://schemas.microsoft.com/office/drawing/2014/main" id="{D7093164-29B6-4CAF-996C-6C388FA61E33}"/>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47" name="AutoShape 14">
              <a:extLst>
                <a:ext uri="{FF2B5EF4-FFF2-40B4-BE49-F238E27FC236}">
                  <a16:creationId xmlns:a16="http://schemas.microsoft.com/office/drawing/2014/main" id="{86F7503F-7F7C-4C24-9EFD-907A39F3F0F1}"/>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48" name="AutoShape 15">
            <a:extLst>
              <a:ext uri="{FF2B5EF4-FFF2-40B4-BE49-F238E27FC236}">
                <a16:creationId xmlns:a16="http://schemas.microsoft.com/office/drawing/2014/main" id="{C7FF87EF-AE54-43BD-9856-5DFA09B6C4A0}"/>
              </a:ext>
            </a:extLst>
          </p:cNvPr>
          <p:cNvSpPr>
            <a:spLocks noChangeArrowheads="1"/>
          </p:cNvSpPr>
          <p:nvPr/>
        </p:nvSpPr>
        <p:spPr bwMode="auto">
          <a:xfrm>
            <a:off x="3471754" y="4572043"/>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DIAG-FRONT</a:t>
            </a:r>
          </a:p>
        </p:txBody>
      </p:sp>
      <p:sp>
        <p:nvSpPr>
          <p:cNvPr id="4" name="Rectangle 3">
            <a:extLst>
              <a:ext uri="{FF2B5EF4-FFF2-40B4-BE49-F238E27FC236}">
                <a16:creationId xmlns:a16="http://schemas.microsoft.com/office/drawing/2014/main" id="{E4571A1B-22DD-4A6E-8205-9B4B46337979}"/>
              </a:ext>
            </a:extLst>
          </p:cNvPr>
          <p:cNvSpPr/>
          <p:nvPr/>
        </p:nvSpPr>
        <p:spPr bwMode="auto">
          <a:xfrm>
            <a:off x="18303" y="1919680"/>
            <a:ext cx="1241248" cy="914400"/>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800" b="1" i="0" u="sng" strike="noStrike" cap="none" normalizeH="0" baseline="0">
                <a:ln>
                  <a:noFill/>
                </a:ln>
                <a:solidFill>
                  <a:schemeClr val="tx1"/>
                </a:solidFill>
                <a:effectLst>
                  <a:outerShdw blurRad="38100" dist="38100" dir="2700000" algn="tl">
                    <a:srgbClr val="000000">
                      <a:alpha val="43137"/>
                    </a:srgbClr>
                  </a:outerShdw>
                </a:effectLst>
                <a:latin typeface="Arial" charset="0"/>
              </a:rPr>
              <a:t>Appel </a:t>
            </a:r>
            <a:r>
              <a:rPr kumimoji="0" lang="fr-FR" sz="800" b="1" i="0" u="sng" strike="noStrike" cap="none" normalizeH="0" baseline="0" err="1">
                <a:ln>
                  <a:noFill/>
                </a:ln>
                <a:solidFill>
                  <a:schemeClr val="tx1"/>
                </a:solidFill>
                <a:effectLst>
                  <a:outerShdw blurRad="38100" dist="38100" dir="2700000" algn="tl">
                    <a:srgbClr val="000000">
                      <a:alpha val="43137"/>
                    </a:srgbClr>
                  </a:outerShdw>
                </a:effectLst>
                <a:latin typeface="Arial" charset="0"/>
              </a:rPr>
              <a:t>ws</a:t>
            </a:r>
            <a:r>
              <a:rPr kumimoji="0" lang="fr-FR" sz="800" b="1" i="0" u="sng" strike="noStrike" cap="none" normalizeH="0" baseline="0">
                <a:ln>
                  <a:noFill/>
                </a:ln>
                <a:solidFill>
                  <a:schemeClr val="tx1"/>
                </a:solidFill>
                <a:effectLst>
                  <a:outerShdw blurRad="38100" dist="38100" dir="2700000" algn="tl">
                    <a:srgbClr val="000000">
                      <a:alpha val="43137"/>
                    </a:srgbClr>
                  </a:outerShdw>
                </a:effectLst>
                <a:latin typeface="Arial" charset="0"/>
              </a:rPr>
              <a:t> </a:t>
            </a:r>
            <a:r>
              <a:rPr kumimoji="0" lang="fr-FR" sz="800" b="1" i="0" u="sng" strike="noStrike" cap="none" normalizeH="0" baseline="0" err="1">
                <a:ln>
                  <a:noFill/>
                </a:ln>
                <a:solidFill>
                  <a:schemeClr val="tx1"/>
                </a:solidFill>
                <a:effectLst>
                  <a:outerShdw blurRad="38100" dist="38100" dir="2700000" algn="tl">
                    <a:srgbClr val="000000">
                      <a:alpha val="43137"/>
                    </a:srgbClr>
                  </a:outerShdw>
                </a:effectLst>
                <a:latin typeface="Arial" charset="0"/>
              </a:rPr>
              <a:t>diag</a:t>
            </a:r>
            <a:r>
              <a:rPr kumimoji="0" lang="fr-FR" sz="800" b="1" i="0" u="sng" strike="noStrike" cap="none" normalizeH="0" baseline="0">
                <a:ln>
                  <a:noFill/>
                </a:ln>
                <a:solidFill>
                  <a:schemeClr val="tx1"/>
                </a:solidFill>
                <a:effectLst>
                  <a:outerShdw blurRad="38100" dist="38100" dir="2700000" algn="tl">
                    <a:srgbClr val="000000">
                      <a:alpha val="43137"/>
                    </a:srgbClr>
                  </a:outerShdw>
                </a:effectLst>
                <a:latin typeface="Arial" charset="0"/>
              </a:rPr>
              <a:t>-front</a:t>
            </a:r>
          </a:p>
          <a:p>
            <a:pPr marL="0" marR="0" indent="0" algn="l" defTabSz="914400" rtl="0" eaLnBrk="1" fontAlgn="base" latinLnBrk="0" hangingPunct="1">
              <a:lnSpc>
                <a:spcPct val="100000"/>
              </a:lnSpc>
              <a:spcBef>
                <a:spcPct val="0"/>
              </a:spcBef>
              <a:spcAft>
                <a:spcPct val="0"/>
              </a:spcAft>
              <a:buClrTx/>
              <a:buSzTx/>
              <a:buFontTx/>
              <a:buNone/>
              <a:tabLst/>
            </a:pPr>
            <a:endParaRPr kumimoji="0" lang="fr-FR" sz="800" b="1" i="0" u="sng" strike="noStrike" cap="none" normalizeH="0" baseline="0">
              <a:ln>
                <a:noFill/>
              </a:ln>
              <a:solidFill>
                <a:schemeClr val="tx1"/>
              </a:solidFill>
              <a:effectLst>
                <a:outerShdw blurRad="38100" dist="38100" dir="2700000" algn="tl">
                  <a:srgbClr val="000000">
                    <a:alpha val="43137"/>
                  </a:srgbClr>
                </a:outerShdw>
              </a:effectLst>
              <a:latin typeface="Arial" charset="0"/>
            </a:endParaRPr>
          </a:p>
          <a:p>
            <a:r>
              <a:rPr lang="fr-FR" sz="800" b="1">
                <a:effectLst/>
                <a:latin typeface="Arial" panose="020B0604020202020204" pitchFamily="34" charset="0"/>
                <a:ea typeface="Calibri" panose="020F0502020204030204" pitchFamily="34" charset="0"/>
                <a:cs typeface="Arial" panose="020B0604020202020204" pitchFamily="34" charset="0"/>
              </a:rPr>
              <a:t>Fournisseur</a:t>
            </a:r>
            <a:r>
              <a:rPr lang="fr-FR" sz="800">
                <a:effectLst/>
                <a:latin typeface="Arial" panose="020B0604020202020204" pitchFamily="34" charset="0"/>
                <a:ea typeface="Calibri" panose="020F0502020204030204" pitchFamily="34" charset="0"/>
                <a:cs typeface="Arial" panose="020B0604020202020204" pitchFamily="34" charset="0"/>
              </a:rPr>
              <a:t> : </a:t>
            </a:r>
            <a:r>
              <a:rPr lang="fr-FR" sz="800" err="1">
                <a:effectLst/>
                <a:latin typeface="Arial" panose="020B0604020202020204" pitchFamily="34" charset="0"/>
                <a:ea typeface="Calibri" panose="020F0502020204030204" pitchFamily="34" charset="0"/>
                <a:cs typeface="Arial" panose="020B0604020202020204" pitchFamily="34" charset="0"/>
              </a:rPr>
              <a:t>diag</a:t>
            </a:r>
            <a:endParaRPr lang="fr-FR" sz="800">
              <a:effectLst/>
              <a:latin typeface="Arial" panose="020B0604020202020204" pitchFamily="34" charset="0"/>
              <a:ea typeface="Calibri" panose="020F0502020204030204" pitchFamily="34" charset="0"/>
              <a:cs typeface="Arial" panose="020B0604020202020204" pitchFamily="34" charset="0"/>
            </a:endParaRPr>
          </a:p>
          <a:p>
            <a:r>
              <a:rPr lang="fr-FR" sz="800" b="1">
                <a:effectLst/>
                <a:latin typeface="Arial" panose="020B0604020202020204" pitchFamily="34" charset="0"/>
                <a:ea typeface="Calibri" panose="020F0502020204030204" pitchFamily="34" charset="0"/>
                <a:cs typeface="Arial" panose="020B0604020202020204" pitchFamily="34" charset="0"/>
              </a:rPr>
              <a:t>Webservice</a:t>
            </a:r>
            <a:r>
              <a:rPr lang="fr-FR" sz="800">
                <a:effectLst/>
                <a:latin typeface="Arial" panose="020B0604020202020204" pitchFamily="34" charset="0"/>
                <a:ea typeface="Calibri" panose="020F0502020204030204" pitchFamily="34" charset="0"/>
                <a:cs typeface="Arial" panose="020B0604020202020204" pitchFamily="34" charset="0"/>
              </a:rPr>
              <a:t> : Diag front</a:t>
            </a:r>
          </a:p>
          <a:p>
            <a:r>
              <a:rPr lang="fr-FR" sz="800" b="1">
                <a:effectLst/>
                <a:latin typeface="Arial" panose="020B0604020202020204" pitchFamily="34" charset="0"/>
                <a:ea typeface="Calibri" panose="020F0502020204030204" pitchFamily="34" charset="0"/>
                <a:cs typeface="Arial" panose="020B0604020202020204" pitchFamily="34" charset="0"/>
              </a:rPr>
              <a:t>Méthode :</a:t>
            </a:r>
            <a:r>
              <a:rPr lang="fr-FR" sz="800">
                <a:effectLst/>
                <a:latin typeface="Arial" panose="020B0604020202020204" pitchFamily="34" charset="0"/>
                <a:ea typeface="Calibri" panose="020F0502020204030204" pitchFamily="34" charset="0"/>
                <a:cs typeface="Arial" panose="020B0604020202020204" pitchFamily="34" charset="0"/>
              </a:rPr>
              <a:t> </a:t>
            </a:r>
            <a:r>
              <a:rPr lang="fr-FR" sz="800" err="1">
                <a:effectLst/>
                <a:latin typeface="Arial" panose="020B0604020202020204" pitchFamily="34" charset="0"/>
                <a:ea typeface="Calibri" panose="020F0502020204030204" pitchFamily="34" charset="0"/>
                <a:cs typeface="Arial" panose="020B0604020202020204" pitchFamily="34" charset="0"/>
              </a:rPr>
              <a:t>sigmaGP</a:t>
            </a:r>
            <a:endParaRPr lang="fr-FR" sz="800">
              <a:effectLst/>
              <a:latin typeface="Arial" panose="020B0604020202020204" pitchFamily="34" charset="0"/>
              <a:ea typeface="Calibri" panose="020F0502020204030204" pitchFamily="34" charset="0"/>
              <a:cs typeface="Arial" panose="020B0604020202020204" pitchFamily="34" charset="0"/>
            </a:endParaRPr>
          </a:p>
          <a:p>
            <a:r>
              <a:rPr lang="fr-FR" sz="800" b="1">
                <a:effectLst/>
                <a:latin typeface="Arial" panose="020B0604020202020204" pitchFamily="34" charset="0"/>
                <a:ea typeface="Calibri" panose="020F0502020204030204" pitchFamily="34" charset="0"/>
                <a:cs typeface="Arial" panose="020B0604020202020204" pitchFamily="34" charset="0"/>
              </a:rPr>
              <a:t>Action : </a:t>
            </a:r>
          </a:p>
          <a:p>
            <a:pPr marL="0" marR="0" indent="0" algn="l" defTabSz="914400" rtl="0" eaLnBrk="1" fontAlgn="base" latinLnBrk="0" hangingPunct="1">
              <a:lnSpc>
                <a:spcPct val="100000"/>
              </a:lnSpc>
              <a:spcBef>
                <a:spcPct val="0"/>
              </a:spcBef>
              <a:spcAft>
                <a:spcPct val="0"/>
              </a:spcAft>
              <a:buClrTx/>
              <a:buSzTx/>
              <a:buFontTx/>
              <a:buNone/>
              <a:tabLst/>
            </a:pPr>
            <a:endParaRPr kumimoji="0" lang="fr-FR" sz="800" b="0" i="0" u="none" strike="noStrike" cap="none" normalizeH="0" baseline="0">
              <a:ln>
                <a:noFill/>
              </a:ln>
              <a:solidFill>
                <a:schemeClr val="tx1"/>
              </a:solidFill>
              <a:effectLst/>
              <a:latin typeface="Arial" charset="0"/>
            </a:endParaRPr>
          </a:p>
        </p:txBody>
      </p:sp>
      <p:sp>
        <p:nvSpPr>
          <p:cNvPr id="136" name="AutoShape 37">
            <a:extLst>
              <a:ext uri="{FF2B5EF4-FFF2-40B4-BE49-F238E27FC236}">
                <a16:creationId xmlns:a16="http://schemas.microsoft.com/office/drawing/2014/main" id="{2C2BFD36-210A-4870-8BD4-0D7CC540C914}"/>
              </a:ext>
            </a:extLst>
          </p:cNvPr>
          <p:cNvSpPr>
            <a:spLocks noChangeArrowheads="1"/>
          </p:cNvSpPr>
          <p:nvPr/>
        </p:nvSpPr>
        <p:spPr bwMode="auto">
          <a:xfrm>
            <a:off x="2110417" y="5720804"/>
            <a:ext cx="1963221" cy="173120"/>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20044_PREDIAG_SUSPICION_IG_TRANSFERT</a:t>
            </a:r>
          </a:p>
        </p:txBody>
      </p:sp>
      <p:sp>
        <p:nvSpPr>
          <p:cNvPr id="137" name="AutoShape 31">
            <a:hlinkClick r:id="" action="ppaction://noaction"/>
            <a:extLst>
              <a:ext uri="{FF2B5EF4-FFF2-40B4-BE49-F238E27FC236}">
                <a16:creationId xmlns:a16="http://schemas.microsoft.com/office/drawing/2014/main" id="{2494AB4C-0CBE-4F15-AEF4-D2F25D69EEE1}"/>
              </a:ext>
            </a:extLst>
          </p:cNvPr>
          <p:cNvSpPr>
            <a:spLocks noChangeArrowheads="1"/>
          </p:cNvSpPr>
          <p:nvPr/>
        </p:nvSpPr>
        <p:spPr bwMode="auto">
          <a:xfrm>
            <a:off x="1873354" y="6025153"/>
            <a:ext cx="1817079" cy="18221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FIXE_PREDIAG_SUSPICION_IG_TRANSFERT</a:t>
            </a:r>
            <a:endParaRPr lang="fr-FR" sz="600">
              <a:solidFill>
                <a:srgbClr val="D31E05"/>
              </a:solidFill>
            </a:endParaRPr>
          </a:p>
        </p:txBody>
      </p:sp>
      <p:cxnSp>
        <p:nvCxnSpPr>
          <p:cNvPr id="59" name="Connecteur : en angle 58">
            <a:extLst>
              <a:ext uri="{FF2B5EF4-FFF2-40B4-BE49-F238E27FC236}">
                <a16:creationId xmlns:a16="http://schemas.microsoft.com/office/drawing/2014/main" id="{12EF7D77-CF32-4DCE-B2FB-E845AB0A45DB}"/>
              </a:ext>
            </a:extLst>
          </p:cNvPr>
          <p:cNvCxnSpPr>
            <a:cxnSpLocks/>
            <a:stCxn id="136" idx="3"/>
            <a:endCxn id="137" idx="3"/>
          </p:cNvCxnSpPr>
          <p:nvPr/>
        </p:nvCxnSpPr>
        <p:spPr bwMode="auto">
          <a:xfrm flipH="1">
            <a:off x="3690433" y="5807364"/>
            <a:ext cx="383205" cy="308895"/>
          </a:xfrm>
          <a:prstGeom prst="bentConnector3">
            <a:avLst>
              <a:gd name="adj1" fmla="val -5965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98">
            <a:hlinkClick r:id="rId4" action="ppaction://hlinksldjump"/>
            <a:extLst>
              <a:ext uri="{FF2B5EF4-FFF2-40B4-BE49-F238E27FC236}">
                <a16:creationId xmlns:a16="http://schemas.microsoft.com/office/drawing/2014/main" id="{FB32FF07-2FE6-4292-B02A-635BD2C2B655}"/>
              </a:ext>
            </a:extLst>
          </p:cNvPr>
          <p:cNvSpPr>
            <a:spLocks noChangeArrowheads="1"/>
          </p:cNvSpPr>
          <p:nvPr/>
        </p:nvSpPr>
        <p:spPr bwMode="auto">
          <a:xfrm rot="10800000">
            <a:off x="2835239" y="6376943"/>
            <a:ext cx="912688"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MENU TECHNIQUE CC </a:t>
            </a:r>
          </a:p>
        </p:txBody>
      </p:sp>
      <p:cxnSp>
        <p:nvCxnSpPr>
          <p:cNvPr id="4097" name="Connecteur : en angle 4096">
            <a:extLst>
              <a:ext uri="{FF2B5EF4-FFF2-40B4-BE49-F238E27FC236}">
                <a16:creationId xmlns:a16="http://schemas.microsoft.com/office/drawing/2014/main" id="{DA7F95B6-22E4-4F3E-9360-9535776D4587}"/>
              </a:ext>
            </a:extLst>
          </p:cNvPr>
          <p:cNvCxnSpPr>
            <a:cxnSpLocks/>
            <a:stCxn id="137" idx="1"/>
            <a:endCxn id="153" idx="2"/>
          </p:cNvCxnSpPr>
          <p:nvPr/>
        </p:nvCxnSpPr>
        <p:spPr bwMode="auto">
          <a:xfrm rot="10800000" flipH="1" flipV="1">
            <a:off x="1873353" y="6116259"/>
            <a:ext cx="1418229" cy="260684"/>
          </a:xfrm>
          <a:prstGeom prst="bentConnector4">
            <a:avLst>
              <a:gd name="adj1" fmla="val -16119"/>
              <a:gd name="adj2" fmla="val 67474"/>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4" name="Connecteur : en angle 4113">
            <a:extLst>
              <a:ext uri="{FF2B5EF4-FFF2-40B4-BE49-F238E27FC236}">
                <a16:creationId xmlns:a16="http://schemas.microsoft.com/office/drawing/2014/main" id="{CFDFA1BB-7B7A-40D5-BF0F-C0342715FD90}"/>
              </a:ext>
            </a:extLst>
          </p:cNvPr>
          <p:cNvCxnSpPr>
            <a:cxnSpLocks/>
            <a:stCxn id="102" idx="3"/>
            <a:endCxn id="118" idx="2"/>
          </p:cNvCxnSpPr>
          <p:nvPr/>
        </p:nvCxnSpPr>
        <p:spPr bwMode="auto">
          <a:xfrm>
            <a:off x="8430208" y="5268783"/>
            <a:ext cx="208022" cy="110354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7" name="Connecteur : en angle 4116">
            <a:extLst>
              <a:ext uri="{FF2B5EF4-FFF2-40B4-BE49-F238E27FC236}">
                <a16:creationId xmlns:a16="http://schemas.microsoft.com/office/drawing/2014/main" id="{CE085278-1949-4B94-9E64-C7C2B4BD2D77}"/>
              </a:ext>
            </a:extLst>
          </p:cNvPr>
          <p:cNvCxnSpPr>
            <a:cxnSpLocks/>
            <a:stCxn id="143" idx="3"/>
            <a:endCxn id="118" idx="2"/>
          </p:cNvCxnSpPr>
          <p:nvPr/>
        </p:nvCxnSpPr>
        <p:spPr bwMode="auto">
          <a:xfrm>
            <a:off x="7352473" y="5820492"/>
            <a:ext cx="1285757" cy="55184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5" name="ZoneTexte 174">
            <a:extLst>
              <a:ext uri="{FF2B5EF4-FFF2-40B4-BE49-F238E27FC236}">
                <a16:creationId xmlns:a16="http://schemas.microsoft.com/office/drawing/2014/main" id="{03511AE2-3C17-482D-8B49-A1C7735DA770}"/>
              </a:ext>
            </a:extLst>
          </p:cNvPr>
          <p:cNvSpPr txBox="1"/>
          <p:nvPr/>
        </p:nvSpPr>
        <p:spPr>
          <a:xfrm>
            <a:off x="3959279" y="5452692"/>
            <a:ext cx="797184" cy="184666"/>
          </a:xfrm>
          <a:prstGeom prst="rect">
            <a:avLst/>
          </a:prstGeom>
          <a:noFill/>
        </p:spPr>
        <p:txBody>
          <a:bodyPr wrap="square" rtlCol="0">
            <a:spAutoFit/>
          </a:bodyPr>
          <a:lstStyle/>
          <a:p>
            <a:r>
              <a:rPr lang="fr-FR" sz="600"/>
              <a:t>FILTRE ACTIVE</a:t>
            </a:r>
          </a:p>
        </p:txBody>
      </p:sp>
      <p:sp>
        <p:nvSpPr>
          <p:cNvPr id="176" name="ZoneTexte 175">
            <a:extLst>
              <a:ext uri="{FF2B5EF4-FFF2-40B4-BE49-F238E27FC236}">
                <a16:creationId xmlns:a16="http://schemas.microsoft.com/office/drawing/2014/main" id="{BA803714-DB2A-405D-99AA-B5C5976335D9}"/>
              </a:ext>
            </a:extLst>
          </p:cNvPr>
          <p:cNvSpPr txBox="1"/>
          <p:nvPr/>
        </p:nvSpPr>
        <p:spPr>
          <a:xfrm>
            <a:off x="3647622" y="5093579"/>
            <a:ext cx="1056130" cy="184666"/>
          </a:xfrm>
          <a:prstGeom prst="rect">
            <a:avLst/>
          </a:prstGeom>
          <a:noFill/>
        </p:spPr>
        <p:txBody>
          <a:bodyPr wrap="square" rtlCol="0">
            <a:spAutoFit/>
          </a:bodyPr>
          <a:lstStyle/>
          <a:p>
            <a:r>
              <a:rPr lang="fr-FR" sz="600"/>
              <a:t>FILTRE  DESACTIVE</a:t>
            </a:r>
          </a:p>
        </p:txBody>
      </p:sp>
      <p:cxnSp>
        <p:nvCxnSpPr>
          <p:cNvPr id="4120" name="Connecteur droit 4119">
            <a:extLst>
              <a:ext uri="{FF2B5EF4-FFF2-40B4-BE49-F238E27FC236}">
                <a16:creationId xmlns:a16="http://schemas.microsoft.com/office/drawing/2014/main" id="{CF2E8AD7-2A8B-400F-81C9-D75A8CF5FA5E}"/>
              </a:ext>
            </a:extLst>
          </p:cNvPr>
          <p:cNvCxnSpPr>
            <a:cxnSpLocks/>
            <a:stCxn id="63" idx="1"/>
            <a:endCxn id="276" idx="3"/>
          </p:cNvCxnSpPr>
          <p:nvPr/>
        </p:nvCxnSpPr>
        <p:spPr bwMode="auto">
          <a:xfrm flipH="1">
            <a:off x="4322757" y="5343195"/>
            <a:ext cx="95699" cy="22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3" name="Connecteur : en angle 4142">
            <a:extLst>
              <a:ext uri="{FF2B5EF4-FFF2-40B4-BE49-F238E27FC236}">
                <a16:creationId xmlns:a16="http://schemas.microsoft.com/office/drawing/2014/main" id="{0A77A673-DA39-45C2-AF5E-B23EB562FE44}"/>
              </a:ext>
            </a:extLst>
          </p:cNvPr>
          <p:cNvCxnSpPr>
            <a:cxnSpLocks/>
            <a:stCxn id="63" idx="2"/>
            <a:endCxn id="136" idx="1"/>
          </p:cNvCxnSpPr>
          <p:nvPr/>
        </p:nvCxnSpPr>
        <p:spPr bwMode="auto">
          <a:xfrm rot="5400000">
            <a:off x="3307783" y="4306166"/>
            <a:ext cx="303832" cy="2698564"/>
          </a:xfrm>
          <a:prstGeom prst="bentConnector4">
            <a:avLst>
              <a:gd name="adj1" fmla="val 35755"/>
              <a:gd name="adj2" fmla="val 10847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AutoShape 68">
            <a:hlinkClick r:id="" action="ppaction://noaction"/>
            <a:extLst>
              <a:ext uri="{FF2B5EF4-FFF2-40B4-BE49-F238E27FC236}">
                <a16:creationId xmlns:a16="http://schemas.microsoft.com/office/drawing/2014/main" id="{66CA8ED8-BE25-4CBA-94B5-06F1D907DFB3}"/>
              </a:ext>
            </a:extLst>
          </p:cNvPr>
          <p:cNvSpPr>
            <a:spLocks noChangeArrowheads="1"/>
          </p:cNvSpPr>
          <p:nvPr/>
        </p:nvSpPr>
        <p:spPr bwMode="auto">
          <a:xfrm>
            <a:off x="4376064" y="1263361"/>
            <a:ext cx="865081" cy="350459"/>
          </a:xfrm>
          <a:prstGeom prst="diamond">
            <a:avLst/>
          </a:prstGeom>
          <a:solidFill>
            <a:srgbClr val="3333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solidFill>
                  <a:schemeClr val="bg1"/>
                </a:solidFill>
                <a:ea typeface="ＭＳ Ｐゴシック" charset="0"/>
              </a:rPr>
              <a:t>APPEL LIGNE BOX</a:t>
            </a:r>
          </a:p>
        </p:txBody>
      </p:sp>
      <p:cxnSp>
        <p:nvCxnSpPr>
          <p:cNvPr id="4113" name="Connecteur droit 4112">
            <a:extLst>
              <a:ext uri="{FF2B5EF4-FFF2-40B4-BE49-F238E27FC236}">
                <a16:creationId xmlns:a16="http://schemas.microsoft.com/office/drawing/2014/main" id="{C76B7759-9886-492F-9979-42DF1D116D47}"/>
              </a:ext>
            </a:extLst>
          </p:cNvPr>
          <p:cNvCxnSpPr>
            <a:cxnSpLocks/>
            <a:stCxn id="267" idx="0"/>
            <a:endCxn id="138" idx="2"/>
          </p:cNvCxnSpPr>
          <p:nvPr/>
        </p:nvCxnSpPr>
        <p:spPr bwMode="auto">
          <a:xfrm flipV="1">
            <a:off x="4796464" y="1613820"/>
            <a:ext cx="12141" cy="252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54" name="ZoneTexte 4153">
            <a:extLst>
              <a:ext uri="{FF2B5EF4-FFF2-40B4-BE49-F238E27FC236}">
                <a16:creationId xmlns:a16="http://schemas.microsoft.com/office/drawing/2014/main" id="{7D09A587-3823-4B67-ADF7-0D9EBA05F07C}"/>
              </a:ext>
            </a:extLst>
          </p:cNvPr>
          <p:cNvSpPr txBox="1"/>
          <p:nvPr/>
        </p:nvSpPr>
        <p:spPr>
          <a:xfrm>
            <a:off x="3814351" y="6251081"/>
            <a:ext cx="2770310" cy="338554"/>
          </a:xfrm>
          <a:prstGeom prst="rect">
            <a:avLst/>
          </a:prstGeom>
          <a:noFill/>
        </p:spPr>
        <p:txBody>
          <a:bodyPr wrap="none" rtlCol="0">
            <a:spAutoFit/>
          </a:bodyPr>
          <a:lstStyle/>
          <a:p>
            <a:r>
              <a:rPr lang="fr-FR" sz="800"/>
              <a:t>Filtre Suspicion IG Transfert par défaut si WEB APP KO </a:t>
            </a:r>
          </a:p>
          <a:p>
            <a:r>
              <a:rPr lang="fr-FR" sz="800"/>
              <a:t>pas de dissuasion mais continuer le parcours</a:t>
            </a:r>
          </a:p>
        </p:txBody>
      </p:sp>
      <p:sp>
        <p:nvSpPr>
          <p:cNvPr id="23" name="ZoneTexte 22">
            <a:extLst>
              <a:ext uri="{FF2B5EF4-FFF2-40B4-BE49-F238E27FC236}">
                <a16:creationId xmlns:a16="http://schemas.microsoft.com/office/drawing/2014/main" id="{05663E07-CF99-4EE6-AA0D-BEB9F9444294}"/>
              </a:ext>
            </a:extLst>
          </p:cNvPr>
          <p:cNvSpPr txBox="1"/>
          <p:nvPr/>
        </p:nvSpPr>
        <p:spPr>
          <a:xfrm>
            <a:off x="9747" y="922511"/>
            <a:ext cx="4074539" cy="830997"/>
          </a:xfrm>
          <a:prstGeom prst="rect">
            <a:avLst/>
          </a:prstGeom>
          <a:noFill/>
          <a:ln>
            <a:solidFill>
              <a:schemeClr val="tx1"/>
            </a:solidFill>
          </a:ln>
        </p:spPr>
        <p:txBody>
          <a:bodyPr wrap="square" rtlCol="0">
            <a:spAutoFit/>
          </a:bodyPr>
          <a:lstStyle/>
          <a:p>
            <a:r>
              <a:rPr lang="fr-FR" sz="800" b="1"/>
              <a:t>Filtre éligibilité </a:t>
            </a:r>
            <a:r>
              <a:rPr lang="fr-FR" sz="800" b="1" err="1"/>
              <a:t>Prédiag</a:t>
            </a:r>
            <a:r>
              <a:rPr lang="fr-FR" sz="800" b="1"/>
              <a:t>:</a:t>
            </a:r>
          </a:p>
          <a:p>
            <a:r>
              <a:rPr lang="fr-FR" sz="800" b="1"/>
              <a:t>Si Nbres d’appel pour un même client/jours et critère non éligible paramétrer dans Iris</a:t>
            </a:r>
          </a:p>
          <a:p>
            <a:r>
              <a:rPr lang="fr-FR" sz="800" b="1"/>
              <a:t>SI TECHNO et CODE_PRODUIT </a:t>
            </a:r>
            <a:r>
              <a:rPr lang="fr-FR" sz="800" b="1" err="1"/>
              <a:t>paramètrable</a:t>
            </a:r>
            <a:r>
              <a:rPr lang="fr-FR" sz="800" b="1"/>
              <a:t> dans Iris</a:t>
            </a:r>
          </a:p>
          <a:p>
            <a:r>
              <a:rPr lang="fr-FR" sz="800" b="1"/>
              <a:t>Si ressources principale est =« vide » ou « format invalide » alors pas éligible </a:t>
            </a:r>
            <a:r>
              <a:rPr lang="fr-FR" sz="800" b="1" err="1"/>
              <a:t>prédiag</a:t>
            </a:r>
            <a:endParaRPr lang="fr-FR" sz="800" b="1"/>
          </a:p>
        </p:txBody>
      </p:sp>
      <p:sp>
        <p:nvSpPr>
          <p:cNvPr id="150" name="ZoneTexte 149">
            <a:extLst>
              <a:ext uri="{FF2B5EF4-FFF2-40B4-BE49-F238E27FC236}">
                <a16:creationId xmlns:a16="http://schemas.microsoft.com/office/drawing/2014/main" id="{9ED8981E-E1BB-42A3-81E6-BC20E18DE5B2}"/>
              </a:ext>
            </a:extLst>
          </p:cNvPr>
          <p:cNvSpPr txBox="1"/>
          <p:nvPr/>
        </p:nvSpPr>
        <p:spPr>
          <a:xfrm>
            <a:off x="1898717" y="5418301"/>
            <a:ext cx="2074607" cy="215444"/>
          </a:xfrm>
          <a:prstGeom prst="rect">
            <a:avLst/>
          </a:prstGeom>
          <a:noFill/>
        </p:spPr>
        <p:txBody>
          <a:bodyPr wrap="none" rtlCol="0">
            <a:spAutoFit/>
          </a:bodyPr>
          <a:lstStyle/>
          <a:p>
            <a:r>
              <a:rPr lang="fr-FR" sz="800"/>
              <a:t>Si statut action OK et suspicion(</a:t>
            </a:r>
            <a:r>
              <a:rPr lang="fr-FR" sz="800" err="1"/>
              <a:t>status</a:t>
            </a:r>
            <a:r>
              <a:rPr lang="fr-FR" sz="800"/>
              <a:t>=1)</a:t>
            </a:r>
          </a:p>
        </p:txBody>
      </p:sp>
      <p:sp>
        <p:nvSpPr>
          <p:cNvPr id="195" name="ZoneTexte 194">
            <a:extLst>
              <a:ext uri="{FF2B5EF4-FFF2-40B4-BE49-F238E27FC236}">
                <a16:creationId xmlns:a16="http://schemas.microsoft.com/office/drawing/2014/main" id="{2DCCEF80-9618-4435-A08C-2C3D0C04D566}"/>
              </a:ext>
            </a:extLst>
          </p:cNvPr>
          <p:cNvSpPr txBox="1"/>
          <p:nvPr/>
        </p:nvSpPr>
        <p:spPr>
          <a:xfrm>
            <a:off x="4139491" y="657323"/>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activé</a:t>
            </a:r>
          </a:p>
        </p:txBody>
      </p:sp>
      <p:sp>
        <p:nvSpPr>
          <p:cNvPr id="205" name="AutoShape 31">
            <a:hlinkClick r:id="" action="ppaction://noaction"/>
            <a:extLst>
              <a:ext uri="{FF2B5EF4-FFF2-40B4-BE49-F238E27FC236}">
                <a16:creationId xmlns:a16="http://schemas.microsoft.com/office/drawing/2014/main" id="{FA304BE5-3077-4BAD-B115-0FF5A39EF6D3}"/>
              </a:ext>
            </a:extLst>
          </p:cNvPr>
          <p:cNvSpPr>
            <a:spLocks noChangeArrowheads="1"/>
          </p:cNvSpPr>
          <p:nvPr/>
        </p:nvSpPr>
        <p:spPr bwMode="auto">
          <a:xfrm>
            <a:off x="7484799" y="641075"/>
            <a:ext cx="1365965"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FIXE_ELIGIBILITE_PREDIAG_NOK</a:t>
            </a:r>
            <a:endParaRPr lang="fr-FR" sz="600">
              <a:solidFill>
                <a:srgbClr val="D31E05"/>
              </a:solidFill>
            </a:endParaRPr>
          </a:p>
        </p:txBody>
      </p:sp>
      <p:sp>
        <p:nvSpPr>
          <p:cNvPr id="219" name="AutoShape 31">
            <a:hlinkClick r:id="" action="ppaction://noaction"/>
            <a:extLst>
              <a:ext uri="{FF2B5EF4-FFF2-40B4-BE49-F238E27FC236}">
                <a16:creationId xmlns:a16="http://schemas.microsoft.com/office/drawing/2014/main" id="{1A624E59-45B1-45CD-AB55-BD8CD306A476}"/>
              </a:ext>
            </a:extLst>
          </p:cNvPr>
          <p:cNvSpPr>
            <a:spLocks noChangeArrowheads="1"/>
          </p:cNvSpPr>
          <p:nvPr/>
        </p:nvSpPr>
        <p:spPr bwMode="auto">
          <a:xfrm>
            <a:off x="4133645" y="1075615"/>
            <a:ext cx="1365965"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FIXE_ELIGIBILITE_PREDIAG_OK</a:t>
            </a:r>
            <a:endParaRPr lang="fr-FR" sz="600">
              <a:solidFill>
                <a:srgbClr val="D31E05"/>
              </a:solidFill>
            </a:endParaRPr>
          </a:p>
        </p:txBody>
      </p:sp>
      <p:cxnSp>
        <p:nvCxnSpPr>
          <p:cNvPr id="513" name="Connecteur droit 512">
            <a:extLst>
              <a:ext uri="{FF2B5EF4-FFF2-40B4-BE49-F238E27FC236}">
                <a16:creationId xmlns:a16="http://schemas.microsoft.com/office/drawing/2014/main" id="{52BAA27F-F885-48E5-9BE3-91B29B096787}"/>
              </a:ext>
            </a:extLst>
          </p:cNvPr>
          <p:cNvCxnSpPr>
            <a:stCxn id="65" idx="2"/>
            <a:endCxn id="219" idx="0"/>
          </p:cNvCxnSpPr>
          <p:nvPr/>
        </p:nvCxnSpPr>
        <p:spPr bwMode="auto">
          <a:xfrm flipH="1">
            <a:off x="4816628" y="1015941"/>
            <a:ext cx="139" cy="596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9" name="Connecteur droit 528">
            <a:extLst>
              <a:ext uri="{FF2B5EF4-FFF2-40B4-BE49-F238E27FC236}">
                <a16:creationId xmlns:a16="http://schemas.microsoft.com/office/drawing/2014/main" id="{BDD994C9-763A-4833-9D17-60E33C4F762A}"/>
              </a:ext>
            </a:extLst>
          </p:cNvPr>
          <p:cNvCxnSpPr>
            <a:cxnSpLocks/>
          </p:cNvCxnSpPr>
          <p:nvPr/>
        </p:nvCxnSpPr>
        <p:spPr bwMode="auto">
          <a:xfrm>
            <a:off x="5359865" y="2053335"/>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8" name="Connecteur droit 557">
            <a:extLst>
              <a:ext uri="{FF2B5EF4-FFF2-40B4-BE49-F238E27FC236}">
                <a16:creationId xmlns:a16="http://schemas.microsoft.com/office/drawing/2014/main" id="{08C7C87F-FADE-47D2-83EA-EEB5147D0A75}"/>
              </a:ext>
            </a:extLst>
          </p:cNvPr>
          <p:cNvCxnSpPr>
            <a:stCxn id="219" idx="2"/>
            <a:endCxn id="138" idx="0"/>
          </p:cNvCxnSpPr>
          <p:nvPr/>
        </p:nvCxnSpPr>
        <p:spPr bwMode="auto">
          <a:xfrm flipH="1">
            <a:off x="4808605" y="1223758"/>
            <a:ext cx="8023" cy="396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7" name="AutoShape 41">
            <a:extLst>
              <a:ext uri="{FF2B5EF4-FFF2-40B4-BE49-F238E27FC236}">
                <a16:creationId xmlns:a16="http://schemas.microsoft.com/office/drawing/2014/main" id="{30DAF0F9-A7A4-4157-93C4-EC25F2A18ABA}"/>
              </a:ext>
            </a:extLst>
          </p:cNvPr>
          <p:cNvSpPr>
            <a:spLocks noChangeArrowheads="1"/>
          </p:cNvSpPr>
          <p:nvPr/>
        </p:nvSpPr>
        <p:spPr bwMode="auto">
          <a:xfrm>
            <a:off x="4103156" y="1639040"/>
            <a:ext cx="1386616" cy="1445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20043_APPEL_LIGNE_BOX_NOK</a:t>
            </a:r>
          </a:p>
        </p:txBody>
      </p:sp>
      <p:cxnSp>
        <p:nvCxnSpPr>
          <p:cNvPr id="567" name="Connecteur droit 566">
            <a:extLst>
              <a:ext uri="{FF2B5EF4-FFF2-40B4-BE49-F238E27FC236}">
                <a16:creationId xmlns:a16="http://schemas.microsoft.com/office/drawing/2014/main" id="{4E97D97C-5E43-4863-B460-7376DA6C5402}"/>
              </a:ext>
            </a:extLst>
          </p:cNvPr>
          <p:cNvCxnSpPr>
            <a:cxnSpLocks/>
            <a:stCxn id="309" idx="2"/>
          </p:cNvCxnSpPr>
          <p:nvPr/>
        </p:nvCxnSpPr>
        <p:spPr bwMode="auto">
          <a:xfrm flipH="1" flipV="1">
            <a:off x="4771991" y="1982577"/>
            <a:ext cx="24473" cy="13244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 name="AutoShape 41">
            <a:extLst>
              <a:ext uri="{FF2B5EF4-FFF2-40B4-BE49-F238E27FC236}">
                <a16:creationId xmlns:a16="http://schemas.microsoft.com/office/drawing/2014/main" id="{0FF9F0B1-9418-4D62-B15A-14C850DA6348}"/>
              </a:ext>
            </a:extLst>
          </p:cNvPr>
          <p:cNvSpPr>
            <a:spLocks noChangeArrowheads="1"/>
          </p:cNvSpPr>
          <p:nvPr/>
        </p:nvSpPr>
        <p:spPr bwMode="auto">
          <a:xfrm>
            <a:off x="5965378" y="1392882"/>
            <a:ext cx="1386616" cy="1445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20043_APPEL_LIGNE_BOX_OFF</a:t>
            </a:r>
          </a:p>
        </p:txBody>
      </p:sp>
      <p:sp>
        <p:nvSpPr>
          <p:cNvPr id="290" name="ZoneTexte 289">
            <a:extLst>
              <a:ext uri="{FF2B5EF4-FFF2-40B4-BE49-F238E27FC236}">
                <a16:creationId xmlns:a16="http://schemas.microsoft.com/office/drawing/2014/main" id="{724197DD-455D-4ED3-AFAE-D49C9A74CFBC}"/>
              </a:ext>
            </a:extLst>
          </p:cNvPr>
          <p:cNvSpPr txBox="1"/>
          <p:nvPr/>
        </p:nvSpPr>
        <p:spPr>
          <a:xfrm>
            <a:off x="4117640" y="1493007"/>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activé</a:t>
            </a:r>
          </a:p>
        </p:txBody>
      </p:sp>
      <p:sp>
        <p:nvSpPr>
          <p:cNvPr id="291" name="ZoneTexte 290">
            <a:extLst>
              <a:ext uri="{FF2B5EF4-FFF2-40B4-BE49-F238E27FC236}">
                <a16:creationId xmlns:a16="http://schemas.microsoft.com/office/drawing/2014/main" id="{6C880095-41FF-4DCA-B3AE-BFD98D1C7B7C}"/>
              </a:ext>
            </a:extLst>
          </p:cNvPr>
          <p:cNvSpPr txBox="1"/>
          <p:nvPr/>
        </p:nvSpPr>
        <p:spPr>
          <a:xfrm>
            <a:off x="4901430" y="1226983"/>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désactivé</a:t>
            </a:r>
          </a:p>
        </p:txBody>
      </p:sp>
      <p:sp>
        <p:nvSpPr>
          <p:cNvPr id="85" name="ZoneTexte 84">
            <a:extLst>
              <a:ext uri="{FF2B5EF4-FFF2-40B4-BE49-F238E27FC236}">
                <a16:creationId xmlns:a16="http://schemas.microsoft.com/office/drawing/2014/main" id="{6FE3D80F-58A8-4B33-B710-33E8494F1DD0}"/>
              </a:ext>
            </a:extLst>
          </p:cNvPr>
          <p:cNvSpPr txBox="1"/>
          <p:nvPr/>
        </p:nvSpPr>
        <p:spPr>
          <a:xfrm>
            <a:off x="1304534" y="1924037"/>
            <a:ext cx="2555865" cy="369332"/>
          </a:xfrm>
          <a:prstGeom prst="rect">
            <a:avLst/>
          </a:prstGeom>
          <a:noFill/>
          <a:ln>
            <a:solidFill>
              <a:schemeClr val="tx1"/>
            </a:solidFill>
          </a:ln>
        </p:spPr>
        <p:txBody>
          <a:bodyPr wrap="square" rtlCol="0">
            <a:spAutoFit/>
          </a:bodyPr>
          <a:lstStyle/>
          <a:p>
            <a:r>
              <a:rPr lang="fr-FR" sz="600" b="1" u="sng"/>
              <a:t>APPEL LIGNE BOX:</a:t>
            </a:r>
          </a:p>
          <a:p>
            <a:r>
              <a:rPr lang="fr-FR" sz="600"/>
              <a:t>RECO AUTO FIXE =RESSOURCES PRINCIPAL dans DEXTER ou </a:t>
            </a:r>
          </a:p>
          <a:p>
            <a:r>
              <a:rPr lang="fr-FR" sz="600"/>
              <a:t>NDI FIXE SAISIE=RESSOURCES PRINCIPAL dans DEXTER</a:t>
            </a:r>
          </a:p>
        </p:txBody>
      </p:sp>
      <p:cxnSp>
        <p:nvCxnSpPr>
          <p:cNvPr id="90" name="Connecteur droit avec flèche 89">
            <a:extLst>
              <a:ext uri="{FF2B5EF4-FFF2-40B4-BE49-F238E27FC236}">
                <a16:creationId xmlns:a16="http://schemas.microsoft.com/office/drawing/2014/main" id="{30D0EB2F-5135-4AD0-BDF8-AC9847EA849F}"/>
              </a:ext>
            </a:extLst>
          </p:cNvPr>
          <p:cNvCxnSpPr/>
          <p:nvPr/>
        </p:nvCxnSpPr>
        <p:spPr bwMode="auto">
          <a:xfrm flipV="1">
            <a:off x="3637429" y="1402571"/>
            <a:ext cx="676482" cy="399479"/>
          </a:xfrm>
          <a:prstGeom prst="straightConnector1">
            <a:avLst/>
          </a:prstGeom>
          <a:solidFill>
            <a:schemeClr val="accent1"/>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9" name="AutoShape 31">
            <a:hlinkClick r:id="" action="ppaction://noaction"/>
            <a:extLst>
              <a:ext uri="{FF2B5EF4-FFF2-40B4-BE49-F238E27FC236}">
                <a16:creationId xmlns:a16="http://schemas.microsoft.com/office/drawing/2014/main" id="{38A338E2-3E6A-4D4A-A7D7-E73728C982F4}"/>
              </a:ext>
            </a:extLst>
          </p:cNvPr>
          <p:cNvSpPr>
            <a:spLocks noChangeArrowheads="1"/>
          </p:cNvSpPr>
          <p:nvPr/>
        </p:nvSpPr>
        <p:spPr bwMode="auto">
          <a:xfrm>
            <a:off x="4229301" y="1916792"/>
            <a:ext cx="1134326" cy="19823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FIXE_LIGNE_BOX_NOK</a:t>
            </a:r>
            <a:endParaRPr lang="fr-FR" sz="600">
              <a:solidFill>
                <a:srgbClr val="D31E05"/>
              </a:solidFill>
            </a:endParaRPr>
          </a:p>
        </p:txBody>
      </p:sp>
      <p:sp>
        <p:nvSpPr>
          <p:cNvPr id="359" name="AutoShape 41">
            <a:extLst>
              <a:ext uri="{FF2B5EF4-FFF2-40B4-BE49-F238E27FC236}">
                <a16:creationId xmlns:a16="http://schemas.microsoft.com/office/drawing/2014/main" id="{A6359C19-8B66-4A9E-BA51-4AC3949084EA}"/>
              </a:ext>
            </a:extLst>
          </p:cNvPr>
          <p:cNvSpPr>
            <a:spLocks noChangeArrowheads="1"/>
          </p:cNvSpPr>
          <p:nvPr/>
        </p:nvSpPr>
        <p:spPr bwMode="auto">
          <a:xfrm>
            <a:off x="5895771" y="1634733"/>
            <a:ext cx="1386616" cy="1445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20043_APPEL_LIGNE_BOX_OK</a:t>
            </a:r>
          </a:p>
        </p:txBody>
      </p:sp>
      <p:sp>
        <p:nvSpPr>
          <p:cNvPr id="364" name="AutoShape 31">
            <a:hlinkClick r:id="" action="ppaction://noaction"/>
            <a:extLst>
              <a:ext uri="{FF2B5EF4-FFF2-40B4-BE49-F238E27FC236}">
                <a16:creationId xmlns:a16="http://schemas.microsoft.com/office/drawing/2014/main" id="{FC059DCE-912F-42D8-9761-AF808BD3E1CE}"/>
              </a:ext>
            </a:extLst>
          </p:cNvPr>
          <p:cNvSpPr>
            <a:spLocks noChangeArrowheads="1"/>
          </p:cNvSpPr>
          <p:nvPr/>
        </p:nvSpPr>
        <p:spPr bwMode="auto">
          <a:xfrm>
            <a:off x="7809401" y="1630239"/>
            <a:ext cx="1072233"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FIXE_LIGNE_BOX_OK</a:t>
            </a:r>
            <a:endParaRPr lang="fr-FR" sz="600">
              <a:solidFill>
                <a:srgbClr val="D31E05"/>
              </a:solidFill>
            </a:endParaRPr>
          </a:p>
        </p:txBody>
      </p:sp>
      <p:sp>
        <p:nvSpPr>
          <p:cNvPr id="375" name="ZoneTexte 374">
            <a:extLst>
              <a:ext uri="{FF2B5EF4-FFF2-40B4-BE49-F238E27FC236}">
                <a16:creationId xmlns:a16="http://schemas.microsoft.com/office/drawing/2014/main" id="{9A9C3D2C-944B-41A9-8AEC-7025DB93565D}"/>
              </a:ext>
            </a:extLst>
          </p:cNvPr>
          <p:cNvSpPr txBox="1"/>
          <p:nvPr/>
        </p:nvSpPr>
        <p:spPr>
          <a:xfrm>
            <a:off x="5599226" y="1490967"/>
            <a:ext cx="376010" cy="184666"/>
          </a:xfrm>
          <a:prstGeom prst="rect">
            <a:avLst/>
          </a:prstGeom>
          <a:noFill/>
        </p:spPr>
        <p:txBody>
          <a:bodyPr wrap="square" rtlCol="0">
            <a:spAutoFit/>
          </a:bodyPr>
          <a:lstStyle/>
          <a:p>
            <a:r>
              <a:rPr lang="fr-FR" sz="600"/>
              <a:t>OUI</a:t>
            </a:r>
          </a:p>
        </p:txBody>
      </p:sp>
      <p:sp>
        <p:nvSpPr>
          <p:cNvPr id="376" name="ZoneTexte 375">
            <a:extLst>
              <a:ext uri="{FF2B5EF4-FFF2-40B4-BE49-F238E27FC236}">
                <a16:creationId xmlns:a16="http://schemas.microsoft.com/office/drawing/2014/main" id="{C8A41BBB-5144-49B7-966A-7C152A8DC1CB}"/>
              </a:ext>
            </a:extLst>
          </p:cNvPr>
          <p:cNvSpPr txBox="1"/>
          <p:nvPr/>
        </p:nvSpPr>
        <p:spPr>
          <a:xfrm>
            <a:off x="4949582" y="1487225"/>
            <a:ext cx="376010" cy="184666"/>
          </a:xfrm>
          <a:prstGeom prst="rect">
            <a:avLst/>
          </a:prstGeom>
          <a:noFill/>
        </p:spPr>
        <p:txBody>
          <a:bodyPr wrap="square" rtlCol="0">
            <a:spAutoFit/>
          </a:bodyPr>
          <a:lstStyle/>
          <a:p>
            <a:r>
              <a:rPr lang="fr-FR" sz="600"/>
              <a:t>NON</a:t>
            </a:r>
          </a:p>
        </p:txBody>
      </p:sp>
      <p:cxnSp>
        <p:nvCxnSpPr>
          <p:cNvPr id="4218" name="Connecteur : en angle 4217">
            <a:extLst>
              <a:ext uri="{FF2B5EF4-FFF2-40B4-BE49-F238E27FC236}">
                <a16:creationId xmlns:a16="http://schemas.microsoft.com/office/drawing/2014/main" id="{853429BC-1A57-44A2-8451-164E6FAD9ECB}"/>
              </a:ext>
            </a:extLst>
          </p:cNvPr>
          <p:cNvCxnSpPr>
            <a:stCxn id="138" idx="3"/>
            <a:endCxn id="359" idx="1"/>
          </p:cNvCxnSpPr>
          <p:nvPr/>
        </p:nvCxnSpPr>
        <p:spPr bwMode="auto">
          <a:xfrm>
            <a:off x="5241145" y="1438591"/>
            <a:ext cx="654626" cy="26840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Connecteur : en angle 193">
            <a:extLst>
              <a:ext uri="{FF2B5EF4-FFF2-40B4-BE49-F238E27FC236}">
                <a16:creationId xmlns:a16="http://schemas.microsoft.com/office/drawing/2014/main" id="{9365FF70-5F7B-4F83-A635-9B135DC0B8E6}"/>
              </a:ext>
            </a:extLst>
          </p:cNvPr>
          <p:cNvCxnSpPr>
            <a:stCxn id="138" idx="3"/>
            <a:endCxn id="286" idx="1"/>
          </p:cNvCxnSpPr>
          <p:nvPr/>
        </p:nvCxnSpPr>
        <p:spPr bwMode="auto">
          <a:xfrm>
            <a:off x="5241145" y="1438591"/>
            <a:ext cx="724233" cy="2655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Connecteur droit 211">
            <a:extLst>
              <a:ext uri="{FF2B5EF4-FFF2-40B4-BE49-F238E27FC236}">
                <a16:creationId xmlns:a16="http://schemas.microsoft.com/office/drawing/2014/main" id="{CC7BE6CC-6128-40D4-9920-5CE9EDC358B7}"/>
              </a:ext>
            </a:extLst>
          </p:cNvPr>
          <p:cNvCxnSpPr>
            <a:stCxn id="359" idx="3"/>
            <a:endCxn id="364" idx="1"/>
          </p:cNvCxnSpPr>
          <p:nvPr/>
        </p:nvCxnSpPr>
        <p:spPr bwMode="auto">
          <a:xfrm flipV="1">
            <a:off x="7282387" y="1704311"/>
            <a:ext cx="527014" cy="26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Connecteur : en angle 216">
            <a:extLst>
              <a:ext uri="{FF2B5EF4-FFF2-40B4-BE49-F238E27FC236}">
                <a16:creationId xmlns:a16="http://schemas.microsoft.com/office/drawing/2014/main" id="{1144EB46-7250-49E7-8401-B4172FA3FB06}"/>
              </a:ext>
            </a:extLst>
          </p:cNvPr>
          <p:cNvCxnSpPr>
            <a:stCxn id="364" idx="3"/>
            <a:endCxn id="118" idx="2"/>
          </p:cNvCxnSpPr>
          <p:nvPr/>
        </p:nvCxnSpPr>
        <p:spPr bwMode="auto">
          <a:xfrm flipH="1">
            <a:off x="8638230" y="1704311"/>
            <a:ext cx="243404" cy="4668021"/>
          </a:xfrm>
          <a:prstGeom prst="bentConnector4">
            <a:avLst>
              <a:gd name="adj1" fmla="val -81200"/>
              <a:gd name="adj2" fmla="val 5640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Connecteur : en angle 296">
            <a:extLst>
              <a:ext uri="{FF2B5EF4-FFF2-40B4-BE49-F238E27FC236}">
                <a16:creationId xmlns:a16="http://schemas.microsoft.com/office/drawing/2014/main" id="{D0BF31AE-106B-4DD9-A32B-F996D0C8E8C4}"/>
              </a:ext>
            </a:extLst>
          </p:cNvPr>
          <p:cNvCxnSpPr>
            <a:cxnSpLocks/>
            <a:stCxn id="178" idx="3"/>
            <a:endCxn id="118" idx="2"/>
          </p:cNvCxnSpPr>
          <p:nvPr/>
        </p:nvCxnSpPr>
        <p:spPr bwMode="auto">
          <a:xfrm flipH="1">
            <a:off x="8638230" y="2218482"/>
            <a:ext cx="152450" cy="4153850"/>
          </a:xfrm>
          <a:prstGeom prst="bentConnector4">
            <a:avLst>
              <a:gd name="adj1" fmla="val -188220"/>
              <a:gd name="adj2" fmla="val 511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 name="Connecteur : en angle 300">
            <a:extLst>
              <a:ext uri="{FF2B5EF4-FFF2-40B4-BE49-F238E27FC236}">
                <a16:creationId xmlns:a16="http://schemas.microsoft.com/office/drawing/2014/main" id="{A259B594-22F7-4243-8244-D504DD1D7545}"/>
              </a:ext>
            </a:extLst>
          </p:cNvPr>
          <p:cNvCxnSpPr>
            <a:stCxn id="286" idx="3"/>
            <a:endCxn id="364" idx="1"/>
          </p:cNvCxnSpPr>
          <p:nvPr/>
        </p:nvCxnSpPr>
        <p:spPr bwMode="auto">
          <a:xfrm>
            <a:off x="7351994" y="1465147"/>
            <a:ext cx="457407" cy="23916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 en angle 10">
            <a:extLst>
              <a:ext uri="{FF2B5EF4-FFF2-40B4-BE49-F238E27FC236}">
                <a16:creationId xmlns:a16="http://schemas.microsoft.com/office/drawing/2014/main" id="{6DF3C5DD-A237-448E-AAF0-D96525CA4932}"/>
              </a:ext>
            </a:extLst>
          </p:cNvPr>
          <p:cNvCxnSpPr>
            <a:stCxn id="135" idx="3"/>
            <a:endCxn id="152" idx="1"/>
          </p:cNvCxnSpPr>
          <p:nvPr/>
        </p:nvCxnSpPr>
        <p:spPr bwMode="auto">
          <a:xfrm>
            <a:off x="5224753" y="549947"/>
            <a:ext cx="709535" cy="44048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37">
            <a:extLst>
              <a:ext uri="{FF2B5EF4-FFF2-40B4-BE49-F238E27FC236}">
                <a16:creationId xmlns:a16="http://schemas.microsoft.com/office/drawing/2014/main" id="{35630887-D1D6-438F-BC3D-5C69244D9AF2}"/>
              </a:ext>
            </a:extLst>
          </p:cNvPr>
          <p:cNvSpPr>
            <a:spLocks noChangeArrowheads="1"/>
          </p:cNvSpPr>
          <p:nvPr/>
        </p:nvSpPr>
        <p:spPr bwMode="auto">
          <a:xfrm>
            <a:off x="5934288" y="894836"/>
            <a:ext cx="1450470" cy="191197"/>
          </a:xfrm>
          <a:prstGeom prst="roundRect">
            <a:avLst>
              <a:gd name="adj" fmla="val 16667"/>
            </a:avLst>
          </a:prstGeom>
          <a:solidFill>
            <a:srgbClr val="F8DAD4"/>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20043_ELIGIBILITE_PREDIAG_NOK</a:t>
            </a:r>
          </a:p>
        </p:txBody>
      </p:sp>
      <p:cxnSp>
        <p:nvCxnSpPr>
          <p:cNvPr id="16" name="Connecteur : en angle 15">
            <a:extLst>
              <a:ext uri="{FF2B5EF4-FFF2-40B4-BE49-F238E27FC236}">
                <a16:creationId xmlns:a16="http://schemas.microsoft.com/office/drawing/2014/main" id="{98998418-B6D8-4641-9568-082E9DC1624C}"/>
              </a:ext>
            </a:extLst>
          </p:cNvPr>
          <p:cNvCxnSpPr>
            <a:stCxn id="152" idx="3"/>
            <a:endCxn id="205" idx="1"/>
          </p:cNvCxnSpPr>
          <p:nvPr/>
        </p:nvCxnSpPr>
        <p:spPr bwMode="auto">
          <a:xfrm flipV="1">
            <a:off x="7384758" y="715147"/>
            <a:ext cx="100041" cy="27528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 en angle 20">
            <a:extLst>
              <a:ext uri="{FF2B5EF4-FFF2-40B4-BE49-F238E27FC236}">
                <a16:creationId xmlns:a16="http://schemas.microsoft.com/office/drawing/2014/main" id="{A9DB6857-B4B4-46E3-9CF5-C3802F8AB016}"/>
              </a:ext>
            </a:extLst>
          </p:cNvPr>
          <p:cNvCxnSpPr>
            <a:stCxn id="145" idx="3"/>
            <a:endCxn id="205" idx="1"/>
          </p:cNvCxnSpPr>
          <p:nvPr/>
        </p:nvCxnSpPr>
        <p:spPr bwMode="auto">
          <a:xfrm>
            <a:off x="7284717" y="569775"/>
            <a:ext cx="200082" cy="14537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15">
            <a:extLst>
              <a:ext uri="{FF2B5EF4-FFF2-40B4-BE49-F238E27FC236}">
                <a16:creationId xmlns:a16="http://schemas.microsoft.com/office/drawing/2014/main" id="{08E4B866-5FEE-4D24-B24B-DFBE6C70C853}"/>
              </a:ext>
            </a:extLst>
          </p:cNvPr>
          <p:cNvSpPr>
            <a:spLocks noChangeArrowheads="1"/>
          </p:cNvSpPr>
          <p:nvPr/>
        </p:nvSpPr>
        <p:spPr bwMode="auto">
          <a:xfrm>
            <a:off x="3480301" y="2323600"/>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HISPEED-SVI</a:t>
            </a:r>
          </a:p>
        </p:txBody>
      </p:sp>
      <p:grpSp>
        <p:nvGrpSpPr>
          <p:cNvPr id="154" name="Group 12">
            <a:extLst>
              <a:ext uri="{FF2B5EF4-FFF2-40B4-BE49-F238E27FC236}">
                <a16:creationId xmlns:a16="http://schemas.microsoft.com/office/drawing/2014/main" id="{4DB7017E-EDC0-4AD0-9769-799AC9BEEE74}"/>
              </a:ext>
            </a:extLst>
          </p:cNvPr>
          <p:cNvGrpSpPr>
            <a:grpSpLocks/>
          </p:cNvGrpSpPr>
          <p:nvPr/>
        </p:nvGrpSpPr>
        <p:grpSpPr bwMode="auto">
          <a:xfrm rot="12181254">
            <a:off x="4165560" y="2299452"/>
            <a:ext cx="295796" cy="169652"/>
            <a:chOff x="1920" y="715"/>
            <a:chExt cx="270" cy="139"/>
          </a:xfrm>
          <a:effectLst>
            <a:outerShdw blurRad="50800" dist="38100" dir="2700000" algn="tl" rotWithShape="0">
              <a:prstClr val="black">
                <a:alpha val="40000"/>
              </a:prstClr>
            </a:outerShdw>
          </a:effectLst>
        </p:grpSpPr>
        <p:sp>
          <p:nvSpPr>
            <p:cNvPr id="157" name="AutoShape 13">
              <a:extLst>
                <a:ext uri="{FF2B5EF4-FFF2-40B4-BE49-F238E27FC236}">
                  <a16:creationId xmlns:a16="http://schemas.microsoft.com/office/drawing/2014/main" id="{DF80049D-5731-43A8-880B-2DC0720FC964}"/>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58" name="AutoShape 14">
              <a:extLst>
                <a:ext uri="{FF2B5EF4-FFF2-40B4-BE49-F238E27FC236}">
                  <a16:creationId xmlns:a16="http://schemas.microsoft.com/office/drawing/2014/main" id="{0D3EDB39-0787-4A7B-ADF8-DF5281AFE0DC}"/>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59" name="AutoShape 68">
            <a:hlinkClick r:id="" action="ppaction://noaction"/>
            <a:extLst>
              <a:ext uri="{FF2B5EF4-FFF2-40B4-BE49-F238E27FC236}">
                <a16:creationId xmlns:a16="http://schemas.microsoft.com/office/drawing/2014/main" id="{7208832C-83FE-4B7B-85A1-A6D57507247A}"/>
              </a:ext>
            </a:extLst>
          </p:cNvPr>
          <p:cNvSpPr>
            <a:spLocks noChangeArrowheads="1"/>
          </p:cNvSpPr>
          <p:nvPr/>
        </p:nvSpPr>
        <p:spPr bwMode="auto">
          <a:xfrm>
            <a:off x="4369567" y="2328837"/>
            <a:ext cx="865081" cy="350459"/>
          </a:xfrm>
          <a:prstGeom prst="diamond">
            <a:avLst/>
          </a:prstGeom>
          <a:solidFill>
            <a:srgbClr val="B8EDED"/>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ea typeface="ＭＳ Ｐゴシック" charset="0"/>
              </a:rPr>
              <a:t>IDUR</a:t>
            </a:r>
          </a:p>
        </p:txBody>
      </p:sp>
      <p:cxnSp>
        <p:nvCxnSpPr>
          <p:cNvPr id="13" name="Connecteur droit 12">
            <a:extLst>
              <a:ext uri="{FF2B5EF4-FFF2-40B4-BE49-F238E27FC236}">
                <a16:creationId xmlns:a16="http://schemas.microsoft.com/office/drawing/2014/main" id="{FE958E05-BED4-4208-89AF-1DF7CDD77704}"/>
              </a:ext>
            </a:extLst>
          </p:cNvPr>
          <p:cNvCxnSpPr>
            <a:stCxn id="267" idx="2"/>
            <a:endCxn id="309" idx="0"/>
          </p:cNvCxnSpPr>
          <p:nvPr/>
        </p:nvCxnSpPr>
        <p:spPr bwMode="auto">
          <a:xfrm>
            <a:off x="4796464" y="1783570"/>
            <a:ext cx="0" cy="1332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droit 29">
            <a:extLst>
              <a:ext uri="{FF2B5EF4-FFF2-40B4-BE49-F238E27FC236}">
                <a16:creationId xmlns:a16="http://schemas.microsoft.com/office/drawing/2014/main" id="{4CFE506D-97F8-4539-8A5E-67E4BA8F262B}"/>
              </a:ext>
            </a:extLst>
          </p:cNvPr>
          <p:cNvCxnSpPr>
            <a:stCxn id="159" idx="0"/>
            <a:endCxn id="309" idx="2"/>
          </p:cNvCxnSpPr>
          <p:nvPr/>
        </p:nvCxnSpPr>
        <p:spPr bwMode="auto">
          <a:xfrm flipH="1" flipV="1">
            <a:off x="4796464" y="2115024"/>
            <a:ext cx="5644" cy="2138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314753A2-C569-4FAD-A68C-F9A982B91DE4}"/>
              </a:ext>
            </a:extLst>
          </p:cNvPr>
          <p:cNvCxnSpPr>
            <a:stCxn id="159" idx="3"/>
            <a:endCxn id="174" idx="1"/>
          </p:cNvCxnSpPr>
          <p:nvPr/>
        </p:nvCxnSpPr>
        <p:spPr bwMode="auto">
          <a:xfrm flipV="1">
            <a:off x="5234648" y="2200835"/>
            <a:ext cx="633124" cy="30323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41">
            <a:extLst>
              <a:ext uri="{FF2B5EF4-FFF2-40B4-BE49-F238E27FC236}">
                <a16:creationId xmlns:a16="http://schemas.microsoft.com/office/drawing/2014/main" id="{83C1939E-3F4E-43F2-AC8E-002860B2E7F3}"/>
              </a:ext>
            </a:extLst>
          </p:cNvPr>
          <p:cNvSpPr>
            <a:spLocks noChangeArrowheads="1"/>
          </p:cNvSpPr>
          <p:nvPr/>
        </p:nvSpPr>
        <p:spPr bwMode="auto">
          <a:xfrm>
            <a:off x="5867772" y="2128570"/>
            <a:ext cx="1386616" cy="1445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20043_WS_HISPEED_HS</a:t>
            </a:r>
          </a:p>
        </p:txBody>
      </p:sp>
      <p:sp>
        <p:nvSpPr>
          <p:cNvPr id="177" name="AutoShape 41">
            <a:extLst>
              <a:ext uri="{FF2B5EF4-FFF2-40B4-BE49-F238E27FC236}">
                <a16:creationId xmlns:a16="http://schemas.microsoft.com/office/drawing/2014/main" id="{027727E5-B2F1-4A8E-BC65-D40CBA5B9DDD}"/>
              </a:ext>
            </a:extLst>
          </p:cNvPr>
          <p:cNvSpPr>
            <a:spLocks noChangeArrowheads="1"/>
          </p:cNvSpPr>
          <p:nvPr/>
        </p:nvSpPr>
        <p:spPr bwMode="auto">
          <a:xfrm>
            <a:off x="5908599" y="2489289"/>
            <a:ext cx="1386616" cy="1445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20043_HISPEED_IDUR_VIDE</a:t>
            </a:r>
          </a:p>
        </p:txBody>
      </p:sp>
      <p:cxnSp>
        <p:nvCxnSpPr>
          <p:cNvPr id="49" name="Connecteur : en angle 48">
            <a:extLst>
              <a:ext uri="{FF2B5EF4-FFF2-40B4-BE49-F238E27FC236}">
                <a16:creationId xmlns:a16="http://schemas.microsoft.com/office/drawing/2014/main" id="{C79B1989-0555-4867-BFEB-E70BAF6A3ADC}"/>
              </a:ext>
            </a:extLst>
          </p:cNvPr>
          <p:cNvCxnSpPr>
            <a:stCxn id="159" idx="3"/>
            <a:endCxn id="177" idx="1"/>
          </p:cNvCxnSpPr>
          <p:nvPr/>
        </p:nvCxnSpPr>
        <p:spPr bwMode="auto">
          <a:xfrm>
            <a:off x="5234648" y="2504067"/>
            <a:ext cx="673951" cy="574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31">
            <a:hlinkClick r:id="" action="ppaction://noaction"/>
            <a:extLst>
              <a:ext uri="{FF2B5EF4-FFF2-40B4-BE49-F238E27FC236}">
                <a16:creationId xmlns:a16="http://schemas.microsoft.com/office/drawing/2014/main" id="{0BF4D7EA-4B96-4FB6-986F-0622CD91DF38}"/>
              </a:ext>
            </a:extLst>
          </p:cNvPr>
          <p:cNvSpPr>
            <a:spLocks noChangeArrowheads="1"/>
          </p:cNvSpPr>
          <p:nvPr/>
        </p:nvSpPr>
        <p:spPr bwMode="auto">
          <a:xfrm>
            <a:off x="7718447" y="2120167"/>
            <a:ext cx="1072233" cy="196630"/>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FIXE_HISPEED_KO</a:t>
            </a:r>
            <a:endParaRPr lang="fr-FR" sz="600">
              <a:solidFill>
                <a:srgbClr val="D31E05"/>
              </a:solidFill>
            </a:endParaRPr>
          </a:p>
        </p:txBody>
      </p:sp>
      <p:cxnSp>
        <p:nvCxnSpPr>
          <p:cNvPr id="62" name="Connecteur : en angle 61">
            <a:extLst>
              <a:ext uri="{FF2B5EF4-FFF2-40B4-BE49-F238E27FC236}">
                <a16:creationId xmlns:a16="http://schemas.microsoft.com/office/drawing/2014/main" id="{3DE5F789-B92A-4CEE-A1E7-DED85DBDC003}"/>
              </a:ext>
            </a:extLst>
          </p:cNvPr>
          <p:cNvCxnSpPr>
            <a:cxnSpLocks/>
            <a:stCxn id="177" idx="3"/>
            <a:endCxn id="178" idx="1"/>
          </p:cNvCxnSpPr>
          <p:nvPr/>
        </p:nvCxnSpPr>
        <p:spPr bwMode="auto">
          <a:xfrm flipV="1">
            <a:off x="7295215" y="2218482"/>
            <a:ext cx="423232" cy="34307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ZoneTexte 190">
            <a:extLst>
              <a:ext uri="{FF2B5EF4-FFF2-40B4-BE49-F238E27FC236}">
                <a16:creationId xmlns:a16="http://schemas.microsoft.com/office/drawing/2014/main" id="{8A21DA2D-34C8-4FD4-8093-3A2E2AA6F955}"/>
              </a:ext>
            </a:extLst>
          </p:cNvPr>
          <p:cNvSpPr txBox="1"/>
          <p:nvPr/>
        </p:nvSpPr>
        <p:spPr>
          <a:xfrm>
            <a:off x="5459971" y="1965016"/>
            <a:ext cx="459470" cy="184666"/>
          </a:xfrm>
          <a:prstGeom prst="rect">
            <a:avLst/>
          </a:prstGeom>
          <a:noFill/>
        </p:spPr>
        <p:txBody>
          <a:bodyPr wrap="square" rtlCol="0">
            <a:spAutoFit/>
          </a:bodyPr>
          <a:lstStyle/>
          <a:p>
            <a:r>
              <a:rPr lang="fr-FR" sz="600"/>
              <a:t>WS KO</a:t>
            </a:r>
          </a:p>
        </p:txBody>
      </p:sp>
      <p:sp>
        <p:nvSpPr>
          <p:cNvPr id="197" name="AutoShape 41">
            <a:extLst>
              <a:ext uri="{FF2B5EF4-FFF2-40B4-BE49-F238E27FC236}">
                <a16:creationId xmlns:a16="http://schemas.microsoft.com/office/drawing/2014/main" id="{A70B47DE-064A-4BB6-BDFB-483686093C56}"/>
              </a:ext>
            </a:extLst>
          </p:cNvPr>
          <p:cNvSpPr>
            <a:spLocks noChangeArrowheads="1"/>
          </p:cNvSpPr>
          <p:nvPr/>
        </p:nvSpPr>
        <p:spPr bwMode="auto">
          <a:xfrm>
            <a:off x="4327622" y="2739026"/>
            <a:ext cx="1014985" cy="12360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20044_WS_HISPEED_OK</a:t>
            </a:r>
          </a:p>
        </p:txBody>
      </p:sp>
      <p:cxnSp>
        <p:nvCxnSpPr>
          <p:cNvPr id="4111" name="Connecteur droit 4110">
            <a:extLst>
              <a:ext uri="{FF2B5EF4-FFF2-40B4-BE49-F238E27FC236}">
                <a16:creationId xmlns:a16="http://schemas.microsoft.com/office/drawing/2014/main" id="{903C4DDF-0556-471B-859B-B473415C6941}"/>
              </a:ext>
            </a:extLst>
          </p:cNvPr>
          <p:cNvCxnSpPr>
            <a:stCxn id="159" idx="2"/>
            <a:endCxn id="197" idx="0"/>
          </p:cNvCxnSpPr>
          <p:nvPr/>
        </p:nvCxnSpPr>
        <p:spPr bwMode="auto">
          <a:xfrm>
            <a:off x="4802108" y="2679296"/>
            <a:ext cx="33007" cy="597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1" name="ZoneTexte 210">
            <a:extLst>
              <a:ext uri="{FF2B5EF4-FFF2-40B4-BE49-F238E27FC236}">
                <a16:creationId xmlns:a16="http://schemas.microsoft.com/office/drawing/2014/main" id="{823B7352-8349-4938-9945-D64A9FD3AF46}"/>
              </a:ext>
            </a:extLst>
          </p:cNvPr>
          <p:cNvSpPr txBox="1"/>
          <p:nvPr/>
        </p:nvSpPr>
        <p:spPr>
          <a:xfrm>
            <a:off x="5534491" y="2326375"/>
            <a:ext cx="773222" cy="184666"/>
          </a:xfrm>
          <a:prstGeom prst="rect">
            <a:avLst/>
          </a:prstGeom>
          <a:noFill/>
        </p:spPr>
        <p:txBody>
          <a:bodyPr wrap="square" rtlCol="0">
            <a:spAutoFit/>
          </a:bodyPr>
          <a:lstStyle/>
          <a:p>
            <a:r>
              <a:rPr lang="fr-FR" sz="600"/>
              <a:t>CHAMPS VIDE</a:t>
            </a:r>
          </a:p>
        </p:txBody>
      </p:sp>
      <p:cxnSp>
        <p:nvCxnSpPr>
          <p:cNvPr id="4126" name="Connecteur : en angle 4125">
            <a:extLst>
              <a:ext uri="{FF2B5EF4-FFF2-40B4-BE49-F238E27FC236}">
                <a16:creationId xmlns:a16="http://schemas.microsoft.com/office/drawing/2014/main" id="{9539CE93-F074-43ED-BBB5-EC03CB68F0F9}"/>
              </a:ext>
            </a:extLst>
          </p:cNvPr>
          <p:cNvCxnSpPr>
            <a:cxnSpLocks/>
            <a:stCxn id="174" idx="3"/>
            <a:endCxn id="178" idx="1"/>
          </p:cNvCxnSpPr>
          <p:nvPr/>
        </p:nvCxnSpPr>
        <p:spPr bwMode="auto">
          <a:xfrm>
            <a:off x="7254388" y="2200835"/>
            <a:ext cx="464059" cy="1764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ZoneTexte 220">
            <a:extLst>
              <a:ext uri="{FF2B5EF4-FFF2-40B4-BE49-F238E27FC236}">
                <a16:creationId xmlns:a16="http://schemas.microsoft.com/office/drawing/2014/main" id="{2D428CE7-654E-4544-BAC1-9DAA8903C143}"/>
              </a:ext>
            </a:extLst>
          </p:cNvPr>
          <p:cNvSpPr txBox="1"/>
          <p:nvPr/>
        </p:nvSpPr>
        <p:spPr>
          <a:xfrm>
            <a:off x="4376064" y="2586963"/>
            <a:ext cx="376010" cy="184666"/>
          </a:xfrm>
          <a:prstGeom prst="rect">
            <a:avLst/>
          </a:prstGeom>
          <a:noFill/>
        </p:spPr>
        <p:txBody>
          <a:bodyPr wrap="square" rtlCol="0">
            <a:spAutoFit/>
          </a:bodyPr>
          <a:lstStyle/>
          <a:p>
            <a:r>
              <a:rPr lang="fr-FR" sz="600"/>
              <a:t>OUI</a:t>
            </a:r>
          </a:p>
        </p:txBody>
      </p:sp>
      <p:sp>
        <p:nvSpPr>
          <p:cNvPr id="4110" name="ZoneTexte 4109">
            <a:extLst>
              <a:ext uri="{FF2B5EF4-FFF2-40B4-BE49-F238E27FC236}">
                <a16:creationId xmlns:a16="http://schemas.microsoft.com/office/drawing/2014/main" id="{AA027143-D9D0-449C-B2C0-9961721B7CBD}"/>
              </a:ext>
            </a:extLst>
          </p:cNvPr>
          <p:cNvSpPr txBox="1"/>
          <p:nvPr/>
        </p:nvSpPr>
        <p:spPr>
          <a:xfrm>
            <a:off x="5081890" y="4686687"/>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désactivé</a:t>
            </a:r>
          </a:p>
        </p:txBody>
      </p:sp>
      <p:sp>
        <p:nvSpPr>
          <p:cNvPr id="4112" name="ZoneTexte 4111">
            <a:extLst>
              <a:ext uri="{FF2B5EF4-FFF2-40B4-BE49-F238E27FC236}">
                <a16:creationId xmlns:a16="http://schemas.microsoft.com/office/drawing/2014/main" id="{50844D88-0CDF-1E39-1261-D5AFC9E8FB9E}"/>
              </a:ext>
            </a:extLst>
          </p:cNvPr>
          <p:cNvSpPr txBox="1"/>
          <p:nvPr/>
        </p:nvSpPr>
        <p:spPr>
          <a:xfrm>
            <a:off x="4914948" y="3648799"/>
            <a:ext cx="717475" cy="184666"/>
          </a:xfrm>
          <a:prstGeom prst="rect">
            <a:avLst/>
          </a:prstGeom>
          <a:noFill/>
        </p:spPr>
        <p:txBody>
          <a:bodyPr wrap="square" rtlCol="0">
            <a:spAutoFit/>
          </a:bodyPr>
          <a:lstStyle/>
          <a:p>
            <a:r>
              <a:rPr lang="fr-FR" sz="600">
                <a:effectLst>
                  <a:outerShdw blurRad="38100" dist="38100" dir="2700000" algn="tl">
                    <a:srgbClr val="C0C0C0"/>
                  </a:outerShdw>
                </a:effectLst>
                <a:latin typeface="Arial" pitchFamily="34" charset="0"/>
                <a:ea typeface="ＭＳ Ｐゴシック" charset="-128"/>
              </a:rPr>
              <a:t>Filtre désactivé</a:t>
            </a:r>
          </a:p>
        </p:txBody>
      </p:sp>
      <p:cxnSp>
        <p:nvCxnSpPr>
          <p:cNvPr id="9" name="Connecteur : en angle 8">
            <a:extLst>
              <a:ext uri="{FF2B5EF4-FFF2-40B4-BE49-F238E27FC236}">
                <a16:creationId xmlns:a16="http://schemas.microsoft.com/office/drawing/2014/main" id="{F7E9E34C-AABA-9EE1-13E8-601F590297B0}"/>
              </a:ext>
            </a:extLst>
          </p:cNvPr>
          <p:cNvCxnSpPr>
            <a:stCxn id="419" idx="3"/>
            <a:endCxn id="554" idx="0"/>
          </p:cNvCxnSpPr>
          <p:nvPr/>
        </p:nvCxnSpPr>
        <p:spPr bwMode="auto">
          <a:xfrm flipH="1">
            <a:off x="4829485" y="4057833"/>
            <a:ext cx="3452612" cy="416125"/>
          </a:xfrm>
          <a:prstGeom prst="bentConnector4">
            <a:avLst>
              <a:gd name="adj1" fmla="val -6621"/>
              <a:gd name="adj2" fmla="val 904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 en angle 17">
            <a:extLst>
              <a:ext uri="{FF2B5EF4-FFF2-40B4-BE49-F238E27FC236}">
                <a16:creationId xmlns:a16="http://schemas.microsoft.com/office/drawing/2014/main" id="{CF6F41E0-8393-AE52-F9C9-781A19BE9549}"/>
              </a:ext>
            </a:extLst>
          </p:cNvPr>
          <p:cNvCxnSpPr>
            <a:stCxn id="420" idx="3"/>
            <a:endCxn id="554" idx="0"/>
          </p:cNvCxnSpPr>
          <p:nvPr/>
        </p:nvCxnSpPr>
        <p:spPr bwMode="auto">
          <a:xfrm flipH="1">
            <a:off x="4829485" y="4267993"/>
            <a:ext cx="3329151" cy="205965"/>
          </a:xfrm>
          <a:prstGeom prst="bentConnector4">
            <a:avLst>
              <a:gd name="adj1" fmla="val -10586"/>
              <a:gd name="adj2" fmla="val 738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0" name="Connecteur : en angle 4099">
            <a:extLst>
              <a:ext uri="{FF2B5EF4-FFF2-40B4-BE49-F238E27FC236}">
                <a16:creationId xmlns:a16="http://schemas.microsoft.com/office/drawing/2014/main" id="{8170BEFE-92E3-561E-693C-A827BEF70843}"/>
              </a:ext>
            </a:extLst>
          </p:cNvPr>
          <p:cNvCxnSpPr>
            <a:stCxn id="418" idx="3"/>
            <a:endCxn id="118" idx="2"/>
          </p:cNvCxnSpPr>
          <p:nvPr/>
        </p:nvCxnSpPr>
        <p:spPr bwMode="auto">
          <a:xfrm>
            <a:off x="7623080" y="3648426"/>
            <a:ext cx="1015150" cy="272390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ZoneTexte 6">
            <a:extLst>
              <a:ext uri="{FF2B5EF4-FFF2-40B4-BE49-F238E27FC236}">
                <a16:creationId xmlns:a16="http://schemas.microsoft.com/office/drawing/2014/main" id="{2E263101-202A-92C6-0C4A-D6FAF02AE2A0}"/>
              </a:ext>
            </a:extLst>
          </p:cNvPr>
          <p:cNvSpPr txBox="1"/>
          <p:nvPr/>
        </p:nvSpPr>
        <p:spPr>
          <a:xfrm>
            <a:off x="122929" y="455293"/>
            <a:ext cx="2863131" cy="507831"/>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2" name="AutoShape 41">
            <a:extLst>
              <a:ext uri="{FF2B5EF4-FFF2-40B4-BE49-F238E27FC236}">
                <a16:creationId xmlns:a16="http://schemas.microsoft.com/office/drawing/2014/main" id="{9BD131B5-297B-A38E-A645-6B4CD3E95535}"/>
              </a:ext>
            </a:extLst>
          </p:cNvPr>
          <p:cNvSpPr>
            <a:spLocks noChangeArrowheads="1"/>
          </p:cNvSpPr>
          <p:nvPr/>
        </p:nvSpPr>
        <p:spPr bwMode="auto">
          <a:xfrm>
            <a:off x="5752259" y="3799241"/>
            <a:ext cx="2336028" cy="1208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20044_WS_PREDIAG_DIAG_FRONT_EXCLU_BOX(</a:t>
            </a:r>
            <a:r>
              <a:rPr lang="fr-FR" sz="600" dirty="0" err="1"/>
              <a:t>iadModel</a:t>
            </a:r>
            <a:r>
              <a:rPr lang="fr-FR" sz="600" dirty="0"/>
              <a:t>)</a:t>
            </a:r>
          </a:p>
        </p:txBody>
      </p:sp>
      <p:cxnSp>
        <p:nvCxnSpPr>
          <p:cNvPr id="17" name="Connecteur : en angle 16">
            <a:extLst>
              <a:ext uri="{FF2B5EF4-FFF2-40B4-BE49-F238E27FC236}">
                <a16:creationId xmlns:a16="http://schemas.microsoft.com/office/drawing/2014/main" id="{67BCD93C-079C-9FC7-C555-532872B4F8B0}"/>
              </a:ext>
            </a:extLst>
          </p:cNvPr>
          <p:cNvCxnSpPr>
            <a:stCxn id="414" idx="3"/>
            <a:endCxn id="2" idx="1"/>
          </p:cNvCxnSpPr>
          <p:nvPr/>
        </p:nvCxnSpPr>
        <p:spPr bwMode="auto">
          <a:xfrm flipV="1">
            <a:off x="5234648" y="3859665"/>
            <a:ext cx="517611" cy="3269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ZoneTexte 11">
            <a:extLst>
              <a:ext uri="{FF2B5EF4-FFF2-40B4-BE49-F238E27FC236}">
                <a16:creationId xmlns:a16="http://schemas.microsoft.com/office/drawing/2014/main" id="{9FFDCB09-553C-32F6-99F2-C31191BAA45A}"/>
              </a:ext>
            </a:extLst>
          </p:cNvPr>
          <p:cNvSpPr txBox="1"/>
          <p:nvPr/>
        </p:nvSpPr>
        <p:spPr>
          <a:xfrm>
            <a:off x="6355284" y="3208116"/>
            <a:ext cx="2640546" cy="400110"/>
          </a:xfrm>
          <a:prstGeom prst="rect">
            <a:avLst/>
          </a:prstGeom>
          <a:noFill/>
          <a:ln w="3175">
            <a:solidFill>
              <a:schemeClr val="tx1"/>
            </a:solidFill>
          </a:ln>
        </p:spPr>
        <p:txBody>
          <a:bodyPr wrap="square" lIns="91440" tIns="45720" rIns="91440" bIns="45720" anchor="t">
            <a:spAutoFit/>
          </a:bodyPr>
          <a:lstStyle/>
          <a:p>
            <a:r>
              <a:rPr lang="fr-FR" sz="1000" err="1">
                <a:latin typeface="Arial"/>
                <a:ea typeface="ＭＳ Ｐゴシック"/>
                <a:cs typeface="Arial"/>
              </a:rPr>
              <a:t>iadmodel</a:t>
            </a:r>
            <a:r>
              <a:rPr lang="fr-FR" sz="1000">
                <a:latin typeface="Arial"/>
                <a:ea typeface="ＭＳ Ｐゴシック"/>
                <a:cs typeface="Arial"/>
              </a:rPr>
              <a:t> appartient liste d’exclusion</a:t>
            </a:r>
          </a:p>
          <a:p>
            <a:r>
              <a:rPr lang="fr-FR" sz="1000"/>
              <a:t> configuré dans Iris  </a:t>
            </a:r>
          </a:p>
        </p:txBody>
      </p:sp>
      <p:cxnSp>
        <p:nvCxnSpPr>
          <p:cNvPr id="8" name="Connecteur : en angle 7">
            <a:extLst>
              <a:ext uri="{FF2B5EF4-FFF2-40B4-BE49-F238E27FC236}">
                <a16:creationId xmlns:a16="http://schemas.microsoft.com/office/drawing/2014/main" id="{499EC5D0-D888-F6B6-F12D-4946FF1CC7CF}"/>
              </a:ext>
            </a:extLst>
          </p:cNvPr>
          <p:cNvCxnSpPr>
            <a:stCxn id="2" idx="3"/>
            <a:endCxn id="118" idx="2"/>
          </p:cNvCxnSpPr>
          <p:nvPr/>
        </p:nvCxnSpPr>
        <p:spPr bwMode="auto">
          <a:xfrm>
            <a:off x="8088287" y="3859665"/>
            <a:ext cx="549943" cy="251266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74170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33</a:t>
            </a:fld>
            <a:endParaRPr lang="fr-FR"/>
          </a:p>
        </p:txBody>
      </p:sp>
      <p:sp>
        <p:nvSpPr>
          <p:cNvPr id="126" name="AutoShape 98">
            <a:hlinkClick r:id="rId3" action="ppaction://hlinksldjump"/>
          </p:cNvPr>
          <p:cNvSpPr>
            <a:spLocks noChangeArrowheads="1"/>
          </p:cNvSpPr>
          <p:nvPr/>
        </p:nvSpPr>
        <p:spPr bwMode="auto">
          <a:xfrm rot="10800000">
            <a:off x="4053419" y="539429"/>
            <a:ext cx="1722236"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700" b="1">
                <a:ea typeface="ＭＳ Ｐゴシック" charset="0"/>
              </a:rPr>
              <a:t>ELIG PRE DIAG SUSPICION IG</a:t>
            </a:r>
          </a:p>
        </p:txBody>
      </p:sp>
      <p:sp>
        <p:nvSpPr>
          <p:cNvPr id="61" name="AutoShape 68">
            <a:hlinkClick r:id="" action="ppaction://noaction"/>
          </p:cNvPr>
          <p:cNvSpPr>
            <a:spLocks noChangeArrowheads="1"/>
          </p:cNvSpPr>
          <p:nvPr/>
        </p:nvSpPr>
        <p:spPr bwMode="auto">
          <a:xfrm>
            <a:off x="4224671" y="1677727"/>
            <a:ext cx="865081" cy="350459"/>
          </a:xfrm>
          <a:prstGeom prst="diamond">
            <a:avLst/>
          </a:prstGeom>
          <a:solidFill>
            <a:srgbClr val="B8EDED"/>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ea typeface="ＭＳ Ｐゴシック" charset="0"/>
              </a:rPr>
              <a:t>ELIGIBLE</a:t>
            </a:r>
          </a:p>
          <a:p>
            <a:pPr algn="ctr" eaLnBrk="0" hangingPunct="0">
              <a:defRPr/>
            </a:pPr>
            <a:r>
              <a:rPr lang="fr-FR" sz="600" b="1">
                <a:ea typeface="ＭＳ Ｐゴシック" charset="0"/>
              </a:rPr>
              <a:t>REBOOT BOX</a:t>
            </a:r>
          </a:p>
        </p:txBody>
      </p:sp>
      <p:cxnSp>
        <p:nvCxnSpPr>
          <p:cNvPr id="64" name="AutoShape 47"/>
          <p:cNvCxnSpPr>
            <a:cxnSpLocks noChangeShapeType="1"/>
            <a:stCxn id="92" idx="1"/>
            <a:endCxn id="46" idx="0"/>
          </p:cNvCxnSpPr>
          <p:nvPr/>
        </p:nvCxnSpPr>
        <p:spPr bwMode="auto">
          <a:xfrm rot="10800000" flipV="1">
            <a:off x="607793" y="1663403"/>
            <a:ext cx="30225" cy="20111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42"/>
          <p:cNvSpPr>
            <a:spLocks noChangeArrowheads="1"/>
          </p:cNvSpPr>
          <p:nvPr/>
        </p:nvSpPr>
        <p:spPr bwMode="auto">
          <a:xfrm>
            <a:off x="2101826" y="1774520"/>
            <a:ext cx="1846093" cy="16296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20046_ELIGIBILITE_REBOOT_BOX_NON</a:t>
            </a:r>
          </a:p>
        </p:txBody>
      </p:sp>
      <p:sp>
        <p:nvSpPr>
          <p:cNvPr id="46" name="Rectangle 5"/>
          <p:cNvSpPr>
            <a:spLocks noChangeArrowheads="1"/>
          </p:cNvSpPr>
          <p:nvPr/>
        </p:nvSpPr>
        <p:spPr bwMode="auto">
          <a:xfrm>
            <a:off x="6606" y="1864513"/>
            <a:ext cx="1202371"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REBOOT ELIGIBILITE BOX NON</a:t>
            </a:r>
            <a:br>
              <a:rPr lang="fr-FR" sz="700" b="1">
                <a:solidFill>
                  <a:schemeClr val="accent2"/>
                </a:solidFill>
              </a:rPr>
            </a:br>
            <a:r>
              <a:rPr lang="fr-FR" sz="600">
                <a:solidFill>
                  <a:schemeClr val="tx1"/>
                </a:solidFill>
              </a:rPr>
              <a:t>Nos vérifications sont terminées, nous allons vous mettre en relation avec notre équipe technique</a:t>
            </a:r>
          </a:p>
        </p:txBody>
      </p:sp>
      <p:sp>
        <p:nvSpPr>
          <p:cNvPr id="71" name="Espace réservé du texte 4"/>
          <p:cNvSpPr txBox="1">
            <a:spLocks/>
          </p:cNvSpPr>
          <p:nvPr/>
        </p:nvSpPr>
        <p:spPr>
          <a:xfrm>
            <a:off x="43815" y="42863"/>
            <a:ext cx="2622550" cy="261937"/>
          </a:xfrm>
          <a:prstGeom prst="rect">
            <a:avLst/>
          </a:prstGeom>
        </p:spPr>
        <p:txBody>
          <a:bodyPr anchor="ctr"/>
          <a:lst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a:lstStyle>
          <a:p>
            <a:pPr marL="0" indent="0">
              <a:buNone/>
            </a:pPr>
            <a:r>
              <a:rPr lang="fr-FR" sz="1400" b="0" kern="0">
                <a:solidFill>
                  <a:schemeClr val="bg1"/>
                </a:solidFill>
                <a:effectLst>
                  <a:outerShdw blurRad="38100" dist="38100" dir="2700000" algn="tl">
                    <a:srgbClr val="000000">
                      <a:alpha val="43137"/>
                    </a:srgbClr>
                  </a:outerShdw>
                </a:effectLst>
                <a:latin typeface="SFR Thin" panose="020B0203040504020204" pitchFamily="34" charset="0"/>
              </a:rPr>
              <a:t>SVI FIXE</a:t>
            </a:r>
          </a:p>
        </p:txBody>
      </p:sp>
      <p:sp>
        <p:nvSpPr>
          <p:cNvPr id="72" name="Titre 2"/>
          <p:cNvSpPr>
            <a:spLocks noGrp="1"/>
          </p:cNvSpPr>
          <p:nvPr>
            <p:ph type="title"/>
          </p:nvPr>
        </p:nvSpPr>
        <p:spPr>
          <a:xfrm>
            <a:off x="2717424" y="43653"/>
            <a:ext cx="6077325" cy="261147"/>
          </a:xfrm>
        </p:spPr>
        <p:txBody>
          <a:bodyPr>
            <a:noAutofit/>
          </a:bodyPr>
          <a:lstStyle/>
          <a:p>
            <a:r>
              <a:rPr lang="fr-FR" sz="1400">
                <a:effectLst>
                  <a:outerShdw blurRad="38100" dist="38100" dir="2700000" algn="tl">
                    <a:srgbClr val="000000">
                      <a:alpha val="43137"/>
                    </a:srgbClr>
                  </a:outerShdw>
                </a:effectLst>
                <a:latin typeface="SFR Thin" panose="020B0203040504020204" pitchFamily="34" charset="0"/>
              </a:rPr>
              <a:t>REBOOT BOX</a:t>
            </a:r>
            <a:endParaRPr lang="fr-FR" sz="1400">
              <a:latin typeface="SFR Thin" panose="020B0203040504020204" pitchFamily="34" charset="0"/>
            </a:endParaRPr>
          </a:p>
        </p:txBody>
      </p:sp>
      <p:sp>
        <p:nvSpPr>
          <p:cNvPr id="36" name="AutoShape 42"/>
          <p:cNvSpPr>
            <a:spLocks noChangeArrowheads="1"/>
          </p:cNvSpPr>
          <p:nvPr/>
        </p:nvSpPr>
        <p:spPr bwMode="auto">
          <a:xfrm>
            <a:off x="4287172" y="1053506"/>
            <a:ext cx="1254730" cy="1731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20046_REBOOT_BOX</a:t>
            </a:r>
          </a:p>
        </p:txBody>
      </p:sp>
      <p:cxnSp>
        <p:nvCxnSpPr>
          <p:cNvPr id="12" name="Connecteur droit 11">
            <a:extLst>
              <a:ext uri="{FF2B5EF4-FFF2-40B4-BE49-F238E27FC236}">
                <a16:creationId xmlns:a16="http://schemas.microsoft.com/office/drawing/2014/main" id="{450D3952-5AE6-4120-AD3C-8F3BE2347AA0}"/>
              </a:ext>
            </a:extLst>
          </p:cNvPr>
          <p:cNvCxnSpPr>
            <a:stCxn id="126" idx="0"/>
            <a:endCxn id="36" idx="0"/>
          </p:cNvCxnSpPr>
          <p:nvPr/>
        </p:nvCxnSpPr>
        <p:spPr bwMode="auto">
          <a:xfrm>
            <a:off x="4914537" y="896050"/>
            <a:ext cx="0" cy="1574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ZoneTexte 20">
            <a:extLst>
              <a:ext uri="{FF2B5EF4-FFF2-40B4-BE49-F238E27FC236}">
                <a16:creationId xmlns:a16="http://schemas.microsoft.com/office/drawing/2014/main" id="{99EEB7C1-EA43-44D4-A08E-86C993B2091A}"/>
              </a:ext>
            </a:extLst>
          </p:cNvPr>
          <p:cNvSpPr txBox="1"/>
          <p:nvPr/>
        </p:nvSpPr>
        <p:spPr>
          <a:xfrm>
            <a:off x="2219606" y="1522030"/>
            <a:ext cx="2180305" cy="215444"/>
          </a:xfrm>
          <a:prstGeom prst="rect">
            <a:avLst/>
          </a:prstGeom>
          <a:noFill/>
        </p:spPr>
        <p:txBody>
          <a:bodyPr wrap="square" rtlCol="0">
            <a:spAutoFit/>
          </a:bodyPr>
          <a:lstStyle/>
          <a:p>
            <a:r>
              <a:rPr lang="fr-FR" sz="800"/>
              <a:t>UPTIME BOX &lt; </a:t>
            </a:r>
            <a:r>
              <a:rPr lang="fr-FR" sz="800" err="1"/>
              <a:t>xxh</a:t>
            </a:r>
            <a:r>
              <a:rPr lang="fr-FR" sz="800"/>
              <a:t> </a:t>
            </a:r>
          </a:p>
        </p:txBody>
      </p:sp>
      <p:cxnSp>
        <p:nvCxnSpPr>
          <p:cNvPr id="29" name="Connecteur droit 28">
            <a:extLst>
              <a:ext uri="{FF2B5EF4-FFF2-40B4-BE49-F238E27FC236}">
                <a16:creationId xmlns:a16="http://schemas.microsoft.com/office/drawing/2014/main" id="{EC7C7E3A-CDCF-4900-8F3C-4CE75E90517C}"/>
              </a:ext>
            </a:extLst>
          </p:cNvPr>
          <p:cNvCxnSpPr>
            <a:cxnSpLocks/>
            <a:stCxn id="65" idx="3"/>
            <a:endCxn id="61" idx="1"/>
          </p:cNvCxnSpPr>
          <p:nvPr/>
        </p:nvCxnSpPr>
        <p:spPr bwMode="auto">
          <a:xfrm flipV="1">
            <a:off x="3947919" y="1852957"/>
            <a:ext cx="276752" cy="30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AutoShape 31">
            <a:hlinkClick r:id="" action="ppaction://noaction"/>
            <a:extLst>
              <a:ext uri="{FF2B5EF4-FFF2-40B4-BE49-F238E27FC236}">
                <a16:creationId xmlns:a16="http://schemas.microsoft.com/office/drawing/2014/main" id="{37D27BBF-6B64-4EA4-B605-8572BE71856A}"/>
              </a:ext>
            </a:extLst>
          </p:cNvPr>
          <p:cNvSpPr>
            <a:spLocks noChangeArrowheads="1"/>
          </p:cNvSpPr>
          <p:nvPr/>
        </p:nvSpPr>
        <p:spPr bwMode="auto">
          <a:xfrm>
            <a:off x="638017" y="1589331"/>
            <a:ext cx="1365965"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FIXE_ELIGIBLE REBOOT_BOX_NON</a:t>
            </a:r>
            <a:endParaRPr lang="fr-FR" sz="600">
              <a:solidFill>
                <a:srgbClr val="D31E05"/>
              </a:solidFill>
            </a:endParaRPr>
          </a:p>
        </p:txBody>
      </p:sp>
      <p:cxnSp>
        <p:nvCxnSpPr>
          <p:cNvPr id="4123" name="Connecteur droit 4122">
            <a:extLst>
              <a:ext uri="{FF2B5EF4-FFF2-40B4-BE49-F238E27FC236}">
                <a16:creationId xmlns:a16="http://schemas.microsoft.com/office/drawing/2014/main" id="{4D49E16E-C957-4B80-B1A2-9BAF6A415B6A}"/>
              </a:ext>
            </a:extLst>
          </p:cNvPr>
          <p:cNvCxnSpPr>
            <a:cxnSpLocks/>
            <a:stCxn id="46" idx="2"/>
            <a:endCxn id="110" idx="2"/>
          </p:cNvCxnSpPr>
          <p:nvPr/>
        </p:nvCxnSpPr>
        <p:spPr bwMode="auto">
          <a:xfrm>
            <a:off x="607792" y="2510844"/>
            <a:ext cx="6256" cy="142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98">
            <a:hlinkClick r:id="rId4" action="ppaction://hlinksldjump"/>
            <a:extLst>
              <a:ext uri="{FF2B5EF4-FFF2-40B4-BE49-F238E27FC236}">
                <a16:creationId xmlns:a16="http://schemas.microsoft.com/office/drawing/2014/main" id="{F9F211A2-54A1-4368-B4CE-F594625E5204}"/>
              </a:ext>
            </a:extLst>
          </p:cNvPr>
          <p:cNvSpPr>
            <a:spLocks noChangeArrowheads="1"/>
          </p:cNvSpPr>
          <p:nvPr/>
        </p:nvSpPr>
        <p:spPr bwMode="auto">
          <a:xfrm rot="10800000">
            <a:off x="81609" y="2653629"/>
            <a:ext cx="1064878"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MENU TECHNIQUE CC </a:t>
            </a:r>
            <a:endParaRPr lang="fr-FR" sz="600" b="1" strike="sngStrike">
              <a:latin typeface="+mn-lt"/>
              <a:ea typeface="ＭＳ Ｐゴシック" charset="0"/>
            </a:endParaRPr>
          </a:p>
        </p:txBody>
      </p:sp>
      <p:sp>
        <p:nvSpPr>
          <p:cNvPr id="113" name="AutoShape 42">
            <a:extLst>
              <a:ext uri="{FF2B5EF4-FFF2-40B4-BE49-F238E27FC236}">
                <a16:creationId xmlns:a16="http://schemas.microsoft.com/office/drawing/2014/main" id="{90934411-8ACF-4F5E-A560-6AF7C489D321}"/>
              </a:ext>
            </a:extLst>
          </p:cNvPr>
          <p:cNvSpPr>
            <a:spLocks noChangeArrowheads="1"/>
          </p:cNvSpPr>
          <p:nvPr/>
        </p:nvSpPr>
        <p:spPr bwMode="auto">
          <a:xfrm>
            <a:off x="3912816" y="2202342"/>
            <a:ext cx="1494504" cy="1690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20046_ELIGIBILITE_REBOOT_BOX_OUI</a:t>
            </a:r>
          </a:p>
        </p:txBody>
      </p:sp>
      <p:cxnSp>
        <p:nvCxnSpPr>
          <p:cNvPr id="4127" name="Connecteur droit 4126">
            <a:extLst>
              <a:ext uri="{FF2B5EF4-FFF2-40B4-BE49-F238E27FC236}">
                <a16:creationId xmlns:a16="http://schemas.microsoft.com/office/drawing/2014/main" id="{D767CD1A-1B9F-4266-A08F-0276AC1924E5}"/>
              </a:ext>
            </a:extLst>
          </p:cNvPr>
          <p:cNvCxnSpPr>
            <a:cxnSpLocks/>
            <a:stCxn id="61" idx="2"/>
            <a:endCxn id="113" idx="0"/>
          </p:cNvCxnSpPr>
          <p:nvPr/>
        </p:nvCxnSpPr>
        <p:spPr bwMode="auto">
          <a:xfrm>
            <a:off x="4657212" y="2028186"/>
            <a:ext cx="2856" cy="1741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Rectangle 5">
            <a:extLst>
              <a:ext uri="{FF2B5EF4-FFF2-40B4-BE49-F238E27FC236}">
                <a16:creationId xmlns:a16="http://schemas.microsoft.com/office/drawing/2014/main" id="{95F653A7-3FD7-40F6-8B7D-62A24B860885}"/>
              </a:ext>
            </a:extLst>
          </p:cNvPr>
          <p:cNvSpPr>
            <a:spLocks noChangeArrowheads="1"/>
          </p:cNvSpPr>
          <p:nvPr/>
        </p:nvSpPr>
        <p:spPr bwMode="auto">
          <a:xfrm>
            <a:off x="2556620" y="2878054"/>
            <a:ext cx="1408988"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CHOIX REBOOT BOX </a:t>
            </a:r>
            <a:br>
              <a:rPr lang="fr-FR" sz="700" b="1">
                <a:solidFill>
                  <a:schemeClr val="accent2"/>
                </a:solidFill>
              </a:rPr>
            </a:br>
            <a:r>
              <a:rPr lang="fr-FR" sz="600">
                <a:solidFill>
                  <a:schemeClr val="tx1"/>
                </a:solidFill>
              </a:rPr>
              <a:t>Afin de faciliter le diagnostic de votre conseiller, nous vous proposons de redémarrer pour vous votre box, souhaitez-vous que nous le fassions immédiatement ?</a:t>
            </a:r>
          </a:p>
        </p:txBody>
      </p:sp>
      <p:sp>
        <p:nvSpPr>
          <p:cNvPr id="204" name="Rectangle 5">
            <a:extLst>
              <a:ext uri="{FF2B5EF4-FFF2-40B4-BE49-F238E27FC236}">
                <a16:creationId xmlns:a16="http://schemas.microsoft.com/office/drawing/2014/main" id="{9DD3B1AD-C6D6-4528-A988-45F63B62D9FD}"/>
              </a:ext>
            </a:extLst>
          </p:cNvPr>
          <p:cNvSpPr>
            <a:spLocks noChangeArrowheads="1"/>
          </p:cNvSpPr>
          <p:nvPr/>
        </p:nvSpPr>
        <p:spPr bwMode="auto">
          <a:xfrm>
            <a:off x="1876549" y="5130985"/>
            <a:ext cx="1068787"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REBOOT BOX OUI</a:t>
            </a:r>
            <a:br>
              <a:rPr lang="fr-FR" sz="700" b="1">
                <a:solidFill>
                  <a:schemeClr val="accent2"/>
                </a:solidFill>
              </a:rPr>
            </a:br>
            <a:r>
              <a:rPr lang="fr-FR" sz="600">
                <a:solidFill>
                  <a:schemeClr val="tx1"/>
                </a:solidFill>
              </a:rPr>
              <a:t>Très bien, le redémarrage de votre box est en cours, nous allons vous mettre en relation avec notre équipe technique</a:t>
            </a:r>
          </a:p>
        </p:txBody>
      </p:sp>
      <p:sp>
        <p:nvSpPr>
          <p:cNvPr id="217" name="Rectangle 5">
            <a:extLst>
              <a:ext uri="{FF2B5EF4-FFF2-40B4-BE49-F238E27FC236}">
                <a16:creationId xmlns:a16="http://schemas.microsoft.com/office/drawing/2014/main" id="{E90F75CA-53FF-425B-899F-67F29CE2BD1D}"/>
              </a:ext>
            </a:extLst>
          </p:cNvPr>
          <p:cNvSpPr>
            <a:spLocks noChangeArrowheads="1"/>
          </p:cNvSpPr>
          <p:nvPr/>
        </p:nvSpPr>
        <p:spPr bwMode="auto">
          <a:xfrm>
            <a:off x="383157" y="5297086"/>
            <a:ext cx="1086715"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REBOOT BOX NON</a:t>
            </a:r>
            <a:br>
              <a:rPr lang="fr-FR" sz="700" b="1">
                <a:solidFill>
                  <a:schemeClr val="accent2"/>
                </a:solidFill>
              </a:rPr>
            </a:br>
            <a:r>
              <a:rPr lang="fr-FR" sz="600">
                <a:solidFill>
                  <a:schemeClr val="tx1"/>
                </a:solidFill>
              </a:rPr>
              <a:t>Nos vérifications sont terminées, nous allons vous mettre en relation avec notre équipe technique</a:t>
            </a:r>
          </a:p>
        </p:txBody>
      </p:sp>
      <p:sp>
        <p:nvSpPr>
          <p:cNvPr id="290" name="ZoneTexte 289">
            <a:extLst>
              <a:ext uri="{FF2B5EF4-FFF2-40B4-BE49-F238E27FC236}">
                <a16:creationId xmlns:a16="http://schemas.microsoft.com/office/drawing/2014/main" id="{70F5E8F5-9A1E-4504-9E62-72A920D416B7}"/>
              </a:ext>
            </a:extLst>
          </p:cNvPr>
          <p:cNvSpPr txBox="1"/>
          <p:nvPr/>
        </p:nvSpPr>
        <p:spPr>
          <a:xfrm>
            <a:off x="3246277" y="1964178"/>
            <a:ext cx="1329210" cy="215444"/>
          </a:xfrm>
          <a:prstGeom prst="rect">
            <a:avLst/>
          </a:prstGeom>
          <a:noFill/>
        </p:spPr>
        <p:txBody>
          <a:bodyPr wrap="none" rtlCol="0">
            <a:spAutoFit/>
          </a:bodyPr>
          <a:lstStyle/>
          <a:p>
            <a:r>
              <a:rPr lang="fr-FR" sz="800"/>
              <a:t>UPTIME BOX &gt; ou = </a:t>
            </a:r>
            <a:r>
              <a:rPr lang="fr-FR" sz="800" err="1"/>
              <a:t>xxh</a:t>
            </a:r>
            <a:endParaRPr lang="fr-FR" sz="800"/>
          </a:p>
        </p:txBody>
      </p:sp>
      <p:sp>
        <p:nvSpPr>
          <p:cNvPr id="291" name="ZoneTexte 290">
            <a:extLst>
              <a:ext uri="{FF2B5EF4-FFF2-40B4-BE49-F238E27FC236}">
                <a16:creationId xmlns:a16="http://schemas.microsoft.com/office/drawing/2014/main" id="{3AA8B839-B5E7-4959-AF12-426AC0BCE612}"/>
              </a:ext>
            </a:extLst>
          </p:cNvPr>
          <p:cNvSpPr txBox="1"/>
          <p:nvPr/>
        </p:nvSpPr>
        <p:spPr>
          <a:xfrm>
            <a:off x="4644135" y="1968432"/>
            <a:ext cx="320922" cy="184666"/>
          </a:xfrm>
          <a:prstGeom prst="rect">
            <a:avLst/>
          </a:prstGeom>
          <a:noFill/>
        </p:spPr>
        <p:txBody>
          <a:bodyPr wrap="none" rtlCol="0">
            <a:spAutoFit/>
          </a:bodyPr>
          <a:lstStyle/>
          <a:p>
            <a:r>
              <a:rPr lang="fr-FR" sz="600"/>
              <a:t>OUI</a:t>
            </a:r>
          </a:p>
        </p:txBody>
      </p:sp>
      <p:sp>
        <p:nvSpPr>
          <p:cNvPr id="292" name="ZoneTexte 291">
            <a:extLst>
              <a:ext uri="{FF2B5EF4-FFF2-40B4-BE49-F238E27FC236}">
                <a16:creationId xmlns:a16="http://schemas.microsoft.com/office/drawing/2014/main" id="{5BE2C185-D9F3-4481-8FAB-5B444D6FB5DA}"/>
              </a:ext>
            </a:extLst>
          </p:cNvPr>
          <p:cNvSpPr txBox="1"/>
          <p:nvPr/>
        </p:nvSpPr>
        <p:spPr>
          <a:xfrm>
            <a:off x="3819598" y="1645141"/>
            <a:ext cx="356188" cy="184666"/>
          </a:xfrm>
          <a:prstGeom prst="rect">
            <a:avLst/>
          </a:prstGeom>
          <a:noFill/>
        </p:spPr>
        <p:txBody>
          <a:bodyPr wrap="none" rtlCol="0">
            <a:spAutoFit/>
          </a:bodyPr>
          <a:lstStyle/>
          <a:p>
            <a:r>
              <a:rPr lang="fr-FR" sz="600"/>
              <a:t>NON</a:t>
            </a:r>
          </a:p>
        </p:txBody>
      </p:sp>
      <p:cxnSp>
        <p:nvCxnSpPr>
          <p:cNvPr id="24" name="Connecteur : en angle 23">
            <a:extLst>
              <a:ext uri="{FF2B5EF4-FFF2-40B4-BE49-F238E27FC236}">
                <a16:creationId xmlns:a16="http://schemas.microsoft.com/office/drawing/2014/main" id="{4C23A55A-F081-4117-B261-7037C51B292B}"/>
              </a:ext>
            </a:extLst>
          </p:cNvPr>
          <p:cNvCxnSpPr>
            <a:stCxn id="36" idx="2"/>
            <a:endCxn id="61" idx="0"/>
          </p:cNvCxnSpPr>
          <p:nvPr/>
        </p:nvCxnSpPr>
        <p:spPr bwMode="auto">
          <a:xfrm rot="5400000">
            <a:off x="4560319" y="1323509"/>
            <a:ext cx="451112" cy="25732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AutoShape 42">
            <a:extLst>
              <a:ext uri="{FF2B5EF4-FFF2-40B4-BE49-F238E27FC236}">
                <a16:creationId xmlns:a16="http://schemas.microsoft.com/office/drawing/2014/main" id="{9344CE9E-B03B-4D22-93AE-09B12534073E}"/>
              </a:ext>
            </a:extLst>
          </p:cNvPr>
          <p:cNvSpPr>
            <a:spLocks noChangeArrowheads="1"/>
          </p:cNvSpPr>
          <p:nvPr/>
        </p:nvSpPr>
        <p:spPr bwMode="auto">
          <a:xfrm>
            <a:off x="1567132" y="5887189"/>
            <a:ext cx="1702576" cy="1759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dirty="0"/>
              <a:t>20046_REBOOT_BOX_OUI [</a:t>
            </a:r>
            <a:r>
              <a:rPr lang="fr-FR" sz="600" b="1" i="1" dirty="0"/>
              <a:t>CODE_PRODUIT</a:t>
            </a:r>
            <a:r>
              <a:rPr lang="fr-FR" sz="600" b="1" dirty="0"/>
              <a:t>]</a:t>
            </a:r>
          </a:p>
        </p:txBody>
      </p:sp>
      <p:sp>
        <p:nvSpPr>
          <p:cNvPr id="121" name="AutoShape 31">
            <a:hlinkClick r:id="" action="ppaction://noaction"/>
            <a:extLst>
              <a:ext uri="{FF2B5EF4-FFF2-40B4-BE49-F238E27FC236}">
                <a16:creationId xmlns:a16="http://schemas.microsoft.com/office/drawing/2014/main" id="{C1551B4C-D58F-408E-9885-0DAB547FF224}"/>
              </a:ext>
            </a:extLst>
          </p:cNvPr>
          <p:cNvSpPr>
            <a:spLocks noChangeArrowheads="1"/>
          </p:cNvSpPr>
          <p:nvPr/>
        </p:nvSpPr>
        <p:spPr bwMode="auto">
          <a:xfrm>
            <a:off x="1957820" y="6141371"/>
            <a:ext cx="923531"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FIXE_REBOOT_BOX_OUI</a:t>
            </a:r>
            <a:endParaRPr lang="fr-FR" sz="600">
              <a:solidFill>
                <a:srgbClr val="D31E05"/>
              </a:solidFill>
            </a:endParaRPr>
          </a:p>
        </p:txBody>
      </p:sp>
      <p:sp>
        <p:nvSpPr>
          <p:cNvPr id="167" name="ZoneTexte 166">
            <a:extLst>
              <a:ext uri="{FF2B5EF4-FFF2-40B4-BE49-F238E27FC236}">
                <a16:creationId xmlns:a16="http://schemas.microsoft.com/office/drawing/2014/main" id="{72BF71EA-E6BC-4D05-8E52-D02C3D8798AD}"/>
              </a:ext>
            </a:extLst>
          </p:cNvPr>
          <p:cNvSpPr txBox="1"/>
          <p:nvPr/>
        </p:nvSpPr>
        <p:spPr>
          <a:xfrm flipH="1" flipV="1">
            <a:off x="1328295" y="4494835"/>
            <a:ext cx="393410" cy="184666"/>
          </a:xfrm>
          <a:prstGeom prst="rect">
            <a:avLst/>
          </a:prstGeom>
          <a:noFill/>
        </p:spPr>
        <p:txBody>
          <a:bodyPr wrap="square" rtlCol="0">
            <a:spAutoFit/>
          </a:bodyPr>
          <a:lstStyle/>
          <a:p>
            <a:r>
              <a:rPr lang="fr-FR" sz="600"/>
              <a:t>NON</a:t>
            </a:r>
          </a:p>
        </p:txBody>
      </p:sp>
      <p:sp>
        <p:nvSpPr>
          <p:cNvPr id="168" name="ZoneTexte 167">
            <a:extLst>
              <a:ext uri="{FF2B5EF4-FFF2-40B4-BE49-F238E27FC236}">
                <a16:creationId xmlns:a16="http://schemas.microsoft.com/office/drawing/2014/main" id="{B605E1FF-0A91-4442-9896-D8070CBF40B9}"/>
              </a:ext>
            </a:extLst>
          </p:cNvPr>
          <p:cNvSpPr txBox="1"/>
          <p:nvPr/>
        </p:nvSpPr>
        <p:spPr>
          <a:xfrm>
            <a:off x="802960" y="4484872"/>
            <a:ext cx="393409" cy="184666"/>
          </a:xfrm>
          <a:prstGeom prst="rect">
            <a:avLst/>
          </a:prstGeom>
          <a:noFill/>
        </p:spPr>
        <p:txBody>
          <a:bodyPr wrap="square" rtlCol="0">
            <a:spAutoFit/>
          </a:bodyPr>
          <a:lstStyle/>
          <a:p>
            <a:r>
              <a:rPr lang="fr-FR" sz="600"/>
              <a:t>OUI</a:t>
            </a:r>
          </a:p>
        </p:txBody>
      </p:sp>
      <p:sp>
        <p:nvSpPr>
          <p:cNvPr id="190" name="AutoShape 42">
            <a:extLst>
              <a:ext uri="{FF2B5EF4-FFF2-40B4-BE49-F238E27FC236}">
                <a16:creationId xmlns:a16="http://schemas.microsoft.com/office/drawing/2014/main" id="{972E8E0D-B237-4456-8ECC-5A1F3C03534A}"/>
              </a:ext>
            </a:extLst>
          </p:cNvPr>
          <p:cNvSpPr>
            <a:spLocks noChangeArrowheads="1"/>
          </p:cNvSpPr>
          <p:nvPr/>
        </p:nvSpPr>
        <p:spPr bwMode="auto">
          <a:xfrm>
            <a:off x="81609" y="4754176"/>
            <a:ext cx="1675275" cy="16927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20046_REBOOT_BOX_NON [</a:t>
            </a:r>
            <a:r>
              <a:rPr lang="fr-FR" sz="600" i="1" dirty="0"/>
              <a:t>CODE_PRODUIT</a:t>
            </a:r>
            <a:r>
              <a:rPr lang="fr-FR" sz="600" dirty="0"/>
              <a:t>]</a:t>
            </a:r>
          </a:p>
        </p:txBody>
      </p:sp>
      <p:sp>
        <p:nvSpPr>
          <p:cNvPr id="191" name="AutoShape 31">
            <a:hlinkClick r:id="" action="ppaction://noaction"/>
            <a:extLst>
              <a:ext uri="{FF2B5EF4-FFF2-40B4-BE49-F238E27FC236}">
                <a16:creationId xmlns:a16="http://schemas.microsoft.com/office/drawing/2014/main" id="{D985A6BE-F9CA-42D3-95DA-9AEA91A53A9B}"/>
              </a:ext>
            </a:extLst>
          </p:cNvPr>
          <p:cNvSpPr>
            <a:spLocks noChangeArrowheads="1"/>
          </p:cNvSpPr>
          <p:nvPr/>
        </p:nvSpPr>
        <p:spPr bwMode="auto">
          <a:xfrm>
            <a:off x="385823" y="5046772"/>
            <a:ext cx="1086715" cy="169277"/>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FIXE_REBOOT_BOX_NON</a:t>
            </a:r>
            <a:endParaRPr lang="fr-FR" sz="600">
              <a:solidFill>
                <a:srgbClr val="D31E05"/>
              </a:solidFill>
            </a:endParaRPr>
          </a:p>
        </p:txBody>
      </p:sp>
      <p:cxnSp>
        <p:nvCxnSpPr>
          <p:cNvPr id="4142" name="Connecteur droit 4141">
            <a:extLst>
              <a:ext uri="{FF2B5EF4-FFF2-40B4-BE49-F238E27FC236}">
                <a16:creationId xmlns:a16="http://schemas.microsoft.com/office/drawing/2014/main" id="{3419104B-35A8-4E14-B21E-11BC03CEA71F}"/>
              </a:ext>
            </a:extLst>
          </p:cNvPr>
          <p:cNvCxnSpPr>
            <a:cxnSpLocks/>
            <a:stCxn id="190" idx="2"/>
            <a:endCxn id="191" idx="0"/>
          </p:cNvCxnSpPr>
          <p:nvPr/>
        </p:nvCxnSpPr>
        <p:spPr bwMode="auto">
          <a:xfrm>
            <a:off x="919247" y="4923453"/>
            <a:ext cx="9934" cy="1233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0" name="Group 12">
            <a:extLst>
              <a:ext uri="{FF2B5EF4-FFF2-40B4-BE49-F238E27FC236}">
                <a16:creationId xmlns:a16="http://schemas.microsoft.com/office/drawing/2014/main" id="{9A48FA3B-5803-47E6-8D33-6DEA375BB077}"/>
              </a:ext>
            </a:extLst>
          </p:cNvPr>
          <p:cNvGrpSpPr>
            <a:grpSpLocks/>
          </p:cNvGrpSpPr>
          <p:nvPr/>
        </p:nvGrpSpPr>
        <p:grpSpPr bwMode="auto">
          <a:xfrm rot="8863548">
            <a:off x="2423534" y="4429970"/>
            <a:ext cx="295796" cy="169652"/>
            <a:chOff x="1920" y="715"/>
            <a:chExt cx="270" cy="139"/>
          </a:xfrm>
          <a:effectLst>
            <a:outerShdw blurRad="50800" dist="38100" dir="2700000" algn="tl" rotWithShape="0">
              <a:prstClr val="black">
                <a:alpha val="40000"/>
              </a:prstClr>
            </a:outerShdw>
          </a:effectLst>
        </p:grpSpPr>
        <p:sp>
          <p:nvSpPr>
            <p:cNvPr id="101" name="AutoShape 13">
              <a:extLst>
                <a:ext uri="{FF2B5EF4-FFF2-40B4-BE49-F238E27FC236}">
                  <a16:creationId xmlns:a16="http://schemas.microsoft.com/office/drawing/2014/main" id="{75102F81-9AC0-40AA-BB4E-58E57504FC7C}"/>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103" name="AutoShape 14">
              <a:extLst>
                <a:ext uri="{FF2B5EF4-FFF2-40B4-BE49-F238E27FC236}">
                  <a16:creationId xmlns:a16="http://schemas.microsoft.com/office/drawing/2014/main" id="{ACC95BF5-D07F-4E86-BB11-C543637B402C}"/>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106" name="AutoShape 15">
            <a:extLst>
              <a:ext uri="{FF2B5EF4-FFF2-40B4-BE49-F238E27FC236}">
                <a16:creationId xmlns:a16="http://schemas.microsoft.com/office/drawing/2014/main" id="{5DA48ED0-FDBE-4B8F-ADE6-8939D75B2C43}"/>
              </a:ext>
            </a:extLst>
          </p:cNvPr>
          <p:cNvSpPr>
            <a:spLocks noChangeArrowheads="1"/>
          </p:cNvSpPr>
          <p:nvPr/>
        </p:nvSpPr>
        <p:spPr bwMode="auto">
          <a:xfrm>
            <a:off x="2740036" y="4271067"/>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DIAG-FRONT</a:t>
            </a:r>
          </a:p>
        </p:txBody>
      </p:sp>
      <p:sp>
        <p:nvSpPr>
          <p:cNvPr id="2" name="ZoneTexte 1">
            <a:extLst>
              <a:ext uri="{FF2B5EF4-FFF2-40B4-BE49-F238E27FC236}">
                <a16:creationId xmlns:a16="http://schemas.microsoft.com/office/drawing/2014/main" id="{361D6CD7-FBD3-4D30-BB0D-0D4FF9050D18}"/>
              </a:ext>
            </a:extLst>
          </p:cNvPr>
          <p:cNvSpPr txBox="1"/>
          <p:nvPr/>
        </p:nvSpPr>
        <p:spPr>
          <a:xfrm>
            <a:off x="6456272" y="570354"/>
            <a:ext cx="2524108" cy="461665"/>
          </a:xfrm>
          <a:prstGeom prst="rect">
            <a:avLst/>
          </a:prstGeom>
          <a:noFill/>
          <a:ln>
            <a:solidFill>
              <a:schemeClr val="tx1"/>
            </a:solidFill>
          </a:ln>
        </p:spPr>
        <p:txBody>
          <a:bodyPr wrap="square" rtlCol="0">
            <a:spAutoFit/>
          </a:bodyPr>
          <a:lstStyle/>
          <a:p>
            <a:r>
              <a:rPr lang="fr-FR" sz="800" b="1"/>
              <a:t>Pour le </a:t>
            </a:r>
            <a:r>
              <a:rPr lang="fr-FR" sz="800" b="1" err="1"/>
              <a:t>rebootModem</a:t>
            </a:r>
            <a:r>
              <a:rPr lang="fr-FR" sz="800" b="1"/>
              <a:t> </a:t>
            </a:r>
            <a:r>
              <a:rPr lang="fr-FR" sz="800" b="1" err="1"/>
              <a:t>paramétre</a:t>
            </a:r>
            <a:r>
              <a:rPr lang="fr-FR" sz="800" b="1"/>
              <a:t> d’entrée</a:t>
            </a:r>
          </a:p>
          <a:p>
            <a:r>
              <a:rPr lang="fr-FR" sz="800" b="1"/>
              <a:t>NB6VaC «</a:t>
            </a:r>
            <a:r>
              <a:rPr lang="fr-FR" sz="800" b="1" err="1"/>
              <a:t>device_ipaddr</a:t>
            </a:r>
            <a:r>
              <a:rPr lang="fr-FR" sz="800" b="1"/>
              <a:t>»</a:t>
            </a:r>
          </a:p>
          <a:p>
            <a:r>
              <a:rPr lang="fr-FR" sz="800" b="1"/>
              <a:t>BOX7FIBRE ou GEN8 «serial»</a:t>
            </a:r>
          </a:p>
        </p:txBody>
      </p:sp>
      <p:cxnSp>
        <p:nvCxnSpPr>
          <p:cNvPr id="25" name="Connecteur droit 24">
            <a:extLst>
              <a:ext uri="{FF2B5EF4-FFF2-40B4-BE49-F238E27FC236}">
                <a16:creationId xmlns:a16="http://schemas.microsoft.com/office/drawing/2014/main" id="{22259ABB-796C-453A-802E-A669C2EE4D88}"/>
              </a:ext>
            </a:extLst>
          </p:cNvPr>
          <p:cNvCxnSpPr>
            <a:cxnSpLocks/>
            <a:stCxn id="119" idx="2"/>
            <a:endCxn id="121" idx="0"/>
          </p:cNvCxnSpPr>
          <p:nvPr/>
        </p:nvCxnSpPr>
        <p:spPr bwMode="auto">
          <a:xfrm>
            <a:off x="2418420" y="6063151"/>
            <a:ext cx="1166" cy="782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3B5FF39D-DD3A-463F-86C7-C216A60D5B12}"/>
              </a:ext>
            </a:extLst>
          </p:cNvPr>
          <p:cNvSpPr txBox="1"/>
          <p:nvPr/>
        </p:nvSpPr>
        <p:spPr>
          <a:xfrm>
            <a:off x="4071566" y="2941594"/>
            <a:ext cx="1565726" cy="338554"/>
          </a:xfrm>
          <a:prstGeom prst="rect">
            <a:avLst/>
          </a:prstGeom>
          <a:noFill/>
          <a:ln>
            <a:solidFill>
              <a:schemeClr val="tx1"/>
            </a:solidFill>
          </a:ln>
        </p:spPr>
        <p:txBody>
          <a:bodyPr wrap="square" rtlCol="0">
            <a:spAutoFit/>
          </a:bodyPr>
          <a:lstStyle/>
          <a:p>
            <a:r>
              <a:rPr lang="fr-FR" sz="800"/>
              <a:t>MENU DYNAMIQUE </a:t>
            </a:r>
          </a:p>
          <a:p>
            <a:r>
              <a:rPr lang="fr-FR" sz="800"/>
              <a:t>jusqu’a 2 h prise en charge </a:t>
            </a:r>
          </a:p>
        </p:txBody>
      </p:sp>
      <p:sp>
        <p:nvSpPr>
          <p:cNvPr id="115" name="AutoShape 68">
            <a:hlinkClick r:id="" action="ppaction://noaction"/>
            <a:extLst>
              <a:ext uri="{FF2B5EF4-FFF2-40B4-BE49-F238E27FC236}">
                <a16:creationId xmlns:a16="http://schemas.microsoft.com/office/drawing/2014/main" id="{C034D7EC-103A-4FDC-B89C-F72155993726}"/>
              </a:ext>
            </a:extLst>
          </p:cNvPr>
          <p:cNvSpPr>
            <a:spLocks noChangeArrowheads="1"/>
          </p:cNvSpPr>
          <p:nvPr/>
        </p:nvSpPr>
        <p:spPr bwMode="auto">
          <a:xfrm>
            <a:off x="1978403" y="4706456"/>
            <a:ext cx="865081" cy="350459"/>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solidFill>
                  <a:schemeClr val="bg1"/>
                </a:solidFill>
                <a:ea typeface="ＭＳ Ｐゴシック" charset="0"/>
              </a:rPr>
              <a:t>Diag-front</a:t>
            </a:r>
          </a:p>
          <a:p>
            <a:pPr algn="ctr" eaLnBrk="0" hangingPunct="0">
              <a:defRPr/>
            </a:pPr>
            <a:r>
              <a:rPr lang="fr-FR" sz="600" b="1" err="1">
                <a:solidFill>
                  <a:schemeClr val="bg1"/>
                </a:solidFill>
                <a:ea typeface="ＭＳ Ｐゴシック" charset="0"/>
              </a:rPr>
              <a:t>rebootModem</a:t>
            </a:r>
            <a:endParaRPr lang="fr-FR" sz="600" b="1">
              <a:solidFill>
                <a:schemeClr val="bg1"/>
              </a:solidFill>
              <a:ea typeface="ＭＳ Ｐゴシック" charset="0"/>
            </a:endParaRPr>
          </a:p>
        </p:txBody>
      </p:sp>
      <p:sp>
        <p:nvSpPr>
          <p:cNvPr id="169" name="AutoShape 52">
            <a:extLst>
              <a:ext uri="{FF2B5EF4-FFF2-40B4-BE49-F238E27FC236}">
                <a16:creationId xmlns:a16="http://schemas.microsoft.com/office/drawing/2014/main" id="{DC7DB86E-E436-4B95-993F-13EE919D0CE5}"/>
              </a:ext>
            </a:extLst>
          </p:cNvPr>
          <p:cNvSpPr>
            <a:spLocks noChangeArrowheads="1"/>
          </p:cNvSpPr>
          <p:nvPr/>
        </p:nvSpPr>
        <p:spPr bwMode="auto">
          <a:xfrm>
            <a:off x="980996" y="4085111"/>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70" name="AutoShape 17">
            <a:extLst>
              <a:ext uri="{FF2B5EF4-FFF2-40B4-BE49-F238E27FC236}">
                <a16:creationId xmlns:a16="http://schemas.microsoft.com/office/drawing/2014/main" id="{E0D28223-E35F-43CE-AE0F-805B6F34314B}"/>
              </a:ext>
            </a:extLst>
          </p:cNvPr>
          <p:cNvSpPr>
            <a:spLocks noChangeArrowheads="1"/>
          </p:cNvSpPr>
          <p:nvPr/>
        </p:nvSpPr>
        <p:spPr bwMode="auto">
          <a:xfrm>
            <a:off x="1134190" y="4392963"/>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a:t>
            </a:r>
          </a:p>
        </p:txBody>
      </p:sp>
      <p:sp>
        <p:nvSpPr>
          <p:cNvPr id="171" name="AutoShape 52">
            <a:extLst>
              <a:ext uri="{FF2B5EF4-FFF2-40B4-BE49-F238E27FC236}">
                <a16:creationId xmlns:a16="http://schemas.microsoft.com/office/drawing/2014/main" id="{69D38E57-4B73-43E9-9604-A53B263A3A9A}"/>
              </a:ext>
            </a:extLst>
          </p:cNvPr>
          <p:cNvSpPr>
            <a:spLocks noChangeArrowheads="1"/>
          </p:cNvSpPr>
          <p:nvPr/>
        </p:nvSpPr>
        <p:spPr bwMode="auto">
          <a:xfrm>
            <a:off x="5691657" y="4085111"/>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72" name="AutoShape 17">
            <a:extLst>
              <a:ext uri="{FF2B5EF4-FFF2-40B4-BE49-F238E27FC236}">
                <a16:creationId xmlns:a16="http://schemas.microsoft.com/office/drawing/2014/main" id="{842772A0-79C1-463F-B419-C9B1B8A5721A}"/>
              </a:ext>
            </a:extLst>
          </p:cNvPr>
          <p:cNvSpPr>
            <a:spLocks noChangeArrowheads="1"/>
          </p:cNvSpPr>
          <p:nvPr/>
        </p:nvSpPr>
        <p:spPr bwMode="auto">
          <a:xfrm>
            <a:off x="5828075" y="4380472"/>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a:t>
            </a:r>
          </a:p>
        </p:txBody>
      </p:sp>
      <p:cxnSp>
        <p:nvCxnSpPr>
          <p:cNvPr id="4126" name="Connecteur droit 4125">
            <a:extLst>
              <a:ext uri="{FF2B5EF4-FFF2-40B4-BE49-F238E27FC236}">
                <a16:creationId xmlns:a16="http://schemas.microsoft.com/office/drawing/2014/main" id="{04EC69C7-7D2E-4C10-A0FE-1D0AC0410DED}"/>
              </a:ext>
            </a:extLst>
          </p:cNvPr>
          <p:cNvCxnSpPr>
            <a:stCxn id="169" idx="2"/>
            <a:endCxn id="170" idx="6"/>
          </p:cNvCxnSpPr>
          <p:nvPr/>
        </p:nvCxnSpPr>
        <p:spPr bwMode="auto">
          <a:xfrm>
            <a:off x="1242140" y="4334348"/>
            <a:ext cx="0" cy="586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0" name="Connecteur droit 4129">
            <a:extLst>
              <a:ext uri="{FF2B5EF4-FFF2-40B4-BE49-F238E27FC236}">
                <a16:creationId xmlns:a16="http://schemas.microsoft.com/office/drawing/2014/main" id="{D0CCE21A-34AA-4943-A7A1-E5D112454DED}"/>
              </a:ext>
            </a:extLst>
          </p:cNvPr>
          <p:cNvCxnSpPr>
            <a:stCxn id="171" idx="2"/>
            <a:endCxn id="172" idx="7"/>
          </p:cNvCxnSpPr>
          <p:nvPr/>
        </p:nvCxnSpPr>
        <p:spPr bwMode="auto">
          <a:xfrm flipH="1">
            <a:off x="5936025" y="4334348"/>
            <a:ext cx="16776" cy="681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3" name="Connecteur : en angle 4142">
            <a:extLst>
              <a:ext uri="{FF2B5EF4-FFF2-40B4-BE49-F238E27FC236}">
                <a16:creationId xmlns:a16="http://schemas.microsoft.com/office/drawing/2014/main" id="{B6F1B915-85D9-4034-B957-44610945CD0E}"/>
              </a:ext>
            </a:extLst>
          </p:cNvPr>
          <p:cNvCxnSpPr>
            <a:cxnSpLocks/>
            <a:stCxn id="157" idx="2"/>
            <a:endCxn id="169" idx="0"/>
          </p:cNvCxnSpPr>
          <p:nvPr/>
        </p:nvCxnSpPr>
        <p:spPr bwMode="auto">
          <a:xfrm rot="5400000">
            <a:off x="2166019" y="2986805"/>
            <a:ext cx="174427" cy="202218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Connecteur : en angle 188">
            <a:extLst>
              <a:ext uri="{FF2B5EF4-FFF2-40B4-BE49-F238E27FC236}">
                <a16:creationId xmlns:a16="http://schemas.microsoft.com/office/drawing/2014/main" id="{C856F77C-67D7-46C5-92EF-B2B462F9C629}"/>
              </a:ext>
            </a:extLst>
          </p:cNvPr>
          <p:cNvCxnSpPr>
            <a:cxnSpLocks/>
            <a:stCxn id="157" idx="3"/>
            <a:endCxn id="171" idx="0"/>
          </p:cNvCxnSpPr>
          <p:nvPr/>
        </p:nvCxnSpPr>
        <p:spPr bwMode="auto">
          <a:xfrm>
            <a:off x="3693920" y="3756866"/>
            <a:ext cx="2258881" cy="32824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Connecteur : en angle 153">
            <a:extLst>
              <a:ext uri="{FF2B5EF4-FFF2-40B4-BE49-F238E27FC236}">
                <a16:creationId xmlns:a16="http://schemas.microsoft.com/office/drawing/2014/main" id="{ED60B98A-1A81-4B31-886F-CF2BA07E3A30}"/>
              </a:ext>
            </a:extLst>
          </p:cNvPr>
          <p:cNvCxnSpPr>
            <a:stCxn id="170" idx="2"/>
            <a:endCxn id="115" idx="0"/>
          </p:cNvCxnSpPr>
          <p:nvPr/>
        </p:nvCxnSpPr>
        <p:spPr bwMode="auto">
          <a:xfrm rot="16200000" flipH="1">
            <a:off x="1757902" y="4053414"/>
            <a:ext cx="137280" cy="1168804"/>
          </a:xfrm>
          <a:prstGeom prst="bentConnector3">
            <a:avLst>
              <a:gd name="adj1" fmla="val 6345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 en angle 163">
            <a:extLst>
              <a:ext uri="{FF2B5EF4-FFF2-40B4-BE49-F238E27FC236}">
                <a16:creationId xmlns:a16="http://schemas.microsoft.com/office/drawing/2014/main" id="{F8C5CA32-75C0-444F-8CA3-1D9FE9E1BDD4}"/>
              </a:ext>
            </a:extLst>
          </p:cNvPr>
          <p:cNvCxnSpPr>
            <a:cxnSpLocks/>
            <a:stCxn id="170" idx="2"/>
            <a:endCxn id="190" idx="0"/>
          </p:cNvCxnSpPr>
          <p:nvPr/>
        </p:nvCxnSpPr>
        <p:spPr bwMode="auto">
          <a:xfrm rot="5400000">
            <a:off x="988194" y="4500230"/>
            <a:ext cx="185000" cy="32289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Connecteur : en angle 220">
            <a:extLst>
              <a:ext uri="{FF2B5EF4-FFF2-40B4-BE49-F238E27FC236}">
                <a16:creationId xmlns:a16="http://schemas.microsoft.com/office/drawing/2014/main" id="{66A113F8-0E8A-4AB1-AD4A-8A70A60662C6}"/>
              </a:ext>
            </a:extLst>
          </p:cNvPr>
          <p:cNvCxnSpPr>
            <a:cxnSpLocks/>
            <a:stCxn id="173" idx="2"/>
            <a:endCxn id="141" idx="0"/>
          </p:cNvCxnSpPr>
          <p:nvPr/>
        </p:nvCxnSpPr>
        <p:spPr bwMode="auto">
          <a:xfrm rot="5400000">
            <a:off x="3837173" y="2055157"/>
            <a:ext cx="246839" cy="139895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Connecteur droit 265">
            <a:extLst>
              <a:ext uri="{FF2B5EF4-FFF2-40B4-BE49-F238E27FC236}">
                <a16:creationId xmlns:a16="http://schemas.microsoft.com/office/drawing/2014/main" id="{BC6B4769-77EA-41D5-AB79-4E306F49B369}"/>
              </a:ext>
            </a:extLst>
          </p:cNvPr>
          <p:cNvCxnSpPr>
            <a:stCxn id="115" idx="2"/>
            <a:endCxn id="204" idx="0"/>
          </p:cNvCxnSpPr>
          <p:nvPr/>
        </p:nvCxnSpPr>
        <p:spPr bwMode="auto">
          <a:xfrm flipH="1">
            <a:off x="2410943" y="5056915"/>
            <a:ext cx="1" cy="740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Connecteur droit 277">
            <a:extLst>
              <a:ext uri="{FF2B5EF4-FFF2-40B4-BE49-F238E27FC236}">
                <a16:creationId xmlns:a16="http://schemas.microsoft.com/office/drawing/2014/main" id="{3DA4627C-A470-4E68-97AC-EDCFEB61D6E0}"/>
              </a:ext>
            </a:extLst>
          </p:cNvPr>
          <p:cNvCxnSpPr>
            <a:cxnSpLocks/>
            <a:stCxn id="204" idx="2"/>
            <a:endCxn id="119" idx="0"/>
          </p:cNvCxnSpPr>
          <p:nvPr/>
        </p:nvCxnSpPr>
        <p:spPr bwMode="auto">
          <a:xfrm>
            <a:off x="2410943" y="5777316"/>
            <a:ext cx="7477" cy="1098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7" name="Rectangle 5">
            <a:extLst>
              <a:ext uri="{FF2B5EF4-FFF2-40B4-BE49-F238E27FC236}">
                <a16:creationId xmlns:a16="http://schemas.microsoft.com/office/drawing/2014/main" id="{35C58068-0AD1-48AF-91B6-D7182E1D4BE1}"/>
              </a:ext>
            </a:extLst>
          </p:cNvPr>
          <p:cNvSpPr>
            <a:spLocks noChangeArrowheads="1"/>
          </p:cNvSpPr>
          <p:nvPr/>
        </p:nvSpPr>
        <p:spPr bwMode="auto">
          <a:xfrm>
            <a:off x="4562746" y="5177932"/>
            <a:ext cx="1068787"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REBOOT BOX OUI</a:t>
            </a:r>
            <a:br>
              <a:rPr lang="fr-FR" sz="700" b="1">
                <a:solidFill>
                  <a:schemeClr val="accent2"/>
                </a:solidFill>
              </a:rPr>
            </a:br>
            <a:r>
              <a:rPr lang="fr-FR" sz="600">
                <a:solidFill>
                  <a:schemeClr val="tx1"/>
                </a:solidFill>
              </a:rPr>
              <a:t>Très bien, le redémarrage de votre box est en cours, nous allons vous mettre en relation avec notre équipe technique</a:t>
            </a:r>
          </a:p>
        </p:txBody>
      </p:sp>
      <p:sp>
        <p:nvSpPr>
          <p:cNvPr id="368" name="Rectangle 5">
            <a:extLst>
              <a:ext uri="{FF2B5EF4-FFF2-40B4-BE49-F238E27FC236}">
                <a16:creationId xmlns:a16="http://schemas.microsoft.com/office/drawing/2014/main" id="{74C61008-7EB0-4451-BA9E-6665E324E603}"/>
              </a:ext>
            </a:extLst>
          </p:cNvPr>
          <p:cNvSpPr>
            <a:spLocks noChangeArrowheads="1"/>
          </p:cNvSpPr>
          <p:nvPr/>
        </p:nvSpPr>
        <p:spPr bwMode="auto">
          <a:xfrm>
            <a:off x="6728990" y="5347469"/>
            <a:ext cx="1086715" cy="6463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REBOOT BOX NON</a:t>
            </a:r>
            <a:br>
              <a:rPr lang="fr-FR" sz="700" b="1">
                <a:solidFill>
                  <a:schemeClr val="accent2"/>
                </a:solidFill>
              </a:rPr>
            </a:br>
            <a:r>
              <a:rPr lang="fr-FR" sz="600">
                <a:solidFill>
                  <a:schemeClr val="tx1"/>
                </a:solidFill>
              </a:rPr>
              <a:t>Nos vérifications sont terminées, nous allons vous mettre en relation avec notre équipe technique</a:t>
            </a:r>
          </a:p>
        </p:txBody>
      </p:sp>
      <p:sp>
        <p:nvSpPr>
          <p:cNvPr id="372" name="AutoShape 42">
            <a:extLst>
              <a:ext uri="{FF2B5EF4-FFF2-40B4-BE49-F238E27FC236}">
                <a16:creationId xmlns:a16="http://schemas.microsoft.com/office/drawing/2014/main" id="{222B3486-A678-48C6-B0B9-95D2421815CF}"/>
              </a:ext>
            </a:extLst>
          </p:cNvPr>
          <p:cNvSpPr>
            <a:spLocks noChangeArrowheads="1"/>
          </p:cNvSpPr>
          <p:nvPr/>
        </p:nvSpPr>
        <p:spPr bwMode="auto">
          <a:xfrm>
            <a:off x="4248715" y="5942679"/>
            <a:ext cx="1719480" cy="15898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20046_REBOOT_BOX_OUI[</a:t>
            </a:r>
            <a:r>
              <a:rPr lang="fr-FR" sz="600" i="1" dirty="0"/>
              <a:t>CODE_PRODUIT</a:t>
            </a:r>
            <a:r>
              <a:rPr lang="fr-FR" sz="600" dirty="0"/>
              <a:t>]</a:t>
            </a:r>
          </a:p>
        </p:txBody>
      </p:sp>
      <p:sp>
        <p:nvSpPr>
          <p:cNvPr id="373" name="AutoShape 31">
            <a:hlinkClick r:id="" action="ppaction://noaction"/>
            <a:extLst>
              <a:ext uri="{FF2B5EF4-FFF2-40B4-BE49-F238E27FC236}">
                <a16:creationId xmlns:a16="http://schemas.microsoft.com/office/drawing/2014/main" id="{94D6979C-7794-43D0-92DB-2D8BDFCA524D}"/>
              </a:ext>
            </a:extLst>
          </p:cNvPr>
          <p:cNvSpPr>
            <a:spLocks noChangeArrowheads="1"/>
          </p:cNvSpPr>
          <p:nvPr/>
        </p:nvSpPr>
        <p:spPr bwMode="auto">
          <a:xfrm>
            <a:off x="4644135" y="6212308"/>
            <a:ext cx="923531" cy="148143"/>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FIXE_REBOOT_BOX_OUI</a:t>
            </a:r>
            <a:endParaRPr lang="fr-FR" sz="600">
              <a:solidFill>
                <a:srgbClr val="D31E05"/>
              </a:solidFill>
            </a:endParaRPr>
          </a:p>
        </p:txBody>
      </p:sp>
      <p:sp>
        <p:nvSpPr>
          <p:cNvPr id="374" name="AutoShape 42">
            <a:extLst>
              <a:ext uri="{FF2B5EF4-FFF2-40B4-BE49-F238E27FC236}">
                <a16:creationId xmlns:a16="http://schemas.microsoft.com/office/drawing/2014/main" id="{F232641E-491C-4182-BF4C-401972B2EB20}"/>
              </a:ext>
            </a:extLst>
          </p:cNvPr>
          <p:cNvSpPr>
            <a:spLocks noChangeArrowheads="1"/>
          </p:cNvSpPr>
          <p:nvPr/>
        </p:nvSpPr>
        <p:spPr bwMode="auto">
          <a:xfrm>
            <a:off x="6416379" y="4867051"/>
            <a:ext cx="1681553" cy="15325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20046_REBOOT_BOX_NON [</a:t>
            </a:r>
            <a:r>
              <a:rPr lang="fr-FR" sz="600" i="1" dirty="0"/>
              <a:t>CODE_PRODUIT</a:t>
            </a:r>
            <a:r>
              <a:rPr lang="fr-FR" sz="600" dirty="0"/>
              <a:t>]</a:t>
            </a:r>
          </a:p>
        </p:txBody>
      </p:sp>
      <p:sp>
        <p:nvSpPr>
          <p:cNvPr id="375" name="AutoShape 31">
            <a:hlinkClick r:id="" action="ppaction://noaction"/>
            <a:extLst>
              <a:ext uri="{FF2B5EF4-FFF2-40B4-BE49-F238E27FC236}">
                <a16:creationId xmlns:a16="http://schemas.microsoft.com/office/drawing/2014/main" id="{64A56E7F-F75F-430E-9865-BF6B3F5B0DDF}"/>
              </a:ext>
            </a:extLst>
          </p:cNvPr>
          <p:cNvSpPr>
            <a:spLocks noChangeArrowheads="1"/>
          </p:cNvSpPr>
          <p:nvPr/>
        </p:nvSpPr>
        <p:spPr bwMode="auto">
          <a:xfrm>
            <a:off x="6724733" y="5077427"/>
            <a:ext cx="1086715" cy="169277"/>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FIXE_REBOOT_BOX_NON</a:t>
            </a:r>
            <a:endParaRPr lang="fr-FR" sz="600">
              <a:solidFill>
                <a:srgbClr val="D31E05"/>
              </a:solidFill>
            </a:endParaRPr>
          </a:p>
        </p:txBody>
      </p:sp>
      <p:cxnSp>
        <p:nvCxnSpPr>
          <p:cNvPr id="376" name="Connecteur droit 375">
            <a:extLst>
              <a:ext uri="{FF2B5EF4-FFF2-40B4-BE49-F238E27FC236}">
                <a16:creationId xmlns:a16="http://schemas.microsoft.com/office/drawing/2014/main" id="{DEB3AC77-FE35-4D52-810C-D89C66CB5A62}"/>
              </a:ext>
            </a:extLst>
          </p:cNvPr>
          <p:cNvCxnSpPr>
            <a:cxnSpLocks/>
            <a:stCxn id="374" idx="2"/>
            <a:endCxn id="375" idx="0"/>
          </p:cNvCxnSpPr>
          <p:nvPr/>
        </p:nvCxnSpPr>
        <p:spPr bwMode="auto">
          <a:xfrm>
            <a:off x="7257156" y="5020302"/>
            <a:ext cx="10935" cy="571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77" name="Group 12">
            <a:extLst>
              <a:ext uri="{FF2B5EF4-FFF2-40B4-BE49-F238E27FC236}">
                <a16:creationId xmlns:a16="http://schemas.microsoft.com/office/drawing/2014/main" id="{E300C38B-0D71-444D-A100-F3082473904C}"/>
              </a:ext>
            </a:extLst>
          </p:cNvPr>
          <p:cNvGrpSpPr>
            <a:grpSpLocks/>
          </p:cNvGrpSpPr>
          <p:nvPr/>
        </p:nvGrpSpPr>
        <p:grpSpPr bwMode="auto">
          <a:xfrm rot="12861931">
            <a:off x="4581979" y="4514896"/>
            <a:ext cx="295796" cy="169652"/>
            <a:chOff x="1920" y="715"/>
            <a:chExt cx="270" cy="139"/>
          </a:xfrm>
          <a:effectLst>
            <a:outerShdw blurRad="50800" dist="38100" dir="2700000" algn="tl" rotWithShape="0">
              <a:prstClr val="black">
                <a:alpha val="40000"/>
              </a:prstClr>
            </a:outerShdw>
          </a:effectLst>
        </p:grpSpPr>
        <p:sp>
          <p:nvSpPr>
            <p:cNvPr id="378" name="AutoShape 13">
              <a:extLst>
                <a:ext uri="{FF2B5EF4-FFF2-40B4-BE49-F238E27FC236}">
                  <a16:creationId xmlns:a16="http://schemas.microsoft.com/office/drawing/2014/main" id="{4B9D0EE0-82BC-4E88-9B51-E60D1AACF9EE}"/>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379" name="AutoShape 14">
              <a:extLst>
                <a:ext uri="{FF2B5EF4-FFF2-40B4-BE49-F238E27FC236}">
                  <a16:creationId xmlns:a16="http://schemas.microsoft.com/office/drawing/2014/main" id="{9EF55C2E-EFAF-4A5A-B99C-37AFA6E40D48}"/>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380" name="AutoShape 15">
            <a:extLst>
              <a:ext uri="{FF2B5EF4-FFF2-40B4-BE49-F238E27FC236}">
                <a16:creationId xmlns:a16="http://schemas.microsoft.com/office/drawing/2014/main" id="{C4EBD8DA-3028-4E0E-A0F1-6E94F1301A9C}"/>
              </a:ext>
            </a:extLst>
          </p:cNvPr>
          <p:cNvSpPr>
            <a:spLocks noChangeArrowheads="1"/>
          </p:cNvSpPr>
          <p:nvPr/>
        </p:nvSpPr>
        <p:spPr bwMode="auto">
          <a:xfrm>
            <a:off x="3947919" y="4264309"/>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DIAG-FRONT</a:t>
            </a:r>
          </a:p>
        </p:txBody>
      </p:sp>
      <p:cxnSp>
        <p:nvCxnSpPr>
          <p:cNvPr id="381" name="Connecteur droit 380">
            <a:extLst>
              <a:ext uri="{FF2B5EF4-FFF2-40B4-BE49-F238E27FC236}">
                <a16:creationId xmlns:a16="http://schemas.microsoft.com/office/drawing/2014/main" id="{4FC3C37E-02FA-4FB7-864D-ED05260F4A98}"/>
              </a:ext>
            </a:extLst>
          </p:cNvPr>
          <p:cNvCxnSpPr>
            <a:cxnSpLocks/>
            <a:stCxn id="372" idx="2"/>
            <a:endCxn id="373" idx="0"/>
          </p:cNvCxnSpPr>
          <p:nvPr/>
        </p:nvCxnSpPr>
        <p:spPr bwMode="auto">
          <a:xfrm flipH="1">
            <a:off x="5105901" y="6101662"/>
            <a:ext cx="2554" cy="1106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2" name="AutoShape 68">
            <a:hlinkClick r:id="" action="ppaction://noaction"/>
            <a:extLst>
              <a:ext uri="{FF2B5EF4-FFF2-40B4-BE49-F238E27FC236}">
                <a16:creationId xmlns:a16="http://schemas.microsoft.com/office/drawing/2014/main" id="{FA35DD00-0EAB-4738-AA2A-6F12819FB349}"/>
              </a:ext>
            </a:extLst>
          </p:cNvPr>
          <p:cNvSpPr>
            <a:spLocks noChangeArrowheads="1"/>
          </p:cNvSpPr>
          <p:nvPr/>
        </p:nvSpPr>
        <p:spPr bwMode="auto">
          <a:xfrm>
            <a:off x="4648969" y="4706457"/>
            <a:ext cx="865081" cy="350459"/>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solidFill>
                  <a:schemeClr val="bg1"/>
                </a:solidFill>
                <a:ea typeface="ＭＳ Ｐゴシック" charset="0"/>
              </a:rPr>
              <a:t>Diag-front</a:t>
            </a:r>
          </a:p>
          <a:p>
            <a:pPr algn="ctr" eaLnBrk="0" hangingPunct="0">
              <a:defRPr/>
            </a:pPr>
            <a:r>
              <a:rPr lang="fr-FR" sz="600" b="1" err="1">
                <a:solidFill>
                  <a:schemeClr val="bg1"/>
                </a:solidFill>
                <a:ea typeface="ＭＳ Ｐゴシック" charset="0"/>
              </a:rPr>
              <a:t>rebootModem</a:t>
            </a:r>
            <a:endParaRPr lang="fr-FR" sz="600" b="1">
              <a:solidFill>
                <a:schemeClr val="bg1"/>
              </a:solidFill>
              <a:ea typeface="ＭＳ Ｐゴシック" charset="0"/>
            </a:endParaRPr>
          </a:p>
        </p:txBody>
      </p:sp>
      <p:cxnSp>
        <p:nvCxnSpPr>
          <p:cNvPr id="383" name="Connecteur droit 382">
            <a:extLst>
              <a:ext uri="{FF2B5EF4-FFF2-40B4-BE49-F238E27FC236}">
                <a16:creationId xmlns:a16="http://schemas.microsoft.com/office/drawing/2014/main" id="{8DA44FD9-9FE8-4280-A935-80ACCAD19043}"/>
              </a:ext>
            </a:extLst>
          </p:cNvPr>
          <p:cNvCxnSpPr>
            <a:cxnSpLocks/>
            <a:stCxn id="375" idx="2"/>
            <a:endCxn id="368" idx="0"/>
          </p:cNvCxnSpPr>
          <p:nvPr/>
        </p:nvCxnSpPr>
        <p:spPr bwMode="auto">
          <a:xfrm>
            <a:off x="7268091" y="5246704"/>
            <a:ext cx="4257" cy="10076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4" name="Connecteur droit 383">
            <a:extLst>
              <a:ext uri="{FF2B5EF4-FFF2-40B4-BE49-F238E27FC236}">
                <a16:creationId xmlns:a16="http://schemas.microsoft.com/office/drawing/2014/main" id="{E9DFA7A0-269F-48FE-AD07-830814BE7F65}"/>
              </a:ext>
            </a:extLst>
          </p:cNvPr>
          <p:cNvCxnSpPr>
            <a:cxnSpLocks/>
            <a:stCxn id="382" idx="2"/>
            <a:endCxn id="367" idx="0"/>
          </p:cNvCxnSpPr>
          <p:nvPr/>
        </p:nvCxnSpPr>
        <p:spPr bwMode="auto">
          <a:xfrm>
            <a:off x="5081510" y="5056916"/>
            <a:ext cx="15630" cy="1210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5" name="Connecteur droit 384">
            <a:extLst>
              <a:ext uri="{FF2B5EF4-FFF2-40B4-BE49-F238E27FC236}">
                <a16:creationId xmlns:a16="http://schemas.microsoft.com/office/drawing/2014/main" id="{39553AF9-ED71-4814-B1CD-0520CBE1BA98}"/>
              </a:ext>
            </a:extLst>
          </p:cNvPr>
          <p:cNvCxnSpPr>
            <a:cxnSpLocks/>
            <a:stCxn id="367" idx="2"/>
            <a:endCxn id="372" idx="0"/>
          </p:cNvCxnSpPr>
          <p:nvPr/>
        </p:nvCxnSpPr>
        <p:spPr bwMode="auto">
          <a:xfrm>
            <a:off x="5097140" y="5824263"/>
            <a:ext cx="11315" cy="1184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Connecteur : en angle 305">
            <a:extLst>
              <a:ext uri="{FF2B5EF4-FFF2-40B4-BE49-F238E27FC236}">
                <a16:creationId xmlns:a16="http://schemas.microsoft.com/office/drawing/2014/main" id="{71F03BED-C428-4D5B-85E0-53693A756EF3}"/>
              </a:ext>
            </a:extLst>
          </p:cNvPr>
          <p:cNvCxnSpPr>
            <a:cxnSpLocks/>
            <a:stCxn id="172" idx="2"/>
            <a:endCxn id="374" idx="0"/>
          </p:cNvCxnSpPr>
          <p:nvPr/>
        </p:nvCxnSpPr>
        <p:spPr bwMode="auto">
          <a:xfrm rot="16200000" flipH="1">
            <a:off x="6441407" y="4051302"/>
            <a:ext cx="310366" cy="1321131"/>
          </a:xfrm>
          <a:prstGeom prst="bentConnector3">
            <a:avLst>
              <a:gd name="adj1" fmla="val 2321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2" name="ZoneTexte 391">
            <a:extLst>
              <a:ext uri="{FF2B5EF4-FFF2-40B4-BE49-F238E27FC236}">
                <a16:creationId xmlns:a16="http://schemas.microsoft.com/office/drawing/2014/main" id="{A6738EBB-7CDC-4055-B422-82C016E45C88}"/>
              </a:ext>
            </a:extLst>
          </p:cNvPr>
          <p:cNvSpPr txBox="1"/>
          <p:nvPr/>
        </p:nvSpPr>
        <p:spPr>
          <a:xfrm flipH="1" flipV="1">
            <a:off x="6107216" y="4447551"/>
            <a:ext cx="393410" cy="184666"/>
          </a:xfrm>
          <a:prstGeom prst="rect">
            <a:avLst/>
          </a:prstGeom>
          <a:noFill/>
        </p:spPr>
        <p:txBody>
          <a:bodyPr wrap="square" rtlCol="0">
            <a:spAutoFit/>
          </a:bodyPr>
          <a:lstStyle/>
          <a:p>
            <a:r>
              <a:rPr lang="fr-FR" sz="600"/>
              <a:t>NON</a:t>
            </a:r>
          </a:p>
        </p:txBody>
      </p:sp>
      <p:sp>
        <p:nvSpPr>
          <p:cNvPr id="393" name="ZoneTexte 392">
            <a:extLst>
              <a:ext uri="{FF2B5EF4-FFF2-40B4-BE49-F238E27FC236}">
                <a16:creationId xmlns:a16="http://schemas.microsoft.com/office/drawing/2014/main" id="{0C2D49D3-576D-44A7-A1B2-D9C259871387}"/>
              </a:ext>
            </a:extLst>
          </p:cNvPr>
          <p:cNvSpPr txBox="1"/>
          <p:nvPr/>
        </p:nvSpPr>
        <p:spPr>
          <a:xfrm>
            <a:off x="5449405" y="4448675"/>
            <a:ext cx="393409" cy="184666"/>
          </a:xfrm>
          <a:prstGeom prst="rect">
            <a:avLst/>
          </a:prstGeom>
          <a:noFill/>
        </p:spPr>
        <p:txBody>
          <a:bodyPr wrap="square" rtlCol="0">
            <a:spAutoFit/>
          </a:bodyPr>
          <a:lstStyle/>
          <a:p>
            <a:r>
              <a:rPr lang="fr-FR" sz="600"/>
              <a:t>OUI</a:t>
            </a:r>
          </a:p>
        </p:txBody>
      </p:sp>
      <p:cxnSp>
        <p:nvCxnSpPr>
          <p:cNvPr id="309" name="Connecteur : en angle 308">
            <a:extLst>
              <a:ext uri="{FF2B5EF4-FFF2-40B4-BE49-F238E27FC236}">
                <a16:creationId xmlns:a16="http://schemas.microsoft.com/office/drawing/2014/main" id="{F423DBD6-F559-40A5-AC7A-B137A3B0C188}"/>
              </a:ext>
            </a:extLst>
          </p:cNvPr>
          <p:cNvCxnSpPr>
            <a:stCxn id="172" idx="2"/>
            <a:endCxn id="382" idx="0"/>
          </p:cNvCxnSpPr>
          <p:nvPr/>
        </p:nvCxnSpPr>
        <p:spPr bwMode="auto">
          <a:xfrm rot="5400000">
            <a:off x="5433882" y="4204314"/>
            <a:ext cx="149772" cy="85451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3" name="Connecteur droit 332">
            <a:extLst>
              <a:ext uri="{FF2B5EF4-FFF2-40B4-BE49-F238E27FC236}">
                <a16:creationId xmlns:a16="http://schemas.microsoft.com/office/drawing/2014/main" id="{45219663-3A44-4CF0-A4A3-7C7BCE7FD53A}"/>
              </a:ext>
            </a:extLst>
          </p:cNvPr>
          <p:cNvCxnSpPr>
            <a:cxnSpLocks/>
            <a:stCxn id="157" idx="2"/>
          </p:cNvCxnSpPr>
          <p:nvPr/>
        </p:nvCxnSpPr>
        <p:spPr bwMode="auto">
          <a:xfrm>
            <a:off x="3264324" y="3910684"/>
            <a:ext cx="1078" cy="742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ZoneTexte 117">
            <a:extLst>
              <a:ext uri="{FF2B5EF4-FFF2-40B4-BE49-F238E27FC236}">
                <a16:creationId xmlns:a16="http://schemas.microsoft.com/office/drawing/2014/main" id="{A1A5E0C0-3BED-4795-886F-6573C0053979}"/>
              </a:ext>
            </a:extLst>
          </p:cNvPr>
          <p:cNvSpPr txBox="1"/>
          <p:nvPr/>
        </p:nvSpPr>
        <p:spPr>
          <a:xfrm>
            <a:off x="2890089" y="4703328"/>
            <a:ext cx="439544" cy="184666"/>
          </a:xfrm>
          <a:prstGeom prst="rect">
            <a:avLst/>
          </a:prstGeom>
          <a:noFill/>
        </p:spPr>
        <p:txBody>
          <a:bodyPr wrap="none" rtlCol="0">
            <a:spAutoFit/>
          </a:bodyPr>
          <a:lstStyle/>
          <a:p>
            <a:r>
              <a:rPr lang="fr-FR" sz="600"/>
              <a:t>WS KO</a:t>
            </a:r>
          </a:p>
        </p:txBody>
      </p:sp>
      <p:sp>
        <p:nvSpPr>
          <p:cNvPr id="135" name="AutoShape 42">
            <a:extLst>
              <a:ext uri="{FF2B5EF4-FFF2-40B4-BE49-F238E27FC236}">
                <a16:creationId xmlns:a16="http://schemas.microsoft.com/office/drawing/2014/main" id="{138DD42A-D35D-4485-B2C4-64060312167A}"/>
              </a:ext>
            </a:extLst>
          </p:cNvPr>
          <p:cNvSpPr>
            <a:spLocks noChangeArrowheads="1"/>
          </p:cNvSpPr>
          <p:nvPr/>
        </p:nvSpPr>
        <p:spPr bwMode="auto">
          <a:xfrm>
            <a:off x="3054123" y="5104351"/>
            <a:ext cx="1249241" cy="16927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20046_REBOOT_BOX_HS</a:t>
            </a:r>
          </a:p>
        </p:txBody>
      </p:sp>
      <p:cxnSp>
        <p:nvCxnSpPr>
          <p:cNvPr id="43" name="Connecteur : en angle 42">
            <a:extLst>
              <a:ext uri="{FF2B5EF4-FFF2-40B4-BE49-F238E27FC236}">
                <a16:creationId xmlns:a16="http://schemas.microsoft.com/office/drawing/2014/main" id="{393AFEE5-72BA-4D2C-885C-9B8A0C601516}"/>
              </a:ext>
            </a:extLst>
          </p:cNvPr>
          <p:cNvCxnSpPr>
            <a:stCxn id="115" idx="3"/>
            <a:endCxn id="135" idx="0"/>
          </p:cNvCxnSpPr>
          <p:nvPr/>
        </p:nvCxnSpPr>
        <p:spPr bwMode="auto">
          <a:xfrm>
            <a:off x="2843484" y="4881686"/>
            <a:ext cx="835260" cy="2226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AutoShape 31">
            <a:hlinkClick r:id="" action="ppaction://noaction"/>
            <a:extLst>
              <a:ext uri="{FF2B5EF4-FFF2-40B4-BE49-F238E27FC236}">
                <a16:creationId xmlns:a16="http://schemas.microsoft.com/office/drawing/2014/main" id="{B6C13931-3732-47AD-9553-238D7037995F}"/>
              </a:ext>
            </a:extLst>
          </p:cNvPr>
          <p:cNvSpPr>
            <a:spLocks noChangeArrowheads="1"/>
          </p:cNvSpPr>
          <p:nvPr/>
        </p:nvSpPr>
        <p:spPr bwMode="auto">
          <a:xfrm>
            <a:off x="3140778" y="5421059"/>
            <a:ext cx="1086715" cy="169277"/>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dirty="0">
                <a:solidFill>
                  <a:srgbClr val="D31E05"/>
                </a:solidFill>
              </a:rPr>
              <a:t>FIXE_REBOOT_BOX_HS</a:t>
            </a:r>
            <a:endParaRPr lang="fr-FR" sz="600" dirty="0">
              <a:solidFill>
                <a:srgbClr val="D31E05"/>
              </a:solidFill>
            </a:endParaRPr>
          </a:p>
        </p:txBody>
      </p:sp>
      <p:cxnSp>
        <p:nvCxnSpPr>
          <p:cNvPr id="47" name="Connecteur droit 46">
            <a:extLst>
              <a:ext uri="{FF2B5EF4-FFF2-40B4-BE49-F238E27FC236}">
                <a16:creationId xmlns:a16="http://schemas.microsoft.com/office/drawing/2014/main" id="{D61024A5-5A08-4BEC-A7E0-1F07CDA60891}"/>
              </a:ext>
            </a:extLst>
          </p:cNvPr>
          <p:cNvCxnSpPr>
            <a:stCxn id="135" idx="2"/>
            <a:endCxn id="139" idx="0"/>
          </p:cNvCxnSpPr>
          <p:nvPr/>
        </p:nvCxnSpPr>
        <p:spPr bwMode="auto">
          <a:xfrm>
            <a:off x="3678744" y="5273628"/>
            <a:ext cx="5392" cy="1474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 en angle 53">
            <a:extLst>
              <a:ext uri="{FF2B5EF4-FFF2-40B4-BE49-F238E27FC236}">
                <a16:creationId xmlns:a16="http://schemas.microsoft.com/office/drawing/2014/main" id="{BBF8A6FB-AA81-4E07-AEC3-DC30D6177909}"/>
              </a:ext>
            </a:extLst>
          </p:cNvPr>
          <p:cNvCxnSpPr>
            <a:stCxn id="382" idx="1"/>
            <a:endCxn id="135" idx="0"/>
          </p:cNvCxnSpPr>
          <p:nvPr/>
        </p:nvCxnSpPr>
        <p:spPr bwMode="auto">
          <a:xfrm rot="10800000" flipV="1">
            <a:off x="3678745" y="4881687"/>
            <a:ext cx="970225" cy="2226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AutoShape 68">
            <a:hlinkClick r:id="" action="ppaction://noaction"/>
            <a:extLst>
              <a:ext uri="{FF2B5EF4-FFF2-40B4-BE49-F238E27FC236}">
                <a16:creationId xmlns:a16="http://schemas.microsoft.com/office/drawing/2014/main" id="{69846706-0580-4A55-B153-3F38087BFDFB}"/>
              </a:ext>
            </a:extLst>
          </p:cNvPr>
          <p:cNvSpPr>
            <a:spLocks noChangeArrowheads="1"/>
          </p:cNvSpPr>
          <p:nvPr/>
        </p:nvSpPr>
        <p:spPr bwMode="auto">
          <a:xfrm>
            <a:off x="2834728" y="3603048"/>
            <a:ext cx="859192" cy="307636"/>
          </a:xfrm>
          <a:prstGeom prst="diamond">
            <a:avLst/>
          </a:prstGeom>
          <a:solidFill>
            <a:srgbClr val="0000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b="1">
                <a:solidFill>
                  <a:schemeClr val="bg1"/>
                </a:solidFill>
                <a:ea typeface="ＭＳ Ｐゴシック" charset="0"/>
              </a:rPr>
              <a:t>CHOIX REBOOT </a:t>
            </a:r>
          </a:p>
          <a:p>
            <a:pPr algn="ctr" eaLnBrk="0" hangingPunct="0">
              <a:defRPr/>
            </a:pPr>
            <a:r>
              <a:rPr lang="fr-FR" sz="600" b="1">
                <a:solidFill>
                  <a:schemeClr val="bg1"/>
                </a:solidFill>
                <a:ea typeface="ＭＳ Ｐゴシック" charset="0"/>
              </a:rPr>
              <a:t>BOX *</a:t>
            </a:r>
          </a:p>
        </p:txBody>
      </p:sp>
      <p:sp>
        <p:nvSpPr>
          <p:cNvPr id="173" name="AutoShape 31">
            <a:hlinkClick r:id="" action="ppaction://noaction"/>
            <a:extLst>
              <a:ext uri="{FF2B5EF4-FFF2-40B4-BE49-F238E27FC236}">
                <a16:creationId xmlns:a16="http://schemas.microsoft.com/office/drawing/2014/main" id="{E3872340-F057-48A5-ACD2-A000DBF76269}"/>
              </a:ext>
            </a:extLst>
          </p:cNvPr>
          <p:cNvSpPr>
            <a:spLocks noChangeArrowheads="1"/>
          </p:cNvSpPr>
          <p:nvPr/>
        </p:nvSpPr>
        <p:spPr bwMode="auto">
          <a:xfrm>
            <a:off x="3965608" y="2473970"/>
            <a:ext cx="1388921" cy="157245"/>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FIXE_ELIGIBLE_REBOOT_BOX_OUI</a:t>
            </a:r>
            <a:endParaRPr lang="fr-FR" sz="600">
              <a:solidFill>
                <a:srgbClr val="D31E05"/>
              </a:solidFill>
            </a:endParaRPr>
          </a:p>
        </p:txBody>
      </p:sp>
      <p:cxnSp>
        <p:nvCxnSpPr>
          <p:cNvPr id="4114" name="Connecteur droit 4113">
            <a:extLst>
              <a:ext uri="{FF2B5EF4-FFF2-40B4-BE49-F238E27FC236}">
                <a16:creationId xmlns:a16="http://schemas.microsoft.com/office/drawing/2014/main" id="{7A23EFF9-C4DF-495A-BA03-51125C48356D}"/>
              </a:ext>
            </a:extLst>
          </p:cNvPr>
          <p:cNvCxnSpPr>
            <a:cxnSpLocks/>
            <a:stCxn id="113" idx="2"/>
            <a:endCxn id="173" idx="0"/>
          </p:cNvCxnSpPr>
          <p:nvPr/>
        </p:nvCxnSpPr>
        <p:spPr bwMode="auto">
          <a:xfrm>
            <a:off x="4660068" y="2371438"/>
            <a:ext cx="1" cy="1025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Connecteur droit 77">
            <a:extLst>
              <a:ext uri="{FF2B5EF4-FFF2-40B4-BE49-F238E27FC236}">
                <a16:creationId xmlns:a16="http://schemas.microsoft.com/office/drawing/2014/main" id="{DB00D5CD-6357-40EC-AE96-ACE472591905}"/>
              </a:ext>
            </a:extLst>
          </p:cNvPr>
          <p:cNvCxnSpPr>
            <a:cxnSpLocks/>
            <a:stCxn id="141" idx="2"/>
            <a:endCxn id="157" idx="0"/>
          </p:cNvCxnSpPr>
          <p:nvPr/>
        </p:nvCxnSpPr>
        <p:spPr bwMode="auto">
          <a:xfrm>
            <a:off x="3261114" y="3524385"/>
            <a:ext cx="3210" cy="786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8" name="ZoneTexte 267">
            <a:extLst>
              <a:ext uri="{FF2B5EF4-FFF2-40B4-BE49-F238E27FC236}">
                <a16:creationId xmlns:a16="http://schemas.microsoft.com/office/drawing/2014/main" id="{ED3780D7-D29D-426A-BE35-D2405E9F4F79}"/>
              </a:ext>
            </a:extLst>
          </p:cNvPr>
          <p:cNvSpPr txBox="1"/>
          <p:nvPr/>
        </p:nvSpPr>
        <p:spPr>
          <a:xfrm rot="10800000" flipH="1" flipV="1">
            <a:off x="2570282" y="3814702"/>
            <a:ext cx="491763" cy="184666"/>
          </a:xfrm>
          <a:prstGeom prst="rect">
            <a:avLst/>
          </a:prstGeom>
          <a:noFill/>
        </p:spPr>
        <p:txBody>
          <a:bodyPr wrap="square" rtlCol="0">
            <a:spAutoFit/>
          </a:bodyPr>
          <a:lstStyle/>
          <a:p>
            <a:r>
              <a:rPr lang="fr-FR" sz="600"/>
              <a:t>Activé</a:t>
            </a:r>
          </a:p>
        </p:txBody>
      </p:sp>
      <p:sp>
        <p:nvSpPr>
          <p:cNvPr id="269" name="ZoneTexte 268">
            <a:extLst>
              <a:ext uri="{FF2B5EF4-FFF2-40B4-BE49-F238E27FC236}">
                <a16:creationId xmlns:a16="http://schemas.microsoft.com/office/drawing/2014/main" id="{0E6E2FCB-97A0-4FD6-BE01-A4E9C4E526B4}"/>
              </a:ext>
            </a:extLst>
          </p:cNvPr>
          <p:cNvSpPr txBox="1"/>
          <p:nvPr/>
        </p:nvSpPr>
        <p:spPr>
          <a:xfrm rot="10800000" flipH="1" flipV="1">
            <a:off x="3587938" y="3776401"/>
            <a:ext cx="564927" cy="184666"/>
          </a:xfrm>
          <a:prstGeom prst="rect">
            <a:avLst/>
          </a:prstGeom>
          <a:noFill/>
        </p:spPr>
        <p:txBody>
          <a:bodyPr wrap="square" rtlCol="0">
            <a:spAutoFit/>
          </a:bodyPr>
          <a:lstStyle/>
          <a:p>
            <a:r>
              <a:rPr lang="fr-FR" sz="600"/>
              <a:t>Désactivé</a:t>
            </a:r>
          </a:p>
        </p:txBody>
      </p:sp>
      <p:sp>
        <p:nvSpPr>
          <p:cNvPr id="3" name="ZoneTexte 2">
            <a:extLst>
              <a:ext uri="{FF2B5EF4-FFF2-40B4-BE49-F238E27FC236}">
                <a16:creationId xmlns:a16="http://schemas.microsoft.com/office/drawing/2014/main" id="{E863D201-6DC6-4C65-A61E-86AEF4E485A9}"/>
              </a:ext>
            </a:extLst>
          </p:cNvPr>
          <p:cNvSpPr txBox="1"/>
          <p:nvPr/>
        </p:nvSpPr>
        <p:spPr>
          <a:xfrm>
            <a:off x="6606" y="497031"/>
            <a:ext cx="3832644" cy="830997"/>
          </a:xfrm>
          <a:prstGeom prst="rect">
            <a:avLst/>
          </a:prstGeom>
          <a:noFill/>
        </p:spPr>
        <p:txBody>
          <a:bodyPr wrap="square" rtlCol="0">
            <a:spAutoFit/>
          </a:bodyPr>
          <a:lstStyle/>
          <a:p>
            <a:r>
              <a:rPr lang="fr-FR" sz="800" b="1" i="1" err="1"/>
              <a:t>rebootModem</a:t>
            </a:r>
            <a:endParaRPr lang="fr-FR" sz="800" b="1" i="1"/>
          </a:p>
          <a:p>
            <a:r>
              <a:rPr lang="fr-FR" sz="800"/>
              <a:t>Si serial retourné par </a:t>
            </a:r>
            <a:r>
              <a:rPr lang="fr-FR" sz="800" err="1"/>
              <a:t>statusModem</a:t>
            </a:r>
            <a:r>
              <a:rPr lang="fr-FR" sz="800"/>
              <a:t> alors reboot box par le serial</a:t>
            </a:r>
          </a:p>
          <a:p>
            <a:r>
              <a:rPr lang="fr-FR" sz="800"/>
              <a:t>Si </a:t>
            </a:r>
            <a:r>
              <a:rPr lang="fr-FR" sz="800" err="1"/>
              <a:t>device_ipaddr</a:t>
            </a:r>
            <a:r>
              <a:rPr lang="fr-FR" sz="800"/>
              <a:t> retourné par </a:t>
            </a:r>
            <a:r>
              <a:rPr lang="fr-FR" sz="800" err="1"/>
              <a:t>statusModem</a:t>
            </a:r>
            <a:r>
              <a:rPr lang="fr-FR" sz="800"/>
              <a:t> alors reboot box par le </a:t>
            </a:r>
            <a:r>
              <a:rPr lang="fr-FR" sz="800" err="1"/>
              <a:t>device_ipaddr</a:t>
            </a:r>
            <a:endParaRPr lang="fr-FR" sz="800"/>
          </a:p>
          <a:p>
            <a:r>
              <a:rPr lang="fr-FR" sz="800"/>
              <a:t>Sinon pas de </a:t>
            </a:r>
            <a:r>
              <a:rPr lang="fr-FR" sz="800" err="1"/>
              <a:t>rebootModem</a:t>
            </a:r>
            <a:endParaRPr lang="fr-FR" sz="800"/>
          </a:p>
          <a:p>
            <a:endParaRPr lang="fr-FR" sz="800"/>
          </a:p>
        </p:txBody>
      </p:sp>
      <p:sp>
        <p:nvSpPr>
          <p:cNvPr id="5" name="ZoneTexte 4">
            <a:extLst>
              <a:ext uri="{FF2B5EF4-FFF2-40B4-BE49-F238E27FC236}">
                <a16:creationId xmlns:a16="http://schemas.microsoft.com/office/drawing/2014/main" id="{649B3535-5D5E-BC51-0F02-98A4D2D3B898}"/>
              </a:ext>
            </a:extLst>
          </p:cNvPr>
          <p:cNvSpPr txBox="1"/>
          <p:nvPr/>
        </p:nvSpPr>
        <p:spPr>
          <a:xfrm>
            <a:off x="6180781" y="3598143"/>
            <a:ext cx="2582399" cy="646331"/>
          </a:xfrm>
          <a:prstGeom prst="rect">
            <a:avLst/>
          </a:prstGeom>
          <a:noFill/>
          <a:ln>
            <a:solidFill>
              <a:schemeClr val="tx1"/>
            </a:solidFill>
          </a:ln>
        </p:spPr>
        <p:txBody>
          <a:bodyPr wrap="square" rtlCol="0">
            <a:spAutoFit/>
          </a:bodyPr>
          <a:lstStyle/>
          <a:p>
            <a:pPr algn="ctr"/>
            <a:r>
              <a:rPr lang="fr-FR" sz="900" b="1"/>
              <a:t>Balise REBOOT_BOX_OUI et REBOOT_BOX_NON</a:t>
            </a:r>
          </a:p>
          <a:p>
            <a:pPr algn="ctr"/>
            <a:r>
              <a:rPr lang="fr-FR" sz="900" b="1"/>
              <a:t>Si WS retour incrémenter balise avec </a:t>
            </a:r>
            <a:r>
              <a:rPr lang="fr-FR" sz="900" b="1" err="1"/>
              <a:t>iadModel</a:t>
            </a:r>
            <a:r>
              <a:rPr lang="fr-FR" sz="900" b="1"/>
              <a:t> du </a:t>
            </a:r>
            <a:r>
              <a:rPr lang="fr-FR" sz="900" b="1" err="1"/>
              <a:t>statusModel</a:t>
            </a:r>
            <a:r>
              <a:rPr lang="fr-FR" sz="900" b="1"/>
              <a:t> dans </a:t>
            </a:r>
            <a:r>
              <a:rPr lang="fr-FR" sz="900" b="1" err="1"/>
              <a:t>diag</a:t>
            </a:r>
            <a:r>
              <a:rPr lang="fr-FR" sz="900" b="1"/>
              <a:t>-front</a:t>
            </a:r>
          </a:p>
        </p:txBody>
      </p:sp>
      <p:sp>
        <p:nvSpPr>
          <p:cNvPr id="56" name="AutoShape 98">
            <a:hlinkClick r:id="rId5" action="ppaction://hlinksldjump"/>
            <a:extLst>
              <a:ext uri="{FF2B5EF4-FFF2-40B4-BE49-F238E27FC236}">
                <a16:creationId xmlns:a16="http://schemas.microsoft.com/office/drawing/2014/main" id="{E8484306-2E30-155B-0061-37CF11C137A1}"/>
              </a:ext>
            </a:extLst>
          </p:cNvPr>
          <p:cNvSpPr>
            <a:spLocks noChangeArrowheads="1"/>
          </p:cNvSpPr>
          <p:nvPr/>
        </p:nvSpPr>
        <p:spPr bwMode="auto">
          <a:xfrm rot="10800000">
            <a:off x="3161481" y="6501151"/>
            <a:ext cx="1064878"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MENU TECHNIQUE CC </a:t>
            </a:r>
            <a:endParaRPr lang="fr-FR" sz="600" b="1" strike="sngStrike">
              <a:latin typeface="+mn-lt"/>
              <a:ea typeface="ＭＳ Ｐゴシック" charset="0"/>
            </a:endParaRPr>
          </a:p>
        </p:txBody>
      </p:sp>
      <p:cxnSp>
        <p:nvCxnSpPr>
          <p:cNvPr id="67" name="Connecteur : en angle 66">
            <a:extLst>
              <a:ext uri="{FF2B5EF4-FFF2-40B4-BE49-F238E27FC236}">
                <a16:creationId xmlns:a16="http://schemas.microsoft.com/office/drawing/2014/main" id="{8F93DB75-7E45-B8B8-ABCE-FC70D7A715B0}"/>
              </a:ext>
            </a:extLst>
          </p:cNvPr>
          <p:cNvCxnSpPr>
            <a:stCxn id="368" idx="2"/>
            <a:endCxn id="56" idx="2"/>
          </p:cNvCxnSpPr>
          <p:nvPr/>
        </p:nvCxnSpPr>
        <p:spPr bwMode="auto">
          <a:xfrm rot="5400000">
            <a:off x="5229459" y="4458261"/>
            <a:ext cx="507351" cy="3578428"/>
          </a:xfrm>
          <a:prstGeom prst="bentConnector3">
            <a:avLst>
              <a:gd name="adj1" fmla="val 8641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Connecteur : en angle 73">
            <a:extLst>
              <a:ext uri="{FF2B5EF4-FFF2-40B4-BE49-F238E27FC236}">
                <a16:creationId xmlns:a16="http://schemas.microsoft.com/office/drawing/2014/main" id="{D80DC877-24E6-C84F-B630-ED0898F6BF75}"/>
              </a:ext>
            </a:extLst>
          </p:cNvPr>
          <p:cNvCxnSpPr>
            <a:stCxn id="373" idx="2"/>
            <a:endCxn id="56" idx="2"/>
          </p:cNvCxnSpPr>
          <p:nvPr/>
        </p:nvCxnSpPr>
        <p:spPr bwMode="auto">
          <a:xfrm rot="5400000">
            <a:off x="4329561" y="5724811"/>
            <a:ext cx="140700" cy="141198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Connecteur : en angle 78">
            <a:extLst>
              <a:ext uri="{FF2B5EF4-FFF2-40B4-BE49-F238E27FC236}">
                <a16:creationId xmlns:a16="http://schemas.microsoft.com/office/drawing/2014/main" id="{6D3794F4-D5AB-2CAA-990C-48FA696AEDEF}"/>
              </a:ext>
            </a:extLst>
          </p:cNvPr>
          <p:cNvCxnSpPr>
            <a:stCxn id="217" idx="2"/>
            <a:endCxn id="56" idx="2"/>
          </p:cNvCxnSpPr>
          <p:nvPr/>
        </p:nvCxnSpPr>
        <p:spPr bwMode="auto">
          <a:xfrm rot="16200000" flipH="1">
            <a:off x="2031350" y="4838581"/>
            <a:ext cx="557734" cy="2767405"/>
          </a:xfrm>
          <a:prstGeom prst="bentConnector3">
            <a:avLst>
              <a:gd name="adj1" fmla="val 8974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ZoneTexte 126">
            <a:extLst>
              <a:ext uri="{FF2B5EF4-FFF2-40B4-BE49-F238E27FC236}">
                <a16:creationId xmlns:a16="http://schemas.microsoft.com/office/drawing/2014/main" id="{511CB4CC-4C6F-525B-76F7-7DD72F33ABE7}"/>
              </a:ext>
            </a:extLst>
          </p:cNvPr>
          <p:cNvSpPr txBox="1"/>
          <p:nvPr/>
        </p:nvSpPr>
        <p:spPr>
          <a:xfrm>
            <a:off x="4073393" y="4716555"/>
            <a:ext cx="439544" cy="184666"/>
          </a:xfrm>
          <a:prstGeom prst="rect">
            <a:avLst/>
          </a:prstGeom>
          <a:noFill/>
        </p:spPr>
        <p:txBody>
          <a:bodyPr wrap="none" rtlCol="0">
            <a:spAutoFit/>
          </a:bodyPr>
          <a:lstStyle/>
          <a:p>
            <a:r>
              <a:rPr lang="fr-FR" sz="600"/>
              <a:t>WS KO</a:t>
            </a:r>
          </a:p>
        </p:txBody>
      </p:sp>
      <p:cxnSp>
        <p:nvCxnSpPr>
          <p:cNvPr id="146" name="Connecteur droit 145">
            <a:extLst>
              <a:ext uri="{FF2B5EF4-FFF2-40B4-BE49-F238E27FC236}">
                <a16:creationId xmlns:a16="http://schemas.microsoft.com/office/drawing/2014/main" id="{AE35BC49-8E4B-79A4-64DA-EC16754C32C6}"/>
              </a:ext>
            </a:extLst>
          </p:cNvPr>
          <p:cNvCxnSpPr>
            <a:stCxn id="191" idx="2"/>
            <a:endCxn id="217" idx="0"/>
          </p:cNvCxnSpPr>
          <p:nvPr/>
        </p:nvCxnSpPr>
        <p:spPr bwMode="auto">
          <a:xfrm flipH="1">
            <a:off x="926515" y="5216049"/>
            <a:ext cx="2666" cy="810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Connecteur droit 164">
            <a:extLst>
              <a:ext uri="{FF2B5EF4-FFF2-40B4-BE49-F238E27FC236}">
                <a16:creationId xmlns:a16="http://schemas.microsoft.com/office/drawing/2014/main" id="{675C3A02-31CD-91CF-9F6B-886F929537E8}"/>
              </a:ext>
            </a:extLst>
          </p:cNvPr>
          <p:cNvCxnSpPr>
            <a:stCxn id="139" idx="2"/>
            <a:endCxn id="56" idx="2"/>
          </p:cNvCxnSpPr>
          <p:nvPr/>
        </p:nvCxnSpPr>
        <p:spPr bwMode="auto">
          <a:xfrm>
            <a:off x="3684136" y="5590336"/>
            <a:ext cx="9784" cy="9108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Connecteur : en angle 186">
            <a:extLst>
              <a:ext uri="{FF2B5EF4-FFF2-40B4-BE49-F238E27FC236}">
                <a16:creationId xmlns:a16="http://schemas.microsoft.com/office/drawing/2014/main" id="{CACFCD6B-925C-68E7-0F1D-7006004D61F2}"/>
              </a:ext>
            </a:extLst>
          </p:cNvPr>
          <p:cNvCxnSpPr>
            <a:stCxn id="121" idx="2"/>
            <a:endCxn id="56" idx="2"/>
          </p:cNvCxnSpPr>
          <p:nvPr/>
        </p:nvCxnSpPr>
        <p:spPr bwMode="auto">
          <a:xfrm rot="16200000" flipH="1">
            <a:off x="2950935" y="5758165"/>
            <a:ext cx="211637" cy="1274334"/>
          </a:xfrm>
          <a:prstGeom prst="bentConnector3">
            <a:avLst>
              <a:gd name="adj1" fmla="val 6745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avec flèche 14">
            <a:extLst>
              <a:ext uri="{FF2B5EF4-FFF2-40B4-BE49-F238E27FC236}">
                <a16:creationId xmlns:a16="http://schemas.microsoft.com/office/drawing/2014/main" id="{00D37FEE-50B8-96F5-7FAC-DD8D0E3B2408}"/>
              </a:ext>
            </a:extLst>
          </p:cNvPr>
          <p:cNvCxnSpPr/>
          <p:nvPr/>
        </p:nvCxnSpPr>
        <p:spPr bwMode="auto">
          <a:xfrm flipH="1">
            <a:off x="7588250" y="4301599"/>
            <a:ext cx="363538" cy="4940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ZoneTexte 7">
            <a:extLst>
              <a:ext uri="{FF2B5EF4-FFF2-40B4-BE49-F238E27FC236}">
                <a16:creationId xmlns:a16="http://schemas.microsoft.com/office/drawing/2014/main" id="{BC220596-9AD7-80B4-3175-6C51A8282539}"/>
              </a:ext>
            </a:extLst>
          </p:cNvPr>
          <p:cNvSpPr txBox="1"/>
          <p:nvPr/>
        </p:nvSpPr>
        <p:spPr>
          <a:xfrm>
            <a:off x="6085516" y="1201296"/>
            <a:ext cx="2956385"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cxnSp>
        <p:nvCxnSpPr>
          <p:cNvPr id="7" name="Connecteur : en angle 6">
            <a:extLst>
              <a:ext uri="{FF2B5EF4-FFF2-40B4-BE49-F238E27FC236}">
                <a16:creationId xmlns:a16="http://schemas.microsoft.com/office/drawing/2014/main" id="{AEC660DA-479A-3678-F016-DCC6F1CA1175}"/>
              </a:ext>
            </a:extLst>
          </p:cNvPr>
          <p:cNvCxnSpPr>
            <a:stCxn id="65" idx="1"/>
            <a:endCxn id="92" idx="3"/>
          </p:cNvCxnSpPr>
          <p:nvPr/>
        </p:nvCxnSpPr>
        <p:spPr bwMode="auto">
          <a:xfrm rot="10800000">
            <a:off x="2003982" y="1663404"/>
            <a:ext cx="97844" cy="19259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2623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9" name="AutoShape 69"/>
          <p:cNvCxnSpPr>
            <a:cxnSpLocks noChangeShapeType="1"/>
            <a:stCxn id="161" idx="2"/>
            <a:endCxn id="113" idx="0"/>
          </p:cNvCxnSpPr>
          <p:nvPr/>
        </p:nvCxnSpPr>
        <p:spPr bwMode="auto">
          <a:xfrm rot="5400000">
            <a:off x="7047777" y="1812013"/>
            <a:ext cx="218129" cy="2544060"/>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AutoShape 69"/>
          <p:cNvCxnSpPr>
            <a:cxnSpLocks noChangeShapeType="1"/>
            <a:stCxn id="159" idx="2"/>
            <a:endCxn id="113" idx="0"/>
          </p:cNvCxnSpPr>
          <p:nvPr/>
        </p:nvCxnSpPr>
        <p:spPr bwMode="auto">
          <a:xfrm rot="5400000">
            <a:off x="5800294" y="3077196"/>
            <a:ext cx="200430" cy="31395"/>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69"/>
          <p:cNvCxnSpPr>
            <a:cxnSpLocks noChangeShapeType="1"/>
            <a:stCxn id="160" idx="2"/>
            <a:endCxn id="113" idx="0"/>
          </p:cNvCxnSpPr>
          <p:nvPr/>
        </p:nvCxnSpPr>
        <p:spPr bwMode="auto">
          <a:xfrm rot="5400000">
            <a:off x="6425715" y="2413766"/>
            <a:ext cx="238438" cy="1320246"/>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34</a:t>
            </a:fld>
            <a:endParaRPr lang="fr-FR">
              <a:solidFill>
                <a:srgbClr val="000000"/>
              </a:solidFill>
            </a:endParaRPr>
          </a:p>
        </p:txBody>
      </p:sp>
      <p:sp>
        <p:nvSpPr>
          <p:cNvPr id="126" name="AutoShape 98">
            <a:hlinkClick r:id="rId3" action="ppaction://hlinksldjump"/>
          </p:cNvPr>
          <p:cNvSpPr>
            <a:spLocks noChangeArrowheads="1"/>
          </p:cNvSpPr>
          <p:nvPr/>
        </p:nvSpPr>
        <p:spPr bwMode="auto">
          <a:xfrm rot="10800000">
            <a:off x="7060160" y="1289216"/>
            <a:ext cx="761069" cy="26905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TECHNIQUE 1</a:t>
            </a:r>
          </a:p>
        </p:txBody>
      </p:sp>
      <p:sp>
        <p:nvSpPr>
          <p:cNvPr id="111" name="AutoShape 41"/>
          <p:cNvSpPr>
            <a:spLocks noChangeArrowheads="1"/>
          </p:cNvSpPr>
          <p:nvPr/>
        </p:nvSpPr>
        <p:spPr bwMode="auto">
          <a:xfrm>
            <a:off x="2121889" y="3163745"/>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20040_TECHNIQUE_MENU_CHOIX</a:t>
            </a:r>
          </a:p>
        </p:txBody>
      </p:sp>
      <p:sp>
        <p:nvSpPr>
          <p:cNvPr id="185" name="Text Box 157"/>
          <p:cNvSpPr txBox="1">
            <a:spLocks noChangeArrowheads="1"/>
          </p:cNvSpPr>
          <p:nvPr/>
        </p:nvSpPr>
        <p:spPr bwMode="auto">
          <a:xfrm>
            <a:off x="1556191" y="297217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39" name="AutoShape 68">
            <a:hlinkClick r:id="rId4" action="ppaction://hlinksldjump"/>
          </p:cNvPr>
          <p:cNvSpPr>
            <a:spLocks noChangeArrowheads="1"/>
          </p:cNvSpPr>
          <p:nvPr/>
        </p:nvSpPr>
        <p:spPr bwMode="auto">
          <a:xfrm>
            <a:off x="1545998" y="272556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WCB DIGITAL ?</a:t>
            </a:r>
          </a:p>
        </p:txBody>
      </p:sp>
      <p:cxnSp>
        <p:nvCxnSpPr>
          <p:cNvPr id="143" name="AutoShape 47"/>
          <p:cNvCxnSpPr>
            <a:cxnSpLocks noChangeShapeType="1"/>
            <a:endCxn id="152" idx="0"/>
          </p:cNvCxnSpPr>
          <p:nvPr/>
        </p:nvCxnSpPr>
        <p:spPr bwMode="auto">
          <a:xfrm>
            <a:off x="5199565" y="2404106"/>
            <a:ext cx="685247" cy="48909"/>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47"/>
          <p:cNvCxnSpPr>
            <a:cxnSpLocks noChangeShapeType="1"/>
            <a:stCxn id="326" idx="3"/>
            <a:endCxn id="153" idx="0"/>
          </p:cNvCxnSpPr>
          <p:nvPr/>
        </p:nvCxnSpPr>
        <p:spPr bwMode="auto">
          <a:xfrm>
            <a:off x="5186812" y="2418400"/>
            <a:ext cx="2022225" cy="39049"/>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47"/>
          <p:cNvCxnSpPr>
            <a:cxnSpLocks noChangeShapeType="1"/>
            <a:stCxn id="326" idx="3"/>
            <a:endCxn id="154" idx="0"/>
          </p:cNvCxnSpPr>
          <p:nvPr/>
        </p:nvCxnSpPr>
        <p:spPr bwMode="auto">
          <a:xfrm>
            <a:off x="5186812" y="2418400"/>
            <a:ext cx="3266116" cy="42539"/>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42"/>
          <p:cNvSpPr>
            <a:spLocks noChangeArrowheads="1"/>
          </p:cNvSpPr>
          <p:nvPr/>
        </p:nvSpPr>
        <p:spPr bwMode="auto">
          <a:xfrm>
            <a:off x="5201306" y="2453015"/>
            <a:ext cx="136701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11000_WCB_TECH_INTERNET</a:t>
            </a:r>
          </a:p>
        </p:txBody>
      </p:sp>
      <p:sp>
        <p:nvSpPr>
          <p:cNvPr id="153" name="AutoShape 42"/>
          <p:cNvSpPr>
            <a:spLocks noChangeArrowheads="1"/>
          </p:cNvSpPr>
          <p:nvPr/>
        </p:nvSpPr>
        <p:spPr bwMode="auto">
          <a:xfrm>
            <a:off x="6640285" y="2457449"/>
            <a:ext cx="1137504"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22000_WCB_TECH_TV</a:t>
            </a:r>
          </a:p>
        </p:txBody>
      </p:sp>
      <p:sp>
        <p:nvSpPr>
          <p:cNvPr id="154" name="AutoShape 42"/>
          <p:cNvSpPr>
            <a:spLocks noChangeArrowheads="1"/>
          </p:cNvSpPr>
          <p:nvPr/>
        </p:nvSpPr>
        <p:spPr bwMode="auto">
          <a:xfrm>
            <a:off x="7807402" y="2460939"/>
            <a:ext cx="129105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23000_WCB_TECH_AUTRE</a:t>
            </a:r>
          </a:p>
        </p:txBody>
      </p:sp>
      <p:cxnSp>
        <p:nvCxnSpPr>
          <p:cNvPr id="158" name="AutoShape 47"/>
          <p:cNvCxnSpPr>
            <a:cxnSpLocks noChangeShapeType="1"/>
            <a:endCxn id="153" idx="0"/>
          </p:cNvCxnSpPr>
          <p:nvPr/>
        </p:nvCxnSpPr>
        <p:spPr bwMode="auto">
          <a:xfrm>
            <a:off x="7209037" y="2383845"/>
            <a:ext cx="0" cy="73604"/>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MENU TECHNIQUE CC</a:t>
            </a:r>
            <a:endParaRPr lang="fr-FR"/>
          </a:p>
        </p:txBody>
      </p:sp>
      <p:sp>
        <p:nvSpPr>
          <p:cNvPr id="168" name="Text Box 157"/>
          <p:cNvSpPr txBox="1">
            <a:spLocks noChangeArrowheads="1"/>
          </p:cNvSpPr>
          <p:nvPr/>
        </p:nvSpPr>
        <p:spPr bwMode="auto">
          <a:xfrm>
            <a:off x="6523193" y="2219736"/>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02</a:t>
            </a:r>
          </a:p>
        </p:txBody>
      </p:sp>
      <p:sp>
        <p:nvSpPr>
          <p:cNvPr id="174" name="Text Box 157"/>
          <p:cNvSpPr txBox="1">
            <a:spLocks noChangeArrowheads="1"/>
          </p:cNvSpPr>
          <p:nvPr/>
        </p:nvSpPr>
        <p:spPr bwMode="auto">
          <a:xfrm>
            <a:off x="7811953" y="2210612"/>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03</a:t>
            </a:r>
          </a:p>
        </p:txBody>
      </p:sp>
      <p:sp>
        <p:nvSpPr>
          <p:cNvPr id="159" name="AutoShape 31">
            <a:hlinkClick r:id="" action="ppaction://noaction"/>
          </p:cNvPr>
          <p:cNvSpPr>
            <a:spLocks noChangeArrowheads="1"/>
          </p:cNvSpPr>
          <p:nvPr/>
        </p:nvSpPr>
        <p:spPr bwMode="auto">
          <a:xfrm>
            <a:off x="5340656" y="2848678"/>
            <a:ext cx="1151100"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FIXE_WCB_TECH_INTERNET</a:t>
            </a:r>
          </a:p>
        </p:txBody>
      </p:sp>
      <p:sp>
        <p:nvSpPr>
          <p:cNvPr id="160" name="AutoShape 31">
            <a:hlinkClick r:id="" action="ppaction://noaction"/>
          </p:cNvPr>
          <p:cNvSpPr>
            <a:spLocks noChangeArrowheads="1"/>
          </p:cNvSpPr>
          <p:nvPr/>
        </p:nvSpPr>
        <p:spPr bwMode="auto">
          <a:xfrm>
            <a:off x="6662926" y="2810670"/>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FIXE_WCB_TECH_TV</a:t>
            </a:r>
          </a:p>
        </p:txBody>
      </p:sp>
      <p:sp>
        <p:nvSpPr>
          <p:cNvPr id="161" name="AutoShape 31">
            <a:hlinkClick r:id="" action="ppaction://noaction"/>
          </p:cNvPr>
          <p:cNvSpPr>
            <a:spLocks noChangeArrowheads="1"/>
          </p:cNvSpPr>
          <p:nvPr/>
        </p:nvSpPr>
        <p:spPr bwMode="auto">
          <a:xfrm>
            <a:off x="7886740" y="2830979"/>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FIXE_WCB_TECH_AUTRE</a:t>
            </a:r>
          </a:p>
        </p:txBody>
      </p:sp>
      <p:cxnSp>
        <p:nvCxnSpPr>
          <p:cNvPr id="110" name="Connecteur en angle 35"/>
          <p:cNvCxnSpPr>
            <a:cxnSpLocks/>
            <a:stCxn id="115" idx="3"/>
            <a:endCxn id="114" idx="1"/>
          </p:cNvCxnSpPr>
          <p:nvPr/>
        </p:nvCxnSpPr>
        <p:spPr bwMode="auto">
          <a:xfrm>
            <a:off x="7816596" y="3733994"/>
            <a:ext cx="168589" cy="4723"/>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AutoShape 131"/>
          <p:cNvSpPr>
            <a:spLocks noChangeArrowheads="1"/>
          </p:cNvSpPr>
          <p:nvPr/>
        </p:nvSpPr>
        <p:spPr bwMode="auto">
          <a:xfrm>
            <a:off x="5644781" y="3193108"/>
            <a:ext cx="480059" cy="350118"/>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 </a:t>
            </a:r>
          </a:p>
          <a:p>
            <a:pPr algn="ctr" eaLnBrk="0" hangingPunct="0"/>
            <a:r>
              <a:rPr lang="fr-FR" sz="600"/>
              <a:t>Client </a:t>
            </a:r>
          </a:p>
        </p:txBody>
      </p:sp>
      <p:sp>
        <p:nvSpPr>
          <p:cNvPr id="114" name="AutoShape 142"/>
          <p:cNvSpPr>
            <a:spLocks noChangeArrowheads="1"/>
          </p:cNvSpPr>
          <p:nvPr/>
        </p:nvSpPr>
        <p:spPr bwMode="auto">
          <a:xfrm>
            <a:off x="7985185" y="3630717"/>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FTT AUTRE</a:t>
            </a:r>
            <a:endParaRPr lang="fr-FR" sz="600" i="1"/>
          </a:p>
        </p:txBody>
      </p:sp>
      <p:sp>
        <p:nvSpPr>
          <p:cNvPr id="115" name="AutoShape 208"/>
          <p:cNvSpPr>
            <a:spLocks noChangeArrowheads="1"/>
          </p:cNvSpPr>
          <p:nvPr/>
        </p:nvSpPr>
        <p:spPr bwMode="auto">
          <a:xfrm>
            <a:off x="6808595" y="3657667"/>
            <a:ext cx="1008001" cy="1526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24000_WCB_FTT_AUTRE</a:t>
            </a:r>
          </a:p>
        </p:txBody>
      </p:sp>
      <p:sp>
        <p:nvSpPr>
          <p:cNvPr id="116" name="AutoShape 208"/>
          <p:cNvSpPr>
            <a:spLocks noChangeArrowheads="1"/>
          </p:cNvSpPr>
          <p:nvPr/>
        </p:nvSpPr>
        <p:spPr bwMode="auto">
          <a:xfrm>
            <a:off x="6833544" y="3412778"/>
            <a:ext cx="983077" cy="18082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24000_WCB_FTT_FTTB</a:t>
            </a:r>
          </a:p>
        </p:txBody>
      </p:sp>
      <p:sp>
        <p:nvSpPr>
          <p:cNvPr id="117" name="AutoShape 142"/>
          <p:cNvSpPr>
            <a:spLocks noChangeArrowheads="1"/>
          </p:cNvSpPr>
          <p:nvPr/>
        </p:nvSpPr>
        <p:spPr bwMode="auto">
          <a:xfrm>
            <a:off x="7985185" y="3379224"/>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FTT FTTB</a:t>
            </a:r>
          </a:p>
        </p:txBody>
      </p:sp>
      <p:sp>
        <p:nvSpPr>
          <p:cNvPr id="118" name="AutoShape 142"/>
          <p:cNvSpPr>
            <a:spLocks noChangeArrowheads="1"/>
          </p:cNvSpPr>
          <p:nvPr/>
        </p:nvSpPr>
        <p:spPr bwMode="auto">
          <a:xfrm>
            <a:off x="7979923" y="3134952"/>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FTT FTTH</a:t>
            </a:r>
            <a:endParaRPr lang="fr-FR" sz="600" i="1"/>
          </a:p>
        </p:txBody>
      </p:sp>
      <p:sp>
        <p:nvSpPr>
          <p:cNvPr id="119" name="AutoShape 208"/>
          <p:cNvSpPr>
            <a:spLocks noChangeArrowheads="1"/>
          </p:cNvSpPr>
          <p:nvPr/>
        </p:nvSpPr>
        <p:spPr bwMode="auto">
          <a:xfrm>
            <a:off x="6593517" y="3170952"/>
            <a:ext cx="1035830" cy="1418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24000_WCB_FTT_FTTH</a:t>
            </a:r>
          </a:p>
        </p:txBody>
      </p:sp>
      <p:cxnSp>
        <p:nvCxnSpPr>
          <p:cNvPr id="121" name="Connecteur en angle 35"/>
          <p:cNvCxnSpPr>
            <a:cxnSpLocks/>
            <a:stCxn id="116" idx="3"/>
            <a:endCxn id="117" idx="1"/>
          </p:cNvCxnSpPr>
          <p:nvPr/>
        </p:nvCxnSpPr>
        <p:spPr bwMode="auto">
          <a:xfrm flipV="1">
            <a:off x="7816621" y="3487224"/>
            <a:ext cx="168564" cy="15965"/>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Connecteur en angle 35"/>
          <p:cNvCxnSpPr>
            <a:cxnSpLocks/>
            <a:stCxn id="119" idx="3"/>
            <a:endCxn id="118" idx="1"/>
          </p:cNvCxnSpPr>
          <p:nvPr/>
        </p:nvCxnSpPr>
        <p:spPr bwMode="auto">
          <a:xfrm>
            <a:off x="7629347" y="3241885"/>
            <a:ext cx="350576" cy="1067"/>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Connecteur en angle 124"/>
          <p:cNvCxnSpPr>
            <a:cxnSpLocks/>
            <a:stCxn id="113" idx="3"/>
            <a:endCxn id="119" idx="1"/>
          </p:cNvCxnSpPr>
          <p:nvPr/>
        </p:nvCxnSpPr>
        <p:spPr bwMode="auto">
          <a:xfrm flipV="1">
            <a:off x="6124840" y="3241885"/>
            <a:ext cx="468677" cy="126282"/>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AutoShape 31">
            <a:hlinkClick r:id="" action="ppaction://noaction"/>
          </p:cNvPr>
          <p:cNvSpPr>
            <a:spLocks noChangeArrowheads="1"/>
          </p:cNvSpPr>
          <p:nvPr/>
        </p:nvSpPr>
        <p:spPr bwMode="auto">
          <a:xfrm>
            <a:off x="7829745" y="2643957"/>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51" name="AutoShape 31">
            <a:hlinkClick r:id="" action="ppaction://noaction"/>
          </p:cNvPr>
          <p:cNvSpPr>
            <a:spLocks noChangeArrowheads="1"/>
          </p:cNvSpPr>
          <p:nvPr/>
        </p:nvSpPr>
        <p:spPr bwMode="auto">
          <a:xfrm>
            <a:off x="6593517" y="2639353"/>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155" name="AutoShape 31">
            <a:hlinkClick r:id="" action="ppaction://noaction"/>
          </p:cNvPr>
          <p:cNvSpPr>
            <a:spLocks noChangeArrowheads="1"/>
          </p:cNvSpPr>
          <p:nvPr/>
        </p:nvSpPr>
        <p:spPr bwMode="auto">
          <a:xfrm>
            <a:off x="5290091" y="2636501"/>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162" name="AutoShape 98">
            <a:hlinkClick r:id="rId5" action="ppaction://hlinksldjump"/>
          </p:cNvPr>
          <p:cNvSpPr>
            <a:spLocks noChangeArrowheads="1"/>
          </p:cNvSpPr>
          <p:nvPr/>
        </p:nvSpPr>
        <p:spPr bwMode="auto">
          <a:xfrm rot="10800000">
            <a:off x="7926700" y="1292163"/>
            <a:ext cx="792100" cy="274357"/>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ELIG PRE DIAG</a:t>
            </a:r>
          </a:p>
        </p:txBody>
      </p:sp>
      <p:cxnSp>
        <p:nvCxnSpPr>
          <p:cNvPr id="32" name="Connecteur en angle 31"/>
          <p:cNvCxnSpPr>
            <a:cxnSpLocks/>
            <a:stCxn id="279" idx="3"/>
            <a:endCxn id="126" idx="0"/>
          </p:cNvCxnSpPr>
          <p:nvPr/>
        </p:nvCxnSpPr>
        <p:spPr bwMode="auto">
          <a:xfrm flipV="1">
            <a:off x="6932255" y="1558275"/>
            <a:ext cx="508439" cy="8373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en angle 33"/>
          <p:cNvCxnSpPr>
            <a:cxnSpLocks/>
            <a:stCxn id="279" idx="3"/>
            <a:endCxn id="162" idx="0"/>
          </p:cNvCxnSpPr>
          <p:nvPr/>
        </p:nvCxnSpPr>
        <p:spPr bwMode="auto">
          <a:xfrm flipV="1">
            <a:off x="6932255" y="1566520"/>
            <a:ext cx="1390495" cy="7548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droit 53">
            <a:extLst>
              <a:ext uri="{FF2B5EF4-FFF2-40B4-BE49-F238E27FC236}">
                <a16:creationId xmlns:a16="http://schemas.microsoft.com/office/drawing/2014/main" id="{07A4776C-DC3B-4948-931D-F5ABED73CA33}"/>
              </a:ext>
            </a:extLst>
          </p:cNvPr>
          <p:cNvCxnSpPr>
            <a:stCxn id="159" idx="0"/>
            <a:endCxn id="155" idx="2"/>
          </p:cNvCxnSpPr>
          <p:nvPr/>
        </p:nvCxnSpPr>
        <p:spPr bwMode="auto">
          <a:xfrm flipH="1" flipV="1">
            <a:off x="5901631" y="2765403"/>
            <a:ext cx="14575" cy="8327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Connecteur droit 59">
            <a:extLst>
              <a:ext uri="{FF2B5EF4-FFF2-40B4-BE49-F238E27FC236}">
                <a16:creationId xmlns:a16="http://schemas.microsoft.com/office/drawing/2014/main" id="{5E172DF7-86A3-484B-83E2-59ABA564A54F}"/>
              </a:ext>
            </a:extLst>
          </p:cNvPr>
          <p:cNvCxnSpPr>
            <a:stCxn id="155" idx="0"/>
            <a:endCxn id="152" idx="2"/>
          </p:cNvCxnSpPr>
          <p:nvPr/>
        </p:nvCxnSpPr>
        <p:spPr bwMode="auto">
          <a:xfrm flipH="1" flipV="1">
            <a:off x="5884812" y="2588318"/>
            <a:ext cx="16819" cy="48183"/>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droit 61">
            <a:extLst>
              <a:ext uri="{FF2B5EF4-FFF2-40B4-BE49-F238E27FC236}">
                <a16:creationId xmlns:a16="http://schemas.microsoft.com/office/drawing/2014/main" id="{79858EE7-9393-4364-A6CF-AF7E96069AC1}"/>
              </a:ext>
            </a:extLst>
          </p:cNvPr>
          <p:cNvCxnSpPr>
            <a:stCxn id="151" idx="2"/>
            <a:endCxn id="160" idx="0"/>
          </p:cNvCxnSpPr>
          <p:nvPr/>
        </p:nvCxnSpPr>
        <p:spPr bwMode="auto">
          <a:xfrm>
            <a:off x="7205057" y="2768255"/>
            <a:ext cx="0" cy="4241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droit 64">
            <a:extLst>
              <a:ext uri="{FF2B5EF4-FFF2-40B4-BE49-F238E27FC236}">
                <a16:creationId xmlns:a16="http://schemas.microsoft.com/office/drawing/2014/main" id="{DB9C2E11-8E26-4D94-A46A-24EDD9D5BAFD}"/>
              </a:ext>
            </a:extLst>
          </p:cNvPr>
          <p:cNvCxnSpPr>
            <a:stCxn id="153" idx="2"/>
            <a:endCxn id="151" idx="0"/>
          </p:cNvCxnSpPr>
          <p:nvPr/>
        </p:nvCxnSpPr>
        <p:spPr bwMode="auto">
          <a:xfrm flipH="1">
            <a:off x="7205057" y="2592752"/>
            <a:ext cx="3980" cy="46601"/>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Connecteur droit 67">
            <a:extLst>
              <a:ext uri="{FF2B5EF4-FFF2-40B4-BE49-F238E27FC236}">
                <a16:creationId xmlns:a16="http://schemas.microsoft.com/office/drawing/2014/main" id="{26C25D1C-C1D8-4A57-9FF0-BD1D49C27975}"/>
              </a:ext>
            </a:extLst>
          </p:cNvPr>
          <p:cNvCxnSpPr>
            <a:stCxn id="150" idx="0"/>
            <a:endCxn id="154" idx="2"/>
          </p:cNvCxnSpPr>
          <p:nvPr/>
        </p:nvCxnSpPr>
        <p:spPr bwMode="auto">
          <a:xfrm flipV="1">
            <a:off x="8441285" y="2596242"/>
            <a:ext cx="11643" cy="4771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Connecteur droit 69">
            <a:extLst>
              <a:ext uri="{FF2B5EF4-FFF2-40B4-BE49-F238E27FC236}">
                <a16:creationId xmlns:a16="http://schemas.microsoft.com/office/drawing/2014/main" id="{BC7B3F37-BC16-4C9C-A031-EA5A850A4E0F}"/>
              </a:ext>
            </a:extLst>
          </p:cNvPr>
          <p:cNvCxnSpPr>
            <a:stCxn id="161" idx="0"/>
            <a:endCxn id="150" idx="2"/>
          </p:cNvCxnSpPr>
          <p:nvPr/>
        </p:nvCxnSpPr>
        <p:spPr bwMode="auto">
          <a:xfrm flipV="1">
            <a:off x="8428871" y="2772859"/>
            <a:ext cx="12414" cy="58120"/>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2" name="ZoneTexte 211">
            <a:extLst>
              <a:ext uri="{FF2B5EF4-FFF2-40B4-BE49-F238E27FC236}">
                <a16:creationId xmlns:a16="http://schemas.microsoft.com/office/drawing/2014/main" id="{23F5CBD0-AD44-4F53-B2F6-5819CB603297}"/>
              </a:ext>
            </a:extLst>
          </p:cNvPr>
          <p:cNvSpPr txBox="1"/>
          <p:nvPr/>
        </p:nvSpPr>
        <p:spPr>
          <a:xfrm>
            <a:off x="43815" y="1306927"/>
            <a:ext cx="3078980" cy="21544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800">
                <a:solidFill>
                  <a:schemeClr val="tx1"/>
                </a:solidFill>
              </a:rPr>
              <a:t>CARE : Marqueur C2OL = ROUTAGE_TECH  ET Valeur1 = 1</a:t>
            </a:r>
          </a:p>
        </p:txBody>
      </p:sp>
      <p:sp>
        <p:nvSpPr>
          <p:cNvPr id="235" name="Text Box 157">
            <a:extLst>
              <a:ext uri="{FF2B5EF4-FFF2-40B4-BE49-F238E27FC236}">
                <a16:creationId xmlns:a16="http://schemas.microsoft.com/office/drawing/2014/main" id="{BD6BF6B4-CF40-4453-9D2F-258659F36742}"/>
              </a:ext>
            </a:extLst>
          </p:cNvPr>
          <p:cNvSpPr txBox="1">
            <a:spLocks noChangeArrowheads="1"/>
          </p:cNvSpPr>
          <p:nvPr/>
        </p:nvSpPr>
        <p:spPr bwMode="auto">
          <a:xfrm>
            <a:off x="5265743" y="2224730"/>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a:t>
            </a:r>
          </a:p>
        </p:txBody>
      </p:sp>
      <p:sp>
        <p:nvSpPr>
          <p:cNvPr id="236" name="AutoShape 68">
            <a:hlinkClick r:id="rId4" action="ppaction://hlinksldjump"/>
            <a:extLst>
              <a:ext uri="{FF2B5EF4-FFF2-40B4-BE49-F238E27FC236}">
                <a16:creationId xmlns:a16="http://schemas.microsoft.com/office/drawing/2014/main" id="{B38980F8-D88F-46D4-9B5C-1A77388E136D}"/>
              </a:ext>
            </a:extLst>
          </p:cNvPr>
          <p:cNvSpPr>
            <a:spLocks noChangeArrowheads="1"/>
          </p:cNvSpPr>
          <p:nvPr/>
        </p:nvSpPr>
        <p:spPr bwMode="auto">
          <a:xfrm>
            <a:off x="1537227" y="1719666"/>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CARE</a:t>
            </a:r>
          </a:p>
        </p:txBody>
      </p:sp>
      <p:sp>
        <p:nvSpPr>
          <p:cNvPr id="237" name="AutoShape 87">
            <a:hlinkClick r:id="rId6" action="ppaction://hlinksldjump"/>
            <a:extLst>
              <a:ext uri="{FF2B5EF4-FFF2-40B4-BE49-F238E27FC236}">
                <a16:creationId xmlns:a16="http://schemas.microsoft.com/office/drawing/2014/main" id="{55811BCA-6073-447C-96E3-9F1EC2756BE2}"/>
              </a:ext>
            </a:extLst>
          </p:cNvPr>
          <p:cNvSpPr>
            <a:spLocks noChangeArrowheads="1"/>
          </p:cNvSpPr>
          <p:nvPr/>
        </p:nvSpPr>
        <p:spPr bwMode="auto">
          <a:xfrm rot="10800000">
            <a:off x="224387" y="2458186"/>
            <a:ext cx="828232"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CARE TECH</a:t>
            </a:r>
          </a:p>
        </p:txBody>
      </p:sp>
      <p:sp>
        <p:nvSpPr>
          <p:cNvPr id="239" name="AutoShape 208">
            <a:extLst>
              <a:ext uri="{FF2B5EF4-FFF2-40B4-BE49-F238E27FC236}">
                <a16:creationId xmlns:a16="http://schemas.microsoft.com/office/drawing/2014/main" id="{8058C4E7-424B-4133-A271-90742A256197}"/>
              </a:ext>
            </a:extLst>
          </p:cNvPr>
          <p:cNvSpPr>
            <a:spLocks noChangeArrowheads="1"/>
          </p:cNvSpPr>
          <p:nvPr/>
        </p:nvSpPr>
        <p:spPr bwMode="auto">
          <a:xfrm>
            <a:off x="144797" y="1777157"/>
            <a:ext cx="1021031" cy="18079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20040_CARE_TECH_OK</a:t>
            </a:r>
          </a:p>
        </p:txBody>
      </p:sp>
      <p:sp>
        <p:nvSpPr>
          <p:cNvPr id="241" name="AutoShape 208">
            <a:extLst>
              <a:ext uri="{FF2B5EF4-FFF2-40B4-BE49-F238E27FC236}">
                <a16:creationId xmlns:a16="http://schemas.microsoft.com/office/drawing/2014/main" id="{C4F7E264-9B03-4436-8227-AF22AB36CA47}"/>
              </a:ext>
            </a:extLst>
          </p:cNvPr>
          <p:cNvSpPr>
            <a:spLocks noChangeArrowheads="1"/>
          </p:cNvSpPr>
          <p:nvPr/>
        </p:nvSpPr>
        <p:spPr bwMode="auto">
          <a:xfrm>
            <a:off x="2623751" y="2050469"/>
            <a:ext cx="102103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20040_CARE_TECH_NOK</a:t>
            </a:r>
          </a:p>
        </p:txBody>
      </p:sp>
      <p:cxnSp>
        <p:nvCxnSpPr>
          <p:cNvPr id="242" name="Connecteur droit avec flèche 241">
            <a:extLst>
              <a:ext uri="{FF2B5EF4-FFF2-40B4-BE49-F238E27FC236}">
                <a16:creationId xmlns:a16="http://schemas.microsoft.com/office/drawing/2014/main" id="{A2156E95-00DD-4470-B27D-6EE19F2550A9}"/>
              </a:ext>
            </a:extLst>
          </p:cNvPr>
          <p:cNvCxnSpPr>
            <a:stCxn id="311" idx="2"/>
            <a:endCxn id="237" idx="2"/>
          </p:cNvCxnSpPr>
          <p:nvPr/>
        </p:nvCxnSpPr>
        <p:spPr bwMode="auto">
          <a:xfrm flipH="1">
            <a:off x="638503" y="2225829"/>
            <a:ext cx="12840" cy="23235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Connecteur droit 242">
            <a:extLst>
              <a:ext uri="{FF2B5EF4-FFF2-40B4-BE49-F238E27FC236}">
                <a16:creationId xmlns:a16="http://schemas.microsoft.com/office/drawing/2014/main" id="{DB623C09-900A-465C-951D-AD637F08E52E}"/>
              </a:ext>
            </a:extLst>
          </p:cNvPr>
          <p:cNvCxnSpPr>
            <a:cxnSpLocks/>
            <a:stCxn id="239" idx="3"/>
            <a:endCxn id="236" idx="1"/>
          </p:cNvCxnSpPr>
          <p:nvPr/>
        </p:nvCxnSpPr>
        <p:spPr bwMode="auto">
          <a:xfrm>
            <a:off x="1165828" y="1867553"/>
            <a:ext cx="371399" cy="124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4" name="AutoShape 208">
            <a:extLst>
              <a:ext uri="{FF2B5EF4-FFF2-40B4-BE49-F238E27FC236}">
                <a16:creationId xmlns:a16="http://schemas.microsoft.com/office/drawing/2014/main" id="{3FE77914-9678-4AA3-8234-87A7661916C5}"/>
              </a:ext>
            </a:extLst>
          </p:cNvPr>
          <p:cNvSpPr>
            <a:spLocks noChangeArrowheads="1"/>
          </p:cNvSpPr>
          <p:nvPr/>
        </p:nvSpPr>
        <p:spPr bwMode="auto">
          <a:xfrm>
            <a:off x="1423959" y="2067294"/>
            <a:ext cx="102103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20040_CARE_TECH_OFF</a:t>
            </a:r>
          </a:p>
        </p:txBody>
      </p:sp>
      <p:sp>
        <p:nvSpPr>
          <p:cNvPr id="245" name="Text Box 157">
            <a:extLst>
              <a:ext uri="{FF2B5EF4-FFF2-40B4-BE49-F238E27FC236}">
                <a16:creationId xmlns:a16="http://schemas.microsoft.com/office/drawing/2014/main" id="{8250F67E-93CF-4CD0-A2FC-522C5BC4ED86}"/>
              </a:ext>
            </a:extLst>
          </p:cNvPr>
          <p:cNvSpPr txBox="1">
            <a:spLocks noChangeArrowheads="1"/>
          </p:cNvSpPr>
          <p:nvPr/>
        </p:nvSpPr>
        <p:spPr bwMode="auto">
          <a:xfrm>
            <a:off x="1251494" y="168816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246" name="Text Box 156">
            <a:extLst>
              <a:ext uri="{FF2B5EF4-FFF2-40B4-BE49-F238E27FC236}">
                <a16:creationId xmlns:a16="http://schemas.microsoft.com/office/drawing/2014/main" id="{AB64AB98-E7BB-4565-8F32-04BDF68CE122}"/>
              </a:ext>
            </a:extLst>
          </p:cNvPr>
          <p:cNvSpPr txBox="1">
            <a:spLocks noChangeArrowheads="1"/>
          </p:cNvSpPr>
          <p:nvPr/>
        </p:nvSpPr>
        <p:spPr bwMode="auto">
          <a:xfrm>
            <a:off x="2767195" y="170571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247" name="Text Box 156">
            <a:extLst>
              <a:ext uri="{FF2B5EF4-FFF2-40B4-BE49-F238E27FC236}">
                <a16:creationId xmlns:a16="http://schemas.microsoft.com/office/drawing/2014/main" id="{06F5B2D6-4072-4589-9341-520E7F5D599D}"/>
              </a:ext>
            </a:extLst>
          </p:cNvPr>
          <p:cNvSpPr txBox="1">
            <a:spLocks noChangeArrowheads="1"/>
          </p:cNvSpPr>
          <p:nvPr/>
        </p:nvSpPr>
        <p:spPr bwMode="auto">
          <a:xfrm>
            <a:off x="1132109" y="193035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248" name="Connecteur droit 247">
            <a:extLst>
              <a:ext uri="{FF2B5EF4-FFF2-40B4-BE49-F238E27FC236}">
                <a16:creationId xmlns:a16="http://schemas.microsoft.com/office/drawing/2014/main" id="{97952784-ED09-4C92-80F5-ADC2366A2E2A}"/>
              </a:ext>
            </a:extLst>
          </p:cNvPr>
          <p:cNvCxnSpPr>
            <a:stCxn id="236" idx="2"/>
            <a:endCxn id="244" idx="0"/>
          </p:cNvCxnSpPr>
          <p:nvPr/>
        </p:nvCxnSpPr>
        <p:spPr bwMode="auto">
          <a:xfrm>
            <a:off x="1927752" y="2040341"/>
            <a:ext cx="6723" cy="269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Connecteur : en angle 249">
            <a:extLst>
              <a:ext uri="{FF2B5EF4-FFF2-40B4-BE49-F238E27FC236}">
                <a16:creationId xmlns:a16="http://schemas.microsoft.com/office/drawing/2014/main" id="{33DBC871-02AB-46C4-A7F3-FEF004392FEA}"/>
              </a:ext>
            </a:extLst>
          </p:cNvPr>
          <p:cNvCxnSpPr>
            <a:stCxn id="236" idx="3"/>
            <a:endCxn id="241" idx="0"/>
          </p:cNvCxnSpPr>
          <p:nvPr/>
        </p:nvCxnSpPr>
        <p:spPr bwMode="auto">
          <a:xfrm>
            <a:off x="2318277" y="1880004"/>
            <a:ext cx="815990" cy="1704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2" name="AutoShape 42">
            <a:extLst>
              <a:ext uri="{FF2B5EF4-FFF2-40B4-BE49-F238E27FC236}">
                <a16:creationId xmlns:a16="http://schemas.microsoft.com/office/drawing/2014/main" id="{DC61D096-9CD6-4CB5-A94C-0A6CD36AD023}"/>
              </a:ext>
            </a:extLst>
          </p:cNvPr>
          <p:cNvSpPr>
            <a:spLocks noChangeArrowheads="1"/>
          </p:cNvSpPr>
          <p:nvPr/>
        </p:nvSpPr>
        <p:spPr bwMode="auto">
          <a:xfrm>
            <a:off x="1385923" y="2314933"/>
            <a:ext cx="1097101" cy="12195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20040_TECHNIQUE_FTT</a:t>
            </a:r>
          </a:p>
        </p:txBody>
      </p:sp>
      <p:sp>
        <p:nvSpPr>
          <p:cNvPr id="254" name="AutoShape 31">
            <a:hlinkClick r:id="" action="ppaction://noaction"/>
            <a:extLst>
              <a:ext uri="{FF2B5EF4-FFF2-40B4-BE49-F238E27FC236}">
                <a16:creationId xmlns:a16="http://schemas.microsoft.com/office/drawing/2014/main" id="{14977A7A-F69B-423A-8051-BC7378F363DA}"/>
              </a:ext>
            </a:extLst>
          </p:cNvPr>
          <p:cNvSpPr>
            <a:spLocks noChangeArrowheads="1"/>
          </p:cNvSpPr>
          <p:nvPr/>
        </p:nvSpPr>
        <p:spPr bwMode="auto">
          <a:xfrm>
            <a:off x="1376755" y="2478108"/>
            <a:ext cx="1118281" cy="1140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FIXE_TECHNIQUE_FTT</a:t>
            </a:r>
          </a:p>
        </p:txBody>
      </p:sp>
      <p:cxnSp>
        <p:nvCxnSpPr>
          <p:cNvPr id="131" name="Connecteur droit 130">
            <a:extLst>
              <a:ext uri="{FF2B5EF4-FFF2-40B4-BE49-F238E27FC236}">
                <a16:creationId xmlns:a16="http://schemas.microsoft.com/office/drawing/2014/main" id="{DDF81F33-AEDC-4CB7-8E6F-94FA7B6FA4F3}"/>
              </a:ext>
            </a:extLst>
          </p:cNvPr>
          <p:cNvCxnSpPr>
            <a:stCxn id="254" idx="0"/>
            <a:endCxn id="252" idx="2"/>
          </p:cNvCxnSpPr>
          <p:nvPr/>
        </p:nvCxnSpPr>
        <p:spPr bwMode="auto">
          <a:xfrm flipH="1" flipV="1">
            <a:off x="1934474" y="2436888"/>
            <a:ext cx="1422" cy="412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Connecteur droit 137">
            <a:extLst>
              <a:ext uri="{FF2B5EF4-FFF2-40B4-BE49-F238E27FC236}">
                <a16:creationId xmlns:a16="http://schemas.microsoft.com/office/drawing/2014/main" id="{2B033C7E-355E-4B22-9611-CAD1C9DA212D}"/>
              </a:ext>
            </a:extLst>
          </p:cNvPr>
          <p:cNvCxnSpPr>
            <a:stCxn id="244" idx="2"/>
            <a:endCxn id="252" idx="0"/>
          </p:cNvCxnSpPr>
          <p:nvPr/>
        </p:nvCxnSpPr>
        <p:spPr bwMode="auto">
          <a:xfrm flipH="1">
            <a:off x="1934474" y="2211756"/>
            <a:ext cx="1" cy="10317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Connecteur : en angle 145">
            <a:extLst>
              <a:ext uri="{FF2B5EF4-FFF2-40B4-BE49-F238E27FC236}">
                <a16:creationId xmlns:a16="http://schemas.microsoft.com/office/drawing/2014/main" id="{F00DFF8E-8925-464C-8588-A2DA02ADF327}"/>
              </a:ext>
            </a:extLst>
          </p:cNvPr>
          <p:cNvCxnSpPr>
            <a:stCxn id="241" idx="2"/>
            <a:endCxn id="252" idx="0"/>
          </p:cNvCxnSpPr>
          <p:nvPr/>
        </p:nvCxnSpPr>
        <p:spPr bwMode="auto">
          <a:xfrm rot="5400000">
            <a:off x="2474370" y="1655036"/>
            <a:ext cx="120002" cy="11997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Connecteur droit avec flèche 188">
            <a:extLst>
              <a:ext uri="{FF2B5EF4-FFF2-40B4-BE49-F238E27FC236}">
                <a16:creationId xmlns:a16="http://schemas.microsoft.com/office/drawing/2014/main" id="{25DD4671-0CBB-4F52-9266-E9C11AF4476A}"/>
              </a:ext>
            </a:extLst>
          </p:cNvPr>
          <p:cNvCxnSpPr>
            <a:cxnSpLocks/>
            <a:stCxn id="254" idx="2"/>
            <a:endCxn id="139" idx="0"/>
          </p:cNvCxnSpPr>
          <p:nvPr/>
        </p:nvCxnSpPr>
        <p:spPr bwMode="auto">
          <a:xfrm>
            <a:off x="1935896" y="2592170"/>
            <a:ext cx="627" cy="1333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9" name="AutoShape 42">
            <a:extLst>
              <a:ext uri="{FF2B5EF4-FFF2-40B4-BE49-F238E27FC236}">
                <a16:creationId xmlns:a16="http://schemas.microsoft.com/office/drawing/2014/main" id="{D2286AC6-72D6-40BB-A7BD-1286ABA9839C}"/>
              </a:ext>
            </a:extLst>
          </p:cNvPr>
          <p:cNvSpPr>
            <a:spLocks noChangeArrowheads="1"/>
          </p:cNvSpPr>
          <p:nvPr/>
        </p:nvSpPr>
        <p:spPr bwMode="auto">
          <a:xfrm>
            <a:off x="5797956" y="1578295"/>
            <a:ext cx="1134299" cy="1274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20040_TECHNIQUE_MC_NOK</a:t>
            </a:r>
          </a:p>
        </p:txBody>
      </p:sp>
      <p:sp>
        <p:nvSpPr>
          <p:cNvPr id="280" name="AutoShape 31">
            <a:hlinkClick r:id="" action="ppaction://noaction"/>
            <a:extLst>
              <a:ext uri="{FF2B5EF4-FFF2-40B4-BE49-F238E27FC236}">
                <a16:creationId xmlns:a16="http://schemas.microsoft.com/office/drawing/2014/main" id="{A601153D-DE3F-47BB-A70F-C823B703D308}"/>
              </a:ext>
            </a:extLst>
          </p:cNvPr>
          <p:cNvSpPr>
            <a:spLocks noChangeArrowheads="1"/>
          </p:cNvSpPr>
          <p:nvPr/>
        </p:nvSpPr>
        <p:spPr bwMode="auto">
          <a:xfrm>
            <a:off x="4455843" y="1584138"/>
            <a:ext cx="1118281" cy="1140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FIXE_TECHNIQUE_MC_NOK</a:t>
            </a:r>
          </a:p>
        </p:txBody>
      </p:sp>
      <p:cxnSp>
        <p:nvCxnSpPr>
          <p:cNvPr id="226" name="Connecteur droit 225">
            <a:extLst>
              <a:ext uri="{FF2B5EF4-FFF2-40B4-BE49-F238E27FC236}">
                <a16:creationId xmlns:a16="http://schemas.microsoft.com/office/drawing/2014/main" id="{4F31E075-E584-4D09-B64C-E353C97CBFD4}"/>
              </a:ext>
            </a:extLst>
          </p:cNvPr>
          <p:cNvCxnSpPr>
            <a:cxnSpLocks/>
            <a:stCxn id="223" idx="0"/>
            <a:endCxn id="111" idx="2"/>
          </p:cNvCxnSpPr>
          <p:nvPr/>
        </p:nvCxnSpPr>
        <p:spPr bwMode="auto">
          <a:xfrm flipH="1" flipV="1">
            <a:off x="2771955" y="3313031"/>
            <a:ext cx="15765" cy="6341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 name="Text Box 157">
            <a:extLst>
              <a:ext uri="{FF2B5EF4-FFF2-40B4-BE49-F238E27FC236}">
                <a16:creationId xmlns:a16="http://schemas.microsoft.com/office/drawing/2014/main" id="{469CBD5E-A218-488E-B4E6-C58EFE417865}"/>
              </a:ext>
            </a:extLst>
          </p:cNvPr>
          <p:cNvSpPr txBox="1">
            <a:spLocks noChangeArrowheads="1"/>
          </p:cNvSpPr>
          <p:nvPr/>
        </p:nvSpPr>
        <p:spPr bwMode="auto">
          <a:xfrm>
            <a:off x="2061219" y="2717371"/>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cxnSp>
        <p:nvCxnSpPr>
          <p:cNvPr id="255" name="Connecteur droit 254">
            <a:extLst>
              <a:ext uri="{FF2B5EF4-FFF2-40B4-BE49-F238E27FC236}">
                <a16:creationId xmlns:a16="http://schemas.microsoft.com/office/drawing/2014/main" id="{5987AA93-1FC2-44FB-A8FB-8E60ADD99718}"/>
              </a:ext>
            </a:extLst>
          </p:cNvPr>
          <p:cNvCxnSpPr>
            <a:cxnSpLocks/>
            <a:stCxn id="279" idx="1"/>
            <a:endCxn id="280" idx="3"/>
          </p:cNvCxnSpPr>
          <p:nvPr/>
        </p:nvCxnSpPr>
        <p:spPr bwMode="auto">
          <a:xfrm flipH="1" flipV="1">
            <a:off x="5574124" y="1641169"/>
            <a:ext cx="223832" cy="83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Connecteur : en angle 257">
            <a:extLst>
              <a:ext uri="{FF2B5EF4-FFF2-40B4-BE49-F238E27FC236}">
                <a16:creationId xmlns:a16="http://schemas.microsoft.com/office/drawing/2014/main" id="{4E056D78-033E-49E2-BD1D-E9B77CC53413}"/>
              </a:ext>
            </a:extLst>
          </p:cNvPr>
          <p:cNvCxnSpPr>
            <a:cxnSpLocks/>
            <a:stCxn id="280" idx="1"/>
            <a:endCxn id="236" idx="0"/>
          </p:cNvCxnSpPr>
          <p:nvPr/>
        </p:nvCxnSpPr>
        <p:spPr bwMode="auto">
          <a:xfrm rot="10800000" flipV="1">
            <a:off x="1927753" y="1641168"/>
            <a:ext cx="2528091" cy="7849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1" name="AutoShape 31">
            <a:hlinkClick r:id="" action="ppaction://noaction"/>
            <a:extLst>
              <a:ext uri="{FF2B5EF4-FFF2-40B4-BE49-F238E27FC236}">
                <a16:creationId xmlns:a16="http://schemas.microsoft.com/office/drawing/2014/main" id="{5197C84C-20F6-4A1B-8793-2CCF716E1B4E}"/>
              </a:ext>
            </a:extLst>
          </p:cNvPr>
          <p:cNvSpPr>
            <a:spLocks noChangeArrowheads="1"/>
          </p:cNvSpPr>
          <p:nvPr/>
        </p:nvSpPr>
        <p:spPr bwMode="auto">
          <a:xfrm>
            <a:off x="92202" y="2111767"/>
            <a:ext cx="1118281" cy="1140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FIXE_CARE_TECH_OK</a:t>
            </a:r>
          </a:p>
        </p:txBody>
      </p:sp>
      <p:cxnSp>
        <p:nvCxnSpPr>
          <p:cNvPr id="273" name="Connecteur droit 272">
            <a:extLst>
              <a:ext uri="{FF2B5EF4-FFF2-40B4-BE49-F238E27FC236}">
                <a16:creationId xmlns:a16="http://schemas.microsoft.com/office/drawing/2014/main" id="{1092C323-603F-49D6-859F-59EB4C2D56F3}"/>
              </a:ext>
            </a:extLst>
          </p:cNvPr>
          <p:cNvCxnSpPr>
            <a:cxnSpLocks/>
            <a:stCxn id="311" idx="0"/>
            <a:endCxn id="239" idx="2"/>
          </p:cNvCxnSpPr>
          <p:nvPr/>
        </p:nvCxnSpPr>
        <p:spPr bwMode="auto">
          <a:xfrm flipV="1">
            <a:off x="651343" y="1957948"/>
            <a:ext cx="3970" cy="15381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6" name="AutoShape 31">
            <a:hlinkClick r:id="" action="ppaction://noaction"/>
            <a:extLst>
              <a:ext uri="{FF2B5EF4-FFF2-40B4-BE49-F238E27FC236}">
                <a16:creationId xmlns:a16="http://schemas.microsoft.com/office/drawing/2014/main" id="{01BABC14-0362-4E09-8C04-1BDD57994E01}"/>
              </a:ext>
            </a:extLst>
          </p:cNvPr>
          <p:cNvSpPr>
            <a:spLocks noChangeArrowheads="1"/>
          </p:cNvSpPr>
          <p:nvPr/>
        </p:nvSpPr>
        <p:spPr bwMode="auto">
          <a:xfrm>
            <a:off x="3928765" y="2362761"/>
            <a:ext cx="1258047" cy="11127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FIXE_WCB_TECHNIQUE_PRIMO</a:t>
            </a:r>
          </a:p>
        </p:txBody>
      </p:sp>
      <p:sp>
        <p:nvSpPr>
          <p:cNvPr id="336" name="AutoShape 41">
            <a:extLst>
              <a:ext uri="{FF2B5EF4-FFF2-40B4-BE49-F238E27FC236}">
                <a16:creationId xmlns:a16="http://schemas.microsoft.com/office/drawing/2014/main" id="{A47B52BF-A34B-4F7B-8432-56946BDCA35B}"/>
              </a:ext>
            </a:extLst>
          </p:cNvPr>
          <p:cNvSpPr>
            <a:spLocks noChangeArrowheads="1"/>
          </p:cNvSpPr>
          <p:nvPr/>
        </p:nvSpPr>
        <p:spPr bwMode="auto">
          <a:xfrm>
            <a:off x="2561214" y="2359903"/>
            <a:ext cx="1252719" cy="1358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20040_WCB_TECHNIQUE_PRIMO</a:t>
            </a:r>
          </a:p>
        </p:txBody>
      </p:sp>
      <p:cxnSp>
        <p:nvCxnSpPr>
          <p:cNvPr id="318" name="Connecteur droit 317">
            <a:extLst>
              <a:ext uri="{FF2B5EF4-FFF2-40B4-BE49-F238E27FC236}">
                <a16:creationId xmlns:a16="http://schemas.microsoft.com/office/drawing/2014/main" id="{EBAD591A-6D12-40B0-8B80-A0000144DFBD}"/>
              </a:ext>
            </a:extLst>
          </p:cNvPr>
          <p:cNvCxnSpPr>
            <a:cxnSpLocks/>
            <a:stCxn id="326" idx="1"/>
            <a:endCxn id="336" idx="3"/>
          </p:cNvCxnSpPr>
          <p:nvPr/>
        </p:nvCxnSpPr>
        <p:spPr bwMode="auto">
          <a:xfrm flipH="1">
            <a:off x="3813933" y="2418400"/>
            <a:ext cx="114832" cy="943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 en angle 36">
            <a:extLst>
              <a:ext uri="{FF2B5EF4-FFF2-40B4-BE49-F238E27FC236}">
                <a16:creationId xmlns:a16="http://schemas.microsoft.com/office/drawing/2014/main" id="{361709D2-82F4-4417-931B-2BD1C62B5F61}"/>
              </a:ext>
            </a:extLst>
          </p:cNvPr>
          <p:cNvCxnSpPr>
            <a:cxnSpLocks/>
            <a:stCxn id="139" idx="3"/>
            <a:endCxn id="336" idx="1"/>
          </p:cNvCxnSpPr>
          <p:nvPr/>
        </p:nvCxnSpPr>
        <p:spPr bwMode="auto">
          <a:xfrm flipV="1">
            <a:off x="2327048" y="2427834"/>
            <a:ext cx="234166" cy="458066"/>
          </a:xfrm>
          <a:prstGeom prst="bentConnector3">
            <a:avLst>
              <a:gd name="adj1" fmla="val 7975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3" name="AutoShape 68">
            <a:hlinkClick r:id="rId4" action="ppaction://hlinksldjump"/>
            <a:extLst>
              <a:ext uri="{FF2B5EF4-FFF2-40B4-BE49-F238E27FC236}">
                <a16:creationId xmlns:a16="http://schemas.microsoft.com/office/drawing/2014/main" id="{C2AF832E-4937-4569-B387-7C2AC85C7B0C}"/>
              </a:ext>
            </a:extLst>
          </p:cNvPr>
          <p:cNvSpPr>
            <a:spLocks noChangeArrowheads="1"/>
          </p:cNvSpPr>
          <p:nvPr/>
        </p:nvSpPr>
        <p:spPr bwMode="auto">
          <a:xfrm>
            <a:off x="2530592" y="3947202"/>
            <a:ext cx="514256"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FTT_TECH</a:t>
            </a:r>
          </a:p>
        </p:txBody>
      </p:sp>
      <p:sp>
        <p:nvSpPr>
          <p:cNvPr id="274" name="Text Box 157">
            <a:extLst>
              <a:ext uri="{FF2B5EF4-FFF2-40B4-BE49-F238E27FC236}">
                <a16:creationId xmlns:a16="http://schemas.microsoft.com/office/drawing/2014/main" id="{5458C7DE-1661-4E13-89D8-78270F4E9EDA}"/>
              </a:ext>
            </a:extLst>
          </p:cNvPr>
          <p:cNvSpPr txBox="1">
            <a:spLocks noChangeArrowheads="1"/>
          </p:cNvSpPr>
          <p:nvPr/>
        </p:nvSpPr>
        <p:spPr bwMode="auto">
          <a:xfrm>
            <a:off x="2199936" y="4243980"/>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262" name="AutoShape 42">
            <a:extLst>
              <a:ext uri="{FF2B5EF4-FFF2-40B4-BE49-F238E27FC236}">
                <a16:creationId xmlns:a16="http://schemas.microsoft.com/office/drawing/2014/main" id="{B7D5DC7C-D992-4372-A0A8-D3D8441EE363}"/>
              </a:ext>
            </a:extLst>
          </p:cNvPr>
          <p:cNvSpPr>
            <a:spLocks noChangeArrowheads="1"/>
          </p:cNvSpPr>
          <p:nvPr/>
        </p:nvSpPr>
        <p:spPr bwMode="auto">
          <a:xfrm>
            <a:off x="3448560" y="4072660"/>
            <a:ext cx="949461" cy="11440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20000_FTT_TECH_OK</a:t>
            </a:r>
          </a:p>
        </p:txBody>
      </p:sp>
      <p:cxnSp>
        <p:nvCxnSpPr>
          <p:cNvPr id="39" name="Connecteur droit 38">
            <a:extLst>
              <a:ext uri="{FF2B5EF4-FFF2-40B4-BE49-F238E27FC236}">
                <a16:creationId xmlns:a16="http://schemas.microsoft.com/office/drawing/2014/main" id="{564825EA-E83F-4FBA-A184-B5DB0A78861A}"/>
              </a:ext>
            </a:extLst>
          </p:cNvPr>
          <p:cNvCxnSpPr>
            <a:cxnSpLocks/>
            <a:stCxn id="109" idx="2"/>
            <a:endCxn id="200" idx="2"/>
          </p:cNvCxnSpPr>
          <p:nvPr/>
        </p:nvCxnSpPr>
        <p:spPr bwMode="auto">
          <a:xfrm flipH="1">
            <a:off x="2773941" y="4719940"/>
            <a:ext cx="9694" cy="415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0" name="Connecteur droit 469">
            <a:extLst>
              <a:ext uri="{FF2B5EF4-FFF2-40B4-BE49-F238E27FC236}">
                <a16:creationId xmlns:a16="http://schemas.microsoft.com/office/drawing/2014/main" id="{4FBD2FB1-67B8-44DC-9B92-453C63E5C675}"/>
              </a:ext>
            </a:extLst>
          </p:cNvPr>
          <p:cNvCxnSpPr>
            <a:stCxn id="223" idx="3"/>
            <a:endCxn id="262" idx="1"/>
          </p:cNvCxnSpPr>
          <p:nvPr/>
        </p:nvCxnSpPr>
        <p:spPr bwMode="auto">
          <a:xfrm>
            <a:off x="3044848" y="4107540"/>
            <a:ext cx="403712" cy="223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3" name="Forme libre : forme 472">
            <a:extLst>
              <a:ext uri="{FF2B5EF4-FFF2-40B4-BE49-F238E27FC236}">
                <a16:creationId xmlns:a16="http://schemas.microsoft.com/office/drawing/2014/main" id="{691E1AA9-167D-4CCE-B14E-E08576BED335}"/>
              </a:ext>
            </a:extLst>
          </p:cNvPr>
          <p:cNvSpPr/>
          <p:nvPr/>
        </p:nvSpPr>
        <p:spPr bwMode="auto">
          <a:xfrm>
            <a:off x="2998622" y="4107540"/>
            <a:ext cx="3990996" cy="1332378"/>
          </a:xfrm>
          <a:custGeom>
            <a:avLst/>
            <a:gdLst>
              <a:gd name="connsiteX0" fmla="*/ 0 w 3078225"/>
              <a:gd name="connsiteY0" fmla="*/ 0 h 2751909"/>
              <a:gd name="connsiteX1" fmla="*/ 3039292 w 3078225"/>
              <a:gd name="connsiteY1" fmla="*/ 1872343 h 2751909"/>
              <a:gd name="connsiteX2" fmla="*/ 1802675 w 3078225"/>
              <a:gd name="connsiteY2" fmla="*/ 2725783 h 2751909"/>
              <a:gd name="connsiteX3" fmla="*/ 1802675 w 3078225"/>
              <a:gd name="connsiteY3" fmla="*/ 2725783 h 2751909"/>
              <a:gd name="connsiteX4" fmla="*/ 1767840 w 3078225"/>
              <a:gd name="connsiteY4" fmla="*/ 2751909 h 275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8225" h="2751909">
                <a:moveTo>
                  <a:pt x="0" y="0"/>
                </a:moveTo>
                <a:cubicBezTo>
                  <a:pt x="1369423" y="709023"/>
                  <a:pt x="2738846" y="1418046"/>
                  <a:pt x="3039292" y="1872343"/>
                </a:cubicBezTo>
                <a:cubicBezTo>
                  <a:pt x="3339738" y="2326640"/>
                  <a:pt x="1802675" y="2725783"/>
                  <a:pt x="1802675" y="2725783"/>
                </a:cubicBezTo>
                <a:lnTo>
                  <a:pt x="1802675" y="2725783"/>
                </a:lnTo>
                <a:lnTo>
                  <a:pt x="1767840" y="2751909"/>
                </a:lnTo>
              </a:path>
            </a:pathLst>
          </a:custGeom>
          <a:no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92" name="AutoShape 87">
            <a:hlinkClick r:id="rId7" action="ppaction://hlinksldjump"/>
            <a:extLst>
              <a:ext uri="{FF2B5EF4-FFF2-40B4-BE49-F238E27FC236}">
                <a16:creationId xmlns:a16="http://schemas.microsoft.com/office/drawing/2014/main" id="{1F6D933B-494D-4363-BEF6-C622F8C8DEE2}"/>
              </a:ext>
            </a:extLst>
          </p:cNvPr>
          <p:cNvSpPr>
            <a:spLocks noChangeArrowheads="1"/>
          </p:cNvSpPr>
          <p:nvPr/>
        </p:nvSpPr>
        <p:spPr bwMode="auto">
          <a:xfrm rot="10800000">
            <a:off x="4578720" y="5439918"/>
            <a:ext cx="1410884"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MENU TECHNIQUE CC SUITE</a:t>
            </a:r>
          </a:p>
        </p:txBody>
      </p:sp>
      <p:sp>
        <p:nvSpPr>
          <p:cNvPr id="200" name="AutoShape 87">
            <a:hlinkClick r:id="rId8" action="ppaction://hlinksldjump"/>
            <a:extLst>
              <a:ext uri="{FF2B5EF4-FFF2-40B4-BE49-F238E27FC236}">
                <a16:creationId xmlns:a16="http://schemas.microsoft.com/office/drawing/2014/main" id="{98CF863B-9D5B-4AA5-9AD4-C9D0FF04E091}"/>
              </a:ext>
            </a:extLst>
          </p:cNvPr>
          <p:cNvSpPr>
            <a:spLocks noChangeArrowheads="1"/>
          </p:cNvSpPr>
          <p:nvPr/>
        </p:nvSpPr>
        <p:spPr bwMode="auto">
          <a:xfrm rot="10800000">
            <a:off x="2068499" y="4761449"/>
            <a:ext cx="1410884"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MENU TECHNIQUE CC SUITE</a:t>
            </a:r>
          </a:p>
        </p:txBody>
      </p:sp>
      <p:sp>
        <p:nvSpPr>
          <p:cNvPr id="109" name="AutoShape 42">
            <a:extLst>
              <a:ext uri="{FF2B5EF4-FFF2-40B4-BE49-F238E27FC236}">
                <a16:creationId xmlns:a16="http://schemas.microsoft.com/office/drawing/2014/main" id="{3D4C149E-AF6C-4CC2-B01B-65A002A33D11}"/>
              </a:ext>
            </a:extLst>
          </p:cNvPr>
          <p:cNvSpPr>
            <a:spLocks noChangeArrowheads="1"/>
          </p:cNvSpPr>
          <p:nvPr/>
        </p:nvSpPr>
        <p:spPr bwMode="auto">
          <a:xfrm>
            <a:off x="2158942" y="4582006"/>
            <a:ext cx="1249385" cy="13793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20000_FTT_TECH_MENU_CHOIX</a:t>
            </a:r>
          </a:p>
        </p:txBody>
      </p:sp>
      <p:cxnSp>
        <p:nvCxnSpPr>
          <p:cNvPr id="6" name="Connecteur droit 5">
            <a:extLst>
              <a:ext uri="{FF2B5EF4-FFF2-40B4-BE49-F238E27FC236}">
                <a16:creationId xmlns:a16="http://schemas.microsoft.com/office/drawing/2014/main" id="{3F72B40D-2457-4399-8D84-104A7D6D6FD8}"/>
              </a:ext>
            </a:extLst>
          </p:cNvPr>
          <p:cNvCxnSpPr>
            <a:cxnSpLocks/>
            <a:stCxn id="223" idx="2"/>
            <a:endCxn id="109" idx="0"/>
          </p:cNvCxnSpPr>
          <p:nvPr/>
        </p:nvCxnSpPr>
        <p:spPr bwMode="auto">
          <a:xfrm flipH="1">
            <a:off x="2783635" y="4267877"/>
            <a:ext cx="4085" cy="3141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DC61F0D6-75E8-57DA-9296-43148F473040}"/>
              </a:ext>
            </a:extLst>
          </p:cNvPr>
          <p:cNvSpPr txBox="1"/>
          <p:nvPr/>
        </p:nvSpPr>
        <p:spPr>
          <a:xfrm>
            <a:off x="97514" y="6116593"/>
            <a:ext cx="1877026" cy="646331"/>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cxnSp>
        <p:nvCxnSpPr>
          <p:cNvPr id="27" name="Connecteur : en angle 26">
            <a:extLst>
              <a:ext uri="{FF2B5EF4-FFF2-40B4-BE49-F238E27FC236}">
                <a16:creationId xmlns:a16="http://schemas.microsoft.com/office/drawing/2014/main" id="{CC429F4F-B680-8ADE-5C05-A7F2594F8845}"/>
              </a:ext>
            </a:extLst>
          </p:cNvPr>
          <p:cNvCxnSpPr>
            <a:stCxn id="139" idx="2"/>
            <a:endCxn id="111" idx="0"/>
          </p:cNvCxnSpPr>
          <p:nvPr/>
        </p:nvCxnSpPr>
        <p:spPr bwMode="auto">
          <a:xfrm rot="16200000" flipH="1">
            <a:off x="2295485" y="2687275"/>
            <a:ext cx="117508" cy="83543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074795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35</a:t>
            </a:fld>
            <a:endParaRPr lang="fr-FR">
              <a:solidFill>
                <a:srgbClr val="000000"/>
              </a:solidFill>
            </a:endParaRPr>
          </a:p>
        </p:txBody>
      </p:sp>
      <p:sp>
        <p:nvSpPr>
          <p:cNvPr id="126" name="AutoShape 98">
            <a:hlinkClick r:id="rId3" action="ppaction://hlinksldjump"/>
          </p:cNvPr>
          <p:cNvSpPr>
            <a:spLocks noChangeArrowheads="1"/>
          </p:cNvSpPr>
          <p:nvPr/>
        </p:nvSpPr>
        <p:spPr bwMode="auto">
          <a:xfrm rot="10800000">
            <a:off x="677093" y="2943813"/>
            <a:ext cx="1056939" cy="26905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MENJU TECHNIQUE CC</a:t>
            </a:r>
          </a:p>
        </p:txBody>
      </p: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MENU TECHNIQUE CC SUITE</a:t>
            </a:r>
            <a:endParaRPr lang="fr-FR"/>
          </a:p>
        </p:txBody>
      </p:sp>
      <p:cxnSp>
        <p:nvCxnSpPr>
          <p:cNvPr id="73" name="AutoShape 47">
            <a:extLst>
              <a:ext uri="{FF2B5EF4-FFF2-40B4-BE49-F238E27FC236}">
                <a16:creationId xmlns:a16="http://schemas.microsoft.com/office/drawing/2014/main" id="{730E29F9-AD56-445E-A6AE-08D8B99F0933}"/>
              </a:ext>
            </a:extLst>
          </p:cNvPr>
          <p:cNvCxnSpPr>
            <a:cxnSpLocks noChangeShapeType="1"/>
            <a:stCxn id="75" idx="2"/>
            <a:endCxn id="153" idx="0"/>
          </p:cNvCxnSpPr>
          <p:nvPr/>
        </p:nvCxnSpPr>
        <p:spPr bwMode="auto">
          <a:xfrm rot="16200000" flipH="1">
            <a:off x="620766" y="4436046"/>
            <a:ext cx="669922" cy="1635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Rectangle 5">
            <a:extLst>
              <a:ext uri="{FF2B5EF4-FFF2-40B4-BE49-F238E27FC236}">
                <a16:creationId xmlns:a16="http://schemas.microsoft.com/office/drawing/2014/main" id="{67C9FF3C-EFD0-4543-AD93-310C1FD8BCD8}"/>
              </a:ext>
            </a:extLst>
          </p:cNvPr>
          <p:cNvSpPr>
            <a:spLocks noChangeArrowheads="1"/>
          </p:cNvSpPr>
          <p:nvPr/>
        </p:nvSpPr>
        <p:spPr bwMode="auto">
          <a:xfrm>
            <a:off x="393564" y="2861148"/>
            <a:ext cx="2196976" cy="553998"/>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a:r>
              <a:rPr lang="fr-FR" sz="600" b="1">
                <a:solidFill>
                  <a:srgbClr val="D31E05"/>
                </a:solidFill>
              </a:rPr>
              <a:t>FIXE MENU TECHNIQUE</a:t>
            </a:r>
            <a:r>
              <a:rPr lang="fr-FR" sz="600" b="1">
                <a:solidFill>
                  <a:srgbClr val="333399"/>
                </a:solidFill>
              </a:rPr>
              <a:t> </a:t>
            </a:r>
            <a:br>
              <a:rPr lang="fr-FR" sz="600" b="1">
                <a:solidFill>
                  <a:srgbClr val="333399"/>
                </a:solidFill>
              </a:rPr>
            </a:br>
            <a:r>
              <a:rPr lang="fr-FR" sz="600">
                <a:solidFill>
                  <a:srgbClr val="000000"/>
                </a:solidFill>
              </a:rPr>
              <a:t>Votre appel concerne: </a:t>
            </a:r>
          </a:p>
          <a:p>
            <a:pPr algn="ctr"/>
            <a:r>
              <a:rPr lang="fr-FR" sz="600">
                <a:solidFill>
                  <a:srgbClr val="000000"/>
                </a:solidFill>
              </a:rPr>
              <a:t>Un problème d’accès à internet, Tapez 1</a:t>
            </a:r>
          </a:p>
          <a:p>
            <a:pPr algn="ctr"/>
            <a:r>
              <a:rPr lang="fr-FR" sz="600">
                <a:solidFill>
                  <a:srgbClr val="000000"/>
                </a:solidFill>
              </a:rPr>
              <a:t>Un problème lié à votre télévision, Tapez 2 </a:t>
            </a:r>
          </a:p>
          <a:p>
            <a:pPr algn="ctr"/>
            <a:r>
              <a:rPr lang="fr-FR" sz="600">
                <a:solidFill>
                  <a:srgbClr val="000000"/>
                </a:solidFill>
              </a:rPr>
              <a:t>Pour tout autre problème technique, Tapez 3</a:t>
            </a:r>
          </a:p>
        </p:txBody>
      </p:sp>
      <p:sp>
        <p:nvSpPr>
          <p:cNvPr id="75" name="AutoShape 17">
            <a:extLst>
              <a:ext uri="{FF2B5EF4-FFF2-40B4-BE49-F238E27FC236}">
                <a16:creationId xmlns:a16="http://schemas.microsoft.com/office/drawing/2014/main" id="{4EE77578-D385-450F-AA77-A32E73A9C951}"/>
              </a:ext>
            </a:extLst>
          </p:cNvPr>
          <p:cNvSpPr>
            <a:spLocks noChangeArrowheads="1"/>
          </p:cNvSpPr>
          <p:nvPr/>
        </p:nvSpPr>
        <p:spPr bwMode="auto">
          <a:xfrm>
            <a:off x="839602" y="393304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76" name="AutoShape 17">
            <a:extLst>
              <a:ext uri="{FF2B5EF4-FFF2-40B4-BE49-F238E27FC236}">
                <a16:creationId xmlns:a16="http://schemas.microsoft.com/office/drawing/2014/main" id="{111490C1-F85A-4753-9231-E418818C7A53}"/>
              </a:ext>
            </a:extLst>
          </p:cNvPr>
          <p:cNvSpPr>
            <a:spLocks noChangeArrowheads="1"/>
          </p:cNvSpPr>
          <p:nvPr/>
        </p:nvSpPr>
        <p:spPr bwMode="auto">
          <a:xfrm>
            <a:off x="2901542" y="394334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77" name="AutoShape 42">
            <a:extLst>
              <a:ext uri="{FF2B5EF4-FFF2-40B4-BE49-F238E27FC236}">
                <a16:creationId xmlns:a16="http://schemas.microsoft.com/office/drawing/2014/main" id="{925F4206-1BAF-4938-B02A-15A150FC7714}"/>
              </a:ext>
            </a:extLst>
          </p:cNvPr>
          <p:cNvSpPr>
            <a:spLocks noChangeArrowheads="1"/>
          </p:cNvSpPr>
          <p:nvPr/>
        </p:nvSpPr>
        <p:spPr bwMode="auto">
          <a:xfrm>
            <a:off x="307454" y="4237015"/>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21000_TECH_INTERNET</a:t>
            </a:r>
          </a:p>
        </p:txBody>
      </p:sp>
      <p:sp>
        <p:nvSpPr>
          <p:cNvPr id="78" name="AutoShape 42">
            <a:extLst>
              <a:ext uri="{FF2B5EF4-FFF2-40B4-BE49-F238E27FC236}">
                <a16:creationId xmlns:a16="http://schemas.microsoft.com/office/drawing/2014/main" id="{02351592-CA41-45F1-8BA3-C219D95FE934}"/>
              </a:ext>
            </a:extLst>
          </p:cNvPr>
          <p:cNvSpPr>
            <a:spLocks noChangeArrowheads="1"/>
          </p:cNvSpPr>
          <p:nvPr/>
        </p:nvSpPr>
        <p:spPr bwMode="auto">
          <a:xfrm>
            <a:off x="2482504" y="4178369"/>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22000_TECH_TELEVISION</a:t>
            </a:r>
          </a:p>
        </p:txBody>
      </p:sp>
      <p:sp>
        <p:nvSpPr>
          <p:cNvPr id="79" name="AutoShape 131">
            <a:extLst>
              <a:ext uri="{FF2B5EF4-FFF2-40B4-BE49-F238E27FC236}">
                <a16:creationId xmlns:a16="http://schemas.microsoft.com/office/drawing/2014/main" id="{F7881379-F8A1-40AD-A570-A86A81B69EA5}"/>
              </a:ext>
            </a:extLst>
          </p:cNvPr>
          <p:cNvSpPr>
            <a:spLocks noChangeArrowheads="1"/>
          </p:cNvSpPr>
          <p:nvPr/>
        </p:nvSpPr>
        <p:spPr bwMode="auto">
          <a:xfrm>
            <a:off x="85705" y="5088767"/>
            <a:ext cx="480059" cy="35011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 </a:t>
            </a:r>
          </a:p>
          <a:p>
            <a:pPr algn="ctr" eaLnBrk="0" hangingPunct="0"/>
            <a:r>
              <a:rPr lang="fr-FR" sz="600">
                <a:solidFill>
                  <a:srgbClr val="000000"/>
                </a:solidFill>
              </a:rPr>
              <a:t>Client </a:t>
            </a:r>
          </a:p>
        </p:txBody>
      </p:sp>
      <p:sp>
        <p:nvSpPr>
          <p:cNvPr id="80" name="AutoShape 52">
            <a:extLst>
              <a:ext uri="{FF2B5EF4-FFF2-40B4-BE49-F238E27FC236}">
                <a16:creationId xmlns:a16="http://schemas.microsoft.com/office/drawing/2014/main" id="{A39F31D5-5FA9-48B0-9D59-6E680DD82526}"/>
              </a:ext>
            </a:extLst>
          </p:cNvPr>
          <p:cNvSpPr>
            <a:spLocks noChangeArrowheads="1"/>
          </p:cNvSpPr>
          <p:nvPr/>
        </p:nvSpPr>
        <p:spPr bwMode="auto">
          <a:xfrm>
            <a:off x="3002442" y="3508334"/>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solidFill>
                  <a:srgbClr val="000000"/>
                </a:solidFill>
                <a:ea typeface="ＭＳ Ｐゴシック" charset="0"/>
              </a:rPr>
              <a:t>Choix</a:t>
            </a:r>
          </a:p>
        </p:txBody>
      </p:sp>
      <p:sp>
        <p:nvSpPr>
          <p:cNvPr id="81" name="AutoShape 17">
            <a:extLst>
              <a:ext uri="{FF2B5EF4-FFF2-40B4-BE49-F238E27FC236}">
                <a16:creationId xmlns:a16="http://schemas.microsoft.com/office/drawing/2014/main" id="{F2211FE4-1DDB-42B5-84E8-F6916EE91B59}"/>
              </a:ext>
            </a:extLst>
          </p:cNvPr>
          <p:cNvSpPr>
            <a:spLocks noChangeArrowheads="1"/>
          </p:cNvSpPr>
          <p:nvPr/>
        </p:nvSpPr>
        <p:spPr bwMode="auto">
          <a:xfrm>
            <a:off x="5000480" y="3846536"/>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3</a:t>
            </a:r>
          </a:p>
        </p:txBody>
      </p:sp>
      <p:sp>
        <p:nvSpPr>
          <p:cNvPr id="83" name="AutoShape 42">
            <a:extLst>
              <a:ext uri="{FF2B5EF4-FFF2-40B4-BE49-F238E27FC236}">
                <a16:creationId xmlns:a16="http://schemas.microsoft.com/office/drawing/2014/main" id="{C0B00627-B3E6-4B9F-BA14-F682C7549789}"/>
              </a:ext>
            </a:extLst>
          </p:cNvPr>
          <p:cNvSpPr>
            <a:spLocks noChangeArrowheads="1"/>
          </p:cNvSpPr>
          <p:nvPr/>
        </p:nvSpPr>
        <p:spPr bwMode="auto">
          <a:xfrm>
            <a:off x="4563786" y="4155733"/>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23000_TECH_AUTRE</a:t>
            </a:r>
          </a:p>
        </p:txBody>
      </p:sp>
      <p:sp>
        <p:nvSpPr>
          <p:cNvPr id="84" name="AutoShape 131">
            <a:extLst>
              <a:ext uri="{FF2B5EF4-FFF2-40B4-BE49-F238E27FC236}">
                <a16:creationId xmlns:a16="http://schemas.microsoft.com/office/drawing/2014/main" id="{B77952DC-45C3-49DD-97A9-44A04C7B648A}"/>
              </a:ext>
            </a:extLst>
          </p:cNvPr>
          <p:cNvSpPr>
            <a:spLocks noChangeArrowheads="1"/>
          </p:cNvSpPr>
          <p:nvPr/>
        </p:nvSpPr>
        <p:spPr bwMode="auto">
          <a:xfrm>
            <a:off x="4888512" y="5635175"/>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 </a:t>
            </a:r>
          </a:p>
          <a:p>
            <a:pPr algn="ctr" eaLnBrk="0" hangingPunct="0"/>
            <a:r>
              <a:rPr lang="fr-FR" sz="600">
                <a:solidFill>
                  <a:srgbClr val="000000"/>
                </a:solidFill>
              </a:rPr>
              <a:t>Client</a:t>
            </a:r>
          </a:p>
        </p:txBody>
      </p:sp>
      <p:sp>
        <p:nvSpPr>
          <p:cNvPr id="85" name="AutoShape 142">
            <a:extLst>
              <a:ext uri="{FF2B5EF4-FFF2-40B4-BE49-F238E27FC236}">
                <a16:creationId xmlns:a16="http://schemas.microsoft.com/office/drawing/2014/main" id="{0DD342AE-0F1F-429C-8E4C-52991EFF15F8}"/>
              </a:ext>
            </a:extLst>
          </p:cNvPr>
          <p:cNvSpPr>
            <a:spLocks noChangeArrowheads="1"/>
          </p:cNvSpPr>
          <p:nvPr/>
        </p:nvSpPr>
        <p:spPr bwMode="auto">
          <a:xfrm>
            <a:off x="6545281" y="6586865"/>
            <a:ext cx="703084" cy="17913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AUTRE</a:t>
            </a:r>
            <a:endParaRPr lang="fr-FR" sz="600" b="1" i="1">
              <a:solidFill>
                <a:srgbClr val="00B050"/>
              </a:solidFill>
            </a:endParaRPr>
          </a:p>
        </p:txBody>
      </p:sp>
      <p:sp>
        <p:nvSpPr>
          <p:cNvPr id="86" name="AutoShape 208">
            <a:extLst>
              <a:ext uri="{FF2B5EF4-FFF2-40B4-BE49-F238E27FC236}">
                <a16:creationId xmlns:a16="http://schemas.microsoft.com/office/drawing/2014/main" id="{BFD63B0D-A85B-4B1B-AC48-11CDCAE54158}"/>
              </a:ext>
            </a:extLst>
          </p:cNvPr>
          <p:cNvSpPr>
            <a:spLocks noChangeArrowheads="1"/>
          </p:cNvSpPr>
          <p:nvPr/>
        </p:nvSpPr>
        <p:spPr bwMode="auto">
          <a:xfrm>
            <a:off x="5245451" y="6613506"/>
            <a:ext cx="1077360" cy="14438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23000_FTT_AUTRE</a:t>
            </a:r>
          </a:p>
        </p:txBody>
      </p:sp>
      <p:cxnSp>
        <p:nvCxnSpPr>
          <p:cNvPr id="87" name="AutoShape 47">
            <a:extLst>
              <a:ext uri="{FF2B5EF4-FFF2-40B4-BE49-F238E27FC236}">
                <a16:creationId xmlns:a16="http://schemas.microsoft.com/office/drawing/2014/main" id="{56988F88-24A8-44CE-A865-737A446AA059}"/>
              </a:ext>
            </a:extLst>
          </p:cNvPr>
          <p:cNvCxnSpPr>
            <a:cxnSpLocks noChangeShapeType="1"/>
            <a:stCxn id="80" idx="2"/>
            <a:endCxn id="76" idx="6"/>
          </p:cNvCxnSpPr>
          <p:nvPr/>
        </p:nvCxnSpPr>
        <p:spPr bwMode="auto">
          <a:xfrm rot="5400000">
            <a:off x="3043652" y="3723411"/>
            <a:ext cx="185774" cy="25409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47">
            <a:extLst>
              <a:ext uri="{FF2B5EF4-FFF2-40B4-BE49-F238E27FC236}">
                <a16:creationId xmlns:a16="http://schemas.microsoft.com/office/drawing/2014/main" id="{8A7CBAFD-1CEA-4FD0-9BB1-8FC96BC8EA94}"/>
              </a:ext>
            </a:extLst>
          </p:cNvPr>
          <p:cNvCxnSpPr>
            <a:cxnSpLocks noChangeShapeType="1"/>
            <a:stCxn id="80" idx="2"/>
            <a:endCxn id="75" idx="6"/>
          </p:cNvCxnSpPr>
          <p:nvPr/>
        </p:nvCxnSpPr>
        <p:spPr bwMode="auto">
          <a:xfrm rot="5400000">
            <a:off x="2017831" y="2687292"/>
            <a:ext cx="175477" cy="231603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AutoShape 47">
            <a:extLst>
              <a:ext uri="{FF2B5EF4-FFF2-40B4-BE49-F238E27FC236}">
                <a16:creationId xmlns:a16="http://schemas.microsoft.com/office/drawing/2014/main" id="{A8FE7414-113A-49CE-8300-64448E66A2B6}"/>
              </a:ext>
            </a:extLst>
          </p:cNvPr>
          <p:cNvCxnSpPr>
            <a:cxnSpLocks noChangeShapeType="1"/>
            <a:stCxn id="81" idx="6"/>
            <a:endCxn id="80" idx="2"/>
          </p:cNvCxnSpPr>
          <p:nvPr/>
        </p:nvCxnSpPr>
        <p:spPr bwMode="auto">
          <a:xfrm rot="16200000" flipV="1">
            <a:off x="4141526" y="2879632"/>
            <a:ext cx="88965" cy="184484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AutoShape 47">
            <a:extLst>
              <a:ext uri="{FF2B5EF4-FFF2-40B4-BE49-F238E27FC236}">
                <a16:creationId xmlns:a16="http://schemas.microsoft.com/office/drawing/2014/main" id="{0D035207-C1AF-485A-851F-69E08E20CEC6}"/>
              </a:ext>
            </a:extLst>
          </p:cNvPr>
          <p:cNvCxnSpPr>
            <a:cxnSpLocks noChangeShapeType="1"/>
            <a:stCxn id="78" idx="0"/>
            <a:endCxn id="76" idx="2"/>
          </p:cNvCxnSpPr>
          <p:nvPr/>
        </p:nvCxnSpPr>
        <p:spPr bwMode="auto">
          <a:xfrm rot="16200000" flipV="1">
            <a:off x="2990934" y="4138117"/>
            <a:ext cx="58811" cy="2169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47">
            <a:extLst>
              <a:ext uri="{FF2B5EF4-FFF2-40B4-BE49-F238E27FC236}">
                <a16:creationId xmlns:a16="http://schemas.microsoft.com/office/drawing/2014/main" id="{861B98AE-209A-4B6A-89BF-F2DF9F6A5231}"/>
              </a:ext>
            </a:extLst>
          </p:cNvPr>
          <p:cNvCxnSpPr>
            <a:cxnSpLocks noChangeShapeType="1"/>
            <a:stCxn id="81" idx="2"/>
            <a:endCxn id="83" idx="0"/>
          </p:cNvCxnSpPr>
          <p:nvPr/>
        </p:nvCxnSpPr>
        <p:spPr bwMode="auto">
          <a:xfrm rot="16200000" flipH="1">
            <a:off x="5043956" y="4087222"/>
            <a:ext cx="132984" cy="403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AutoShape 47">
            <a:extLst>
              <a:ext uri="{FF2B5EF4-FFF2-40B4-BE49-F238E27FC236}">
                <a16:creationId xmlns:a16="http://schemas.microsoft.com/office/drawing/2014/main" id="{2CCC8AC3-C4CB-4494-BE6A-4575A784155D}"/>
              </a:ext>
            </a:extLst>
          </p:cNvPr>
          <p:cNvCxnSpPr>
            <a:cxnSpLocks noChangeShapeType="1"/>
            <a:stCxn id="158" idx="0"/>
            <a:endCxn id="83" idx="2"/>
          </p:cNvCxnSpPr>
          <p:nvPr/>
        </p:nvCxnSpPr>
        <p:spPr bwMode="auto">
          <a:xfrm rot="16200000" flipV="1">
            <a:off x="5065849" y="4346814"/>
            <a:ext cx="101027" cy="778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AutoShape 27">
            <a:extLst>
              <a:ext uri="{FF2B5EF4-FFF2-40B4-BE49-F238E27FC236}">
                <a16:creationId xmlns:a16="http://schemas.microsoft.com/office/drawing/2014/main" id="{E3F59381-8545-4F4A-AC7C-6F652D3392C9}"/>
              </a:ext>
            </a:extLst>
          </p:cNvPr>
          <p:cNvSpPr>
            <a:spLocks noChangeArrowheads="1"/>
          </p:cNvSpPr>
          <p:nvPr/>
        </p:nvSpPr>
        <p:spPr bwMode="auto">
          <a:xfrm>
            <a:off x="6105264" y="3624682"/>
            <a:ext cx="660400" cy="201794"/>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94" name="AutoShape 37">
            <a:extLst>
              <a:ext uri="{FF2B5EF4-FFF2-40B4-BE49-F238E27FC236}">
                <a16:creationId xmlns:a16="http://schemas.microsoft.com/office/drawing/2014/main" id="{06FB1F5B-4ED6-4984-9E4B-D10135C0028D}"/>
              </a:ext>
            </a:extLst>
          </p:cNvPr>
          <p:cNvSpPr>
            <a:spLocks noChangeArrowheads="1"/>
          </p:cNvSpPr>
          <p:nvPr/>
        </p:nvSpPr>
        <p:spPr bwMode="auto">
          <a:xfrm>
            <a:off x="5305824" y="3046758"/>
            <a:ext cx="996950" cy="18494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20040_TECH_NMNI</a:t>
            </a:r>
          </a:p>
        </p:txBody>
      </p:sp>
      <p:sp>
        <p:nvSpPr>
          <p:cNvPr id="95" name="Text Box 157">
            <a:extLst>
              <a:ext uri="{FF2B5EF4-FFF2-40B4-BE49-F238E27FC236}">
                <a16:creationId xmlns:a16="http://schemas.microsoft.com/office/drawing/2014/main" id="{CFFE42CB-83EE-46CD-AD71-CB1347E776C9}"/>
              </a:ext>
            </a:extLst>
          </p:cNvPr>
          <p:cNvSpPr txBox="1">
            <a:spLocks noChangeArrowheads="1"/>
          </p:cNvSpPr>
          <p:nvPr/>
        </p:nvSpPr>
        <p:spPr bwMode="auto">
          <a:xfrm>
            <a:off x="6769004" y="393641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96" name="Text Box 156">
            <a:extLst>
              <a:ext uri="{FF2B5EF4-FFF2-40B4-BE49-F238E27FC236}">
                <a16:creationId xmlns:a16="http://schemas.microsoft.com/office/drawing/2014/main" id="{62B2F3FD-5F79-4A7D-8455-5C385F420C84}"/>
              </a:ext>
            </a:extLst>
          </p:cNvPr>
          <p:cNvSpPr txBox="1">
            <a:spLocks noChangeArrowheads="1"/>
          </p:cNvSpPr>
          <p:nvPr/>
        </p:nvSpPr>
        <p:spPr bwMode="auto">
          <a:xfrm>
            <a:off x="6555605" y="3431232"/>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97" name="AutoShape 69">
            <a:extLst>
              <a:ext uri="{FF2B5EF4-FFF2-40B4-BE49-F238E27FC236}">
                <a16:creationId xmlns:a16="http://schemas.microsoft.com/office/drawing/2014/main" id="{3A182917-7F53-418B-827C-CEAEA3F8A954}"/>
              </a:ext>
            </a:extLst>
          </p:cNvPr>
          <p:cNvCxnSpPr>
            <a:cxnSpLocks noChangeShapeType="1"/>
            <a:stCxn id="94" idx="3"/>
            <a:endCxn id="93" idx="0"/>
          </p:cNvCxnSpPr>
          <p:nvPr/>
        </p:nvCxnSpPr>
        <p:spPr bwMode="auto">
          <a:xfrm>
            <a:off x="6302774" y="3139230"/>
            <a:ext cx="462890" cy="586349"/>
          </a:xfrm>
          <a:prstGeom prst="bentConnector3">
            <a:avLst>
              <a:gd name="adj1" fmla="val 149385"/>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AutoShape 13">
            <a:extLst>
              <a:ext uri="{FF2B5EF4-FFF2-40B4-BE49-F238E27FC236}">
                <a16:creationId xmlns:a16="http://schemas.microsoft.com/office/drawing/2014/main" id="{75CD6A81-AF9E-46CB-A2D2-BBEE701A63E4}"/>
              </a:ext>
            </a:extLst>
          </p:cNvPr>
          <p:cNvCxnSpPr>
            <a:cxnSpLocks noChangeShapeType="1"/>
            <a:stCxn id="107" idx="1"/>
            <a:endCxn id="74" idx="3"/>
          </p:cNvCxnSpPr>
          <p:nvPr/>
        </p:nvCxnSpPr>
        <p:spPr bwMode="auto">
          <a:xfrm rot="10800000" flipV="1">
            <a:off x="2590540" y="3131435"/>
            <a:ext cx="943312" cy="6711"/>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0" name="AutoShape 55">
            <a:extLst>
              <a:ext uri="{FF2B5EF4-FFF2-40B4-BE49-F238E27FC236}">
                <a16:creationId xmlns:a16="http://schemas.microsoft.com/office/drawing/2014/main" id="{7BDFB8E7-9965-4E93-85BC-C93E33A1682E}"/>
              </a:ext>
            </a:extLst>
          </p:cNvPr>
          <p:cNvSpPr>
            <a:spLocks noChangeArrowheads="1"/>
          </p:cNvSpPr>
          <p:nvPr/>
        </p:nvSpPr>
        <p:spPr bwMode="auto">
          <a:xfrm>
            <a:off x="5930480" y="4143824"/>
            <a:ext cx="99695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20040_TECH_NMNI_X2</a:t>
            </a:r>
          </a:p>
        </p:txBody>
      </p:sp>
      <p:cxnSp>
        <p:nvCxnSpPr>
          <p:cNvPr id="101" name="AutoShape 69">
            <a:extLst>
              <a:ext uri="{FF2B5EF4-FFF2-40B4-BE49-F238E27FC236}">
                <a16:creationId xmlns:a16="http://schemas.microsoft.com/office/drawing/2014/main" id="{5A5A8D0D-7827-4EB3-9155-82CF4C64F5CB}"/>
              </a:ext>
            </a:extLst>
          </p:cNvPr>
          <p:cNvCxnSpPr>
            <a:cxnSpLocks noChangeShapeType="1"/>
            <a:stCxn id="107" idx="3"/>
            <a:endCxn id="94" idx="1"/>
          </p:cNvCxnSpPr>
          <p:nvPr/>
        </p:nvCxnSpPr>
        <p:spPr bwMode="auto">
          <a:xfrm>
            <a:off x="4777337" y="3131436"/>
            <a:ext cx="528487" cy="779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AutoShape 47">
            <a:extLst>
              <a:ext uri="{FF2B5EF4-FFF2-40B4-BE49-F238E27FC236}">
                <a16:creationId xmlns:a16="http://schemas.microsoft.com/office/drawing/2014/main" id="{6A8D9508-3D82-4247-838F-A5E060143487}"/>
              </a:ext>
            </a:extLst>
          </p:cNvPr>
          <p:cNvCxnSpPr>
            <a:cxnSpLocks noChangeShapeType="1"/>
            <a:stCxn id="100" idx="2"/>
            <a:endCxn id="155" idx="3"/>
          </p:cNvCxnSpPr>
          <p:nvPr/>
        </p:nvCxnSpPr>
        <p:spPr bwMode="auto">
          <a:xfrm rot="5400000">
            <a:off x="5759305" y="4191368"/>
            <a:ext cx="572733" cy="76656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AutoShape 47">
            <a:extLst>
              <a:ext uri="{FF2B5EF4-FFF2-40B4-BE49-F238E27FC236}">
                <a16:creationId xmlns:a16="http://schemas.microsoft.com/office/drawing/2014/main" id="{1AABB55C-D952-4851-B6E1-5B39826F5FFB}"/>
              </a:ext>
            </a:extLst>
          </p:cNvPr>
          <p:cNvCxnSpPr>
            <a:cxnSpLocks noChangeShapeType="1"/>
            <a:stCxn id="158" idx="2"/>
            <a:endCxn id="155" idx="0"/>
          </p:cNvCxnSpPr>
          <p:nvPr/>
        </p:nvCxnSpPr>
        <p:spPr bwMode="auto">
          <a:xfrm rot="5400000">
            <a:off x="4987782" y="4662598"/>
            <a:ext cx="264948" cy="127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AutoShape 47">
            <a:extLst>
              <a:ext uri="{FF2B5EF4-FFF2-40B4-BE49-F238E27FC236}">
                <a16:creationId xmlns:a16="http://schemas.microsoft.com/office/drawing/2014/main" id="{E0A2236A-1456-4132-BA38-AD4AE8773DCE}"/>
              </a:ext>
            </a:extLst>
          </p:cNvPr>
          <p:cNvCxnSpPr>
            <a:cxnSpLocks noChangeShapeType="1"/>
            <a:stCxn id="157" idx="2"/>
            <a:endCxn id="154" idx="0"/>
          </p:cNvCxnSpPr>
          <p:nvPr/>
        </p:nvCxnSpPr>
        <p:spPr bwMode="auto">
          <a:xfrm rot="16200000" flipH="1">
            <a:off x="2853724" y="4657321"/>
            <a:ext cx="300634" cy="1256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AutoShape 47">
            <a:extLst>
              <a:ext uri="{FF2B5EF4-FFF2-40B4-BE49-F238E27FC236}">
                <a16:creationId xmlns:a16="http://schemas.microsoft.com/office/drawing/2014/main" id="{C6E5C7FE-9C2D-424A-9A3E-504F98DDBA97}"/>
              </a:ext>
            </a:extLst>
          </p:cNvPr>
          <p:cNvCxnSpPr>
            <a:cxnSpLocks noChangeShapeType="1"/>
            <a:stCxn id="78" idx="2"/>
          </p:cNvCxnSpPr>
          <p:nvPr/>
        </p:nvCxnSpPr>
        <p:spPr bwMode="auto">
          <a:xfrm rot="5400000">
            <a:off x="2909141" y="4444875"/>
            <a:ext cx="244089"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Rectangle 68">
            <a:extLst>
              <a:ext uri="{FF2B5EF4-FFF2-40B4-BE49-F238E27FC236}">
                <a16:creationId xmlns:a16="http://schemas.microsoft.com/office/drawing/2014/main" id="{3A0A8FB5-0F1F-4D85-A4B0-23AA3DA53049}"/>
              </a:ext>
            </a:extLst>
          </p:cNvPr>
          <p:cNvSpPr>
            <a:spLocks noChangeArrowheads="1"/>
          </p:cNvSpPr>
          <p:nvPr/>
        </p:nvSpPr>
        <p:spPr bwMode="auto">
          <a:xfrm>
            <a:off x="3533852" y="2877520"/>
            <a:ext cx="124348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09" name="Connecteur en angle 212">
            <a:extLst>
              <a:ext uri="{FF2B5EF4-FFF2-40B4-BE49-F238E27FC236}">
                <a16:creationId xmlns:a16="http://schemas.microsoft.com/office/drawing/2014/main" id="{EDED9A3F-919A-484C-A0DD-DFDD751DE646}"/>
              </a:ext>
            </a:extLst>
          </p:cNvPr>
          <p:cNvCxnSpPr>
            <a:cxnSpLocks/>
            <a:stCxn id="84" idx="2"/>
            <a:endCxn id="86" idx="1"/>
          </p:cNvCxnSpPr>
          <p:nvPr/>
        </p:nvCxnSpPr>
        <p:spPr bwMode="auto">
          <a:xfrm rot="16200000" flipH="1">
            <a:off x="4846798" y="6287047"/>
            <a:ext cx="677054" cy="1202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Connecteur en angle 210">
            <a:extLst>
              <a:ext uri="{FF2B5EF4-FFF2-40B4-BE49-F238E27FC236}">
                <a16:creationId xmlns:a16="http://schemas.microsoft.com/office/drawing/2014/main" id="{0F726A3B-F537-4181-8905-20053F33C759}"/>
              </a:ext>
            </a:extLst>
          </p:cNvPr>
          <p:cNvCxnSpPr>
            <a:stCxn id="74" idx="2"/>
          </p:cNvCxnSpPr>
          <p:nvPr/>
        </p:nvCxnSpPr>
        <p:spPr bwMode="auto">
          <a:xfrm rot="5400000">
            <a:off x="1477577" y="3426111"/>
            <a:ext cx="25441" cy="351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AutoShape 132">
            <a:extLst>
              <a:ext uri="{FF2B5EF4-FFF2-40B4-BE49-F238E27FC236}">
                <a16:creationId xmlns:a16="http://schemas.microsoft.com/office/drawing/2014/main" id="{2CFBDD64-B764-4070-A15B-41874159AAEE}"/>
              </a:ext>
            </a:extLst>
          </p:cNvPr>
          <p:cNvCxnSpPr>
            <a:cxnSpLocks noChangeShapeType="1"/>
            <a:stCxn id="86" idx="3"/>
            <a:endCxn id="85" idx="1"/>
          </p:cNvCxnSpPr>
          <p:nvPr/>
        </p:nvCxnSpPr>
        <p:spPr bwMode="auto">
          <a:xfrm flipV="1">
            <a:off x="6322811" y="6676435"/>
            <a:ext cx="222470" cy="926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 name="AutoShape 208">
            <a:extLst>
              <a:ext uri="{FF2B5EF4-FFF2-40B4-BE49-F238E27FC236}">
                <a16:creationId xmlns:a16="http://schemas.microsoft.com/office/drawing/2014/main" id="{F63A3FFC-2996-443F-81E5-6BB40B887E92}"/>
              </a:ext>
            </a:extLst>
          </p:cNvPr>
          <p:cNvSpPr>
            <a:spLocks noChangeArrowheads="1"/>
          </p:cNvSpPr>
          <p:nvPr/>
        </p:nvSpPr>
        <p:spPr bwMode="auto">
          <a:xfrm>
            <a:off x="5234610" y="6318756"/>
            <a:ext cx="1113425" cy="13235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23000_FTT_AUTRE_FTTB</a:t>
            </a:r>
          </a:p>
        </p:txBody>
      </p:sp>
      <p:cxnSp>
        <p:nvCxnSpPr>
          <p:cNvPr id="113" name="Connecteur en angle 289">
            <a:extLst>
              <a:ext uri="{FF2B5EF4-FFF2-40B4-BE49-F238E27FC236}">
                <a16:creationId xmlns:a16="http://schemas.microsoft.com/office/drawing/2014/main" id="{29575461-E64E-47F6-A57E-A5387AE8A218}"/>
              </a:ext>
            </a:extLst>
          </p:cNvPr>
          <p:cNvCxnSpPr>
            <a:cxnSpLocks/>
            <a:stCxn id="84" idx="2"/>
            <a:endCxn id="112" idx="1"/>
          </p:cNvCxnSpPr>
          <p:nvPr/>
        </p:nvCxnSpPr>
        <p:spPr bwMode="auto">
          <a:xfrm rot="16200000" flipH="1">
            <a:off x="4991761" y="6142085"/>
            <a:ext cx="376289" cy="10941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132">
            <a:extLst>
              <a:ext uri="{FF2B5EF4-FFF2-40B4-BE49-F238E27FC236}">
                <a16:creationId xmlns:a16="http://schemas.microsoft.com/office/drawing/2014/main" id="{B2E73A70-ADA1-4C94-B43E-6F6FE98A8AF9}"/>
              </a:ext>
            </a:extLst>
          </p:cNvPr>
          <p:cNvCxnSpPr>
            <a:cxnSpLocks noChangeShapeType="1"/>
            <a:stCxn id="112" idx="3"/>
            <a:endCxn id="149" idx="1"/>
          </p:cNvCxnSpPr>
          <p:nvPr/>
        </p:nvCxnSpPr>
        <p:spPr bwMode="auto">
          <a:xfrm>
            <a:off x="6348035" y="6384935"/>
            <a:ext cx="193218" cy="158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132">
            <a:extLst>
              <a:ext uri="{FF2B5EF4-FFF2-40B4-BE49-F238E27FC236}">
                <a16:creationId xmlns:a16="http://schemas.microsoft.com/office/drawing/2014/main" id="{34A37375-3592-4202-99A0-9170A6B24378}"/>
              </a:ext>
            </a:extLst>
          </p:cNvPr>
          <p:cNvCxnSpPr>
            <a:cxnSpLocks noChangeShapeType="1"/>
            <a:stCxn id="116" idx="3"/>
            <a:endCxn id="148" idx="1"/>
          </p:cNvCxnSpPr>
          <p:nvPr/>
        </p:nvCxnSpPr>
        <p:spPr bwMode="auto">
          <a:xfrm>
            <a:off x="6327733" y="6119540"/>
            <a:ext cx="207702" cy="1026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AutoShape 208">
            <a:extLst>
              <a:ext uri="{FF2B5EF4-FFF2-40B4-BE49-F238E27FC236}">
                <a16:creationId xmlns:a16="http://schemas.microsoft.com/office/drawing/2014/main" id="{C442F75E-D294-45C1-B242-B921BA3DE806}"/>
              </a:ext>
            </a:extLst>
          </p:cNvPr>
          <p:cNvSpPr>
            <a:spLocks noChangeArrowheads="1"/>
          </p:cNvSpPr>
          <p:nvPr/>
        </p:nvSpPr>
        <p:spPr bwMode="auto">
          <a:xfrm>
            <a:off x="5240529" y="6047233"/>
            <a:ext cx="1087204" cy="14461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23000_FTT_AUTRE_FTTH</a:t>
            </a:r>
          </a:p>
        </p:txBody>
      </p:sp>
      <p:cxnSp>
        <p:nvCxnSpPr>
          <p:cNvPr id="117" name="Connecteur en angle 328">
            <a:extLst>
              <a:ext uri="{FF2B5EF4-FFF2-40B4-BE49-F238E27FC236}">
                <a16:creationId xmlns:a16="http://schemas.microsoft.com/office/drawing/2014/main" id="{DA711CA3-3524-42FC-A9CB-A56AF0167561}"/>
              </a:ext>
            </a:extLst>
          </p:cNvPr>
          <p:cNvCxnSpPr>
            <a:cxnSpLocks/>
            <a:stCxn id="84" idx="2"/>
          </p:cNvCxnSpPr>
          <p:nvPr/>
        </p:nvCxnSpPr>
        <p:spPr bwMode="auto">
          <a:xfrm rot="16200000" flipH="1">
            <a:off x="5128987" y="6004858"/>
            <a:ext cx="90601" cy="9817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AutoShape 131">
            <a:extLst>
              <a:ext uri="{FF2B5EF4-FFF2-40B4-BE49-F238E27FC236}">
                <a16:creationId xmlns:a16="http://schemas.microsoft.com/office/drawing/2014/main" id="{CB8D8EA7-29E1-4BD5-AA17-9119965D27B7}"/>
              </a:ext>
            </a:extLst>
          </p:cNvPr>
          <p:cNvSpPr>
            <a:spLocks noChangeArrowheads="1"/>
          </p:cNvSpPr>
          <p:nvPr/>
        </p:nvSpPr>
        <p:spPr bwMode="auto">
          <a:xfrm>
            <a:off x="2733617" y="5436344"/>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 </a:t>
            </a:r>
          </a:p>
          <a:p>
            <a:pPr algn="ctr" eaLnBrk="0" hangingPunct="0"/>
            <a:r>
              <a:rPr lang="fr-FR" sz="600">
                <a:solidFill>
                  <a:srgbClr val="000000"/>
                </a:solidFill>
              </a:rPr>
              <a:t>Client</a:t>
            </a:r>
          </a:p>
        </p:txBody>
      </p:sp>
      <p:sp>
        <p:nvSpPr>
          <p:cNvPr id="119" name="AutoShape 142">
            <a:extLst>
              <a:ext uri="{FF2B5EF4-FFF2-40B4-BE49-F238E27FC236}">
                <a16:creationId xmlns:a16="http://schemas.microsoft.com/office/drawing/2014/main" id="{BCABC39A-3902-4732-9B45-5E0AF9993899}"/>
              </a:ext>
            </a:extLst>
          </p:cNvPr>
          <p:cNvSpPr>
            <a:spLocks noChangeArrowheads="1"/>
          </p:cNvSpPr>
          <p:nvPr/>
        </p:nvSpPr>
        <p:spPr bwMode="auto">
          <a:xfrm>
            <a:off x="4129581" y="6256116"/>
            <a:ext cx="669658" cy="19145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AUTRE</a:t>
            </a:r>
            <a:endParaRPr lang="fr-FR" sz="600" b="1" i="1">
              <a:solidFill>
                <a:srgbClr val="00B050"/>
              </a:solidFill>
            </a:endParaRPr>
          </a:p>
        </p:txBody>
      </p:sp>
      <p:sp>
        <p:nvSpPr>
          <p:cNvPr id="120" name="AutoShape 208">
            <a:extLst>
              <a:ext uri="{FF2B5EF4-FFF2-40B4-BE49-F238E27FC236}">
                <a16:creationId xmlns:a16="http://schemas.microsoft.com/office/drawing/2014/main" id="{D33D60A0-94F7-4222-B0C8-3D9FF15AE39C}"/>
              </a:ext>
            </a:extLst>
          </p:cNvPr>
          <p:cNvSpPr>
            <a:spLocks noChangeArrowheads="1"/>
          </p:cNvSpPr>
          <p:nvPr/>
        </p:nvSpPr>
        <p:spPr bwMode="auto">
          <a:xfrm>
            <a:off x="3099946" y="6256915"/>
            <a:ext cx="843452" cy="1525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22000_FTT_TV</a:t>
            </a:r>
          </a:p>
        </p:txBody>
      </p:sp>
      <p:cxnSp>
        <p:nvCxnSpPr>
          <p:cNvPr id="121" name="Connecteur en angle 387">
            <a:extLst>
              <a:ext uri="{FF2B5EF4-FFF2-40B4-BE49-F238E27FC236}">
                <a16:creationId xmlns:a16="http://schemas.microsoft.com/office/drawing/2014/main" id="{E0D291B2-BB53-4FAC-930C-37B549A30493}"/>
              </a:ext>
            </a:extLst>
          </p:cNvPr>
          <p:cNvCxnSpPr>
            <a:cxnSpLocks/>
            <a:stCxn id="118" idx="2"/>
            <a:endCxn id="120" idx="1"/>
          </p:cNvCxnSpPr>
          <p:nvPr/>
        </p:nvCxnSpPr>
        <p:spPr bwMode="auto">
          <a:xfrm rot="16200000" flipH="1">
            <a:off x="2773427" y="6006692"/>
            <a:ext cx="523397" cy="12964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AutoShape 132">
            <a:extLst>
              <a:ext uri="{FF2B5EF4-FFF2-40B4-BE49-F238E27FC236}">
                <a16:creationId xmlns:a16="http://schemas.microsoft.com/office/drawing/2014/main" id="{C2C24994-6AC6-47FD-B0D1-D4433091ADC0}"/>
              </a:ext>
            </a:extLst>
          </p:cNvPr>
          <p:cNvCxnSpPr>
            <a:cxnSpLocks noChangeShapeType="1"/>
            <a:stCxn id="120" idx="3"/>
            <a:endCxn id="119" idx="1"/>
          </p:cNvCxnSpPr>
          <p:nvPr/>
        </p:nvCxnSpPr>
        <p:spPr bwMode="auto">
          <a:xfrm>
            <a:off x="3943398" y="6333212"/>
            <a:ext cx="186183" cy="18633"/>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AutoShape 208">
            <a:extLst>
              <a:ext uri="{FF2B5EF4-FFF2-40B4-BE49-F238E27FC236}">
                <a16:creationId xmlns:a16="http://schemas.microsoft.com/office/drawing/2014/main" id="{9045412E-0428-41C4-8524-29126FA284C2}"/>
              </a:ext>
            </a:extLst>
          </p:cNvPr>
          <p:cNvSpPr>
            <a:spLocks noChangeArrowheads="1"/>
          </p:cNvSpPr>
          <p:nvPr/>
        </p:nvSpPr>
        <p:spPr bwMode="auto">
          <a:xfrm>
            <a:off x="3099946" y="5999773"/>
            <a:ext cx="843452" cy="1525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22000_FTT_TV_FTTB</a:t>
            </a:r>
          </a:p>
        </p:txBody>
      </p:sp>
      <p:cxnSp>
        <p:nvCxnSpPr>
          <p:cNvPr id="124" name="Connecteur en angle 401">
            <a:extLst>
              <a:ext uri="{FF2B5EF4-FFF2-40B4-BE49-F238E27FC236}">
                <a16:creationId xmlns:a16="http://schemas.microsoft.com/office/drawing/2014/main" id="{F66992AB-BC38-40CE-A954-9E49306F9E3C}"/>
              </a:ext>
            </a:extLst>
          </p:cNvPr>
          <p:cNvCxnSpPr>
            <a:cxnSpLocks/>
            <a:stCxn id="118" idx="2"/>
            <a:endCxn id="123" idx="1"/>
          </p:cNvCxnSpPr>
          <p:nvPr/>
        </p:nvCxnSpPr>
        <p:spPr bwMode="auto">
          <a:xfrm rot="16200000" flipH="1">
            <a:off x="2901998" y="5878121"/>
            <a:ext cx="266255" cy="12964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132">
            <a:extLst>
              <a:ext uri="{FF2B5EF4-FFF2-40B4-BE49-F238E27FC236}">
                <a16:creationId xmlns:a16="http://schemas.microsoft.com/office/drawing/2014/main" id="{9FF32E7D-1B7A-4587-B6D5-8F6D152A5354}"/>
              </a:ext>
            </a:extLst>
          </p:cNvPr>
          <p:cNvCxnSpPr>
            <a:cxnSpLocks noChangeShapeType="1"/>
            <a:stCxn id="123" idx="3"/>
            <a:endCxn id="147" idx="1"/>
          </p:cNvCxnSpPr>
          <p:nvPr/>
        </p:nvCxnSpPr>
        <p:spPr bwMode="auto">
          <a:xfrm>
            <a:off x="3943398" y="6076070"/>
            <a:ext cx="175853" cy="872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AutoShape 142">
            <a:extLst>
              <a:ext uri="{FF2B5EF4-FFF2-40B4-BE49-F238E27FC236}">
                <a16:creationId xmlns:a16="http://schemas.microsoft.com/office/drawing/2014/main" id="{37483F37-17C2-44ED-A5CE-2AA75126B2F6}"/>
              </a:ext>
            </a:extLst>
          </p:cNvPr>
          <p:cNvSpPr>
            <a:spLocks noChangeArrowheads="1"/>
          </p:cNvSpPr>
          <p:nvPr/>
        </p:nvSpPr>
        <p:spPr bwMode="auto">
          <a:xfrm>
            <a:off x="4116408" y="5744385"/>
            <a:ext cx="700522" cy="19383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FTTH</a:t>
            </a:r>
            <a:endParaRPr lang="fr-FR" sz="600" b="1" i="1">
              <a:solidFill>
                <a:srgbClr val="00B050"/>
              </a:solidFill>
            </a:endParaRPr>
          </a:p>
        </p:txBody>
      </p:sp>
      <p:cxnSp>
        <p:nvCxnSpPr>
          <p:cNvPr id="129" name="AutoShape 132">
            <a:extLst>
              <a:ext uri="{FF2B5EF4-FFF2-40B4-BE49-F238E27FC236}">
                <a16:creationId xmlns:a16="http://schemas.microsoft.com/office/drawing/2014/main" id="{D69B0AB1-4C7C-4326-B78B-6FF8FAB19227}"/>
              </a:ext>
            </a:extLst>
          </p:cNvPr>
          <p:cNvCxnSpPr>
            <a:cxnSpLocks noChangeShapeType="1"/>
            <a:stCxn id="130" idx="3"/>
            <a:endCxn id="127" idx="1"/>
          </p:cNvCxnSpPr>
          <p:nvPr/>
        </p:nvCxnSpPr>
        <p:spPr bwMode="auto">
          <a:xfrm flipV="1">
            <a:off x="3943398" y="5841301"/>
            <a:ext cx="173010" cy="81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AutoShape 208">
            <a:extLst>
              <a:ext uri="{FF2B5EF4-FFF2-40B4-BE49-F238E27FC236}">
                <a16:creationId xmlns:a16="http://schemas.microsoft.com/office/drawing/2014/main" id="{78A5717F-0AFF-42C3-B3F5-28ED12EF28B9}"/>
              </a:ext>
            </a:extLst>
          </p:cNvPr>
          <p:cNvSpPr>
            <a:spLocks noChangeArrowheads="1"/>
          </p:cNvSpPr>
          <p:nvPr/>
        </p:nvSpPr>
        <p:spPr bwMode="auto">
          <a:xfrm>
            <a:off x="3099946" y="5746021"/>
            <a:ext cx="843452" cy="1921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22000_FTT_TV_FTTH</a:t>
            </a:r>
          </a:p>
        </p:txBody>
      </p:sp>
      <p:cxnSp>
        <p:nvCxnSpPr>
          <p:cNvPr id="131" name="Connecteur en angle 409">
            <a:extLst>
              <a:ext uri="{FF2B5EF4-FFF2-40B4-BE49-F238E27FC236}">
                <a16:creationId xmlns:a16="http://schemas.microsoft.com/office/drawing/2014/main" id="{BF4B1C77-8928-4BA2-B7B8-7D53563624C5}"/>
              </a:ext>
            </a:extLst>
          </p:cNvPr>
          <p:cNvCxnSpPr>
            <a:cxnSpLocks/>
            <a:stCxn id="118" idx="2"/>
            <a:endCxn id="130" idx="1"/>
          </p:cNvCxnSpPr>
          <p:nvPr/>
        </p:nvCxnSpPr>
        <p:spPr bwMode="auto">
          <a:xfrm rot="16200000" flipH="1">
            <a:off x="3018973" y="5761146"/>
            <a:ext cx="32304" cy="12964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142">
            <a:extLst>
              <a:ext uri="{FF2B5EF4-FFF2-40B4-BE49-F238E27FC236}">
                <a16:creationId xmlns:a16="http://schemas.microsoft.com/office/drawing/2014/main" id="{DEAF2700-F87C-4F7C-998A-FB7C8A225C05}"/>
              </a:ext>
            </a:extLst>
          </p:cNvPr>
          <p:cNvSpPr>
            <a:spLocks noChangeArrowheads="1"/>
          </p:cNvSpPr>
          <p:nvPr/>
        </p:nvSpPr>
        <p:spPr bwMode="auto">
          <a:xfrm>
            <a:off x="1567555" y="5976550"/>
            <a:ext cx="814300" cy="19163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AUTRE</a:t>
            </a:r>
            <a:endParaRPr lang="fr-FR" sz="600" b="1" i="1">
              <a:solidFill>
                <a:srgbClr val="00B050"/>
              </a:solidFill>
            </a:endParaRPr>
          </a:p>
        </p:txBody>
      </p:sp>
      <p:sp>
        <p:nvSpPr>
          <p:cNvPr id="134" name="AutoShape 208">
            <a:extLst>
              <a:ext uri="{FF2B5EF4-FFF2-40B4-BE49-F238E27FC236}">
                <a16:creationId xmlns:a16="http://schemas.microsoft.com/office/drawing/2014/main" id="{2042BE4A-CA51-4D47-A584-E2622F6249C8}"/>
              </a:ext>
            </a:extLst>
          </p:cNvPr>
          <p:cNvSpPr>
            <a:spLocks noChangeArrowheads="1"/>
          </p:cNvSpPr>
          <p:nvPr/>
        </p:nvSpPr>
        <p:spPr bwMode="auto">
          <a:xfrm>
            <a:off x="417893" y="6000177"/>
            <a:ext cx="97200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21000_FTT_INT</a:t>
            </a:r>
          </a:p>
        </p:txBody>
      </p:sp>
      <p:cxnSp>
        <p:nvCxnSpPr>
          <p:cNvPr id="136" name="Connecteur en angle 430">
            <a:extLst>
              <a:ext uri="{FF2B5EF4-FFF2-40B4-BE49-F238E27FC236}">
                <a16:creationId xmlns:a16="http://schemas.microsoft.com/office/drawing/2014/main" id="{04E168A7-A002-47C1-895C-D706BB5BBF75}"/>
              </a:ext>
            </a:extLst>
          </p:cNvPr>
          <p:cNvCxnSpPr>
            <a:stCxn id="79" idx="2"/>
            <a:endCxn id="134" idx="1"/>
          </p:cNvCxnSpPr>
          <p:nvPr/>
        </p:nvCxnSpPr>
        <p:spPr bwMode="auto">
          <a:xfrm rot="16200000" flipH="1">
            <a:off x="55053" y="5709567"/>
            <a:ext cx="633523" cy="9215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AutoShape 132">
            <a:extLst>
              <a:ext uri="{FF2B5EF4-FFF2-40B4-BE49-F238E27FC236}">
                <a16:creationId xmlns:a16="http://schemas.microsoft.com/office/drawing/2014/main" id="{3DC2B7C4-200F-4A2F-8D8B-09A387A15FAE}"/>
              </a:ext>
            </a:extLst>
          </p:cNvPr>
          <p:cNvCxnSpPr>
            <a:cxnSpLocks noChangeShapeType="1"/>
            <a:stCxn id="134" idx="3"/>
            <a:endCxn id="132" idx="1"/>
          </p:cNvCxnSpPr>
          <p:nvPr/>
        </p:nvCxnSpPr>
        <p:spPr bwMode="auto">
          <a:xfrm flipV="1">
            <a:off x="1389893" y="6072370"/>
            <a:ext cx="177662" cy="3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AutoShape 208">
            <a:extLst>
              <a:ext uri="{FF2B5EF4-FFF2-40B4-BE49-F238E27FC236}">
                <a16:creationId xmlns:a16="http://schemas.microsoft.com/office/drawing/2014/main" id="{9DD7FDF5-4946-4759-9277-29793737A8A2}"/>
              </a:ext>
            </a:extLst>
          </p:cNvPr>
          <p:cNvSpPr>
            <a:spLocks noChangeArrowheads="1"/>
          </p:cNvSpPr>
          <p:nvPr/>
        </p:nvSpPr>
        <p:spPr bwMode="auto">
          <a:xfrm>
            <a:off x="417893" y="5718664"/>
            <a:ext cx="972000" cy="14274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21000_FTT_INT_FTTB</a:t>
            </a:r>
          </a:p>
        </p:txBody>
      </p:sp>
      <p:cxnSp>
        <p:nvCxnSpPr>
          <p:cNvPr id="140" name="Connecteur en angle 443">
            <a:extLst>
              <a:ext uri="{FF2B5EF4-FFF2-40B4-BE49-F238E27FC236}">
                <a16:creationId xmlns:a16="http://schemas.microsoft.com/office/drawing/2014/main" id="{A970872B-9E3C-4FD8-BDF3-F4BA5BF2EA1F}"/>
              </a:ext>
            </a:extLst>
          </p:cNvPr>
          <p:cNvCxnSpPr>
            <a:stCxn id="79" idx="2"/>
            <a:endCxn id="139" idx="1"/>
          </p:cNvCxnSpPr>
          <p:nvPr/>
        </p:nvCxnSpPr>
        <p:spPr bwMode="auto">
          <a:xfrm rot="16200000" flipH="1">
            <a:off x="196238" y="5568382"/>
            <a:ext cx="351152" cy="9215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132">
            <a:extLst>
              <a:ext uri="{FF2B5EF4-FFF2-40B4-BE49-F238E27FC236}">
                <a16:creationId xmlns:a16="http://schemas.microsoft.com/office/drawing/2014/main" id="{309C2717-B76E-4BB1-90D3-2DC08BBF7D05}"/>
              </a:ext>
            </a:extLst>
          </p:cNvPr>
          <p:cNvCxnSpPr>
            <a:cxnSpLocks noChangeShapeType="1"/>
            <a:stCxn id="139" idx="3"/>
            <a:endCxn id="142" idx="1"/>
          </p:cNvCxnSpPr>
          <p:nvPr/>
        </p:nvCxnSpPr>
        <p:spPr bwMode="auto">
          <a:xfrm flipV="1">
            <a:off x="1389893" y="5789631"/>
            <a:ext cx="177661" cy="40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142">
            <a:extLst>
              <a:ext uri="{FF2B5EF4-FFF2-40B4-BE49-F238E27FC236}">
                <a16:creationId xmlns:a16="http://schemas.microsoft.com/office/drawing/2014/main" id="{204A3357-0D52-4158-BC52-80A35C5594C8}"/>
              </a:ext>
            </a:extLst>
          </p:cNvPr>
          <p:cNvSpPr>
            <a:spLocks noChangeArrowheads="1"/>
          </p:cNvSpPr>
          <p:nvPr/>
        </p:nvSpPr>
        <p:spPr bwMode="auto">
          <a:xfrm>
            <a:off x="1567554" y="5677700"/>
            <a:ext cx="814300" cy="22386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p>
          <a:p>
            <a:pPr algn="ctr" eaLnBrk="0" hangingPunct="0"/>
            <a:r>
              <a:rPr lang="fr-FR" sz="600" b="1">
                <a:solidFill>
                  <a:srgbClr val="00B050"/>
                </a:solidFill>
              </a:rPr>
              <a:t>FTT FTTB</a:t>
            </a:r>
          </a:p>
        </p:txBody>
      </p:sp>
      <p:sp>
        <p:nvSpPr>
          <p:cNvPr id="143" name="AutoShape 142">
            <a:extLst>
              <a:ext uri="{FF2B5EF4-FFF2-40B4-BE49-F238E27FC236}">
                <a16:creationId xmlns:a16="http://schemas.microsoft.com/office/drawing/2014/main" id="{FBE9FD73-370D-410B-A861-6C4C457EE99B}"/>
              </a:ext>
            </a:extLst>
          </p:cNvPr>
          <p:cNvSpPr>
            <a:spLocks noChangeArrowheads="1"/>
          </p:cNvSpPr>
          <p:nvPr/>
        </p:nvSpPr>
        <p:spPr bwMode="auto">
          <a:xfrm>
            <a:off x="1567553" y="5379012"/>
            <a:ext cx="803702" cy="212656"/>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FTTH</a:t>
            </a:r>
            <a:endParaRPr lang="fr-FR" sz="600" b="1" i="1">
              <a:solidFill>
                <a:srgbClr val="00B050"/>
              </a:solidFill>
            </a:endParaRPr>
          </a:p>
        </p:txBody>
      </p:sp>
      <p:cxnSp>
        <p:nvCxnSpPr>
          <p:cNvPr id="144" name="AutoShape 132">
            <a:extLst>
              <a:ext uri="{FF2B5EF4-FFF2-40B4-BE49-F238E27FC236}">
                <a16:creationId xmlns:a16="http://schemas.microsoft.com/office/drawing/2014/main" id="{EAC43555-FAF6-4BA7-AE9C-E438F2B9EFC8}"/>
              </a:ext>
            </a:extLst>
          </p:cNvPr>
          <p:cNvCxnSpPr>
            <a:cxnSpLocks noChangeShapeType="1"/>
            <a:stCxn id="145" idx="3"/>
            <a:endCxn id="143" idx="1"/>
          </p:cNvCxnSpPr>
          <p:nvPr/>
        </p:nvCxnSpPr>
        <p:spPr bwMode="auto">
          <a:xfrm>
            <a:off x="1396707" y="5481099"/>
            <a:ext cx="170846" cy="424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AutoShape 208">
            <a:extLst>
              <a:ext uri="{FF2B5EF4-FFF2-40B4-BE49-F238E27FC236}">
                <a16:creationId xmlns:a16="http://schemas.microsoft.com/office/drawing/2014/main" id="{491754ED-41C0-4ABD-8E1F-24B6566E5A5B}"/>
              </a:ext>
            </a:extLst>
          </p:cNvPr>
          <p:cNvSpPr>
            <a:spLocks noChangeArrowheads="1"/>
          </p:cNvSpPr>
          <p:nvPr/>
        </p:nvSpPr>
        <p:spPr bwMode="auto">
          <a:xfrm>
            <a:off x="424707" y="5402594"/>
            <a:ext cx="972000" cy="1570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21000_FTT_INT_FTTH</a:t>
            </a:r>
          </a:p>
        </p:txBody>
      </p:sp>
      <p:cxnSp>
        <p:nvCxnSpPr>
          <p:cNvPr id="146" name="Connecteur en angle 451">
            <a:extLst>
              <a:ext uri="{FF2B5EF4-FFF2-40B4-BE49-F238E27FC236}">
                <a16:creationId xmlns:a16="http://schemas.microsoft.com/office/drawing/2014/main" id="{46D6C552-84AF-4BDD-9D56-B5620032981A}"/>
              </a:ext>
            </a:extLst>
          </p:cNvPr>
          <p:cNvCxnSpPr>
            <a:stCxn id="79" idx="2"/>
            <a:endCxn id="145" idx="1"/>
          </p:cNvCxnSpPr>
          <p:nvPr/>
        </p:nvCxnSpPr>
        <p:spPr bwMode="auto">
          <a:xfrm rot="16200000" flipH="1">
            <a:off x="354114" y="5410506"/>
            <a:ext cx="42214" cy="9897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AutoShape 142">
            <a:extLst>
              <a:ext uri="{FF2B5EF4-FFF2-40B4-BE49-F238E27FC236}">
                <a16:creationId xmlns:a16="http://schemas.microsoft.com/office/drawing/2014/main" id="{B0C77023-B03B-4F3E-ACE8-BD8594500E9F}"/>
              </a:ext>
            </a:extLst>
          </p:cNvPr>
          <p:cNvSpPr>
            <a:spLocks noChangeArrowheads="1"/>
          </p:cNvSpPr>
          <p:nvPr/>
        </p:nvSpPr>
        <p:spPr bwMode="auto">
          <a:xfrm>
            <a:off x="4119251" y="5996463"/>
            <a:ext cx="697679" cy="17667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p>
          <a:p>
            <a:pPr algn="ctr" eaLnBrk="0" hangingPunct="0"/>
            <a:r>
              <a:rPr lang="fr-FR" sz="600" b="1">
                <a:solidFill>
                  <a:srgbClr val="00B050"/>
                </a:solidFill>
              </a:rPr>
              <a:t>FTT FTTB</a:t>
            </a:r>
          </a:p>
        </p:txBody>
      </p:sp>
      <p:sp>
        <p:nvSpPr>
          <p:cNvPr id="148" name="AutoShape 142">
            <a:extLst>
              <a:ext uri="{FF2B5EF4-FFF2-40B4-BE49-F238E27FC236}">
                <a16:creationId xmlns:a16="http://schemas.microsoft.com/office/drawing/2014/main" id="{29F3814B-AF43-4D70-82F7-B8E17BB74EF2}"/>
              </a:ext>
            </a:extLst>
          </p:cNvPr>
          <p:cNvSpPr>
            <a:spLocks noChangeArrowheads="1"/>
          </p:cNvSpPr>
          <p:nvPr/>
        </p:nvSpPr>
        <p:spPr bwMode="auto">
          <a:xfrm>
            <a:off x="6535435" y="6035254"/>
            <a:ext cx="712929" cy="189096"/>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B050"/>
                </a:solidFill>
              </a:rPr>
              <a:t>FTT FTTH</a:t>
            </a:r>
            <a:endParaRPr lang="fr-FR" sz="600" b="1" i="1">
              <a:solidFill>
                <a:srgbClr val="00B050"/>
              </a:solidFill>
            </a:endParaRPr>
          </a:p>
        </p:txBody>
      </p:sp>
      <p:sp>
        <p:nvSpPr>
          <p:cNvPr id="149" name="AutoShape 142">
            <a:extLst>
              <a:ext uri="{FF2B5EF4-FFF2-40B4-BE49-F238E27FC236}">
                <a16:creationId xmlns:a16="http://schemas.microsoft.com/office/drawing/2014/main" id="{A3C96414-46BF-4712-A253-687769538F82}"/>
              </a:ext>
            </a:extLst>
          </p:cNvPr>
          <p:cNvSpPr>
            <a:spLocks noChangeArrowheads="1"/>
          </p:cNvSpPr>
          <p:nvPr/>
        </p:nvSpPr>
        <p:spPr bwMode="auto">
          <a:xfrm>
            <a:off x="6541253" y="6281766"/>
            <a:ext cx="707111" cy="20949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p>
          <a:p>
            <a:pPr algn="ctr" eaLnBrk="0" hangingPunct="0"/>
            <a:r>
              <a:rPr lang="fr-FR" sz="600" b="1">
                <a:solidFill>
                  <a:srgbClr val="00B050"/>
                </a:solidFill>
              </a:rPr>
              <a:t>FTT FTTB</a:t>
            </a:r>
          </a:p>
        </p:txBody>
      </p:sp>
      <p:cxnSp>
        <p:nvCxnSpPr>
          <p:cNvPr id="151" name="Connecteur droit 150">
            <a:extLst>
              <a:ext uri="{FF2B5EF4-FFF2-40B4-BE49-F238E27FC236}">
                <a16:creationId xmlns:a16="http://schemas.microsoft.com/office/drawing/2014/main" id="{65A863AC-6073-4FED-9F7D-49D1C7195BCF}"/>
              </a:ext>
            </a:extLst>
          </p:cNvPr>
          <p:cNvCxnSpPr>
            <a:stCxn id="154" idx="2"/>
            <a:endCxn id="118" idx="0"/>
          </p:cNvCxnSpPr>
          <p:nvPr/>
        </p:nvCxnSpPr>
        <p:spPr bwMode="auto">
          <a:xfrm flipH="1">
            <a:off x="2970305" y="4962994"/>
            <a:ext cx="40021" cy="4733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Connecteur en angle 48">
            <a:extLst>
              <a:ext uri="{FF2B5EF4-FFF2-40B4-BE49-F238E27FC236}">
                <a16:creationId xmlns:a16="http://schemas.microsoft.com/office/drawing/2014/main" id="{5F2A67EC-8DA2-4F9E-905D-6068BD731CBB}"/>
              </a:ext>
            </a:extLst>
          </p:cNvPr>
          <p:cNvCxnSpPr>
            <a:stCxn id="153" idx="2"/>
            <a:endCxn id="79" idx="0"/>
          </p:cNvCxnSpPr>
          <p:nvPr/>
        </p:nvCxnSpPr>
        <p:spPr bwMode="auto">
          <a:xfrm rot="5400000">
            <a:off x="574446" y="4699310"/>
            <a:ext cx="140746" cy="63816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31">
            <a:hlinkClick r:id="" action="ppaction://noaction"/>
            <a:extLst>
              <a:ext uri="{FF2B5EF4-FFF2-40B4-BE49-F238E27FC236}">
                <a16:creationId xmlns:a16="http://schemas.microsoft.com/office/drawing/2014/main" id="{252DB3B2-A99B-4CE2-8EAD-612E37B5590A}"/>
              </a:ext>
            </a:extLst>
          </p:cNvPr>
          <p:cNvSpPr>
            <a:spLocks noChangeArrowheads="1"/>
          </p:cNvSpPr>
          <p:nvPr/>
        </p:nvSpPr>
        <p:spPr bwMode="auto">
          <a:xfrm>
            <a:off x="388353" y="4779183"/>
            <a:ext cx="1151100"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FIXE_TECH_INTERNET</a:t>
            </a:r>
            <a:endParaRPr lang="fr-FR" sz="600">
              <a:solidFill>
                <a:srgbClr val="D31E05"/>
              </a:solidFill>
            </a:endParaRPr>
          </a:p>
        </p:txBody>
      </p:sp>
      <p:sp>
        <p:nvSpPr>
          <p:cNvPr id="154" name="AutoShape 31">
            <a:hlinkClick r:id="" action="ppaction://noaction"/>
            <a:extLst>
              <a:ext uri="{FF2B5EF4-FFF2-40B4-BE49-F238E27FC236}">
                <a16:creationId xmlns:a16="http://schemas.microsoft.com/office/drawing/2014/main" id="{7A5E809D-8AF9-4D8A-8B7C-17E50F36D74F}"/>
              </a:ext>
            </a:extLst>
          </p:cNvPr>
          <p:cNvSpPr>
            <a:spLocks noChangeArrowheads="1"/>
          </p:cNvSpPr>
          <p:nvPr/>
        </p:nvSpPr>
        <p:spPr bwMode="auto">
          <a:xfrm>
            <a:off x="2468195" y="4813923"/>
            <a:ext cx="1084262" cy="149071"/>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FIXE_TECH_TV</a:t>
            </a:r>
            <a:endParaRPr lang="fr-FR" sz="600">
              <a:solidFill>
                <a:srgbClr val="D31E05"/>
              </a:solidFill>
            </a:endParaRPr>
          </a:p>
        </p:txBody>
      </p:sp>
      <p:sp>
        <p:nvSpPr>
          <p:cNvPr id="155" name="AutoShape 31">
            <a:hlinkClick r:id="" action="ppaction://noaction"/>
            <a:extLst>
              <a:ext uri="{FF2B5EF4-FFF2-40B4-BE49-F238E27FC236}">
                <a16:creationId xmlns:a16="http://schemas.microsoft.com/office/drawing/2014/main" id="{72B40BE4-62A8-4B6A-AE21-F7B4974FA264}"/>
              </a:ext>
            </a:extLst>
          </p:cNvPr>
          <p:cNvSpPr>
            <a:spLocks noChangeArrowheads="1"/>
          </p:cNvSpPr>
          <p:nvPr/>
        </p:nvSpPr>
        <p:spPr bwMode="auto">
          <a:xfrm>
            <a:off x="4578125" y="4795072"/>
            <a:ext cx="1084262" cy="13189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FIXE_TECH_AUTRE</a:t>
            </a:r>
            <a:endParaRPr lang="fr-FR" sz="600">
              <a:solidFill>
                <a:srgbClr val="D31E05"/>
              </a:solidFill>
            </a:endParaRPr>
          </a:p>
        </p:txBody>
      </p:sp>
      <p:sp>
        <p:nvSpPr>
          <p:cNvPr id="156" name="AutoShape 31">
            <a:hlinkClick r:id="" action="ppaction://noaction"/>
            <a:extLst>
              <a:ext uri="{FF2B5EF4-FFF2-40B4-BE49-F238E27FC236}">
                <a16:creationId xmlns:a16="http://schemas.microsoft.com/office/drawing/2014/main" id="{78E0A790-7938-4C83-B502-5AC383965E41}"/>
              </a:ext>
            </a:extLst>
          </p:cNvPr>
          <p:cNvSpPr>
            <a:spLocks noChangeArrowheads="1"/>
          </p:cNvSpPr>
          <p:nvPr/>
        </p:nvSpPr>
        <p:spPr bwMode="auto">
          <a:xfrm>
            <a:off x="337995" y="4515535"/>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157" name="AutoShape 31">
            <a:hlinkClick r:id="" action="ppaction://noaction"/>
            <a:extLst>
              <a:ext uri="{FF2B5EF4-FFF2-40B4-BE49-F238E27FC236}">
                <a16:creationId xmlns:a16="http://schemas.microsoft.com/office/drawing/2014/main" id="{3DB693B4-3770-4A56-B842-7CF9E9AB31ED}"/>
              </a:ext>
            </a:extLst>
          </p:cNvPr>
          <p:cNvSpPr>
            <a:spLocks noChangeArrowheads="1"/>
          </p:cNvSpPr>
          <p:nvPr/>
        </p:nvSpPr>
        <p:spPr bwMode="auto">
          <a:xfrm>
            <a:off x="2386217" y="4384387"/>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158" name="AutoShape 31">
            <a:hlinkClick r:id="" action="ppaction://noaction"/>
            <a:extLst>
              <a:ext uri="{FF2B5EF4-FFF2-40B4-BE49-F238E27FC236}">
                <a16:creationId xmlns:a16="http://schemas.microsoft.com/office/drawing/2014/main" id="{F050EB04-1169-4CBB-B096-BC82BFB2FAAE}"/>
              </a:ext>
            </a:extLst>
          </p:cNvPr>
          <p:cNvSpPr>
            <a:spLocks noChangeArrowheads="1"/>
          </p:cNvSpPr>
          <p:nvPr/>
        </p:nvSpPr>
        <p:spPr bwMode="auto">
          <a:xfrm>
            <a:off x="4508716" y="4401222"/>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59" name="AutoShape 87">
            <a:hlinkClick r:id="rId4" action="ppaction://hlinksldjump"/>
            <a:extLst>
              <a:ext uri="{FF2B5EF4-FFF2-40B4-BE49-F238E27FC236}">
                <a16:creationId xmlns:a16="http://schemas.microsoft.com/office/drawing/2014/main" id="{CF1C3C91-9465-4B97-BD52-5A6059C0B9A1}"/>
              </a:ext>
            </a:extLst>
          </p:cNvPr>
          <p:cNvSpPr>
            <a:spLocks noChangeArrowheads="1"/>
          </p:cNvSpPr>
          <p:nvPr/>
        </p:nvSpPr>
        <p:spPr bwMode="auto">
          <a:xfrm rot="10800000">
            <a:off x="3759140" y="4539793"/>
            <a:ext cx="627707" cy="279384"/>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INCIDENT</a:t>
            </a:r>
          </a:p>
        </p:txBody>
      </p:sp>
      <p:sp>
        <p:nvSpPr>
          <p:cNvPr id="160" name="AutoShape 87">
            <a:hlinkClick r:id="rId4" action="ppaction://hlinksldjump"/>
            <a:extLst>
              <a:ext uri="{FF2B5EF4-FFF2-40B4-BE49-F238E27FC236}">
                <a16:creationId xmlns:a16="http://schemas.microsoft.com/office/drawing/2014/main" id="{421EE4F7-075A-46E2-87BD-44469AF89039}"/>
              </a:ext>
            </a:extLst>
          </p:cNvPr>
          <p:cNvSpPr>
            <a:spLocks noChangeArrowheads="1"/>
          </p:cNvSpPr>
          <p:nvPr/>
        </p:nvSpPr>
        <p:spPr bwMode="auto">
          <a:xfrm rot="10800000">
            <a:off x="1666977" y="4475661"/>
            <a:ext cx="627707" cy="279384"/>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INCIDENT</a:t>
            </a:r>
          </a:p>
        </p:txBody>
      </p:sp>
      <p:cxnSp>
        <p:nvCxnSpPr>
          <p:cNvPr id="161" name="Connecteur en angle 19">
            <a:extLst>
              <a:ext uri="{FF2B5EF4-FFF2-40B4-BE49-F238E27FC236}">
                <a16:creationId xmlns:a16="http://schemas.microsoft.com/office/drawing/2014/main" id="{DDFED104-6263-4EBC-B310-007DEAAA88EE}"/>
              </a:ext>
            </a:extLst>
          </p:cNvPr>
          <p:cNvCxnSpPr>
            <a:stCxn id="158" idx="1"/>
            <a:endCxn id="159" idx="2"/>
          </p:cNvCxnSpPr>
          <p:nvPr/>
        </p:nvCxnSpPr>
        <p:spPr bwMode="auto">
          <a:xfrm rot="10800000" flipV="1">
            <a:off x="4072994" y="4465673"/>
            <a:ext cx="435723" cy="7412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en angle 21">
            <a:extLst>
              <a:ext uri="{FF2B5EF4-FFF2-40B4-BE49-F238E27FC236}">
                <a16:creationId xmlns:a16="http://schemas.microsoft.com/office/drawing/2014/main" id="{7C624632-48FF-46EA-B357-E2DE61BD59F2}"/>
              </a:ext>
            </a:extLst>
          </p:cNvPr>
          <p:cNvCxnSpPr>
            <a:stCxn id="157" idx="3"/>
            <a:endCxn id="159" idx="2"/>
          </p:cNvCxnSpPr>
          <p:nvPr/>
        </p:nvCxnSpPr>
        <p:spPr bwMode="auto">
          <a:xfrm>
            <a:off x="3609296" y="4448838"/>
            <a:ext cx="463697" cy="9095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Connecteur en angle 28">
            <a:extLst>
              <a:ext uri="{FF2B5EF4-FFF2-40B4-BE49-F238E27FC236}">
                <a16:creationId xmlns:a16="http://schemas.microsoft.com/office/drawing/2014/main" id="{2F84BD7F-049A-4446-8191-9838DB4EEE77}"/>
              </a:ext>
            </a:extLst>
          </p:cNvPr>
          <p:cNvCxnSpPr>
            <a:stCxn id="159" idx="0"/>
            <a:endCxn id="155" idx="1"/>
          </p:cNvCxnSpPr>
          <p:nvPr/>
        </p:nvCxnSpPr>
        <p:spPr bwMode="auto">
          <a:xfrm rot="16200000" flipH="1">
            <a:off x="4304638" y="4587532"/>
            <a:ext cx="41842" cy="50513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30">
            <a:extLst>
              <a:ext uri="{FF2B5EF4-FFF2-40B4-BE49-F238E27FC236}">
                <a16:creationId xmlns:a16="http://schemas.microsoft.com/office/drawing/2014/main" id="{D77608A2-216F-42BF-A43D-3D049EB590B5}"/>
              </a:ext>
            </a:extLst>
          </p:cNvPr>
          <p:cNvCxnSpPr>
            <a:stCxn id="159" idx="0"/>
            <a:endCxn id="154" idx="3"/>
          </p:cNvCxnSpPr>
          <p:nvPr/>
        </p:nvCxnSpPr>
        <p:spPr bwMode="auto">
          <a:xfrm rot="5400000">
            <a:off x="3778084" y="4593550"/>
            <a:ext cx="69282" cy="52053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Connecteur en angle 41">
            <a:extLst>
              <a:ext uri="{FF2B5EF4-FFF2-40B4-BE49-F238E27FC236}">
                <a16:creationId xmlns:a16="http://schemas.microsoft.com/office/drawing/2014/main" id="{9C4AA3AC-DFA4-4B23-8975-580840A599D5}"/>
              </a:ext>
            </a:extLst>
          </p:cNvPr>
          <p:cNvCxnSpPr>
            <a:stCxn id="156" idx="3"/>
            <a:endCxn id="160" idx="2"/>
          </p:cNvCxnSpPr>
          <p:nvPr/>
        </p:nvCxnSpPr>
        <p:spPr bwMode="auto">
          <a:xfrm flipV="1">
            <a:off x="1561074" y="4475661"/>
            <a:ext cx="419756" cy="104325"/>
          </a:xfrm>
          <a:prstGeom prst="bentConnector4">
            <a:avLst>
              <a:gd name="adj1" fmla="val 12615"/>
              <a:gd name="adj2" fmla="val 31912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Connecteur en angle 58">
            <a:extLst>
              <a:ext uri="{FF2B5EF4-FFF2-40B4-BE49-F238E27FC236}">
                <a16:creationId xmlns:a16="http://schemas.microsoft.com/office/drawing/2014/main" id="{D85B3247-B94D-4295-886D-783A2B313BEE}"/>
              </a:ext>
            </a:extLst>
          </p:cNvPr>
          <p:cNvCxnSpPr>
            <a:stCxn id="160" idx="0"/>
            <a:endCxn id="153" idx="3"/>
          </p:cNvCxnSpPr>
          <p:nvPr/>
        </p:nvCxnSpPr>
        <p:spPr bwMode="auto">
          <a:xfrm rot="5400000">
            <a:off x="1705864" y="4588635"/>
            <a:ext cx="108557" cy="44137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Text Box 157">
            <a:extLst>
              <a:ext uri="{FF2B5EF4-FFF2-40B4-BE49-F238E27FC236}">
                <a16:creationId xmlns:a16="http://schemas.microsoft.com/office/drawing/2014/main" id="{ACD0287B-E935-499A-8CD3-C123A05EE373}"/>
              </a:ext>
            </a:extLst>
          </p:cNvPr>
          <p:cNvSpPr txBox="1">
            <a:spLocks noChangeArrowheads="1"/>
          </p:cNvSpPr>
          <p:nvPr/>
        </p:nvSpPr>
        <p:spPr bwMode="auto">
          <a:xfrm>
            <a:off x="4212500" y="418850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68" name="Text Box 157">
            <a:extLst>
              <a:ext uri="{FF2B5EF4-FFF2-40B4-BE49-F238E27FC236}">
                <a16:creationId xmlns:a16="http://schemas.microsoft.com/office/drawing/2014/main" id="{9CD5A905-3074-478A-B372-35920B93208C}"/>
              </a:ext>
            </a:extLst>
          </p:cNvPr>
          <p:cNvSpPr txBox="1">
            <a:spLocks noChangeArrowheads="1"/>
          </p:cNvSpPr>
          <p:nvPr/>
        </p:nvSpPr>
        <p:spPr bwMode="auto">
          <a:xfrm>
            <a:off x="3770800" y="4225939"/>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69" name="Text Box 157">
            <a:extLst>
              <a:ext uri="{FF2B5EF4-FFF2-40B4-BE49-F238E27FC236}">
                <a16:creationId xmlns:a16="http://schemas.microsoft.com/office/drawing/2014/main" id="{4E59D5D2-F1DD-48F7-98B7-B0CA3A682B52}"/>
              </a:ext>
            </a:extLst>
          </p:cNvPr>
          <p:cNvSpPr txBox="1">
            <a:spLocks noChangeArrowheads="1"/>
          </p:cNvSpPr>
          <p:nvPr/>
        </p:nvSpPr>
        <p:spPr bwMode="auto">
          <a:xfrm>
            <a:off x="1604997" y="423963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70" name="Text Box 156">
            <a:extLst>
              <a:ext uri="{FF2B5EF4-FFF2-40B4-BE49-F238E27FC236}">
                <a16:creationId xmlns:a16="http://schemas.microsoft.com/office/drawing/2014/main" id="{A15F62EB-3636-47AD-B35E-45BD10CCB525}"/>
              </a:ext>
            </a:extLst>
          </p:cNvPr>
          <p:cNvSpPr txBox="1">
            <a:spLocks noChangeArrowheads="1"/>
          </p:cNvSpPr>
          <p:nvPr/>
        </p:nvSpPr>
        <p:spPr bwMode="auto">
          <a:xfrm>
            <a:off x="4148481" y="4861019"/>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71" name="Text Box 156">
            <a:extLst>
              <a:ext uri="{FF2B5EF4-FFF2-40B4-BE49-F238E27FC236}">
                <a16:creationId xmlns:a16="http://schemas.microsoft.com/office/drawing/2014/main" id="{3AED0CBC-5668-4017-99D3-971CA76E0813}"/>
              </a:ext>
            </a:extLst>
          </p:cNvPr>
          <p:cNvSpPr txBox="1">
            <a:spLocks noChangeArrowheads="1"/>
          </p:cNvSpPr>
          <p:nvPr/>
        </p:nvSpPr>
        <p:spPr bwMode="auto">
          <a:xfrm>
            <a:off x="3643349" y="4877986"/>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72" name="Text Box 156">
            <a:extLst>
              <a:ext uri="{FF2B5EF4-FFF2-40B4-BE49-F238E27FC236}">
                <a16:creationId xmlns:a16="http://schemas.microsoft.com/office/drawing/2014/main" id="{B5E00E26-F06C-414C-9F01-E6CA58BF3C23}"/>
              </a:ext>
            </a:extLst>
          </p:cNvPr>
          <p:cNvSpPr txBox="1">
            <a:spLocks noChangeArrowheads="1"/>
          </p:cNvSpPr>
          <p:nvPr/>
        </p:nvSpPr>
        <p:spPr bwMode="auto">
          <a:xfrm>
            <a:off x="1590182" y="4892750"/>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460" name="Connecteur : en angle 459">
            <a:extLst>
              <a:ext uri="{FF2B5EF4-FFF2-40B4-BE49-F238E27FC236}">
                <a16:creationId xmlns:a16="http://schemas.microsoft.com/office/drawing/2014/main" id="{CEE81FAD-FF62-4E5B-90A9-B9988893E04D}"/>
              </a:ext>
            </a:extLst>
          </p:cNvPr>
          <p:cNvCxnSpPr>
            <a:stCxn id="80" idx="0"/>
            <a:endCxn id="93" idx="6"/>
          </p:cNvCxnSpPr>
          <p:nvPr/>
        </p:nvCxnSpPr>
        <p:spPr bwMode="auto">
          <a:xfrm rot="16200000" flipH="1">
            <a:off x="4791351" y="1980569"/>
            <a:ext cx="116348" cy="3171878"/>
          </a:xfrm>
          <a:prstGeom prst="bentConnector3">
            <a:avLst>
              <a:gd name="adj1" fmla="val -3929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7" name="Connecteur droit 466">
            <a:extLst>
              <a:ext uri="{FF2B5EF4-FFF2-40B4-BE49-F238E27FC236}">
                <a16:creationId xmlns:a16="http://schemas.microsoft.com/office/drawing/2014/main" id="{F2603B2B-E5D4-467E-AD48-21149506E220}"/>
              </a:ext>
            </a:extLst>
          </p:cNvPr>
          <p:cNvCxnSpPr>
            <a:stCxn id="100" idx="0"/>
            <a:endCxn id="93" idx="2"/>
          </p:cNvCxnSpPr>
          <p:nvPr/>
        </p:nvCxnSpPr>
        <p:spPr bwMode="auto">
          <a:xfrm flipV="1">
            <a:off x="6428955" y="3826476"/>
            <a:ext cx="6509" cy="3173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5" name="AutoShape 98">
            <a:hlinkClick r:id="rId5" action="ppaction://hlinksldjump"/>
            <a:extLst>
              <a:ext uri="{FF2B5EF4-FFF2-40B4-BE49-F238E27FC236}">
                <a16:creationId xmlns:a16="http://schemas.microsoft.com/office/drawing/2014/main" id="{1403A567-CB41-491F-AA70-4BE3C6FB672F}"/>
              </a:ext>
            </a:extLst>
          </p:cNvPr>
          <p:cNvSpPr>
            <a:spLocks noChangeArrowheads="1"/>
          </p:cNvSpPr>
          <p:nvPr/>
        </p:nvSpPr>
        <p:spPr bwMode="auto">
          <a:xfrm rot="10800000">
            <a:off x="1389893" y="625296"/>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TECHNIQUE CC</a:t>
            </a:r>
          </a:p>
        </p:txBody>
      </p:sp>
      <p:cxnSp>
        <p:nvCxnSpPr>
          <p:cNvPr id="176" name="AutoShape 13">
            <a:extLst>
              <a:ext uri="{FF2B5EF4-FFF2-40B4-BE49-F238E27FC236}">
                <a16:creationId xmlns:a16="http://schemas.microsoft.com/office/drawing/2014/main" id="{509D0BA6-44D7-437D-8652-4925BE9A92D1}"/>
              </a:ext>
            </a:extLst>
          </p:cNvPr>
          <p:cNvCxnSpPr>
            <a:cxnSpLocks noChangeShapeType="1"/>
            <a:stCxn id="175" idx="0"/>
            <a:endCxn id="74" idx="0"/>
          </p:cNvCxnSpPr>
          <p:nvPr/>
        </p:nvCxnSpPr>
        <p:spPr bwMode="auto">
          <a:xfrm rot="5400000">
            <a:off x="708238" y="1675493"/>
            <a:ext cx="1969469" cy="401840"/>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77" name="AutoShape 87">
            <a:hlinkClick r:id="rId5" action="ppaction://hlinksldjump"/>
            <a:extLst>
              <a:ext uri="{FF2B5EF4-FFF2-40B4-BE49-F238E27FC236}">
                <a16:creationId xmlns:a16="http://schemas.microsoft.com/office/drawing/2014/main" id="{C0B25EEB-4710-433F-8DB0-A54146D2637B}"/>
              </a:ext>
            </a:extLst>
          </p:cNvPr>
          <p:cNvSpPr>
            <a:spLocks noChangeArrowheads="1"/>
          </p:cNvSpPr>
          <p:nvPr/>
        </p:nvSpPr>
        <p:spPr bwMode="auto">
          <a:xfrm rot="10800000">
            <a:off x="4196991" y="620400"/>
            <a:ext cx="1410884"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MENU TECHNIQUE CC </a:t>
            </a:r>
          </a:p>
        </p:txBody>
      </p:sp>
      <p:sp>
        <p:nvSpPr>
          <p:cNvPr id="8" name="ZoneTexte 7">
            <a:extLst>
              <a:ext uri="{FF2B5EF4-FFF2-40B4-BE49-F238E27FC236}">
                <a16:creationId xmlns:a16="http://schemas.microsoft.com/office/drawing/2014/main" id="{C532F620-2939-9ED8-E9F3-5929902666FD}"/>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2" name="AutoShape 208">
            <a:extLst>
              <a:ext uri="{FF2B5EF4-FFF2-40B4-BE49-F238E27FC236}">
                <a16:creationId xmlns:a16="http://schemas.microsoft.com/office/drawing/2014/main" id="{4E7DE584-B2C4-4683-8F19-5B80FA91D2C4}"/>
              </a:ext>
            </a:extLst>
          </p:cNvPr>
          <p:cNvSpPr>
            <a:spLocks noChangeArrowheads="1"/>
          </p:cNvSpPr>
          <p:nvPr/>
        </p:nvSpPr>
        <p:spPr bwMode="auto">
          <a:xfrm>
            <a:off x="5557011" y="5133183"/>
            <a:ext cx="1562245" cy="12799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23000_LN_FTT_[CATEGORY]_[INTENTION]</a:t>
            </a:r>
          </a:p>
        </p:txBody>
      </p:sp>
      <p:sp>
        <p:nvSpPr>
          <p:cNvPr id="7" name="AutoShape 142">
            <a:extLst>
              <a:ext uri="{FF2B5EF4-FFF2-40B4-BE49-F238E27FC236}">
                <a16:creationId xmlns:a16="http://schemas.microsoft.com/office/drawing/2014/main" id="{4557DD87-DBE4-20DA-A455-66FC01C55C5F}"/>
              </a:ext>
            </a:extLst>
          </p:cNvPr>
          <p:cNvSpPr>
            <a:spLocks noChangeArrowheads="1"/>
          </p:cNvSpPr>
          <p:nvPr/>
        </p:nvSpPr>
        <p:spPr bwMode="auto">
          <a:xfrm>
            <a:off x="7277634" y="5084755"/>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cxnSp>
        <p:nvCxnSpPr>
          <p:cNvPr id="12" name="Connecteur droit avec flèche 11">
            <a:extLst>
              <a:ext uri="{FF2B5EF4-FFF2-40B4-BE49-F238E27FC236}">
                <a16:creationId xmlns:a16="http://schemas.microsoft.com/office/drawing/2014/main" id="{B54F1BA9-6003-6BC5-B1ED-F8187F574CFB}"/>
              </a:ext>
            </a:extLst>
          </p:cNvPr>
          <p:cNvCxnSpPr>
            <a:cxnSpLocks/>
            <a:stCxn id="2" idx="3"/>
            <a:endCxn id="7" idx="1"/>
          </p:cNvCxnSpPr>
          <p:nvPr/>
        </p:nvCxnSpPr>
        <p:spPr bwMode="auto">
          <a:xfrm>
            <a:off x="7119256" y="5197182"/>
            <a:ext cx="158378" cy="819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131">
            <a:extLst>
              <a:ext uri="{FF2B5EF4-FFF2-40B4-BE49-F238E27FC236}">
                <a16:creationId xmlns:a16="http://schemas.microsoft.com/office/drawing/2014/main" id="{AA208CC9-95EF-B7CF-8168-FD58DD27DCB8}"/>
              </a:ext>
            </a:extLst>
          </p:cNvPr>
          <p:cNvSpPr>
            <a:spLocks noChangeArrowheads="1"/>
          </p:cNvSpPr>
          <p:nvPr/>
        </p:nvSpPr>
        <p:spPr bwMode="auto">
          <a:xfrm>
            <a:off x="4888512" y="5012214"/>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dirty="0"/>
              <a:t>LN FULL</a:t>
            </a:r>
          </a:p>
          <a:p>
            <a:pPr algn="ctr" eaLnBrk="0" hangingPunct="0"/>
            <a:r>
              <a:rPr lang="fr-FR" sz="500" dirty="0"/>
              <a:t>ou</a:t>
            </a:r>
          </a:p>
          <a:p>
            <a:pPr algn="ctr" eaLnBrk="0" hangingPunct="0"/>
            <a:r>
              <a:rPr lang="fr-FR" sz="500" dirty="0"/>
              <a:t>CO</a:t>
            </a:r>
          </a:p>
        </p:txBody>
      </p:sp>
      <p:cxnSp>
        <p:nvCxnSpPr>
          <p:cNvPr id="24" name="Connecteur droit 23">
            <a:extLst>
              <a:ext uri="{FF2B5EF4-FFF2-40B4-BE49-F238E27FC236}">
                <a16:creationId xmlns:a16="http://schemas.microsoft.com/office/drawing/2014/main" id="{1429ED6A-5B98-3BEB-E6FE-7AED675D81DC}"/>
              </a:ext>
            </a:extLst>
          </p:cNvPr>
          <p:cNvCxnSpPr>
            <a:stCxn id="155" idx="2"/>
            <a:endCxn id="21" idx="0"/>
          </p:cNvCxnSpPr>
          <p:nvPr/>
        </p:nvCxnSpPr>
        <p:spPr bwMode="auto">
          <a:xfrm>
            <a:off x="5120256" y="4926966"/>
            <a:ext cx="4944" cy="852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droit 30">
            <a:extLst>
              <a:ext uri="{FF2B5EF4-FFF2-40B4-BE49-F238E27FC236}">
                <a16:creationId xmlns:a16="http://schemas.microsoft.com/office/drawing/2014/main" id="{8FF3B9A9-FF78-74ED-278A-11790F07FF19}"/>
              </a:ext>
            </a:extLst>
          </p:cNvPr>
          <p:cNvCxnSpPr>
            <a:stCxn id="21" idx="2"/>
            <a:endCxn id="84" idx="0"/>
          </p:cNvCxnSpPr>
          <p:nvPr/>
        </p:nvCxnSpPr>
        <p:spPr bwMode="auto">
          <a:xfrm>
            <a:off x="5125200" y="5385685"/>
            <a:ext cx="0" cy="2494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 Box 156">
            <a:extLst>
              <a:ext uri="{FF2B5EF4-FFF2-40B4-BE49-F238E27FC236}">
                <a16:creationId xmlns:a16="http://schemas.microsoft.com/office/drawing/2014/main" id="{F8F0C8C5-3F5B-F576-94B6-F49AA87F0B51}"/>
              </a:ext>
            </a:extLst>
          </p:cNvPr>
          <p:cNvSpPr txBox="1">
            <a:spLocks noChangeArrowheads="1"/>
          </p:cNvSpPr>
          <p:nvPr/>
        </p:nvSpPr>
        <p:spPr bwMode="auto">
          <a:xfrm>
            <a:off x="5250994" y="4983981"/>
            <a:ext cx="159691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vérification paramétrage dans IRIS</a:t>
            </a:r>
          </a:p>
        </p:txBody>
      </p:sp>
      <p:cxnSp>
        <p:nvCxnSpPr>
          <p:cNvPr id="37" name="Connecteur droit 36">
            <a:extLst>
              <a:ext uri="{FF2B5EF4-FFF2-40B4-BE49-F238E27FC236}">
                <a16:creationId xmlns:a16="http://schemas.microsoft.com/office/drawing/2014/main" id="{B2FE21D3-A6AB-1E4C-0EC6-3CBD4C2DFAC1}"/>
              </a:ext>
            </a:extLst>
          </p:cNvPr>
          <p:cNvCxnSpPr>
            <a:cxnSpLocks/>
            <a:stCxn id="21" idx="3"/>
            <a:endCxn id="2" idx="1"/>
          </p:cNvCxnSpPr>
          <p:nvPr/>
        </p:nvCxnSpPr>
        <p:spPr bwMode="auto">
          <a:xfrm flipV="1">
            <a:off x="5361887" y="5197182"/>
            <a:ext cx="195124" cy="17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eur : en angle 47">
            <a:extLst>
              <a:ext uri="{FF2B5EF4-FFF2-40B4-BE49-F238E27FC236}">
                <a16:creationId xmlns:a16="http://schemas.microsoft.com/office/drawing/2014/main" id="{256B4DD8-711A-4901-3B59-558713AC82DD}"/>
              </a:ext>
            </a:extLst>
          </p:cNvPr>
          <p:cNvCxnSpPr>
            <a:stCxn id="21" idx="3"/>
            <a:endCxn id="84" idx="0"/>
          </p:cNvCxnSpPr>
          <p:nvPr/>
        </p:nvCxnSpPr>
        <p:spPr bwMode="auto">
          <a:xfrm flipH="1">
            <a:off x="5125200" y="5198950"/>
            <a:ext cx="236687" cy="436225"/>
          </a:xfrm>
          <a:prstGeom prst="bentConnector4">
            <a:avLst>
              <a:gd name="adj1" fmla="val -45417"/>
              <a:gd name="adj2" fmla="val 71404"/>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6">
            <a:extLst>
              <a:ext uri="{FF2B5EF4-FFF2-40B4-BE49-F238E27FC236}">
                <a16:creationId xmlns:a16="http://schemas.microsoft.com/office/drawing/2014/main" id="{9EEEB6E5-DD3B-EBA3-31EB-46CD25FBF453}"/>
              </a:ext>
            </a:extLst>
          </p:cNvPr>
          <p:cNvSpPr txBox="1">
            <a:spLocks noChangeArrowheads="1"/>
          </p:cNvSpPr>
          <p:nvPr/>
        </p:nvSpPr>
        <p:spPr bwMode="auto">
          <a:xfrm>
            <a:off x="5407660" y="5341484"/>
            <a:ext cx="13901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sans paramétrage dans IRIS</a:t>
            </a:r>
          </a:p>
        </p:txBody>
      </p:sp>
      <p:sp>
        <p:nvSpPr>
          <p:cNvPr id="52" name="Text Box 156">
            <a:extLst>
              <a:ext uri="{FF2B5EF4-FFF2-40B4-BE49-F238E27FC236}">
                <a16:creationId xmlns:a16="http://schemas.microsoft.com/office/drawing/2014/main" id="{297CDAAD-4CAE-5324-7EF0-152451651BA7}"/>
              </a:ext>
            </a:extLst>
          </p:cNvPr>
          <p:cNvSpPr txBox="1">
            <a:spLocks noChangeArrowheads="1"/>
          </p:cNvSpPr>
          <p:nvPr/>
        </p:nvSpPr>
        <p:spPr bwMode="auto">
          <a:xfrm>
            <a:off x="4818687" y="5374507"/>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19" name="Connecteur : en angle 18">
            <a:extLst>
              <a:ext uri="{FF2B5EF4-FFF2-40B4-BE49-F238E27FC236}">
                <a16:creationId xmlns:a16="http://schemas.microsoft.com/office/drawing/2014/main" id="{3AD10AF2-3E07-8D6C-56B9-EC291D586AC2}"/>
              </a:ext>
            </a:extLst>
          </p:cNvPr>
          <p:cNvCxnSpPr>
            <a:stCxn id="177" idx="0"/>
          </p:cNvCxnSpPr>
          <p:nvPr/>
        </p:nvCxnSpPr>
        <p:spPr bwMode="auto">
          <a:xfrm rot="16200000" flipH="1">
            <a:off x="5645967" y="261167"/>
            <a:ext cx="1494658" cy="2981727"/>
          </a:xfrm>
          <a:prstGeom prst="bentConnector2">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droit 46">
            <a:extLst>
              <a:ext uri="{FF2B5EF4-FFF2-40B4-BE49-F238E27FC236}">
                <a16:creationId xmlns:a16="http://schemas.microsoft.com/office/drawing/2014/main" id="{C30F5686-ABEB-AF57-38BA-3F1D077BD07C}"/>
              </a:ext>
            </a:extLst>
          </p:cNvPr>
          <p:cNvCxnSpPr/>
          <p:nvPr/>
        </p:nvCxnSpPr>
        <p:spPr bwMode="auto">
          <a:xfrm>
            <a:off x="7874000" y="2499360"/>
            <a:ext cx="16512" cy="247023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Connecteur : en angle 54">
            <a:extLst>
              <a:ext uri="{FF2B5EF4-FFF2-40B4-BE49-F238E27FC236}">
                <a16:creationId xmlns:a16="http://schemas.microsoft.com/office/drawing/2014/main" id="{FC894AE1-7C1A-91B0-740B-A6645C3A1F1D}"/>
              </a:ext>
            </a:extLst>
          </p:cNvPr>
          <p:cNvCxnSpPr/>
          <p:nvPr/>
        </p:nvCxnSpPr>
        <p:spPr bwMode="auto">
          <a:xfrm rot="10800000" flipV="1">
            <a:off x="5122728" y="4966418"/>
            <a:ext cx="2784078" cy="85248"/>
          </a:xfrm>
          <a:prstGeom prst="bentConnector2">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913150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7" name="AutoShape 47"/>
          <p:cNvCxnSpPr>
            <a:cxnSpLocks noChangeShapeType="1"/>
            <a:stCxn id="105" idx="2"/>
            <a:endCxn id="137" idx="0"/>
          </p:cNvCxnSpPr>
          <p:nvPr/>
        </p:nvCxnSpPr>
        <p:spPr bwMode="auto">
          <a:xfrm rot="5400000">
            <a:off x="445091" y="4991201"/>
            <a:ext cx="905708" cy="540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AutoShape 69"/>
          <p:cNvCxnSpPr>
            <a:cxnSpLocks noChangeShapeType="1"/>
            <a:stCxn id="161" idx="2"/>
            <a:endCxn id="113" idx="0"/>
          </p:cNvCxnSpPr>
          <p:nvPr/>
        </p:nvCxnSpPr>
        <p:spPr bwMode="auto">
          <a:xfrm rot="5400000">
            <a:off x="6649413" y="1629910"/>
            <a:ext cx="297113" cy="2336670"/>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AutoShape 69"/>
          <p:cNvCxnSpPr>
            <a:cxnSpLocks noChangeShapeType="1"/>
            <a:stCxn id="159" idx="2"/>
            <a:endCxn id="113" idx="0"/>
          </p:cNvCxnSpPr>
          <p:nvPr/>
        </p:nvCxnSpPr>
        <p:spPr bwMode="auto">
          <a:xfrm rot="16200000" flipH="1">
            <a:off x="5190714" y="2507881"/>
            <a:ext cx="273023" cy="604818"/>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69"/>
          <p:cNvCxnSpPr>
            <a:cxnSpLocks noChangeShapeType="1"/>
            <a:stCxn id="160" idx="2"/>
            <a:endCxn id="113" idx="0"/>
          </p:cNvCxnSpPr>
          <p:nvPr/>
        </p:nvCxnSpPr>
        <p:spPr bwMode="auto">
          <a:xfrm rot="5400000">
            <a:off x="5924050" y="2349961"/>
            <a:ext cx="302426" cy="891257"/>
          </a:xfrm>
          <a:prstGeom prst="curvedConnector3">
            <a:avLst>
              <a:gd name="adj1" fmla="val 50000"/>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36</a:t>
            </a:fld>
            <a:endParaRPr lang="fr-FR">
              <a:solidFill>
                <a:srgbClr val="000000"/>
              </a:solidFill>
            </a:endParaRPr>
          </a:p>
        </p:txBody>
      </p:sp>
      <p:sp>
        <p:nvSpPr>
          <p:cNvPr id="82" name="Rectangle 5"/>
          <p:cNvSpPr>
            <a:spLocks noChangeArrowheads="1"/>
          </p:cNvSpPr>
          <p:nvPr/>
        </p:nvSpPr>
        <p:spPr bwMode="auto">
          <a:xfrm>
            <a:off x="2653538" y="3537016"/>
            <a:ext cx="2196976" cy="553998"/>
          </a:xfrm>
          <a:prstGeom prst="rect">
            <a:avLst/>
          </a:prstGeom>
          <a:solidFill>
            <a:srgbClr val="FF7C8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a:r>
              <a:rPr lang="fr-FR" sz="600" b="1">
                <a:solidFill>
                  <a:srgbClr val="D31E05"/>
                </a:solidFill>
              </a:rPr>
              <a:t>FIXE MENU CARE TECHNIQUE</a:t>
            </a:r>
            <a:r>
              <a:rPr lang="fr-FR" sz="600" b="1">
                <a:solidFill>
                  <a:srgbClr val="333399"/>
                </a:solidFill>
              </a:rPr>
              <a:t> </a:t>
            </a:r>
            <a:br>
              <a:rPr lang="fr-FR" sz="600" b="1">
                <a:solidFill>
                  <a:srgbClr val="333399"/>
                </a:solidFill>
              </a:rPr>
            </a:br>
            <a:r>
              <a:rPr lang="fr-FR" sz="600">
                <a:solidFill>
                  <a:srgbClr val="000000"/>
                </a:solidFill>
              </a:rPr>
              <a:t>Votre appel concerne: </a:t>
            </a:r>
          </a:p>
          <a:p>
            <a:pPr algn="ctr"/>
            <a:r>
              <a:rPr lang="fr-FR" sz="600">
                <a:solidFill>
                  <a:srgbClr val="000000"/>
                </a:solidFill>
              </a:rPr>
              <a:t>Un problème d’accès à internet, Tapez 1</a:t>
            </a:r>
          </a:p>
          <a:p>
            <a:pPr algn="ctr"/>
            <a:r>
              <a:rPr lang="fr-FR" sz="600">
                <a:solidFill>
                  <a:srgbClr val="000000"/>
                </a:solidFill>
              </a:rPr>
              <a:t>Un problème lié à votre télévision, Tapez 2 </a:t>
            </a:r>
          </a:p>
          <a:p>
            <a:pPr algn="ctr"/>
            <a:r>
              <a:rPr lang="fr-FR" sz="600">
                <a:solidFill>
                  <a:srgbClr val="000000"/>
                </a:solidFill>
              </a:rPr>
              <a:t>Pour tout autre problème technique, Tapez 3</a:t>
            </a:r>
          </a:p>
        </p:txBody>
      </p:sp>
      <p:sp>
        <p:nvSpPr>
          <p:cNvPr id="105" name="AutoShape 17"/>
          <p:cNvSpPr>
            <a:spLocks noChangeArrowheads="1"/>
          </p:cNvSpPr>
          <p:nvPr/>
        </p:nvSpPr>
        <p:spPr bwMode="auto">
          <a:xfrm>
            <a:off x="792696" y="436483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7" name="AutoShape 17"/>
          <p:cNvSpPr>
            <a:spLocks noChangeArrowheads="1"/>
          </p:cNvSpPr>
          <p:nvPr/>
        </p:nvSpPr>
        <p:spPr bwMode="auto">
          <a:xfrm>
            <a:off x="2865308" y="437717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8" name="AutoShape 42"/>
          <p:cNvSpPr>
            <a:spLocks noChangeArrowheads="1"/>
          </p:cNvSpPr>
          <p:nvPr/>
        </p:nvSpPr>
        <p:spPr bwMode="auto">
          <a:xfrm>
            <a:off x="255146" y="4651654"/>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11000_CARE_TECH_INTERNET</a:t>
            </a:r>
          </a:p>
        </p:txBody>
      </p:sp>
      <p:sp>
        <p:nvSpPr>
          <p:cNvPr id="109" name="AutoShape 42"/>
          <p:cNvSpPr>
            <a:spLocks noChangeArrowheads="1"/>
          </p:cNvSpPr>
          <p:nvPr/>
        </p:nvSpPr>
        <p:spPr bwMode="auto">
          <a:xfrm>
            <a:off x="2329127" y="4655664"/>
            <a:ext cx="1288264" cy="15789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12000_CARE_TECH_TELEVISION</a:t>
            </a:r>
          </a:p>
        </p:txBody>
      </p:sp>
      <p:sp>
        <p:nvSpPr>
          <p:cNvPr id="52" name="AutoShape 52"/>
          <p:cNvSpPr>
            <a:spLocks noChangeArrowheads="1"/>
          </p:cNvSpPr>
          <p:nvPr/>
        </p:nvSpPr>
        <p:spPr bwMode="auto">
          <a:xfrm>
            <a:off x="3475925" y="4184315"/>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solidFill>
                  <a:srgbClr val="000000"/>
                </a:solidFill>
                <a:ea typeface="ＭＳ Ｐゴシック" charset="0"/>
              </a:rPr>
              <a:t>Choix</a:t>
            </a:r>
          </a:p>
        </p:txBody>
      </p:sp>
      <p:sp>
        <p:nvSpPr>
          <p:cNvPr id="55" name="AutoShape 17"/>
          <p:cNvSpPr>
            <a:spLocks noChangeArrowheads="1"/>
          </p:cNvSpPr>
          <p:nvPr/>
        </p:nvSpPr>
        <p:spPr bwMode="auto">
          <a:xfrm>
            <a:off x="5890788" y="436373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3</a:t>
            </a:r>
          </a:p>
        </p:txBody>
      </p:sp>
      <p:sp>
        <p:nvSpPr>
          <p:cNvPr id="56" name="AutoShape 42"/>
          <p:cNvSpPr>
            <a:spLocks noChangeArrowheads="1"/>
          </p:cNvSpPr>
          <p:nvPr/>
        </p:nvSpPr>
        <p:spPr bwMode="auto">
          <a:xfrm>
            <a:off x="5450057" y="4628335"/>
            <a:ext cx="109736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13000_CARE_TECH_AUTRE</a:t>
            </a:r>
          </a:p>
        </p:txBody>
      </p:sp>
      <p:cxnSp>
        <p:nvCxnSpPr>
          <p:cNvPr id="98" name="AutoShape 47"/>
          <p:cNvCxnSpPr>
            <a:cxnSpLocks noChangeShapeType="1"/>
            <a:stCxn id="52" idx="1"/>
            <a:endCxn id="107" idx="6"/>
          </p:cNvCxnSpPr>
          <p:nvPr/>
        </p:nvCxnSpPr>
        <p:spPr bwMode="auto">
          <a:xfrm rot="10800000" flipV="1">
            <a:off x="2973259" y="4308934"/>
            <a:ext cx="502667" cy="6824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47"/>
          <p:cNvCxnSpPr>
            <a:cxnSpLocks noChangeShapeType="1"/>
            <a:stCxn id="52" idx="1"/>
            <a:endCxn id="105" idx="6"/>
          </p:cNvCxnSpPr>
          <p:nvPr/>
        </p:nvCxnSpPr>
        <p:spPr bwMode="auto">
          <a:xfrm rot="10800000" flipV="1">
            <a:off x="900647" y="4308933"/>
            <a:ext cx="2575279" cy="5590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47"/>
          <p:cNvCxnSpPr>
            <a:cxnSpLocks noChangeShapeType="1"/>
            <a:stCxn id="55" idx="6"/>
            <a:endCxn id="52" idx="3"/>
          </p:cNvCxnSpPr>
          <p:nvPr/>
        </p:nvCxnSpPr>
        <p:spPr bwMode="auto">
          <a:xfrm rot="16200000" flipV="1">
            <a:off x="4971073" y="3336073"/>
            <a:ext cx="54804" cy="200052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 name="AutoShape 47"/>
          <p:cNvCxnSpPr>
            <a:cxnSpLocks noChangeShapeType="1"/>
            <a:stCxn id="109" idx="0"/>
            <a:endCxn id="107" idx="2"/>
          </p:cNvCxnSpPr>
          <p:nvPr/>
        </p:nvCxnSpPr>
        <p:spPr bwMode="auto">
          <a:xfrm rot="16200000" flipV="1">
            <a:off x="2922123" y="4604527"/>
            <a:ext cx="102273"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AutoShape 47"/>
          <p:cNvCxnSpPr>
            <a:cxnSpLocks noChangeShapeType="1"/>
            <a:stCxn id="55" idx="2"/>
            <a:endCxn id="56" idx="0"/>
          </p:cNvCxnSpPr>
          <p:nvPr/>
        </p:nvCxnSpPr>
        <p:spPr bwMode="auto">
          <a:xfrm rot="5400000">
            <a:off x="5954546" y="4584143"/>
            <a:ext cx="88384" cy="127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47"/>
          <p:cNvCxnSpPr>
            <a:cxnSpLocks noChangeShapeType="1"/>
            <a:stCxn id="148" idx="0"/>
            <a:endCxn id="56" idx="2"/>
          </p:cNvCxnSpPr>
          <p:nvPr/>
        </p:nvCxnSpPr>
        <p:spPr bwMode="auto">
          <a:xfrm rot="16200000" flipV="1">
            <a:off x="5966910" y="4804626"/>
            <a:ext cx="67113" cy="345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 name="AutoShape 27"/>
          <p:cNvSpPr>
            <a:spLocks noChangeArrowheads="1"/>
          </p:cNvSpPr>
          <p:nvPr/>
        </p:nvSpPr>
        <p:spPr bwMode="auto">
          <a:xfrm>
            <a:off x="7636104" y="4208036"/>
            <a:ext cx="660400" cy="201794"/>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216" name="AutoShape 37"/>
          <p:cNvSpPr>
            <a:spLocks noChangeArrowheads="1"/>
          </p:cNvSpPr>
          <p:nvPr/>
        </p:nvSpPr>
        <p:spPr bwMode="auto">
          <a:xfrm>
            <a:off x="7541149" y="3721787"/>
            <a:ext cx="996950" cy="18494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10040_CARE_TECH_NMNI</a:t>
            </a:r>
          </a:p>
        </p:txBody>
      </p:sp>
      <p:sp>
        <p:nvSpPr>
          <p:cNvPr id="217" name="Text Box 157"/>
          <p:cNvSpPr txBox="1">
            <a:spLocks noChangeArrowheads="1"/>
          </p:cNvSpPr>
          <p:nvPr/>
        </p:nvSpPr>
        <p:spPr bwMode="auto">
          <a:xfrm>
            <a:off x="7932235" y="4467512"/>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18" name="Text Box 156"/>
          <p:cNvSpPr txBox="1">
            <a:spLocks noChangeArrowheads="1"/>
          </p:cNvSpPr>
          <p:nvPr/>
        </p:nvSpPr>
        <p:spPr bwMode="auto">
          <a:xfrm>
            <a:off x="8373403" y="4133925"/>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219" name="AutoShape 69"/>
          <p:cNvCxnSpPr>
            <a:cxnSpLocks noChangeShapeType="1"/>
            <a:stCxn id="216" idx="3"/>
            <a:endCxn id="214" idx="0"/>
          </p:cNvCxnSpPr>
          <p:nvPr/>
        </p:nvCxnSpPr>
        <p:spPr bwMode="auto">
          <a:xfrm flipH="1">
            <a:off x="8296504" y="3814259"/>
            <a:ext cx="241595" cy="494674"/>
          </a:xfrm>
          <a:prstGeom prst="bentConnector3">
            <a:avLst>
              <a:gd name="adj1" fmla="val -9462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AutoShape 13"/>
          <p:cNvCxnSpPr>
            <a:cxnSpLocks noChangeShapeType="1"/>
            <a:stCxn id="128" idx="1"/>
            <a:endCxn id="82" idx="3"/>
          </p:cNvCxnSpPr>
          <p:nvPr/>
        </p:nvCxnSpPr>
        <p:spPr bwMode="auto">
          <a:xfrm rot="10800000">
            <a:off x="4850514" y="3814016"/>
            <a:ext cx="946564" cy="2207"/>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21" name="AutoShape 69"/>
          <p:cNvCxnSpPr>
            <a:cxnSpLocks noChangeShapeType="1"/>
            <a:stCxn id="214" idx="2"/>
            <a:endCxn id="222" idx="0"/>
          </p:cNvCxnSpPr>
          <p:nvPr/>
        </p:nvCxnSpPr>
        <p:spPr bwMode="auto">
          <a:xfrm rot="5400000">
            <a:off x="7816565" y="4546991"/>
            <a:ext cx="286901" cy="1257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2" name="AutoShape 55"/>
          <p:cNvSpPr>
            <a:spLocks noChangeArrowheads="1"/>
          </p:cNvSpPr>
          <p:nvPr/>
        </p:nvSpPr>
        <p:spPr bwMode="auto">
          <a:xfrm>
            <a:off x="7392568" y="4696731"/>
            <a:ext cx="1122314" cy="12517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10040_CARE_TECH_NMNI_X2</a:t>
            </a:r>
          </a:p>
        </p:txBody>
      </p:sp>
      <p:cxnSp>
        <p:nvCxnSpPr>
          <p:cNvPr id="224" name="AutoShape 69"/>
          <p:cNvCxnSpPr>
            <a:cxnSpLocks noChangeShapeType="1"/>
            <a:stCxn id="128" idx="3"/>
            <a:endCxn id="216" idx="1"/>
          </p:cNvCxnSpPr>
          <p:nvPr/>
        </p:nvCxnSpPr>
        <p:spPr bwMode="auto">
          <a:xfrm flipV="1">
            <a:off x="7040563" y="3814259"/>
            <a:ext cx="500586" cy="196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AutoShape 47"/>
          <p:cNvCxnSpPr>
            <a:cxnSpLocks noChangeShapeType="1"/>
            <a:stCxn id="214" idx="5"/>
            <a:endCxn id="52" idx="3"/>
          </p:cNvCxnSpPr>
          <p:nvPr/>
        </p:nvCxnSpPr>
        <p:spPr bwMode="auto">
          <a:xfrm rot="10800000" flipV="1">
            <a:off x="3998212" y="4308932"/>
            <a:ext cx="3663116"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AutoShape 47"/>
          <p:cNvCxnSpPr>
            <a:cxnSpLocks noChangeShapeType="1"/>
            <a:stCxn id="222" idx="2"/>
            <a:endCxn id="142" idx="3"/>
          </p:cNvCxnSpPr>
          <p:nvPr/>
        </p:nvCxnSpPr>
        <p:spPr bwMode="auto">
          <a:xfrm rot="5400000">
            <a:off x="6903580" y="4459193"/>
            <a:ext cx="687434" cy="141285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5" name="AutoShape 47"/>
          <p:cNvCxnSpPr>
            <a:cxnSpLocks noChangeShapeType="1"/>
            <a:stCxn id="148" idx="2"/>
            <a:endCxn id="142" idx="0"/>
          </p:cNvCxnSpPr>
          <p:nvPr/>
        </p:nvCxnSpPr>
        <p:spPr bwMode="auto">
          <a:xfrm rot="5400000">
            <a:off x="5778661" y="5188890"/>
            <a:ext cx="443610" cy="345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AutoShape 47"/>
          <p:cNvCxnSpPr>
            <a:cxnSpLocks noChangeShapeType="1"/>
            <a:stCxn id="145" idx="2"/>
            <a:endCxn id="140" idx="0"/>
          </p:cNvCxnSpPr>
          <p:nvPr/>
        </p:nvCxnSpPr>
        <p:spPr bwMode="auto">
          <a:xfrm rot="5400000">
            <a:off x="2770816" y="5210099"/>
            <a:ext cx="429585" cy="654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6" name="AutoShape 47"/>
          <p:cNvCxnSpPr>
            <a:cxnSpLocks noChangeShapeType="1"/>
            <a:stCxn id="109" idx="2"/>
          </p:cNvCxnSpPr>
          <p:nvPr/>
        </p:nvCxnSpPr>
        <p:spPr bwMode="auto">
          <a:xfrm rot="5400000">
            <a:off x="2810206" y="4881162"/>
            <a:ext cx="230658" cy="9544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Rectangle 68"/>
          <p:cNvSpPr>
            <a:spLocks noChangeArrowheads="1"/>
          </p:cNvSpPr>
          <p:nvPr/>
        </p:nvSpPr>
        <p:spPr bwMode="auto">
          <a:xfrm>
            <a:off x="5797078" y="3562306"/>
            <a:ext cx="124348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sp>
        <p:nvSpPr>
          <p:cNvPr id="126" name="AutoShape 98">
            <a:hlinkClick r:id="rId3" action="ppaction://hlinksldjump"/>
          </p:cNvPr>
          <p:cNvSpPr>
            <a:spLocks noChangeArrowheads="1"/>
          </p:cNvSpPr>
          <p:nvPr/>
        </p:nvSpPr>
        <p:spPr bwMode="auto">
          <a:xfrm rot="10800000">
            <a:off x="2274787" y="533152"/>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TECHNIQUE CC</a:t>
            </a:r>
          </a:p>
        </p:txBody>
      </p:sp>
      <p:sp>
        <p:nvSpPr>
          <p:cNvPr id="111" name="AutoShape 41"/>
          <p:cNvSpPr>
            <a:spLocks noChangeArrowheads="1"/>
          </p:cNvSpPr>
          <p:nvPr/>
        </p:nvSpPr>
        <p:spPr bwMode="auto">
          <a:xfrm>
            <a:off x="3098450" y="3025590"/>
            <a:ext cx="1300131" cy="23113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strike="sngStrike">
                <a:solidFill>
                  <a:srgbClr val="000000"/>
                </a:solidFill>
              </a:rPr>
              <a:t>10040_CARE_TECH_MENU_CHOIX</a:t>
            </a:r>
          </a:p>
          <a:p>
            <a:pPr algn="ctr" eaLnBrk="0" hangingPunct="0"/>
            <a:r>
              <a:rPr lang="fr-FR" sz="600" b="1">
                <a:solidFill>
                  <a:srgbClr val="000000"/>
                </a:solidFill>
              </a:rPr>
              <a:t>10000_CARE_TECH_MENU_CHOIX</a:t>
            </a:r>
          </a:p>
        </p:txBody>
      </p:sp>
      <p:sp>
        <p:nvSpPr>
          <p:cNvPr id="185" name="Text Box 157"/>
          <p:cNvSpPr txBox="1">
            <a:spLocks noChangeArrowheads="1"/>
          </p:cNvSpPr>
          <p:nvPr/>
        </p:nvSpPr>
        <p:spPr bwMode="auto">
          <a:xfrm>
            <a:off x="2386080" y="158007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211" name="Connecteur en angle 210"/>
          <p:cNvCxnSpPr>
            <a:stCxn id="82" idx="2"/>
          </p:cNvCxnSpPr>
          <p:nvPr/>
        </p:nvCxnSpPr>
        <p:spPr bwMode="auto">
          <a:xfrm rot="5400000">
            <a:off x="3737551" y="4101979"/>
            <a:ext cx="25441" cy="351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0" name="AutoShape 131"/>
          <p:cNvSpPr>
            <a:spLocks noChangeArrowheads="1"/>
          </p:cNvSpPr>
          <p:nvPr/>
        </p:nvSpPr>
        <p:spPr bwMode="auto">
          <a:xfrm>
            <a:off x="2736570" y="5812108"/>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 </a:t>
            </a:r>
          </a:p>
          <a:p>
            <a:pPr algn="ctr" eaLnBrk="0" hangingPunct="0"/>
            <a:r>
              <a:rPr lang="fr-FR" sz="600">
                <a:solidFill>
                  <a:srgbClr val="000000"/>
                </a:solidFill>
              </a:rPr>
              <a:t>Client</a:t>
            </a:r>
          </a:p>
        </p:txBody>
      </p:sp>
      <p:sp>
        <p:nvSpPr>
          <p:cNvPr id="384" name="AutoShape 142"/>
          <p:cNvSpPr>
            <a:spLocks noChangeArrowheads="1"/>
          </p:cNvSpPr>
          <p:nvPr/>
        </p:nvSpPr>
        <p:spPr bwMode="auto">
          <a:xfrm>
            <a:off x="4671005" y="6618797"/>
            <a:ext cx="806462" cy="19145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CARE FTT AUTRE</a:t>
            </a:r>
            <a:endParaRPr lang="fr-FR" sz="600" b="1" i="1"/>
          </a:p>
        </p:txBody>
      </p:sp>
      <p:sp>
        <p:nvSpPr>
          <p:cNvPr id="385" name="AutoShape 208"/>
          <p:cNvSpPr>
            <a:spLocks noChangeArrowheads="1"/>
          </p:cNvSpPr>
          <p:nvPr/>
        </p:nvSpPr>
        <p:spPr bwMode="auto">
          <a:xfrm>
            <a:off x="3431945" y="6619596"/>
            <a:ext cx="1052877" cy="15607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14000_CARE_FTT_AUTRE</a:t>
            </a:r>
          </a:p>
        </p:txBody>
      </p:sp>
      <p:cxnSp>
        <p:nvCxnSpPr>
          <p:cNvPr id="388" name="Connecteur en angle 387"/>
          <p:cNvCxnSpPr>
            <a:cxnSpLocks/>
            <a:stCxn id="380" idx="2"/>
            <a:endCxn id="385" idx="1"/>
          </p:cNvCxnSpPr>
          <p:nvPr/>
        </p:nvCxnSpPr>
        <p:spPr bwMode="auto">
          <a:xfrm rot="16200000" flipH="1">
            <a:off x="2946574" y="6212262"/>
            <a:ext cx="512055" cy="45868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AutoShape 132"/>
          <p:cNvCxnSpPr>
            <a:cxnSpLocks noChangeShapeType="1"/>
            <a:stCxn id="385" idx="3"/>
            <a:endCxn id="384" idx="1"/>
          </p:cNvCxnSpPr>
          <p:nvPr/>
        </p:nvCxnSpPr>
        <p:spPr bwMode="auto">
          <a:xfrm>
            <a:off x="4484822" y="6697634"/>
            <a:ext cx="186183" cy="1689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 name="AutoShape 208"/>
          <p:cNvSpPr>
            <a:spLocks noChangeArrowheads="1"/>
          </p:cNvSpPr>
          <p:nvPr/>
        </p:nvSpPr>
        <p:spPr bwMode="auto">
          <a:xfrm>
            <a:off x="3431945" y="6362454"/>
            <a:ext cx="1052877" cy="1755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14000_CARE_FTT_FTTB</a:t>
            </a:r>
          </a:p>
        </p:txBody>
      </p:sp>
      <p:cxnSp>
        <p:nvCxnSpPr>
          <p:cNvPr id="402" name="Connecteur en angle 401"/>
          <p:cNvCxnSpPr>
            <a:cxnSpLocks/>
            <a:stCxn id="380" idx="2"/>
            <a:endCxn id="400" idx="1"/>
          </p:cNvCxnSpPr>
          <p:nvPr/>
        </p:nvCxnSpPr>
        <p:spPr bwMode="auto">
          <a:xfrm rot="16200000" flipH="1">
            <a:off x="3070265" y="6088571"/>
            <a:ext cx="264672" cy="45868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4" name="AutoShape 132"/>
          <p:cNvCxnSpPr>
            <a:cxnSpLocks noChangeShapeType="1"/>
            <a:stCxn id="400" idx="3"/>
            <a:endCxn id="179" idx="1"/>
          </p:cNvCxnSpPr>
          <p:nvPr/>
        </p:nvCxnSpPr>
        <p:spPr bwMode="auto">
          <a:xfrm flipV="1">
            <a:off x="4484822" y="6449713"/>
            <a:ext cx="186183" cy="53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7" name="AutoShape 142"/>
          <p:cNvSpPr>
            <a:spLocks noChangeArrowheads="1"/>
          </p:cNvSpPr>
          <p:nvPr/>
        </p:nvSpPr>
        <p:spPr bwMode="auto">
          <a:xfrm>
            <a:off x="4657831" y="6107066"/>
            <a:ext cx="805497" cy="19383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CARE FTT FTTH</a:t>
            </a:r>
            <a:endParaRPr lang="fr-FR" sz="600" b="1" i="1"/>
          </a:p>
        </p:txBody>
      </p:sp>
      <p:cxnSp>
        <p:nvCxnSpPr>
          <p:cNvPr id="408" name="AutoShape 132"/>
          <p:cNvCxnSpPr>
            <a:cxnSpLocks noChangeShapeType="1"/>
            <a:stCxn id="409" idx="3"/>
            <a:endCxn id="407" idx="1"/>
          </p:cNvCxnSpPr>
          <p:nvPr/>
        </p:nvCxnSpPr>
        <p:spPr bwMode="auto">
          <a:xfrm flipV="1">
            <a:off x="4484823" y="6203982"/>
            <a:ext cx="173008" cy="6493"/>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 name="AutoShape 208"/>
          <p:cNvSpPr>
            <a:spLocks noChangeArrowheads="1"/>
          </p:cNvSpPr>
          <p:nvPr/>
        </p:nvSpPr>
        <p:spPr bwMode="auto">
          <a:xfrm>
            <a:off x="3431945" y="6108701"/>
            <a:ext cx="1052878" cy="20354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14000_CARE_FTT_FTTH</a:t>
            </a:r>
          </a:p>
        </p:txBody>
      </p:sp>
      <p:cxnSp>
        <p:nvCxnSpPr>
          <p:cNvPr id="410" name="Connecteur en angle 409"/>
          <p:cNvCxnSpPr>
            <a:cxnSpLocks/>
            <a:stCxn id="380" idx="2"/>
            <a:endCxn id="409" idx="1"/>
          </p:cNvCxnSpPr>
          <p:nvPr/>
        </p:nvCxnSpPr>
        <p:spPr bwMode="auto">
          <a:xfrm rot="16200000" flipH="1">
            <a:off x="3190153" y="5968683"/>
            <a:ext cx="24896" cy="45868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AutoShape 142"/>
          <p:cNvSpPr>
            <a:spLocks noChangeArrowheads="1"/>
          </p:cNvSpPr>
          <p:nvPr/>
        </p:nvSpPr>
        <p:spPr bwMode="auto">
          <a:xfrm>
            <a:off x="4671005" y="6361377"/>
            <a:ext cx="806462" cy="17667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p>
          <a:p>
            <a:pPr algn="ctr" eaLnBrk="0" hangingPunct="0"/>
            <a:r>
              <a:rPr lang="fr-FR" sz="600" b="1"/>
              <a:t>CARE FTT FTTB</a:t>
            </a:r>
          </a:p>
        </p:txBody>
      </p:sp>
      <p:cxnSp>
        <p:nvCxnSpPr>
          <p:cNvPr id="143" name="AutoShape 47"/>
          <p:cNvCxnSpPr>
            <a:cxnSpLocks noChangeShapeType="1"/>
            <a:stCxn id="245" idx="2"/>
            <a:endCxn id="152" idx="0"/>
          </p:cNvCxnSpPr>
          <p:nvPr/>
        </p:nvCxnSpPr>
        <p:spPr bwMode="auto">
          <a:xfrm rot="16200000" flipH="1">
            <a:off x="4190629" y="1331322"/>
            <a:ext cx="191903" cy="1413683"/>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47"/>
          <p:cNvCxnSpPr>
            <a:cxnSpLocks noChangeShapeType="1"/>
            <a:stCxn id="245" idx="2"/>
            <a:endCxn id="153" idx="0"/>
          </p:cNvCxnSpPr>
          <p:nvPr/>
        </p:nvCxnSpPr>
        <p:spPr bwMode="auto">
          <a:xfrm rot="16200000" flipH="1">
            <a:off x="4949834" y="572118"/>
            <a:ext cx="204942" cy="2945132"/>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47"/>
          <p:cNvCxnSpPr>
            <a:cxnSpLocks noChangeShapeType="1"/>
            <a:stCxn id="245" idx="2"/>
            <a:endCxn id="154" idx="0"/>
          </p:cNvCxnSpPr>
          <p:nvPr/>
        </p:nvCxnSpPr>
        <p:spPr bwMode="auto">
          <a:xfrm rot="16200000" flipH="1">
            <a:off x="5688332" y="-166380"/>
            <a:ext cx="193436" cy="4410622"/>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42"/>
          <p:cNvSpPr>
            <a:spLocks noChangeArrowheads="1"/>
          </p:cNvSpPr>
          <p:nvPr/>
        </p:nvSpPr>
        <p:spPr bwMode="auto">
          <a:xfrm>
            <a:off x="4309916" y="2134116"/>
            <a:ext cx="136701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11000_WCB_CARE_TECH_INTERNET</a:t>
            </a:r>
          </a:p>
        </p:txBody>
      </p:sp>
      <p:sp>
        <p:nvSpPr>
          <p:cNvPr id="153" name="AutoShape 42"/>
          <p:cNvSpPr>
            <a:spLocks noChangeArrowheads="1"/>
          </p:cNvSpPr>
          <p:nvPr/>
        </p:nvSpPr>
        <p:spPr bwMode="auto">
          <a:xfrm>
            <a:off x="5956119" y="2147155"/>
            <a:ext cx="1137504"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12000_WCB_CARE_TECH_TV</a:t>
            </a:r>
          </a:p>
        </p:txBody>
      </p:sp>
      <p:sp>
        <p:nvSpPr>
          <p:cNvPr id="154" name="AutoShape 42"/>
          <p:cNvSpPr>
            <a:spLocks noChangeArrowheads="1"/>
          </p:cNvSpPr>
          <p:nvPr/>
        </p:nvSpPr>
        <p:spPr bwMode="auto">
          <a:xfrm>
            <a:off x="7344835" y="2135649"/>
            <a:ext cx="1291051" cy="135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13000_WCB_CARE_TECH_AUTRE</a:t>
            </a:r>
          </a:p>
        </p:txBody>
      </p:sp>
      <p:cxnSp>
        <p:nvCxnSpPr>
          <p:cNvPr id="158" name="AutoShape 47"/>
          <p:cNvCxnSpPr>
            <a:cxnSpLocks noChangeShapeType="1"/>
            <a:endCxn id="153" idx="0"/>
          </p:cNvCxnSpPr>
          <p:nvPr/>
        </p:nvCxnSpPr>
        <p:spPr bwMode="auto">
          <a:xfrm>
            <a:off x="6524871" y="2073551"/>
            <a:ext cx="0" cy="73604"/>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CARE TECH</a:t>
            </a:r>
            <a:endParaRPr lang="fr-FR"/>
          </a:p>
        </p:txBody>
      </p:sp>
      <p:sp>
        <p:nvSpPr>
          <p:cNvPr id="167" name="Text Box 157"/>
          <p:cNvSpPr txBox="1">
            <a:spLocks noChangeArrowheads="1"/>
          </p:cNvSpPr>
          <p:nvPr/>
        </p:nvSpPr>
        <p:spPr bwMode="auto">
          <a:xfrm>
            <a:off x="4110508" y="1893086"/>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01</a:t>
            </a:r>
          </a:p>
        </p:txBody>
      </p:sp>
      <p:sp>
        <p:nvSpPr>
          <p:cNvPr id="168" name="Text Box 157"/>
          <p:cNvSpPr txBox="1">
            <a:spLocks noChangeArrowheads="1"/>
          </p:cNvSpPr>
          <p:nvPr/>
        </p:nvSpPr>
        <p:spPr bwMode="auto">
          <a:xfrm>
            <a:off x="5702492" y="1893541"/>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02</a:t>
            </a:r>
          </a:p>
        </p:txBody>
      </p:sp>
      <p:sp>
        <p:nvSpPr>
          <p:cNvPr id="174" name="Text Box 157"/>
          <p:cNvSpPr txBox="1">
            <a:spLocks noChangeArrowheads="1"/>
          </p:cNvSpPr>
          <p:nvPr/>
        </p:nvSpPr>
        <p:spPr bwMode="auto">
          <a:xfrm>
            <a:off x="7290154" y="1895206"/>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03</a:t>
            </a:r>
          </a:p>
        </p:txBody>
      </p:sp>
      <p:sp>
        <p:nvSpPr>
          <p:cNvPr id="159" name="AutoShape 31">
            <a:hlinkClick r:id="" action="ppaction://noaction"/>
          </p:cNvPr>
          <p:cNvSpPr>
            <a:spLocks noChangeArrowheads="1"/>
          </p:cNvSpPr>
          <p:nvPr/>
        </p:nvSpPr>
        <p:spPr bwMode="auto">
          <a:xfrm>
            <a:off x="4449266" y="2529779"/>
            <a:ext cx="1151100"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FIXE_WCB_CARE_TECH_INTERNET</a:t>
            </a:r>
          </a:p>
        </p:txBody>
      </p:sp>
      <p:sp>
        <p:nvSpPr>
          <p:cNvPr id="160" name="AutoShape 31">
            <a:hlinkClick r:id="" action="ppaction://noaction"/>
          </p:cNvPr>
          <p:cNvSpPr>
            <a:spLocks noChangeArrowheads="1"/>
          </p:cNvSpPr>
          <p:nvPr/>
        </p:nvSpPr>
        <p:spPr bwMode="auto">
          <a:xfrm>
            <a:off x="5978760" y="2500376"/>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FIXE_WCB_CARE_TECH_TV</a:t>
            </a:r>
          </a:p>
        </p:txBody>
      </p:sp>
      <p:sp>
        <p:nvSpPr>
          <p:cNvPr id="161" name="AutoShape 31">
            <a:hlinkClick r:id="" action="ppaction://noaction"/>
          </p:cNvPr>
          <p:cNvSpPr>
            <a:spLocks noChangeArrowheads="1"/>
          </p:cNvSpPr>
          <p:nvPr/>
        </p:nvSpPr>
        <p:spPr bwMode="auto">
          <a:xfrm>
            <a:off x="7424173" y="2505689"/>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FIXE_WCB_CARE_TECH_AUTRE</a:t>
            </a:r>
          </a:p>
        </p:txBody>
      </p:sp>
      <p:cxnSp>
        <p:nvCxnSpPr>
          <p:cNvPr id="47" name="Connecteur droit 46"/>
          <p:cNvCxnSpPr>
            <a:stCxn id="140" idx="2"/>
            <a:endCxn id="380" idx="0"/>
          </p:cNvCxnSpPr>
          <p:nvPr/>
        </p:nvCxnSpPr>
        <p:spPr bwMode="auto">
          <a:xfrm flipH="1">
            <a:off x="2973258" y="5577233"/>
            <a:ext cx="9079" cy="2348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Connecteur en angle 48"/>
          <p:cNvCxnSpPr>
            <a:stCxn id="137" idx="2"/>
            <a:endCxn id="380" idx="0"/>
          </p:cNvCxnSpPr>
          <p:nvPr/>
        </p:nvCxnSpPr>
        <p:spPr bwMode="auto">
          <a:xfrm rot="16200000" flipH="1">
            <a:off x="1835994" y="4674844"/>
            <a:ext cx="196514" cy="207801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AutoShape 31">
            <a:hlinkClick r:id="" action="ppaction://noaction"/>
          </p:cNvPr>
          <p:cNvSpPr>
            <a:spLocks noChangeArrowheads="1"/>
          </p:cNvSpPr>
          <p:nvPr/>
        </p:nvSpPr>
        <p:spPr bwMode="auto">
          <a:xfrm>
            <a:off x="319694" y="5446756"/>
            <a:ext cx="1151100"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FIXE_CARE_TECH_INTERNET</a:t>
            </a:r>
            <a:endParaRPr lang="fr-FR" sz="600">
              <a:solidFill>
                <a:srgbClr val="D31E05"/>
              </a:solidFill>
            </a:endParaRPr>
          </a:p>
        </p:txBody>
      </p:sp>
      <p:sp>
        <p:nvSpPr>
          <p:cNvPr id="140" name="AutoShape 31">
            <a:hlinkClick r:id="" action="ppaction://noaction"/>
          </p:cNvPr>
          <p:cNvSpPr>
            <a:spLocks noChangeArrowheads="1"/>
          </p:cNvSpPr>
          <p:nvPr/>
        </p:nvSpPr>
        <p:spPr bwMode="auto">
          <a:xfrm>
            <a:off x="2440206" y="5428162"/>
            <a:ext cx="1084262" cy="149071"/>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FIXE_CARE_TECH_TV</a:t>
            </a:r>
            <a:endParaRPr lang="fr-FR" sz="600">
              <a:solidFill>
                <a:srgbClr val="D31E05"/>
              </a:solidFill>
            </a:endParaRPr>
          </a:p>
        </p:txBody>
      </p:sp>
      <p:sp>
        <p:nvSpPr>
          <p:cNvPr id="142" name="AutoShape 31">
            <a:hlinkClick r:id="" action="ppaction://noaction"/>
          </p:cNvPr>
          <p:cNvSpPr>
            <a:spLocks noChangeArrowheads="1"/>
          </p:cNvSpPr>
          <p:nvPr/>
        </p:nvSpPr>
        <p:spPr bwMode="auto">
          <a:xfrm>
            <a:off x="5456607" y="5412422"/>
            <a:ext cx="1084262" cy="19383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FIXE_CARE_TECH_AUTRE</a:t>
            </a:r>
            <a:endParaRPr lang="fr-FR" sz="600">
              <a:solidFill>
                <a:srgbClr val="D31E05"/>
              </a:solidFill>
            </a:endParaRPr>
          </a:p>
        </p:txBody>
      </p:sp>
      <p:cxnSp>
        <p:nvCxnSpPr>
          <p:cNvPr id="110" name="Connecteur en angle 35"/>
          <p:cNvCxnSpPr>
            <a:stCxn id="115" idx="3"/>
            <a:endCxn id="114" idx="1"/>
          </p:cNvCxnSpPr>
          <p:nvPr/>
        </p:nvCxnSpPr>
        <p:spPr bwMode="auto">
          <a:xfrm>
            <a:off x="7608411" y="3381540"/>
            <a:ext cx="350576" cy="0"/>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AutoShape 131"/>
          <p:cNvSpPr>
            <a:spLocks noChangeArrowheads="1"/>
          </p:cNvSpPr>
          <p:nvPr/>
        </p:nvSpPr>
        <p:spPr bwMode="auto">
          <a:xfrm>
            <a:off x="5389604" y="2946802"/>
            <a:ext cx="480059" cy="350118"/>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 </a:t>
            </a:r>
          </a:p>
          <a:p>
            <a:pPr algn="ctr" eaLnBrk="0" hangingPunct="0"/>
            <a:r>
              <a:rPr lang="fr-FR" sz="600"/>
              <a:t>Client </a:t>
            </a:r>
          </a:p>
        </p:txBody>
      </p:sp>
      <p:sp>
        <p:nvSpPr>
          <p:cNvPr id="114" name="AutoShape 142"/>
          <p:cNvSpPr>
            <a:spLocks noChangeArrowheads="1"/>
          </p:cNvSpPr>
          <p:nvPr/>
        </p:nvSpPr>
        <p:spPr bwMode="auto">
          <a:xfrm>
            <a:off x="7958987" y="3273540"/>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CARE FTT AUTRE</a:t>
            </a:r>
            <a:endParaRPr lang="fr-FR" sz="600" i="1"/>
          </a:p>
        </p:txBody>
      </p:sp>
      <p:sp>
        <p:nvSpPr>
          <p:cNvPr id="115" name="AutoShape 208"/>
          <p:cNvSpPr>
            <a:spLocks noChangeArrowheads="1"/>
          </p:cNvSpPr>
          <p:nvPr/>
        </p:nvSpPr>
        <p:spPr bwMode="auto">
          <a:xfrm>
            <a:off x="6204411" y="3309540"/>
            <a:ext cx="1404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14000_WCB_FTT_AUTRE</a:t>
            </a:r>
          </a:p>
        </p:txBody>
      </p:sp>
      <p:sp>
        <p:nvSpPr>
          <p:cNvPr id="116" name="AutoShape 208"/>
          <p:cNvSpPr>
            <a:spLocks noChangeArrowheads="1"/>
          </p:cNvSpPr>
          <p:nvPr/>
        </p:nvSpPr>
        <p:spPr bwMode="auto">
          <a:xfrm>
            <a:off x="6204411" y="3055203"/>
            <a:ext cx="1404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14000_WCB_CARE_FTT_FTTB</a:t>
            </a:r>
          </a:p>
        </p:txBody>
      </p:sp>
      <p:sp>
        <p:nvSpPr>
          <p:cNvPr id="117" name="AutoShape 142"/>
          <p:cNvSpPr>
            <a:spLocks noChangeArrowheads="1"/>
          </p:cNvSpPr>
          <p:nvPr/>
        </p:nvSpPr>
        <p:spPr bwMode="auto">
          <a:xfrm>
            <a:off x="7958987" y="3022047"/>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WCB CARE FTT FTTB</a:t>
            </a:r>
          </a:p>
        </p:txBody>
      </p:sp>
      <p:sp>
        <p:nvSpPr>
          <p:cNvPr id="118" name="AutoShape 142"/>
          <p:cNvSpPr>
            <a:spLocks noChangeArrowheads="1"/>
          </p:cNvSpPr>
          <p:nvPr/>
        </p:nvSpPr>
        <p:spPr bwMode="auto">
          <a:xfrm>
            <a:off x="7953725" y="2777775"/>
            <a:ext cx="1008000" cy="216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CARE FTT FTTH</a:t>
            </a:r>
            <a:endParaRPr lang="fr-FR" sz="600" i="1"/>
          </a:p>
        </p:txBody>
      </p:sp>
      <p:sp>
        <p:nvSpPr>
          <p:cNvPr id="119" name="AutoShape 208"/>
          <p:cNvSpPr>
            <a:spLocks noChangeArrowheads="1"/>
          </p:cNvSpPr>
          <p:nvPr/>
        </p:nvSpPr>
        <p:spPr bwMode="auto">
          <a:xfrm>
            <a:off x="6199149" y="2813775"/>
            <a:ext cx="1404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14000_WCB_CARE_FTT_FTTH</a:t>
            </a:r>
          </a:p>
        </p:txBody>
      </p:sp>
      <p:cxnSp>
        <p:nvCxnSpPr>
          <p:cNvPr id="120" name="Connecteur en angle 119"/>
          <p:cNvCxnSpPr>
            <a:stCxn id="113" idx="3"/>
            <a:endCxn id="115" idx="1"/>
          </p:cNvCxnSpPr>
          <p:nvPr/>
        </p:nvCxnSpPr>
        <p:spPr bwMode="auto">
          <a:xfrm>
            <a:off x="5869663" y="3121861"/>
            <a:ext cx="334748" cy="259679"/>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Connecteur en angle 35"/>
          <p:cNvCxnSpPr>
            <a:stCxn id="116" idx="3"/>
            <a:endCxn id="117" idx="1"/>
          </p:cNvCxnSpPr>
          <p:nvPr/>
        </p:nvCxnSpPr>
        <p:spPr bwMode="auto">
          <a:xfrm>
            <a:off x="7608411" y="3127203"/>
            <a:ext cx="350576" cy="2844"/>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Connecteur en angle 121"/>
          <p:cNvCxnSpPr>
            <a:stCxn id="113" idx="3"/>
            <a:endCxn id="116" idx="1"/>
          </p:cNvCxnSpPr>
          <p:nvPr/>
        </p:nvCxnSpPr>
        <p:spPr bwMode="auto">
          <a:xfrm>
            <a:off x="5869663" y="3121861"/>
            <a:ext cx="334748" cy="5342"/>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Connecteur en angle 35"/>
          <p:cNvCxnSpPr>
            <a:stCxn id="119" idx="3"/>
            <a:endCxn id="118" idx="1"/>
          </p:cNvCxnSpPr>
          <p:nvPr/>
        </p:nvCxnSpPr>
        <p:spPr bwMode="auto">
          <a:xfrm>
            <a:off x="7603149" y="2885775"/>
            <a:ext cx="350576" cy="0"/>
          </a:xfrm>
          <a:prstGeom prst="straightConnector1">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Connecteur en angle 124"/>
          <p:cNvCxnSpPr>
            <a:stCxn id="113" idx="3"/>
            <a:endCxn id="119" idx="1"/>
          </p:cNvCxnSpPr>
          <p:nvPr/>
        </p:nvCxnSpPr>
        <p:spPr bwMode="auto">
          <a:xfrm flipV="1">
            <a:off x="5869663" y="2885775"/>
            <a:ext cx="329486" cy="236086"/>
          </a:xfrm>
          <a:prstGeom prst="bentConnector3">
            <a:avLst>
              <a:gd name="adj1" fmla="val 50000"/>
            </a:avLst>
          </a:prstGeom>
          <a:solidFill>
            <a:schemeClr val="accent1"/>
          </a:solidFill>
          <a:ln w="9525" cap="flat" cmpd="sng" algn="ctr">
            <a:solidFill>
              <a:srgbClr val="3333FF"/>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AutoShape 31">
            <a:hlinkClick r:id="" action="ppaction://noaction"/>
          </p:cNvPr>
          <p:cNvSpPr>
            <a:spLocks noChangeArrowheads="1"/>
          </p:cNvSpPr>
          <p:nvPr/>
        </p:nvSpPr>
        <p:spPr bwMode="auto">
          <a:xfrm>
            <a:off x="297523" y="4843166"/>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145" name="AutoShape 31">
            <a:hlinkClick r:id="" action="ppaction://noaction"/>
          </p:cNvPr>
          <p:cNvSpPr>
            <a:spLocks noChangeArrowheads="1"/>
          </p:cNvSpPr>
          <p:nvPr/>
        </p:nvSpPr>
        <p:spPr bwMode="auto">
          <a:xfrm>
            <a:off x="2377338" y="4869675"/>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148" name="AutoShape 31">
            <a:hlinkClick r:id="" action="ppaction://noaction"/>
          </p:cNvPr>
          <p:cNvSpPr>
            <a:spLocks noChangeArrowheads="1"/>
          </p:cNvSpPr>
          <p:nvPr/>
        </p:nvSpPr>
        <p:spPr bwMode="auto">
          <a:xfrm>
            <a:off x="5390653" y="4839910"/>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50" name="AutoShape 31">
            <a:hlinkClick r:id="" action="ppaction://noaction"/>
          </p:cNvPr>
          <p:cNvSpPr>
            <a:spLocks noChangeArrowheads="1"/>
          </p:cNvSpPr>
          <p:nvPr/>
        </p:nvSpPr>
        <p:spPr bwMode="auto">
          <a:xfrm>
            <a:off x="7367178" y="2318667"/>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151" name="AutoShape 31">
            <a:hlinkClick r:id="" action="ppaction://noaction"/>
          </p:cNvPr>
          <p:cNvSpPr>
            <a:spLocks noChangeArrowheads="1"/>
          </p:cNvSpPr>
          <p:nvPr/>
        </p:nvSpPr>
        <p:spPr bwMode="auto">
          <a:xfrm>
            <a:off x="5909351" y="2329059"/>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155" name="AutoShape 31">
            <a:hlinkClick r:id="" action="ppaction://noaction"/>
          </p:cNvPr>
          <p:cNvSpPr>
            <a:spLocks noChangeArrowheads="1"/>
          </p:cNvSpPr>
          <p:nvPr/>
        </p:nvSpPr>
        <p:spPr bwMode="auto">
          <a:xfrm>
            <a:off x="4398701" y="2317602"/>
            <a:ext cx="1223079" cy="128902"/>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cxnSp>
        <p:nvCxnSpPr>
          <p:cNvPr id="5" name="Connecteur droit 4"/>
          <p:cNvCxnSpPr>
            <a:cxnSpLocks/>
            <a:stCxn id="111" idx="2"/>
            <a:endCxn id="82" idx="0"/>
          </p:cNvCxnSpPr>
          <p:nvPr/>
        </p:nvCxnSpPr>
        <p:spPr bwMode="auto">
          <a:xfrm>
            <a:off x="3748516" y="3256729"/>
            <a:ext cx="3510" cy="2802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droit 6"/>
          <p:cNvCxnSpPr>
            <a:stCxn id="82" idx="2"/>
            <a:endCxn id="52" idx="0"/>
          </p:cNvCxnSpPr>
          <p:nvPr/>
        </p:nvCxnSpPr>
        <p:spPr bwMode="auto">
          <a:xfrm flipH="1">
            <a:off x="3737069" y="4091014"/>
            <a:ext cx="14957" cy="933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droit 53">
            <a:extLst>
              <a:ext uri="{FF2B5EF4-FFF2-40B4-BE49-F238E27FC236}">
                <a16:creationId xmlns:a16="http://schemas.microsoft.com/office/drawing/2014/main" id="{07A4776C-DC3B-4948-931D-F5ABED73CA33}"/>
              </a:ext>
            </a:extLst>
          </p:cNvPr>
          <p:cNvCxnSpPr>
            <a:stCxn id="159" idx="0"/>
            <a:endCxn id="155" idx="2"/>
          </p:cNvCxnSpPr>
          <p:nvPr/>
        </p:nvCxnSpPr>
        <p:spPr bwMode="auto">
          <a:xfrm flipH="1" flipV="1">
            <a:off x="5010241" y="2446504"/>
            <a:ext cx="14575" cy="8327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Connecteur droit 59">
            <a:extLst>
              <a:ext uri="{FF2B5EF4-FFF2-40B4-BE49-F238E27FC236}">
                <a16:creationId xmlns:a16="http://schemas.microsoft.com/office/drawing/2014/main" id="{5E172DF7-86A3-484B-83E2-59ABA564A54F}"/>
              </a:ext>
            </a:extLst>
          </p:cNvPr>
          <p:cNvCxnSpPr>
            <a:stCxn id="155" idx="0"/>
            <a:endCxn id="152" idx="2"/>
          </p:cNvCxnSpPr>
          <p:nvPr/>
        </p:nvCxnSpPr>
        <p:spPr bwMode="auto">
          <a:xfrm flipH="1" flipV="1">
            <a:off x="4993422" y="2269419"/>
            <a:ext cx="16819" cy="48183"/>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droit 61">
            <a:extLst>
              <a:ext uri="{FF2B5EF4-FFF2-40B4-BE49-F238E27FC236}">
                <a16:creationId xmlns:a16="http://schemas.microsoft.com/office/drawing/2014/main" id="{79858EE7-9393-4364-A6CF-AF7E96069AC1}"/>
              </a:ext>
            </a:extLst>
          </p:cNvPr>
          <p:cNvCxnSpPr>
            <a:stCxn id="151" idx="2"/>
            <a:endCxn id="160" idx="0"/>
          </p:cNvCxnSpPr>
          <p:nvPr/>
        </p:nvCxnSpPr>
        <p:spPr bwMode="auto">
          <a:xfrm>
            <a:off x="6520891" y="2457961"/>
            <a:ext cx="0" cy="4241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droit 64">
            <a:extLst>
              <a:ext uri="{FF2B5EF4-FFF2-40B4-BE49-F238E27FC236}">
                <a16:creationId xmlns:a16="http://schemas.microsoft.com/office/drawing/2014/main" id="{DB9C2E11-8E26-4D94-A46A-24EDD9D5BAFD}"/>
              </a:ext>
            </a:extLst>
          </p:cNvPr>
          <p:cNvCxnSpPr>
            <a:stCxn id="153" idx="2"/>
            <a:endCxn id="151" idx="0"/>
          </p:cNvCxnSpPr>
          <p:nvPr/>
        </p:nvCxnSpPr>
        <p:spPr bwMode="auto">
          <a:xfrm flipH="1">
            <a:off x="6520891" y="2282458"/>
            <a:ext cx="3980" cy="46601"/>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Connecteur droit 67">
            <a:extLst>
              <a:ext uri="{FF2B5EF4-FFF2-40B4-BE49-F238E27FC236}">
                <a16:creationId xmlns:a16="http://schemas.microsoft.com/office/drawing/2014/main" id="{26C25D1C-C1D8-4A57-9FF0-BD1D49C27975}"/>
              </a:ext>
            </a:extLst>
          </p:cNvPr>
          <p:cNvCxnSpPr>
            <a:stCxn id="150" idx="0"/>
            <a:endCxn id="154" idx="2"/>
          </p:cNvCxnSpPr>
          <p:nvPr/>
        </p:nvCxnSpPr>
        <p:spPr bwMode="auto">
          <a:xfrm flipV="1">
            <a:off x="7978718" y="2270952"/>
            <a:ext cx="11643" cy="47715"/>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Connecteur droit 69">
            <a:extLst>
              <a:ext uri="{FF2B5EF4-FFF2-40B4-BE49-F238E27FC236}">
                <a16:creationId xmlns:a16="http://schemas.microsoft.com/office/drawing/2014/main" id="{BC7B3F37-BC16-4C9C-A031-EA5A850A4E0F}"/>
              </a:ext>
            </a:extLst>
          </p:cNvPr>
          <p:cNvCxnSpPr>
            <a:stCxn id="161" idx="0"/>
            <a:endCxn id="150" idx="2"/>
          </p:cNvCxnSpPr>
          <p:nvPr/>
        </p:nvCxnSpPr>
        <p:spPr bwMode="auto">
          <a:xfrm flipV="1">
            <a:off x="7966304" y="2447569"/>
            <a:ext cx="12414" cy="58120"/>
          </a:xfrm>
          <a:prstGeom prst="line">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Connecteur en angle 48">
            <a:extLst>
              <a:ext uri="{FF2B5EF4-FFF2-40B4-BE49-F238E27FC236}">
                <a16:creationId xmlns:a16="http://schemas.microsoft.com/office/drawing/2014/main" id="{E5BDBC3E-33BF-42E1-9FC2-BD3CED443048}"/>
              </a:ext>
            </a:extLst>
          </p:cNvPr>
          <p:cNvCxnSpPr>
            <a:cxnSpLocks/>
            <a:stCxn id="142" idx="2"/>
            <a:endCxn id="380" idx="0"/>
          </p:cNvCxnSpPr>
          <p:nvPr/>
        </p:nvCxnSpPr>
        <p:spPr bwMode="auto">
          <a:xfrm rot="5400000">
            <a:off x="4383071" y="4196441"/>
            <a:ext cx="205854" cy="302548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AutoShape 31">
            <a:hlinkClick r:id="" action="ppaction://noaction"/>
            <a:extLst>
              <a:ext uri="{FF2B5EF4-FFF2-40B4-BE49-F238E27FC236}">
                <a16:creationId xmlns:a16="http://schemas.microsoft.com/office/drawing/2014/main" id="{1DD51E6B-100A-49DF-BD2E-5B159D5ACEC5}"/>
              </a:ext>
            </a:extLst>
          </p:cNvPr>
          <p:cNvSpPr>
            <a:spLocks noChangeArrowheads="1"/>
          </p:cNvSpPr>
          <p:nvPr/>
        </p:nvSpPr>
        <p:spPr bwMode="auto">
          <a:xfrm>
            <a:off x="3185406" y="3310640"/>
            <a:ext cx="1118281" cy="1140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FIXE_CARE_TECH_PRIMO</a:t>
            </a:r>
          </a:p>
        </p:txBody>
      </p:sp>
      <p:sp>
        <p:nvSpPr>
          <p:cNvPr id="239" name="AutoShape 68">
            <a:hlinkClick r:id="rId4" action="ppaction://hlinksldjump"/>
            <a:extLst>
              <a:ext uri="{FF2B5EF4-FFF2-40B4-BE49-F238E27FC236}">
                <a16:creationId xmlns:a16="http://schemas.microsoft.com/office/drawing/2014/main" id="{8D06FA75-FD59-46EA-92E1-E57E3F042ECA}"/>
              </a:ext>
            </a:extLst>
          </p:cNvPr>
          <p:cNvSpPr>
            <a:spLocks noChangeArrowheads="1"/>
          </p:cNvSpPr>
          <p:nvPr/>
        </p:nvSpPr>
        <p:spPr bwMode="auto">
          <a:xfrm>
            <a:off x="2377338" y="1243377"/>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WCB DIGITAL ?</a:t>
            </a:r>
          </a:p>
        </p:txBody>
      </p:sp>
      <p:cxnSp>
        <p:nvCxnSpPr>
          <p:cNvPr id="141" name="Connecteur droit avec flèche 140">
            <a:extLst>
              <a:ext uri="{FF2B5EF4-FFF2-40B4-BE49-F238E27FC236}">
                <a16:creationId xmlns:a16="http://schemas.microsoft.com/office/drawing/2014/main" id="{8963F860-77A2-4C0E-A88F-6FAFB428CCD0}"/>
              </a:ext>
            </a:extLst>
          </p:cNvPr>
          <p:cNvCxnSpPr>
            <a:stCxn id="126" idx="0"/>
            <a:endCxn id="239" idx="0"/>
          </p:cNvCxnSpPr>
          <p:nvPr/>
        </p:nvCxnSpPr>
        <p:spPr bwMode="auto">
          <a:xfrm>
            <a:off x="2767863" y="889773"/>
            <a:ext cx="0" cy="3536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4" name="AutoShape 41">
            <a:extLst>
              <a:ext uri="{FF2B5EF4-FFF2-40B4-BE49-F238E27FC236}">
                <a16:creationId xmlns:a16="http://schemas.microsoft.com/office/drawing/2014/main" id="{C7A83EE8-51B3-49C5-A2A2-ECF219623C44}"/>
              </a:ext>
            </a:extLst>
          </p:cNvPr>
          <p:cNvSpPr>
            <a:spLocks noChangeArrowheads="1"/>
          </p:cNvSpPr>
          <p:nvPr/>
        </p:nvSpPr>
        <p:spPr bwMode="auto">
          <a:xfrm>
            <a:off x="2819053" y="1580073"/>
            <a:ext cx="1527661" cy="13099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10000_WCB_CARE_TECH_MENU_CHOIX</a:t>
            </a:r>
          </a:p>
        </p:txBody>
      </p:sp>
      <p:sp>
        <p:nvSpPr>
          <p:cNvPr id="245" name="AutoShape 31">
            <a:hlinkClick r:id="" action="ppaction://noaction"/>
            <a:extLst>
              <a:ext uri="{FF2B5EF4-FFF2-40B4-BE49-F238E27FC236}">
                <a16:creationId xmlns:a16="http://schemas.microsoft.com/office/drawing/2014/main" id="{25AE0565-C23F-4F13-8AC7-4DED4D3376F8}"/>
              </a:ext>
            </a:extLst>
          </p:cNvPr>
          <p:cNvSpPr>
            <a:spLocks noChangeArrowheads="1"/>
          </p:cNvSpPr>
          <p:nvPr/>
        </p:nvSpPr>
        <p:spPr bwMode="auto">
          <a:xfrm>
            <a:off x="2959988" y="1796577"/>
            <a:ext cx="1239501" cy="14563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FIXE_WCB_CARE_TECH_PRIMO</a:t>
            </a:r>
          </a:p>
        </p:txBody>
      </p:sp>
      <p:cxnSp>
        <p:nvCxnSpPr>
          <p:cNvPr id="146" name="Connecteur : en angle 145">
            <a:extLst>
              <a:ext uri="{FF2B5EF4-FFF2-40B4-BE49-F238E27FC236}">
                <a16:creationId xmlns:a16="http://schemas.microsoft.com/office/drawing/2014/main" id="{A0E7EAAA-7CB7-4E6A-8951-9EFFEA5F2F8A}"/>
              </a:ext>
            </a:extLst>
          </p:cNvPr>
          <p:cNvCxnSpPr>
            <a:cxnSpLocks/>
            <a:stCxn id="239" idx="3"/>
            <a:endCxn id="244" idx="0"/>
          </p:cNvCxnSpPr>
          <p:nvPr/>
        </p:nvCxnSpPr>
        <p:spPr bwMode="auto">
          <a:xfrm>
            <a:off x="3158388" y="1403715"/>
            <a:ext cx="424496" cy="176358"/>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droit 175">
            <a:extLst>
              <a:ext uri="{FF2B5EF4-FFF2-40B4-BE49-F238E27FC236}">
                <a16:creationId xmlns:a16="http://schemas.microsoft.com/office/drawing/2014/main" id="{555A5D08-F2EC-44AC-9E97-96624EBC758B}"/>
              </a:ext>
            </a:extLst>
          </p:cNvPr>
          <p:cNvCxnSpPr>
            <a:cxnSpLocks/>
            <a:stCxn id="244" idx="2"/>
            <a:endCxn id="245" idx="0"/>
          </p:cNvCxnSpPr>
          <p:nvPr/>
        </p:nvCxnSpPr>
        <p:spPr bwMode="auto">
          <a:xfrm flipH="1">
            <a:off x="3579739" y="1711066"/>
            <a:ext cx="3145" cy="85511"/>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3" name="Text Box 157">
            <a:extLst>
              <a:ext uri="{FF2B5EF4-FFF2-40B4-BE49-F238E27FC236}">
                <a16:creationId xmlns:a16="http://schemas.microsoft.com/office/drawing/2014/main" id="{95EDE523-FE41-4BB9-9612-64DF2A40B1F5}"/>
              </a:ext>
            </a:extLst>
          </p:cNvPr>
          <p:cNvSpPr txBox="1">
            <a:spLocks noChangeArrowheads="1"/>
          </p:cNvSpPr>
          <p:nvPr/>
        </p:nvSpPr>
        <p:spPr bwMode="auto">
          <a:xfrm>
            <a:off x="3200899" y="1215502"/>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30" name="AutoShape 73">
            <a:extLst>
              <a:ext uri="{FF2B5EF4-FFF2-40B4-BE49-F238E27FC236}">
                <a16:creationId xmlns:a16="http://schemas.microsoft.com/office/drawing/2014/main" id="{B829B76F-A925-4234-B9D1-D4761A79C042}"/>
              </a:ext>
            </a:extLst>
          </p:cNvPr>
          <p:cNvSpPr>
            <a:spLocks noChangeArrowheads="1"/>
          </p:cNvSpPr>
          <p:nvPr/>
        </p:nvSpPr>
        <p:spPr bwMode="auto">
          <a:xfrm>
            <a:off x="3312909" y="2509346"/>
            <a:ext cx="86888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FTT CARE</a:t>
            </a:r>
          </a:p>
          <a:p>
            <a:pPr algn="ctr" defTabSz="379413" eaLnBrk="0" hangingPunct="0"/>
            <a:r>
              <a:rPr lang="fr-FR" sz="600">
                <a:solidFill>
                  <a:srgbClr val="FFFFFF"/>
                </a:solidFill>
              </a:rPr>
              <a:t>TECH</a:t>
            </a:r>
          </a:p>
        </p:txBody>
      </p:sp>
      <p:sp>
        <p:nvSpPr>
          <p:cNvPr id="131" name="AutoShape 42">
            <a:extLst>
              <a:ext uri="{FF2B5EF4-FFF2-40B4-BE49-F238E27FC236}">
                <a16:creationId xmlns:a16="http://schemas.microsoft.com/office/drawing/2014/main" id="{BA786DCF-6944-4862-A6DA-CAA2DD0FB45D}"/>
              </a:ext>
            </a:extLst>
          </p:cNvPr>
          <p:cNvSpPr>
            <a:spLocks noChangeArrowheads="1"/>
          </p:cNvSpPr>
          <p:nvPr/>
        </p:nvSpPr>
        <p:spPr bwMode="auto">
          <a:xfrm>
            <a:off x="1800108" y="2628922"/>
            <a:ext cx="1280196"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10000_</a:t>
            </a:r>
            <a:r>
              <a:rPr lang="fr-FR" sz="600" b="1">
                <a:solidFill>
                  <a:srgbClr val="000000"/>
                </a:solidFill>
              </a:rPr>
              <a:t>CARE</a:t>
            </a:r>
            <a:r>
              <a:rPr kumimoji="0" lang="fr-FR" sz="600" b="1" i="0" u="none" strike="noStrike" kern="1200" cap="none" spc="0" normalizeH="0" baseline="0" noProof="0">
                <a:ln>
                  <a:noFill/>
                </a:ln>
                <a:solidFill>
                  <a:srgbClr val="000000"/>
                </a:solidFill>
                <a:effectLst/>
                <a:uLnTx/>
                <a:uFillTx/>
                <a:latin typeface="Arial" charset="0"/>
                <a:ea typeface="ＭＳ Ｐゴシック" pitchFamily="1" charset="-128"/>
                <a:cs typeface="+mn-cs"/>
              </a:rPr>
              <a:t>_TECH_OK</a:t>
            </a:r>
          </a:p>
        </p:txBody>
      </p:sp>
      <p:cxnSp>
        <p:nvCxnSpPr>
          <p:cNvPr id="133" name="Connecteur droit 132">
            <a:extLst>
              <a:ext uri="{FF2B5EF4-FFF2-40B4-BE49-F238E27FC236}">
                <a16:creationId xmlns:a16="http://schemas.microsoft.com/office/drawing/2014/main" id="{63B5C263-4C1F-4A27-9168-FD934ECC7E05}"/>
              </a:ext>
            </a:extLst>
          </p:cNvPr>
          <p:cNvCxnSpPr>
            <a:stCxn id="130" idx="1"/>
            <a:endCxn id="131" idx="3"/>
          </p:cNvCxnSpPr>
          <p:nvPr/>
        </p:nvCxnSpPr>
        <p:spPr bwMode="auto">
          <a:xfrm flipH="1">
            <a:off x="3080304" y="2701153"/>
            <a:ext cx="23260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 en angle 9">
            <a:extLst>
              <a:ext uri="{FF2B5EF4-FFF2-40B4-BE49-F238E27FC236}">
                <a16:creationId xmlns:a16="http://schemas.microsoft.com/office/drawing/2014/main" id="{594A99F5-4DFF-4852-9B7A-3252E2C17ADE}"/>
              </a:ext>
            </a:extLst>
          </p:cNvPr>
          <p:cNvCxnSpPr>
            <a:stCxn id="239" idx="2"/>
            <a:endCxn id="130" idx="0"/>
          </p:cNvCxnSpPr>
          <p:nvPr/>
        </p:nvCxnSpPr>
        <p:spPr bwMode="auto">
          <a:xfrm rot="16200000" flipH="1">
            <a:off x="2784961" y="1546954"/>
            <a:ext cx="945294" cy="979490"/>
          </a:xfrm>
          <a:prstGeom prst="bentConnector3">
            <a:avLst>
              <a:gd name="adj1" fmla="val 7303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a:extLst>
              <a:ext uri="{FF2B5EF4-FFF2-40B4-BE49-F238E27FC236}">
                <a16:creationId xmlns:a16="http://schemas.microsoft.com/office/drawing/2014/main" id="{3ACC3A00-D22A-43FF-824A-4AD32C820D21}"/>
              </a:ext>
            </a:extLst>
          </p:cNvPr>
          <p:cNvCxnSpPr>
            <a:cxnSpLocks/>
            <a:stCxn id="130" idx="2"/>
            <a:endCxn id="111" idx="0"/>
          </p:cNvCxnSpPr>
          <p:nvPr/>
        </p:nvCxnSpPr>
        <p:spPr bwMode="auto">
          <a:xfrm>
            <a:off x="3747353" y="2892960"/>
            <a:ext cx="1163" cy="1326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 en angle 29">
            <a:extLst>
              <a:ext uri="{FF2B5EF4-FFF2-40B4-BE49-F238E27FC236}">
                <a16:creationId xmlns:a16="http://schemas.microsoft.com/office/drawing/2014/main" id="{AF887BC3-3C52-4D09-AE0D-60EA6214DEB9}"/>
              </a:ext>
            </a:extLst>
          </p:cNvPr>
          <p:cNvCxnSpPr>
            <a:stCxn id="163" idx="1"/>
            <a:endCxn id="380" idx="0"/>
          </p:cNvCxnSpPr>
          <p:nvPr/>
        </p:nvCxnSpPr>
        <p:spPr bwMode="auto">
          <a:xfrm rot="10800000" flipH="1" flipV="1">
            <a:off x="368014" y="2709246"/>
            <a:ext cx="2605243" cy="3102862"/>
          </a:xfrm>
          <a:prstGeom prst="bentConnector4">
            <a:avLst>
              <a:gd name="adj1" fmla="val -8775"/>
              <a:gd name="adj2" fmla="val 9916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157">
            <a:extLst>
              <a:ext uri="{FF2B5EF4-FFF2-40B4-BE49-F238E27FC236}">
                <a16:creationId xmlns:a16="http://schemas.microsoft.com/office/drawing/2014/main" id="{187DCBFC-4E40-45AC-A871-AA4C346BEB4F}"/>
              </a:ext>
            </a:extLst>
          </p:cNvPr>
          <p:cNvSpPr txBox="1">
            <a:spLocks noChangeArrowheads="1"/>
          </p:cNvSpPr>
          <p:nvPr/>
        </p:nvSpPr>
        <p:spPr bwMode="auto">
          <a:xfrm>
            <a:off x="2972439" y="2412787"/>
            <a:ext cx="46198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ACTIVE</a:t>
            </a:r>
          </a:p>
        </p:txBody>
      </p:sp>
      <p:sp>
        <p:nvSpPr>
          <p:cNvPr id="162" name="Text Box 157">
            <a:extLst>
              <a:ext uri="{FF2B5EF4-FFF2-40B4-BE49-F238E27FC236}">
                <a16:creationId xmlns:a16="http://schemas.microsoft.com/office/drawing/2014/main" id="{F6F8227B-48E0-406F-9D2A-DC67EA8FFE87}"/>
              </a:ext>
            </a:extLst>
          </p:cNvPr>
          <p:cNvSpPr txBox="1">
            <a:spLocks noChangeArrowheads="1"/>
          </p:cNvSpPr>
          <p:nvPr/>
        </p:nvSpPr>
        <p:spPr bwMode="auto">
          <a:xfrm>
            <a:off x="3124084" y="2817435"/>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163" name="AutoShape 31">
            <a:hlinkClick r:id="" action="ppaction://noaction"/>
            <a:extLst>
              <a:ext uri="{FF2B5EF4-FFF2-40B4-BE49-F238E27FC236}">
                <a16:creationId xmlns:a16="http://schemas.microsoft.com/office/drawing/2014/main" id="{EC76C4F0-3EC1-40BB-A6F8-7EDC4F5D776C}"/>
              </a:ext>
            </a:extLst>
          </p:cNvPr>
          <p:cNvSpPr>
            <a:spLocks noChangeArrowheads="1"/>
          </p:cNvSpPr>
          <p:nvPr/>
        </p:nvSpPr>
        <p:spPr bwMode="auto">
          <a:xfrm>
            <a:off x="368015" y="2636428"/>
            <a:ext cx="1239501" cy="14563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FIXE_CARE_TECH_OK</a:t>
            </a:r>
          </a:p>
        </p:txBody>
      </p:sp>
      <p:cxnSp>
        <p:nvCxnSpPr>
          <p:cNvPr id="40" name="Connecteur droit 39">
            <a:extLst>
              <a:ext uri="{FF2B5EF4-FFF2-40B4-BE49-F238E27FC236}">
                <a16:creationId xmlns:a16="http://schemas.microsoft.com/office/drawing/2014/main" id="{10EE45AC-0859-4361-827F-5DCDA64D83C8}"/>
              </a:ext>
            </a:extLst>
          </p:cNvPr>
          <p:cNvCxnSpPr>
            <a:stCxn id="163" idx="3"/>
            <a:endCxn id="131" idx="1"/>
          </p:cNvCxnSpPr>
          <p:nvPr/>
        </p:nvCxnSpPr>
        <p:spPr bwMode="auto">
          <a:xfrm flipV="1">
            <a:off x="1607516" y="2701153"/>
            <a:ext cx="192592" cy="80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Espace réservé du texte 4">
            <a:extLst>
              <a:ext uri="{FF2B5EF4-FFF2-40B4-BE49-F238E27FC236}">
                <a16:creationId xmlns:a16="http://schemas.microsoft.com/office/drawing/2014/main" id="{8E602A22-CC8E-3412-C740-61378E5C52F1}"/>
              </a:ext>
            </a:extLst>
          </p:cNvPr>
          <p:cNvSpPr txBox="1">
            <a:spLocks/>
          </p:cNvSpPr>
          <p:nvPr/>
        </p:nvSpPr>
        <p:spPr bwMode="auto">
          <a:xfrm>
            <a:off x="94254" y="42661"/>
            <a:ext cx="26225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36000" tIns="0" rIns="0" bIns="0" numCol="1" anchor="ctr" anchorCtr="0" compatLnSpc="1">
            <a:prstTxWarp prst="textNoShape">
              <a:avLst/>
            </a:prstTxWarp>
            <a:normAutofit/>
          </a:bodyPr>
          <a:lstStyle>
            <a:lvl1pPr marL="0" indent="0" algn="l" rtl="0" eaLnBrk="0" fontAlgn="base" hangingPunct="0">
              <a:spcBef>
                <a:spcPct val="20000"/>
              </a:spcBef>
              <a:spcAft>
                <a:spcPct val="0"/>
              </a:spcAft>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a:lstStyle>
          <a:p>
            <a:r>
              <a:rPr lang="fr-FR" kern="0"/>
              <a:t>SVI FIXE</a:t>
            </a:r>
          </a:p>
        </p:txBody>
      </p:sp>
      <p:sp>
        <p:nvSpPr>
          <p:cNvPr id="3" name="Titre 27">
            <a:extLst>
              <a:ext uri="{FF2B5EF4-FFF2-40B4-BE49-F238E27FC236}">
                <a16:creationId xmlns:a16="http://schemas.microsoft.com/office/drawing/2014/main" id="{D2D264EA-F638-15F9-2D4A-20AF4B4C4D86}"/>
              </a:ext>
            </a:extLst>
          </p:cNvPr>
          <p:cNvSpPr txBox="1">
            <a:spLocks/>
          </p:cNvSpPr>
          <p:nvPr/>
        </p:nvSpPr>
        <p:spPr bwMode="auto">
          <a:xfrm>
            <a:off x="2767863" y="43451"/>
            <a:ext cx="6077325" cy="261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36000" tIns="0" rIns="0" bIns="0" numCol="1" anchor="ctr" anchorCtr="0" compatLnSpc="1">
            <a:prstTxWarp prst="textNoShape">
              <a:avLst/>
            </a:prstTxWarp>
            <a:normAutofit/>
          </a:bodyPr>
          <a:lstStyle>
            <a:lvl1pPr algn="l" rtl="0" eaLnBrk="0" fontAlgn="base" hangingPunct="0">
              <a:spcBef>
                <a:spcPct val="0"/>
              </a:spcBef>
              <a:spcAft>
                <a:spcPct val="0"/>
              </a:spcAft>
              <a:defRPr sz="1600" i="1">
                <a:solidFill>
                  <a:schemeClr val="bg1"/>
                </a:solidFill>
                <a:latin typeface="SFR Thin" panose="020B0203040504020204" pitchFamily="34" charset="0"/>
                <a:ea typeface="ＭＳ Ｐゴシック" charset="0"/>
                <a:cs typeface="ＭＳ Ｐゴシック"/>
              </a:defRPr>
            </a:lvl1pPr>
            <a:lvl2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2pPr>
            <a:lvl3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3pPr>
            <a:lvl4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4pPr>
            <a:lvl5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endParaRPr lang="fr-FR" kern="0"/>
          </a:p>
        </p:txBody>
      </p:sp>
    </p:spTree>
    <p:extLst>
      <p:ext uri="{BB962C8B-B14F-4D97-AF65-F5344CB8AC3E}">
        <p14:creationId xmlns:p14="http://schemas.microsoft.com/office/powerpoint/2010/main" val="4381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538600" y="295158"/>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37</a:t>
            </a:fld>
            <a:endParaRPr lang="fr-FR">
              <a:solidFill>
                <a:srgbClr val="000000"/>
              </a:solidFill>
            </a:endParaRPr>
          </a:p>
        </p:txBody>
      </p:sp>
      <p:cxnSp>
        <p:nvCxnSpPr>
          <p:cNvPr id="126" name="AutoShape 30"/>
          <p:cNvCxnSpPr>
            <a:cxnSpLocks noChangeShapeType="1"/>
            <a:stCxn id="73" idx="3"/>
            <a:endCxn id="137" idx="0"/>
          </p:cNvCxnSpPr>
          <p:nvPr/>
        </p:nvCxnSpPr>
        <p:spPr bwMode="auto">
          <a:xfrm>
            <a:off x="5032439" y="3252838"/>
            <a:ext cx="564358" cy="26871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98">
            <a:hlinkClick r:id="rId3" action="ppaction://hlinksldjump"/>
          </p:cNvPr>
          <p:cNvSpPr>
            <a:spLocks noChangeArrowheads="1"/>
          </p:cNvSpPr>
          <p:nvPr/>
        </p:nvSpPr>
        <p:spPr bwMode="auto">
          <a:xfrm rot="10800000">
            <a:off x="31407" y="544456"/>
            <a:ext cx="717457" cy="366904"/>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MENU PRINCIPAL</a:t>
            </a:r>
          </a:p>
        </p:txBody>
      </p:sp>
      <p:sp>
        <p:nvSpPr>
          <p:cNvPr id="135" name="AutoShape 42"/>
          <p:cNvSpPr>
            <a:spLocks noChangeArrowheads="1"/>
          </p:cNvSpPr>
          <p:nvPr/>
        </p:nvSpPr>
        <p:spPr bwMode="auto">
          <a:xfrm>
            <a:off x="5220883" y="3179112"/>
            <a:ext cx="745798" cy="1376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30040_DEM</a:t>
            </a:r>
          </a:p>
        </p:txBody>
      </p:sp>
      <p:sp>
        <p:nvSpPr>
          <p:cNvPr id="137" name="AutoShape 131"/>
          <p:cNvSpPr>
            <a:spLocks noChangeArrowheads="1"/>
          </p:cNvSpPr>
          <p:nvPr/>
        </p:nvSpPr>
        <p:spPr bwMode="auto">
          <a:xfrm>
            <a:off x="5363434" y="3521551"/>
            <a:ext cx="466725" cy="438150"/>
          </a:xfrm>
          <a:prstGeom prst="diamond">
            <a:avLst/>
          </a:prstGeom>
          <a:solidFill>
            <a:srgbClr val="0000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chemeClr val="bg1"/>
                </a:solidFill>
              </a:rPr>
              <a:t>PREMIUM</a:t>
            </a:r>
          </a:p>
        </p:txBody>
      </p:sp>
      <p:cxnSp>
        <p:nvCxnSpPr>
          <p:cNvPr id="138" name="AutoShape 132"/>
          <p:cNvCxnSpPr>
            <a:cxnSpLocks noChangeShapeType="1"/>
            <a:stCxn id="171" idx="3"/>
            <a:endCxn id="145" idx="1"/>
          </p:cNvCxnSpPr>
          <p:nvPr/>
        </p:nvCxnSpPr>
        <p:spPr bwMode="auto">
          <a:xfrm>
            <a:off x="5223492" y="6406714"/>
            <a:ext cx="1762720" cy="22789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AutoShape 132"/>
          <p:cNvCxnSpPr>
            <a:cxnSpLocks noChangeShapeType="1"/>
            <a:stCxn id="171" idx="3"/>
            <a:endCxn id="144" idx="1"/>
          </p:cNvCxnSpPr>
          <p:nvPr/>
        </p:nvCxnSpPr>
        <p:spPr bwMode="auto">
          <a:xfrm flipV="1">
            <a:off x="5223492" y="5822463"/>
            <a:ext cx="1784968" cy="58425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AutoShape 142"/>
          <p:cNvSpPr>
            <a:spLocks noChangeArrowheads="1"/>
          </p:cNvSpPr>
          <p:nvPr/>
        </p:nvSpPr>
        <p:spPr bwMode="auto">
          <a:xfrm>
            <a:off x="8316164" y="6512714"/>
            <a:ext cx="751058"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ADSL</a:t>
            </a:r>
            <a:endParaRPr lang="fr-FR" sz="600" i="1">
              <a:solidFill>
                <a:srgbClr val="000000"/>
              </a:solidFill>
            </a:endParaRPr>
          </a:p>
        </p:txBody>
      </p:sp>
      <p:sp>
        <p:nvSpPr>
          <p:cNvPr id="143" name="AutoShape 142"/>
          <p:cNvSpPr>
            <a:spLocks noChangeArrowheads="1"/>
          </p:cNvSpPr>
          <p:nvPr/>
        </p:nvSpPr>
        <p:spPr bwMode="auto">
          <a:xfrm>
            <a:off x="8326636" y="5694313"/>
            <a:ext cx="751057"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br>
              <a:rPr lang="fr-FR" sz="600"/>
            </a:br>
            <a:r>
              <a:rPr lang="fr-FR" sz="600"/>
              <a:t>DEM FTTH</a:t>
            </a:r>
          </a:p>
        </p:txBody>
      </p:sp>
      <p:sp>
        <p:nvSpPr>
          <p:cNvPr id="144" name="AutoShape 42"/>
          <p:cNvSpPr>
            <a:spLocks noChangeArrowheads="1"/>
          </p:cNvSpPr>
          <p:nvPr/>
        </p:nvSpPr>
        <p:spPr bwMode="auto">
          <a:xfrm>
            <a:off x="7008460" y="5748738"/>
            <a:ext cx="946596" cy="147450"/>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30040_DEM_FTTH</a:t>
            </a:r>
          </a:p>
        </p:txBody>
      </p:sp>
      <p:sp>
        <p:nvSpPr>
          <p:cNvPr id="145" name="AutoShape 42"/>
          <p:cNvSpPr>
            <a:spLocks noChangeArrowheads="1"/>
          </p:cNvSpPr>
          <p:nvPr/>
        </p:nvSpPr>
        <p:spPr bwMode="auto">
          <a:xfrm>
            <a:off x="6986212" y="6560887"/>
            <a:ext cx="946596" cy="147450"/>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30040_DEM_FIXE</a:t>
            </a:r>
          </a:p>
        </p:txBody>
      </p:sp>
      <p:sp>
        <p:nvSpPr>
          <p:cNvPr id="151" name="Text Box 112"/>
          <p:cNvSpPr txBox="1">
            <a:spLocks noChangeArrowheads="1"/>
          </p:cNvSpPr>
          <p:nvPr/>
        </p:nvSpPr>
        <p:spPr bwMode="auto">
          <a:xfrm>
            <a:off x="7185360" y="5874848"/>
            <a:ext cx="504120"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fr-FR" sz="600">
                <a:solidFill>
                  <a:srgbClr val="000000"/>
                </a:solidFill>
              </a:rPr>
              <a:t>FTTH</a:t>
            </a:r>
          </a:p>
        </p:txBody>
      </p:sp>
      <p:sp>
        <p:nvSpPr>
          <p:cNvPr id="152" name="Text Box 112"/>
          <p:cNvSpPr txBox="1">
            <a:spLocks noChangeArrowheads="1"/>
          </p:cNvSpPr>
          <p:nvPr/>
        </p:nvSpPr>
        <p:spPr bwMode="auto">
          <a:xfrm>
            <a:off x="6843825" y="6695149"/>
            <a:ext cx="1412015"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fr-FR" sz="600">
                <a:solidFill>
                  <a:srgbClr val="000000"/>
                </a:solidFill>
              </a:rPr>
              <a:t>ADSL OU ECOTEL OU AUTRE</a:t>
            </a:r>
          </a:p>
        </p:txBody>
      </p:sp>
      <p:sp>
        <p:nvSpPr>
          <p:cNvPr id="38" name="AutoShape 142"/>
          <p:cNvSpPr>
            <a:spLocks noChangeArrowheads="1"/>
          </p:cNvSpPr>
          <p:nvPr/>
        </p:nvSpPr>
        <p:spPr bwMode="auto">
          <a:xfrm>
            <a:off x="8315792" y="6243851"/>
            <a:ext cx="745167"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FTTB</a:t>
            </a:r>
          </a:p>
        </p:txBody>
      </p:sp>
      <p:cxnSp>
        <p:nvCxnSpPr>
          <p:cNvPr id="42" name="AutoShape 132"/>
          <p:cNvCxnSpPr>
            <a:cxnSpLocks noChangeShapeType="1"/>
            <a:stCxn id="171" idx="3"/>
            <a:endCxn id="44" idx="1"/>
          </p:cNvCxnSpPr>
          <p:nvPr/>
        </p:nvCxnSpPr>
        <p:spPr bwMode="auto">
          <a:xfrm flipV="1">
            <a:off x="5223492" y="6374039"/>
            <a:ext cx="1800429" cy="3267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42"/>
          <p:cNvSpPr>
            <a:spLocks noChangeArrowheads="1"/>
          </p:cNvSpPr>
          <p:nvPr/>
        </p:nvSpPr>
        <p:spPr bwMode="auto">
          <a:xfrm>
            <a:off x="7023921" y="6302039"/>
            <a:ext cx="946596" cy="144000"/>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30040_DEM_FTTB</a:t>
            </a:r>
          </a:p>
        </p:txBody>
      </p:sp>
      <p:sp>
        <p:nvSpPr>
          <p:cNvPr id="61" name="ZoneTexte 60"/>
          <p:cNvSpPr txBox="1"/>
          <p:nvPr/>
        </p:nvSpPr>
        <p:spPr>
          <a:xfrm>
            <a:off x="6624849" y="6149889"/>
            <a:ext cx="1661375" cy="184666"/>
          </a:xfrm>
          <a:prstGeom prst="rect">
            <a:avLst/>
          </a:prstGeom>
          <a:noFill/>
        </p:spPr>
        <p:txBody>
          <a:bodyPr wrap="square" rtlCol="0">
            <a:spAutoFit/>
          </a:bodyPr>
          <a:lstStyle/>
          <a:p>
            <a:pPr algn="ctr"/>
            <a:r>
              <a:rPr lang="fr-FR" sz="600">
                <a:solidFill>
                  <a:srgbClr val="000000"/>
                </a:solidFill>
              </a:rPr>
              <a:t>FTTB ET MIG_NC</a:t>
            </a:r>
            <a:endParaRPr lang="fr-FR" sz="600" strike="sngStrike">
              <a:solidFill>
                <a:srgbClr val="FF0000"/>
              </a:solidFill>
            </a:endParaRPr>
          </a:p>
        </p:txBody>
      </p:sp>
      <p:sp>
        <p:nvSpPr>
          <p:cNvPr id="62" name="AutoShape 142"/>
          <p:cNvSpPr>
            <a:spLocks noChangeArrowheads="1"/>
          </p:cNvSpPr>
          <p:nvPr/>
        </p:nvSpPr>
        <p:spPr bwMode="auto">
          <a:xfrm>
            <a:off x="8332526" y="5965911"/>
            <a:ext cx="745167"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FTTB MIG</a:t>
            </a:r>
          </a:p>
        </p:txBody>
      </p:sp>
      <p:cxnSp>
        <p:nvCxnSpPr>
          <p:cNvPr id="64" name="AutoShape 132"/>
          <p:cNvCxnSpPr>
            <a:cxnSpLocks noChangeShapeType="1"/>
            <a:stCxn id="171" idx="3"/>
            <a:endCxn id="63" idx="1"/>
          </p:cNvCxnSpPr>
          <p:nvPr/>
        </p:nvCxnSpPr>
        <p:spPr bwMode="auto">
          <a:xfrm flipV="1">
            <a:off x="5223492" y="6097348"/>
            <a:ext cx="1762720" cy="30936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AutoShape 42"/>
          <p:cNvSpPr>
            <a:spLocks noChangeArrowheads="1"/>
          </p:cNvSpPr>
          <p:nvPr/>
        </p:nvSpPr>
        <p:spPr bwMode="auto">
          <a:xfrm>
            <a:off x="6986212" y="6023915"/>
            <a:ext cx="1177217" cy="146865"/>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30040_DEM_FTTB_MIG</a:t>
            </a:r>
          </a:p>
        </p:txBody>
      </p:sp>
      <p:sp>
        <p:nvSpPr>
          <p:cNvPr id="65" name="Rectangle 64"/>
          <p:cNvSpPr/>
          <p:nvPr/>
        </p:nvSpPr>
        <p:spPr>
          <a:xfrm>
            <a:off x="7185718" y="6410901"/>
            <a:ext cx="483151" cy="184666"/>
          </a:xfrm>
          <a:prstGeom prst="rect">
            <a:avLst/>
          </a:prstGeom>
        </p:spPr>
        <p:txBody>
          <a:bodyPr wrap="square">
            <a:spAutoFit/>
          </a:bodyPr>
          <a:lstStyle/>
          <a:p>
            <a:r>
              <a:rPr lang="fr-FR" sz="600">
                <a:solidFill>
                  <a:srgbClr val="000000"/>
                </a:solidFill>
              </a:rPr>
              <a:t>FTTB</a:t>
            </a:r>
          </a:p>
        </p:txBody>
      </p:sp>
      <p:sp>
        <p:nvSpPr>
          <p:cNvPr id="67" name="AutoShape 98">
            <a:hlinkClick r:id="rId4" action="ppaction://hlinksldjump"/>
          </p:cNvPr>
          <p:cNvSpPr>
            <a:spLocks noChangeArrowheads="1"/>
          </p:cNvSpPr>
          <p:nvPr/>
        </p:nvSpPr>
        <p:spPr bwMode="auto">
          <a:xfrm rot="10800000">
            <a:off x="802233" y="555725"/>
            <a:ext cx="566619" cy="36122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PREMIUM</a:t>
            </a:r>
          </a:p>
        </p:txBody>
      </p:sp>
      <p:cxnSp>
        <p:nvCxnSpPr>
          <p:cNvPr id="71" name="AutoShape 201"/>
          <p:cNvCxnSpPr>
            <a:cxnSpLocks noChangeShapeType="1"/>
            <a:stCxn id="67" idx="0"/>
            <a:endCxn id="176" idx="0"/>
          </p:cNvCxnSpPr>
          <p:nvPr/>
        </p:nvCxnSpPr>
        <p:spPr bwMode="auto">
          <a:xfrm rot="16200000" flipH="1">
            <a:off x="1546171" y="456319"/>
            <a:ext cx="205780" cy="112703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10"/>
          <p:cNvCxnSpPr>
            <a:cxnSpLocks noChangeShapeType="1"/>
            <a:stCxn id="165" idx="1"/>
            <a:endCxn id="176" idx="0"/>
          </p:cNvCxnSpPr>
          <p:nvPr/>
        </p:nvCxnSpPr>
        <p:spPr bwMode="auto">
          <a:xfrm rot="10800000" flipV="1">
            <a:off x="2212580" y="1016802"/>
            <a:ext cx="4910388" cy="105925"/>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68">
            <a:hlinkClick r:id="rId5" action="ppaction://hlinksldjump"/>
          </p:cNvPr>
          <p:cNvSpPr>
            <a:spLocks noChangeArrowheads="1"/>
          </p:cNvSpPr>
          <p:nvPr/>
        </p:nvSpPr>
        <p:spPr bwMode="auto">
          <a:xfrm>
            <a:off x="4251389" y="3092500"/>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WCB DIGITAL?</a:t>
            </a:r>
          </a:p>
        </p:txBody>
      </p:sp>
      <p:sp>
        <p:nvSpPr>
          <p:cNvPr id="76" name="AutoShape 98">
            <a:hlinkClick r:id="rId6" action="ppaction://hlinksldjump"/>
          </p:cNvPr>
          <p:cNvSpPr>
            <a:spLocks noChangeArrowheads="1"/>
          </p:cNvSpPr>
          <p:nvPr/>
        </p:nvSpPr>
        <p:spPr bwMode="auto">
          <a:xfrm rot="10800000">
            <a:off x="8032028" y="553954"/>
            <a:ext cx="1071563"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WCB DIGITAL</a:t>
            </a:r>
          </a:p>
        </p:txBody>
      </p:sp>
      <p:cxnSp>
        <p:nvCxnSpPr>
          <p:cNvPr id="88" name="AutoShape 10"/>
          <p:cNvCxnSpPr>
            <a:cxnSpLocks noChangeShapeType="1"/>
            <a:stCxn id="73" idx="1"/>
            <a:endCxn id="96" idx="0"/>
          </p:cNvCxnSpPr>
          <p:nvPr/>
        </p:nvCxnSpPr>
        <p:spPr bwMode="auto">
          <a:xfrm rot="10800000" flipV="1">
            <a:off x="3475075" y="3252837"/>
            <a:ext cx="776315" cy="127415"/>
          </a:xfrm>
          <a:prstGeom prst="bentConnector2">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AutoShape 42"/>
          <p:cNvSpPr>
            <a:spLocks noChangeArrowheads="1"/>
          </p:cNvSpPr>
          <p:nvPr/>
        </p:nvSpPr>
        <p:spPr bwMode="auto">
          <a:xfrm>
            <a:off x="3187071" y="3192388"/>
            <a:ext cx="910556" cy="13614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a:t>
            </a:r>
          </a:p>
        </p:txBody>
      </p:sp>
      <p:sp>
        <p:nvSpPr>
          <p:cNvPr id="96" name="AutoShape 131"/>
          <p:cNvSpPr>
            <a:spLocks noChangeArrowheads="1"/>
          </p:cNvSpPr>
          <p:nvPr/>
        </p:nvSpPr>
        <p:spPr bwMode="auto">
          <a:xfrm>
            <a:off x="3236829" y="3380253"/>
            <a:ext cx="476490" cy="459517"/>
          </a:xfrm>
          <a:prstGeom prst="diamond">
            <a:avLst/>
          </a:prstGeom>
          <a:solidFill>
            <a:srgbClr val="0000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PREMIUM</a:t>
            </a:r>
          </a:p>
        </p:txBody>
      </p:sp>
      <p:sp>
        <p:nvSpPr>
          <p:cNvPr id="113" name="AutoShape 142"/>
          <p:cNvSpPr>
            <a:spLocks noChangeArrowheads="1"/>
          </p:cNvSpPr>
          <p:nvPr/>
        </p:nvSpPr>
        <p:spPr bwMode="auto">
          <a:xfrm>
            <a:off x="407330" y="5933436"/>
            <a:ext cx="88982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WCB DEM FTTB MIG</a:t>
            </a:r>
          </a:p>
        </p:txBody>
      </p:sp>
      <p:sp>
        <p:nvSpPr>
          <p:cNvPr id="114" name="AutoShape 42"/>
          <p:cNvSpPr>
            <a:spLocks noChangeArrowheads="1"/>
          </p:cNvSpPr>
          <p:nvPr/>
        </p:nvSpPr>
        <p:spPr bwMode="auto">
          <a:xfrm>
            <a:off x="1620437" y="5980485"/>
            <a:ext cx="1726545" cy="1513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30040_WCB_DEM_FTTB_MIG</a:t>
            </a:r>
          </a:p>
        </p:txBody>
      </p:sp>
      <p:sp>
        <p:nvSpPr>
          <p:cNvPr id="115" name="ZoneTexte 114"/>
          <p:cNvSpPr txBox="1"/>
          <p:nvPr/>
        </p:nvSpPr>
        <p:spPr>
          <a:xfrm>
            <a:off x="2032307" y="6101069"/>
            <a:ext cx="1632062" cy="184666"/>
          </a:xfrm>
          <a:prstGeom prst="rect">
            <a:avLst/>
          </a:prstGeom>
          <a:noFill/>
        </p:spPr>
        <p:txBody>
          <a:bodyPr wrap="square" rtlCol="0">
            <a:spAutoFit/>
          </a:bodyPr>
          <a:lstStyle/>
          <a:p>
            <a:r>
              <a:rPr lang="fr-FR" sz="600">
                <a:solidFill>
                  <a:srgbClr val="000000"/>
                </a:solidFill>
              </a:rPr>
              <a:t>FTTB ET MIG_NC</a:t>
            </a:r>
            <a:endParaRPr lang="fr-FR" sz="600" strike="sngStrike">
              <a:solidFill>
                <a:srgbClr val="FF0000"/>
              </a:solidFill>
            </a:endParaRPr>
          </a:p>
        </p:txBody>
      </p:sp>
      <p:sp>
        <p:nvSpPr>
          <p:cNvPr id="116" name="AutoShape 42"/>
          <p:cNvSpPr>
            <a:spLocks noChangeArrowheads="1"/>
          </p:cNvSpPr>
          <p:nvPr/>
        </p:nvSpPr>
        <p:spPr bwMode="auto">
          <a:xfrm>
            <a:off x="1925546" y="6288568"/>
            <a:ext cx="1376594"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30040_WCB_DEM_FTTB</a:t>
            </a:r>
          </a:p>
        </p:txBody>
      </p:sp>
      <p:sp>
        <p:nvSpPr>
          <p:cNvPr id="117" name="AutoShape 142"/>
          <p:cNvSpPr>
            <a:spLocks noChangeArrowheads="1"/>
          </p:cNvSpPr>
          <p:nvPr/>
        </p:nvSpPr>
        <p:spPr bwMode="auto">
          <a:xfrm>
            <a:off x="427800" y="6235473"/>
            <a:ext cx="83261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WCB DEM FTTB</a:t>
            </a:r>
          </a:p>
        </p:txBody>
      </p:sp>
      <p:sp>
        <p:nvSpPr>
          <p:cNvPr id="118" name="Rectangle 117"/>
          <p:cNvSpPr/>
          <p:nvPr/>
        </p:nvSpPr>
        <p:spPr>
          <a:xfrm>
            <a:off x="2458037" y="6435401"/>
            <a:ext cx="375424" cy="184666"/>
          </a:xfrm>
          <a:prstGeom prst="rect">
            <a:avLst/>
          </a:prstGeom>
        </p:spPr>
        <p:txBody>
          <a:bodyPr wrap="none">
            <a:spAutoFit/>
          </a:bodyPr>
          <a:lstStyle/>
          <a:p>
            <a:r>
              <a:rPr lang="fr-FR" sz="600">
                <a:solidFill>
                  <a:srgbClr val="000000"/>
                </a:solidFill>
              </a:rPr>
              <a:t>FTTB</a:t>
            </a:r>
          </a:p>
        </p:txBody>
      </p:sp>
      <p:sp>
        <p:nvSpPr>
          <p:cNvPr id="130" name="AutoShape 42"/>
          <p:cNvSpPr>
            <a:spLocks noChangeArrowheads="1"/>
          </p:cNvSpPr>
          <p:nvPr/>
        </p:nvSpPr>
        <p:spPr bwMode="auto">
          <a:xfrm>
            <a:off x="2095500" y="5694635"/>
            <a:ext cx="1194736" cy="1538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30040_WCB_DEM_FTTH</a:t>
            </a:r>
          </a:p>
        </p:txBody>
      </p:sp>
      <p:sp>
        <p:nvSpPr>
          <p:cNvPr id="131" name="Text Box 112"/>
          <p:cNvSpPr txBox="1">
            <a:spLocks noChangeArrowheads="1"/>
          </p:cNvSpPr>
          <p:nvPr/>
        </p:nvSpPr>
        <p:spPr bwMode="auto">
          <a:xfrm>
            <a:off x="2403973" y="5824886"/>
            <a:ext cx="504120"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r>
              <a:rPr lang="fr-FR" sz="600">
                <a:solidFill>
                  <a:srgbClr val="000000"/>
                </a:solidFill>
              </a:rPr>
              <a:t>FTTH</a:t>
            </a:r>
          </a:p>
        </p:txBody>
      </p:sp>
      <p:sp>
        <p:nvSpPr>
          <p:cNvPr id="139" name="AutoShape 142"/>
          <p:cNvSpPr>
            <a:spLocks noChangeArrowheads="1"/>
          </p:cNvSpPr>
          <p:nvPr/>
        </p:nvSpPr>
        <p:spPr bwMode="auto">
          <a:xfrm>
            <a:off x="415896" y="5643265"/>
            <a:ext cx="83886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DEM FTTH</a:t>
            </a:r>
          </a:p>
        </p:txBody>
      </p:sp>
      <p:sp>
        <p:nvSpPr>
          <p:cNvPr id="142" name="AutoShape 142"/>
          <p:cNvSpPr>
            <a:spLocks noChangeArrowheads="1"/>
          </p:cNvSpPr>
          <p:nvPr/>
        </p:nvSpPr>
        <p:spPr bwMode="auto">
          <a:xfrm>
            <a:off x="411395" y="6556083"/>
            <a:ext cx="831791"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p>
          <a:p>
            <a:pPr algn="ctr" eaLnBrk="0" hangingPunct="0"/>
            <a:r>
              <a:rPr lang="fr-FR" sz="600">
                <a:solidFill>
                  <a:srgbClr val="000000"/>
                </a:solidFill>
              </a:rPr>
              <a:t>WCB DEM ADSL</a:t>
            </a:r>
            <a:endParaRPr lang="fr-FR" sz="600" i="1">
              <a:solidFill>
                <a:srgbClr val="000000"/>
              </a:solidFill>
            </a:endParaRPr>
          </a:p>
        </p:txBody>
      </p:sp>
      <p:sp>
        <p:nvSpPr>
          <p:cNvPr id="147" name="AutoShape 42"/>
          <p:cNvSpPr>
            <a:spLocks noChangeArrowheads="1"/>
          </p:cNvSpPr>
          <p:nvPr/>
        </p:nvSpPr>
        <p:spPr bwMode="auto">
          <a:xfrm>
            <a:off x="1970390" y="6607453"/>
            <a:ext cx="1268663" cy="1474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30040_WCB_DEM_FIXE</a:t>
            </a:r>
          </a:p>
        </p:txBody>
      </p:sp>
      <p:sp>
        <p:nvSpPr>
          <p:cNvPr id="153" name="Text Box 112"/>
          <p:cNvSpPr txBox="1">
            <a:spLocks noChangeArrowheads="1"/>
          </p:cNvSpPr>
          <p:nvPr/>
        </p:nvSpPr>
        <p:spPr bwMode="auto">
          <a:xfrm>
            <a:off x="1808229" y="6734328"/>
            <a:ext cx="1312849"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r>
              <a:rPr lang="fr-FR" sz="600">
                <a:solidFill>
                  <a:srgbClr val="000000"/>
                </a:solidFill>
              </a:rPr>
              <a:t>ADSL OU AUTRE OU ECOTEL</a:t>
            </a:r>
          </a:p>
        </p:txBody>
      </p:sp>
      <p:cxnSp>
        <p:nvCxnSpPr>
          <p:cNvPr id="156" name="AutoShape 10"/>
          <p:cNvCxnSpPr>
            <a:cxnSpLocks noChangeShapeType="1"/>
            <a:stCxn id="172" idx="1"/>
            <a:endCxn id="114" idx="3"/>
          </p:cNvCxnSpPr>
          <p:nvPr/>
        </p:nvCxnSpPr>
        <p:spPr bwMode="auto">
          <a:xfrm rot="10800000" flipV="1">
            <a:off x="3346982" y="6037057"/>
            <a:ext cx="524666" cy="19110"/>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AutoShape 10"/>
          <p:cNvCxnSpPr>
            <a:cxnSpLocks noChangeShapeType="1"/>
            <a:stCxn id="172" idx="1"/>
            <a:endCxn id="116" idx="3"/>
          </p:cNvCxnSpPr>
          <p:nvPr/>
        </p:nvCxnSpPr>
        <p:spPr bwMode="auto">
          <a:xfrm rot="10800000" flipV="1">
            <a:off x="3302140" y="6037056"/>
            <a:ext cx="569508" cy="323511"/>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AutoShape 10"/>
          <p:cNvCxnSpPr>
            <a:cxnSpLocks noChangeShapeType="1"/>
            <a:stCxn id="172" idx="1"/>
            <a:endCxn id="130" idx="3"/>
          </p:cNvCxnSpPr>
          <p:nvPr/>
        </p:nvCxnSpPr>
        <p:spPr bwMode="auto">
          <a:xfrm rot="10800000">
            <a:off x="3290236" y="5771581"/>
            <a:ext cx="581412" cy="265477"/>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AutoShape 10"/>
          <p:cNvCxnSpPr>
            <a:cxnSpLocks noChangeShapeType="1"/>
            <a:stCxn id="172" idx="1"/>
            <a:endCxn id="147" idx="3"/>
          </p:cNvCxnSpPr>
          <p:nvPr/>
        </p:nvCxnSpPr>
        <p:spPr bwMode="auto">
          <a:xfrm rot="10800000" flipV="1">
            <a:off x="3239054" y="6037056"/>
            <a:ext cx="632595" cy="644121"/>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AutoShape 10"/>
          <p:cNvCxnSpPr>
            <a:cxnSpLocks noChangeShapeType="1"/>
            <a:stCxn id="114" idx="1"/>
            <a:endCxn id="113" idx="3"/>
          </p:cNvCxnSpPr>
          <p:nvPr/>
        </p:nvCxnSpPr>
        <p:spPr bwMode="auto">
          <a:xfrm rot="10800000" flipV="1">
            <a:off x="1297157" y="6056167"/>
            <a:ext cx="323281" cy="2364"/>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10"/>
          <p:cNvCxnSpPr>
            <a:cxnSpLocks noChangeShapeType="1"/>
            <a:stCxn id="116" idx="1"/>
            <a:endCxn id="117" idx="3"/>
          </p:cNvCxnSpPr>
          <p:nvPr/>
        </p:nvCxnSpPr>
        <p:spPr bwMode="auto">
          <a:xfrm flipH="1">
            <a:off x="1260416" y="6360568"/>
            <a:ext cx="665130" cy="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AutoShape 10"/>
          <p:cNvCxnSpPr>
            <a:cxnSpLocks noChangeShapeType="1"/>
            <a:stCxn id="130" idx="1"/>
            <a:endCxn id="139" idx="3"/>
          </p:cNvCxnSpPr>
          <p:nvPr/>
        </p:nvCxnSpPr>
        <p:spPr bwMode="auto">
          <a:xfrm flipH="1" flipV="1">
            <a:off x="1254761" y="5768360"/>
            <a:ext cx="840739" cy="322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4" name="Titre 3"/>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DEMENAGEMENT</a:t>
            </a:r>
            <a:endParaRPr lang="fr-FR" sz="1400"/>
          </a:p>
        </p:txBody>
      </p:sp>
      <p:sp>
        <p:nvSpPr>
          <p:cNvPr id="168" name="Text Box 157"/>
          <p:cNvSpPr txBox="1">
            <a:spLocks noChangeArrowheads="1"/>
          </p:cNvSpPr>
          <p:nvPr/>
        </p:nvSpPr>
        <p:spPr bwMode="auto">
          <a:xfrm>
            <a:off x="2776075" y="3023795"/>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04</a:t>
            </a:r>
          </a:p>
        </p:txBody>
      </p:sp>
      <p:sp>
        <p:nvSpPr>
          <p:cNvPr id="110" name="Text Box 157"/>
          <p:cNvSpPr txBox="1">
            <a:spLocks noChangeArrowheads="1"/>
          </p:cNvSpPr>
          <p:nvPr/>
        </p:nvSpPr>
        <p:spPr bwMode="auto">
          <a:xfrm>
            <a:off x="7023921" y="799342"/>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04</a:t>
            </a:r>
          </a:p>
        </p:txBody>
      </p:sp>
      <p:sp>
        <p:nvSpPr>
          <p:cNvPr id="106" name="AutoShape 34"/>
          <p:cNvSpPr>
            <a:spLocks noChangeArrowheads="1"/>
          </p:cNvSpPr>
          <p:nvPr/>
        </p:nvSpPr>
        <p:spPr bwMode="auto">
          <a:xfrm>
            <a:off x="3327436" y="2136295"/>
            <a:ext cx="1085052" cy="454025"/>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rgbClr val="FFFFFF"/>
                </a:solidFill>
                <a:latin typeface="Arial"/>
                <a:ea typeface="ＭＳ Ｐゴシック" charset="-128"/>
              </a:rPr>
              <a:t>MC ACTIVATION </a:t>
            </a:r>
          </a:p>
        </p:txBody>
      </p:sp>
      <p:sp>
        <p:nvSpPr>
          <p:cNvPr id="123" name="Explosion 1 122"/>
          <p:cNvSpPr/>
          <p:nvPr/>
        </p:nvSpPr>
        <p:spPr bwMode="auto">
          <a:xfrm>
            <a:off x="3263489" y="5298513"/>
            <a:ext cx="766370" cy="689070"/>
          </a:xfrm>
          <a:prstGeom prst="irregularSeal1">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fr-FR" sz="600" b="1" err="1">
                <a:solidFill>
                  <a:srgbClr val="000000"/>
                </a:solidFill>
              </a:rPr>
              <a:t>Whisper</a:t>
            </a:r>
            <a:endParaRPr lang="fr-FR" sz="600" b="1">
              <a:solidFill>
                <a:srgbClr val="000000"/>
              </a:solidFill>
            </a:endParaRPr>
          </a:p>
          <a:p>
            <a:pPr algn="ctr"/>
            <a:r>
              <a:rPr lang="fr-FR" sz="600" b="1">
                <a:solidFill>
                  <a:srgbClr val="000000"/>
                </a:solidFill>
              </a:rPr>
              <a:t>SFR&amp;MOI </a:t>
            </a:r>
          </a:p>
          <a:p>
            <a:pPr algn="ctr"/>
            <a:r>
              <a:rPr lang="fr-FR" sz="600" b="1">
                <a:solidFill>
                  <a:srgbClr val="000000"/>
                </a:solidFill>
              </a:rPr>
              <a:t>Déménagement</a:t>
            </a:r>
          </a:p>
        </p:txBody>
      </p:sp>
      <p:sp>
        <p:nvSpPr>
          <p:cNvPr id="124" name="Explosion 1 123"/>
          <p:cNvSpPr/>
          <p:nvPr/>
        </p:nvSpPr>
        <p:spPr bwMode="auto">
          <a:xfrm>
            <a:off x="5626217" y="4185388"/>
            <a:ext cx="850395" cy="810191"/>
          </a:xfrm>
          <a:prstGeom prst="irregularSeal1">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fr-FR" sz="600" b="1" err="1">
                <a:solidFill>
                  <a:srgbClr val="000000"/>
                </a:solidFill>
              </a:rPr>
              <a:t>Whisper</a:t>
            </a:r>
            <a:endParaRPr lang="fr-FR" sz="600" b="1">
              <a:solidFill>
                <a:srgbClr val="000000"/>
              </a:solidFill>
            </a:endParaRPr>
          </a:p>
          <a:p>
            <a:pPr algn="ctr"/>
            <a:r>
              <a:rPr lang="fr-FR" sz="600" b="1">
                <a:solidFill>
                  <a:srgbClr val="000000"/>
                </a:solidFill>
              </a:rPr>
              <a:t>Déménagement</a:t>
            </a:r>
          </a:p>
        </p:txBody>
      </p:sp>
      <p:sp>
        <p:nvSpPr>
          <p:cNvPr id="133" name="ZoneTexte 132"/>
          <p:cNvSpPr txBox="1"/>
          <p:nvPr/>
        </p:nvSpPr>
        <p:spPr>
          <a:xfrm>
            <a:off x="6296377" y="4396653"/>
            <a:ext cx="2113866" cy="184666"/>
          </a:xfrm>
          <a:prstGeom prst="rect">
            <a:avLst/>
          </a:prstGeom>
          <a:noFill/>
        </p:spPr>
        <p:txBody>
          <a:bodyPr wrap="square" rtlCol="0">
            <a:spAutoFit/>
          </a:bodyPr>
          <a:lstStyle/>
          <a:p>
            <a:r>
              <a:rPr lang="fr-FR" sz="600">
                <a:solidFill>
                  <a:srgbClr val="000000"/>
                </a:solidFill>
              </a:rPr>
              <a:t>PREMIUM ET FTTB ET MIG_NC</a:t>
            </a:r>
            <a:endParaRPr lang="fr-FR" sz="600" strike="sngStrike">
              <a:solidFill>
                <a:srgbClr val="FF0000"/>
              </a:solidFill>
            </a:endParaRPr>
          </a:p>
        </p:txBody>
      </p:sp>
      <p:sp>
        <p:nvSpPr>
          <p:cNvPr id="134" name="AutoShape 142"/>
          <p:cNvSpPr>
            <a:spLocks noChangeArrowheads="1"/>
          </p:cNvSpPr>
          <p:nvPr/>
        </p:nvSpPr>
        <p:spPr bwMode="auto">
          <a:xfrm>
            <a:off x="8115950" y="4214723"/>
            <a:ext cx="1020141"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PREMIUM FTTB MIG</a:t>
            </a:r>
          </a:p>
        </p:txBody>
      </p:sp>
      <p:sp>
        <p:nvSpPr>
          <p:cNvPr id="136" name="AutoShape 42"/>
          <p:cNvSpPr>
            <a:spLocks noChangeArrowheads="1"/>
          </p:cNvSpPr>
          <p:nvPr/>
        </p:nvSpPr>
        <p:spPr bwMode="auto">
          <a:xfrm>
            <a:off x="6538885" y="4244834"/>
            <a:ext cx="1399780" cy="135883"/>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30040_DEM_PREMIUM_FTTB_MIG</a:t>
            </a:r>
          </a:p>
        </p:txBody>
      </p:sp>
      <p:cxnSp>
        <p:nvCxnSpPr>
          <p:cNvPr id="4101" name="Connecteur droit avec flèche 4100"/>
          <p:cNvCxnSpPr>
            <a:stCxn id="136" idx="3"/>
            <a:endCxn id="134" idx="1"/>
          </p:cNvCxnSpPr>
          <p:nvPr/>
        </p:nvCxnSpPr>
        <p:spPr bwMode="auto">
          <a:xfrm>
            <a:off x="7938665" y="4312776"/>
            <a:ext cx="177285" cy="270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3" name="Connecteur en angle 4102"/>
          <p:cNvCxnSpPr>
            <a:stCxn id="196" idx="3"/>
            <a:endCxn id="136" idx="1"/>
          </p:cNvCxnSpPr>
          <p:nvPr/>
        </p:nvCxnSpPr>
        <p:spPr bwMode="auto">
          <a:xfrm flipV="1">
            <a:off x="5811924" y="4312776"/>
            <a:ext cx="726961" cy="374959"/>
          </a:xfrm>
          <a:prstGeom prst="bentConnector3">
            <a:avLst>
              <a:gd name="adj1" fmla="val 5561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AutoShape 142"/>
          <p:cNvSpPr>
            <a:spLocks noChangeArrowheads="1"/>
          </p:cNvSpPr>
          <p:nvPr/>
        </p:nvSpPr>
        <p:spPr bwMode="auto">
          <a:xfrm>
            <a:off x="8210440" y="4534303"/>
            <a:ext cx="893151"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PREMIUM FTTB</a:t>
            </a:r>
          </a:p>
        </p:txBody>
      </p:sp>
      <p:sp>
        <p:nvSpPr>
          <p:cNvPr id="149" name="AutoShape 42"/>
          <p:cNvSpPr>
            <a:spLocks noChangeArrowheads="1"/>
          </p:cNvSpPr>
          <p:nvPr/>
        </p:nvSpPr>
        <p:spPr bwMode="auto">
          <a:xfrm>
            <a:off x="6614891" y="4589100"/>
            <a:ext cx="1417848" cy="15008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30040_DEM_PREMIUM_FTTB</a:t>
            </a:r>
          </a:p>
        </p:txBody>
      </p:sp>
      <p:sp>
        <p:nvSpPr>
          <p:cNvPr id="150" name="Rectangle 149"/>
          <p:cNvSpPr/>
          <p:nvPr/>
        </p:nvSpPr>
        <p:spPr>
          <a:xfrm>
            <a:off x="6798187" y="4743457"/>
            <a:ext cx="1174380" cy="184666"/>
          </a:xfrm>
          <a:prstGeom prst="rect">
            <a:avLst/>
          </a:prstGeom>
        </p:spPr>
        <p:txBody>
          <a:bodyPr wrap="square">
            <a:spAutoFit/>
          </a:bodyPr>
          <a:lstStyle/>
          <a:p>
            <a:r>
              <a:rPr lang="fr-FR" sz="600">
                <a:solidFill>
                  <a:srgbClr val="000000"/>
                </a:solidFill>
              </a:rPr>
              <a:t>PREMIUM ET FTTB</a:t>
            </a:r>
          </a:p>
        </p:txBody>
      </p:sp>
      <p:cxnSp>
        <p:nvCxnSpPr>
          <p:cNvPr id="4113" name="Connecteur en angle 4112"/>
          <p:cNvCxnSpPr>
            <a:stCxn id="196" idx="3"/>
            <a:endCxn id="149" idx="1"/>
          </p:cNvCxnSpPr>
          <p:nvPr/>
        </p:nvCxnSpPr>
        <p:spPr bwMode="auto">
          <a:xfrm flipV="1">
            <a:off x="5811924" y="4664141"/>
            <a:ext cx="802967" cy="2359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5" name="Connecteur droit avec flèche 4114"/>
          <p:cNvCxnSpPr>
            <a:stCxn id="149" idx="3"/>
            <a:endCxn id="148" idx="1"/>
          </p:cNvCxnSpPr>
          <p:nvPr/>
        </p:nvCxnSpPr>
        <p:spPr bwMode="auto">
          <a:xfrm flipV="1">
            <a:off x="8032739" y="4659398"/>
            <a:ext cx="177701" cy="47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2" name="AutoShape 142"/>
          <p:cNvSpPr>
            <a:spLocks noChangeArrowheads="1"/>
          </p:cNvSpPr>
          <p:nvPr/>
        </p:nvSpPr>
        <p:spPr bwMode="auto">
          <a:xfrm>
            <a:off x="8132627" y="3903480"/>
            <a:ext cx="986788" cy="220248"/>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PREMIUM FTTH</a:t>
            </a:r>
            <a:endParaRPr lang="fr-FR" sz="600" i="1">
              <a:solidFill>
                <a:srgbClr val="000000"/>
              </a:solidFill>
            </a:endParaRPr>
          </a:p>
        </p:txBody>
      </p:sp>
      <p:sp>
        <p:nvSpPr>
          <p:cNvPr id="169" name="AutoShape 42"/>
          <p:cNvSpPr>
            <a:spLocks noChangeArrowheads="1"/>
          </p:cNvSpPr>
          <p:nvPr/>
        </p:nvSpPr>
        <p:spPr bwMode="auto">
          <a:xfrm>
            <a:off x="6618437" y="3939893"/>
            <a:ext cx="1314371" cy="160689"/>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30040_DEM_PREMIUM_FTTH</a:t>
            </a:r>
          </a:p>
        </p:txBody>
      </p:sp>
      <p:sp>
        <p:nvSpPr>
          <p:cNvPr id="170" name="Text Box 112"/>
          <p:cNvSpPr txBox="1">
            <a:spLocks noChangeArrowheads="1"/>
          </p:cNvSpPr>
          <p:nvPr/>
        </p:nvSpPr>
        <p:spPr bwMode="auto">
          <a:xfrm>
            <a:off x="6627445" y="4074183"/>
            <a:ext cx="1115831"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fr-FR" sz="600">
                <a:solidFill>
                  <a:srgbClr val="000000"/>
                </a:solidFill>
              </a:rPr>
              <a:t>PREMIUM ET FTTH</a:t>
            </a:r>
          </a:p>
        </p:txBody>
      </p:sp>
      <p:cxnSp>
        <p:nvCxnSpPr>
          <p:cNvPr id="4127" name="Connecteur droit avec flèche 4126"/>
          <p:cNvCxnSpPr>
            <a:stCxn id="169" idx="3"/>
            <a:endCxn id="162" idx="1"/>
          </p:cNvCxnSpPr>
          <p:nvPr/>
        </p:nvCxnSpPr>
        <p:spPr bwMode="auto">
          <a:xfrm flipV="1">
            <a:off x="7932808" y="4013604"/>
            <a:ext cx="199819" cy="66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Connecteur en angle 69"/>
          <p:cNvCxnSpPr>
            <a:stCxn id="196" idx="3"/>
            <a:endCxn id="169" idx="1"/>
          </p:cNvCxnSpPr>
          <p:nvPr/>
        </p:nvCxnSpPr>
        <p:spPr bwMode="auto">
          <a:xfrm flipV="1">
            <a:off x="5811924" y="4020238"/>
            <a:ext cx="806513" cy="66749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3" name="AutoShape 142"/>
          <p:cNvSpPr>
            <a:spLocks noChangeArrowheads="1"/>
          </p:cNvSpPr>
          <p:nvPr/>
        </p:nvSpPr>
        <p:spPr bwMode="auto">
          <a:xfrm>
            <a:off x="8225514" y="4854865"/>
            <a:ext cx="864734"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DEM PREMIUM ADSL</a:t>
            </a:r>
            <a:endParaRPr lang="fr-FR" sz="600" i="1">
              <a:solidFill>
                <a:srgbClr val="000000"/>
              </a:solidFill>
            </a:endParaRPr>
          </a:p>
        </p:txBody>
      </p:sp>
      <p:sp>
        <p:nvSpPr>
          <p:cNvPr id="174" name="AutoShape 42"/>
          <p:cNvSpPr>
            <a:spLocks noChangeArrowheads="1"/>
          </p:cNvSpPr>
          <p:nvPr/>
        </p:nvSpPr>
        <p:spPr bwMode="auto">
          <a:xfrm>
            <a:off x="6605873" y="4909622"/>
            <a:ext cx="1334419" cy="13984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30040_DEM_PREMIUM_FIXE</a:t>
            </a:r>
          </a:p>
        </p:txBody>
      </p:sp>
      <p:sp>
        <p:nvSpPr>
          <p:cNvPr id="175" name="Text Box 112"/>
          <p:cNvSpPr txBox="1">
            <a:spLocks noChangeArrowheads="1"/>
          </p:cNvSpPr>
          <p:nvPr/>
        </p:nvSpPr>
        <p:spPr bwMode="auto">
          <a:xfrm>
            <a:off x="6371083" y="5064793"/>
            <a:ext cx="1845292"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fr-FR" sz="600">
                <a:solidFill>
                  <a:srgbClr val="000000"/>
                </a:solidFill>
              </a:rPr>
              <a:t>PREMIUM ET ADSL OU ECOTEL OU AUTRE</a:t>
            </a:r>
          </a:p>
        </p:txBody>
      </p:sp>
      <p:sp>
        <p:nvSpPr>
          <p:cNvPr id="185" name="AutoShape 142"/>
          <p:cNvSpPr>
            <a:spLocks noChangeArrowheads="1"/>
          </p:cNvSpPr>
          <p:nvPr/>
        </p:nvSpPr>
        <p:spPr bwMode="auto">
          <a:xfrm>
            <a:off x="53752" y="4650619"/>
            <a:ext cx="1221839"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WCB DEM PREMIUM FTTB MIG</a:t>
            </a:r>
          </a:p>
        </p:txBody>
      </p:sp>
      <p:sp>
        <p:nvSpPr>
          <p:cNvPr id="186" name="AutoShape 42"/>
          <p:cNvSpPr>
            <a:spLocks noChangeArrowheads="1"/>
          </p:cNvSpPr>
          <p:nvPr/>
        </p:nvSpPr>
        <p:spPr bwMode="auto">
          <a:xfrm>
            <a:off x="1391194" y="4700525"/>
            <a:ext cx="1632607" cy="1439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30040_WCB_DEM_PREMIUM_FTTB_MIG</a:t>
            </a:r>
          </a:p>
        </p:txBody>
      </p:sp>
      <p:sp>
        <p:nvSpPr>
          <p:cNvPr id="187" name="ZoneTexte 186"/>
          <p:cNvSpPr txBox="1"/>
          <p:nvPr/>
        </p:nvSpPr>
        <p:spPr>
          <a:xfrm>
            <a:off x="1368853" y="4827973"/>
            <a:ext cx="2139098" cy="184666"/>
          </a:xfrm>
          <a:prstGeom prst="rect">
            <a:avLst/>
          </a:prstGeom>
          <a:noFill/>
        </p:spPr>
        <p:txBody>
          <a:bodyPr wrap="square" rtlCol="0">
            <a:spAutoFit/>
          </a:bodyPr>
          <a:lstStyle/>
          <a:p>
            <a:r>
              <a:rPr lang="fr-FR" sz="600">
                <a:solidFill>
                  <a:srgbClr val="000000"/>
                </a:solidFill>
              </a:rPr>
              <a:t>PREMIUM ET FTTB ET MIG NC</a:t>
            </a:r>
            <a:endParaRPr lang="fr-FR" sz="600" strike="sngStrike">
              <a:solidFill>
                <a:srgbClr val="FF0000"/>
              </a:solidFill>
            </a:endParaRPr>
          </a:p>
        </p:txBody>
      </p:sp>
      <p:cxnSp>
        <p:nvCxnSpPr>
          <p:cNvPr id="188" name="AutoShape 10"/>
          <p:cNvCxnSpPr>
            <a:cxnSpLocks noChangeShapeType="1"/>
            <a:stCxn id="186" idx="1"/>
            <a:endCxn id="185" idx="3"/>
          </p:cNvCxnSpPr>
          <p:nvPr/>
        </p:nvCxnSpPr>
        <p:spPr bwMode="auto">
          <a:xfrm rot="10800000" flipV="1">
            <a:off x="1275592" y="4772480"/>
            <a:ext cx="115603" cy="3233"/>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AutoShape 42"/>
          <p:cNvSpPr>
            <a:spLocks noChangeArrowheads="1"/>
          </p:cNvSpPr>
          <p:nvPr/>
        </p:nvSpPr>
        <p:spPr bwMode="auto">
          <a:xfrm>
            <a:off x="1440603" y="5003324"/>
            <a:ext cx="1577321" cy="12785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30040_WCB_DEM_PREMIUM_FTTB</a:t>
            </a:r>
          </a:p>
        </p:txBody>
      </p:sp>
      <p:sp>
        <p:nvSpPr>
          <p:cNvPr id="193" name="AutoShape 142"/>
          <p:cNvSpPr>
            <a:spLocks noChangeArrowheads="1"/>
          </p:cNvSpPr>
          <p:nvPr/>
        </p:nvSpPr>
        <p:spPr bwMode="auto">
          <a:xfrm>
            <a:off x="139281" y="4944304"/>
            <a:ext cx="1112857"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WCB DEM PREMIUM FTTB</a:t>
            </a:r>
          </a:p>
        </p:txBody>
      </p:sp>
      <p:sp>
        <p:nvSpPr>
          <p:cNvPr id="194" name="Rectangle 193"/>
          <p:cNvSpPr/>
          <p:nvPr/>
        </p:nvSpPr>
        <p:spPr>
          <a:xfrm>
            <a:off x="1637933" y="5117185"/>
            <a:ext cx="923605" cy="184666"/>
          </a:xfrm>
          <a:prstGeom prst="rect">
            <a:avLst/>
          </a:prstGeom>
        </p:spPr>
        <p:txBody>
          <a:bodyPr wrap="square">
            <a:spAutoFit/>
          </a:bodyPr>
          <a:lstStyle/>
          <a:p>
            <a:r>
              <a:rPr lang="fr-FR" sz="600" dirty="0">
                <a:solidFill>
                  <a:srgbClr val="000000"/>
                </a:solidFill>
              </a:rPr>
              <a:t>PREMIUM ET FTTB</a:t>
            </a:r>
          </a:p>
        </p:txBody>
      </p:sp>
      <p:cxnSp>
        <p:nvCxnSpPr>
          <p:cNvPr id="195" name="AutoShape 10"/>
          <p:cNvCxnSpPr>
            <a:cxnSpLocks noChangeShapeType="1"/>
            <a:stCxn id="192" idx="1"/>
            <a:endCxn id="193" idx="3"/>
          </p:cNvCxnSpPr>
          <p:nvPr/>
        </p:nvCxnSpPr>
        <p:spPr bwMode="auto">
          <a:xfrm flipH="1">
            <a:off x="1252138" y="5067253"/>
            <a:ext cx="188465" cy="2146"/>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AutoShape 10"/>
          <p:cNvCxnSpPr>
            <a:cxnSpLocks noChangeShapeType="1"/>
            <a:stCxn id="191" idx="1"/>
            <a:endCxn id="186" idx="3"/>
          </p:cNvCxnSpPr>
          <p:nvPr/>
        </p:nvCxnSpPr>
        <p:spPr bwMode="auto">
          <a:xfrm rot="10800000">
            <a:off x="3023801" y="4772482"/>
            <a:ext cx="176288" cy="237925"/>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 name="AutoShape 10"/>
          <p:cNvCxnSpPr>
            <a:cxnSpLocks noChangeShapeType="1"/>
            <a:stCxn id="191" idx="1"/>
            <a:endCxn id="192" idx="3"/>
          </p:cNvCxnSpPr>
          <p:nvPr/>
        </p:nvCxnSpPr>
        <p:spPr bwMode="auto">
          <a:xfrm rot="10800000" flipV="1">
            <a:off x="3017925" y="5010405"/>
            <a:ext cx="182165" cy="56847"/>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AutoShape 10"/>
          <p:cNvCxnSpPr>
            <a:cxnSpLocks noChangeShapeType="1"/>
            <a:stCxn id="191" idx="1"/>
            <a:endCxn id="209" idx="3"/>
          </p:cNvCxnSpPr>
          <p:nvPr/>
        </p:nvCxnSpPr>
        <p:spPr bwMode="auto">
          <a:xfrm rot="10800000">
            <a:off x="3035531" y="4502380"/>
            <a:ext cx="164558" cy="508027"/>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9" name="AutoShape 42"/>
          <p:cNvSpPr>
            <a:spLocks noChangeArrowheads="1"/>
          </p:cNvSpPr>
          <p:nvPr/>
        </p:nvSpPr>
        <p:spPr bwMode="auto">
          <a:xfrm>
            <a:off x="1540894" y="4429327"/>
            <a:ext cx="1494637" cy="14610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30040_WCB_DEM_PREMIUM_FTTH</a:t>
            </a:r>
          </a:p>
        </p:txBody>
      </p:sp>
      <p:sp>
        <p:nvSpPr>
          <p:cNvPr id="210" name="Text Box 112"/>
          <p:cNvSpPr txBox="1">
            <a:spLocks noChangeArrowheads="1"/>
          </p:cNvSpPr>
          <p:nvPr/>
        </p:nvSpPr>
        <p:spPr bwMode="auto">
          <a:xfrm>
            <a:off x="1711782" y="4554251"/>
            <a:ext cx="962315"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r>
              <a:rPr lang="fr-FR" sz="600">
                <a:solidFill>
                  <a:srgbClr val="000000"/>
                </a:solidFill>
              </a:rPr>
              <a:t>PREMIUM ET FTTH</a:t>
            </a:r>
          </a:p>
        </p:txBody>
      </p:sp>
      <p:sp>
        <p:nvSpPr>
          <p:cNvPr id="211" name="AutoShape 142"/>
          <p:cNvSpPr>
            <a:spLocks noChangeArrowheads="1"/>
          </p:cNvSpPr>
          <p:nvPr/>
        </p:nvSpPr>
        <p:spPr bwMode="auto">
          <a:xfrm>
            <a:off x="149825" y="4385353"/>
            <a:ext cx="1029691" cy="228404"/>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WCB DEM PREMIUM FTTH</a:t>
            </a:r>
            <a:endParaRPr lang="fr-FR" sz="600" i="1">
              <a:solidFill>
                <a:srgbClr val="000000"/>
              </a:solidFill>
            </a:endParaRPr>
          </a:p>
        </p:txBody>
      </p:sp>
      <p:cxnSp>
        <p:nvCxnSpPr>
          <p:cNvPr id="212" name="AutoShape 10"/>
          <p:cNvCxnSpPr>
            <a:cxnSpLocks noChangeShapeType="1"/>
            <a:stCxn id="209" idx="1"/>
            <a:endCxn id="211" idx="3"/>
          </p:cNvCxnSpPr>
          <p:nvPr/>
        </p:nvCxnSpPr>
        <p:spPr bwMode="auto">
          <a:xfrm flipH="1" flipV="1">
            <a:off x="1179516" y="4499555"/>
            <a:ext cx="361378" cy="2824"/>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6" name="AutoShape 142"/>
          <p:cNvSpPr>
            <a:spLocks noChangeArrowheads="1"/>
          </p:cNvSpPr>
          <p:nvPr/>
        </p:nvSpPr>
        <p:spPr bwMode="auto">
          <a:xfrm>
            <a:off x="190038" y="5252910"/>
            <a:ext cx="104653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p>
          <a:p>
            <a:pPr algn="ctr" eaLnBrk="0" hangingPunct="0"/>
            <a:r>
              <a:rPr lang="fr-FR" sz="600">
                <a:solidFill>
                  <a:srgbClr val="000000"/>
                </a:solidFill>
              </a:rPr>
              <a:t>WCB DEM PREMIUM ADSL</a:t>
            </a:r>
            <a:endParaRPr lang="fr-FR" sz="600" i="1">
              <a:solidFill>
                <a:srgbClr val="000000"/>
              </a:solidFill>
            </a:endParaRPr>
          </a:p>
        </p:txBody>
      </p:sp>
      <p:sp>
        <p:nvSpPr>
          <p:cNvPr id="217" name="AutoShape 42"/>
          <p:cNvSpPr>
            <a:spLocks noChangeArrowheads="1"/>
          </p:cNvSpPr>
          <p:nvPr/>
        </p:nvSpPr>
        <p:spPr bwMode="auto">
          <a:xfrm>
            <a:off x="1725782" y="5303901"/>
            <a:ext cx="1305344" cy="1474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30040_WCB_DEM_PREMIUM_FIXE</a:t>
            </a:r>
          </a:p>
        </p:txBody>
      </p:sp>
      <p:sp>
        <p:nvSpPr>
          <p:cNvPr id="218" name="Text Box 112"/>
          <p:cNvSpPr txBox="1">
            <a:spLocks noChangeArrowheads="1"/>
          </p:cNvSpPr>
          <p:nvPr/>
        </p:nvSpPr>
        <p:spPr bwMode="auto">
          <a:xfrm>
            <a:off x="1387111" y="5429064"/>
            <a:ext cx="182294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r>
              <a:rPr lang="fr-FR" sz="600">
                <a:solidFill>
                  <a:srgbClr val="000000"/>
                </a:solidFill>
              </a:rPr>
              <a:t>PREMIUM ET ADSL OU AUTRE OU ECOTEL</a:t>
            </a:r>
          </a:p>
        </p:txBody>
      </p:sp>
      <p:cxnSp>
        <p:nvCxnSpPr>
          <p:cNvPr id="219" name="AutoShape 10"/>
          <p:cNvCxnSpPr>
            <a:cxnSpLocks noChangeShapeType="1"/>
            <a:stCxn id="217" idx="1"/>
            <a:endCxn id="216" idx="3"/>
          </p:cNvCxnSpPr>
          <p:nvPr/>
        </p:nvCxnSpPr>
        <p:spPr bwMode="auto">
          <a:xfrm flipH="1">
            <a:off x="1236573" y="5377626"/>
            <a:ext cx="489209" cy="379"/>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7" name="Rectangle 226"/>
          <p:cNvSpPr/>
          <p:nvPr/>
        </p:nvSpPr>
        <p:spPr>
          <a:xfrm>
            <a:off x="4157385" y="3292566"/>
            <a:ext cx="344966" cy="215444"/>
          </a:xfrm>
          <a:prstGeom prst="rect">
            <a:avLst/>
          </a:prstGeom>
        </p:spPr>
        <p:txBody>
          <a:bodyPr wrap="none">
            <a:spAutoFit/>
          </a:bodyPr>
          <a:lstStyle/>
          <a:p>
            <a:pPr algn="ctr"/>
            <a:r>
              <a:rPr lang="fr-FR" sz="800">
                <a:solidFill>
                  <a:srgbClr val="000000"/>
                </a:solidFill>
              </a:rPr>
              <a:t>Oui</a:t>
            </a:r>
          </a:p>
        </p:txBody>
      </p:sp>
      <p:sp>
        <p:nvSpPr>
          <p:cNvPr id="228" name="Rectangle 227"/>
          <p:cNvSpPr/>
          <p:nvPr/>
        </p:nvSpPr>
        <p:spPr>
          <a:xfrm>
            <a:off x="4752366" y="3313530"/>
            <a:ext cx="373820" cy="215444"/>
          </a:xfrm>
          <a:prstGeom prst="rect">
            <a:avLst/>
          </a:prstGeom>
        </p:spPr>
        <p:txBody>
          <a:bodyPr wrap="none">
            <a:spAutoFit/>
          </a:bodyPr>
          <a:lstStyle/>
          <a:p>
            <a:pPr algn="ctr"/>
            <a:r>
              <a:rPr lang="fr-FR" sz="800">
                <a:solidFill>
                  <a:srgbClr val="000000"/>
                </a:solidFill>
              </a:rPr>
              <a:t>Non</a:t>
            </a:r>
          </a:p>
        </p:txBody>
      </p:sp>
      <p:cxnSp>
        <p:nvCxnSpPr>
          <p:cNvPr id="229" name="Connecteur en angle 228"/>
          <p:cNvCxnSpPr>
            <a:stCxn id="196" idx="3"/>
            <a:endCxn id="174" idx="1"/>
          </p:cNvCxnSpPr>
          <p:nvPr/>
        </p:nvCxnSpPr>
        <p:spPr bwMode="auto">
          <a:xfrm>
            <a:off x="5811924" y="4687735"/>
            <a:ext cx="793949" cy="29180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Connecteur droit avec flèche 230"/>
          <p:cNvCxnSpPr>
            <a:stCxn id="174" idx="3"/>
            <a:endCxn id="173" idx="1"/>
          </p:cNvCxnSpPr>
          <p:nvPr/>
        </p:nvCxnSpPr>
        <p:spPr bwMode="auto">
          <a:xfrm>
            <a:off x="7940292" y="4979543"/>
            <a:ext cx="285222" cy="41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AutoShape 10"/>
          <p:cNvCxnSpPr>
            <a:cxnSpLocks noChangeShapeType="1"/>
            <a:stCxn id="191" idx="1"/>
            <a:endCxn id="217" idx="3"/>
          </p:cNvCxnSpPr>
          <p:nvPr/>
        </p:nvCxnSpPr>
        <p:spPr bwMode="auto">
          <a:xfrm rot="10800000" flipV="1">
            <a:off x="3031127" y="5010406"/>
            <a:ext cx="168963" cy="367220"/>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Connecteur en angle 32"/>
          <p:cNvCxnSpPr>
            <a:cxnSpLocks/>
            <a:stCxn id="132" idx="0"/>
            <a:endCxn id="176" idx="0"/>
          </p:cNvCxnSpPr>
          <p:nvPr/>
        </p:nvCxnSpPr>
        <p:spPr bwMode="auto">
          <a:xfrm rot="16200000" flipH="1">
            <a:off x="1195673" y="105821"/>
            <a:ext cx="211368" cy="182244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AutoShape 131"/>
          <p:cNvSpPr>
            <a:spLocks noChangeArrowheads="1"/>
          </p:cNvSpPr>
          <p:nvPr/>
        </p:nvSpPr>
        <p:spPr bwMode="auto">
          <a:xfrm>
            <a:off x="3200089" y="4780647"/>
            <a:ext cx="476490" cy="459517"/>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Type Client</a:t>
            </a:r>
          </a:p>
        </p:txBody>
      </p:sp>
      <p:sp>
        <p:nvSpPr>
          <p:cNvPr id="196" name="AutoShape 131"/>
          <p:cNvSpPr>
            <a:spLocks noChangeArrowheads="1"/>
          </p:cNvSpPr>
          <p:nvPr/>
        </p:nvSpPr>
        <p:spPr bwMode="auto">
          <a:xfrm>
            <a:off x="5335434" y="4457976"/>
            <a:ext cx="476490" cy="459517"/>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Type Client</a:t>
            </a:r>
          </a:p>
        </p:txBody>
      </p:sp>
      <p:cxnSp>
        <p:nvCxnSpPr>
          <p:cNvPr id="233" name="Connecteur en angle 232"/>
          <p:cNvCxnSpPr>
            <a:stCxn id="96" idx="2"/>
            <a:endCxn id="191" idx="0"/>
          </p:cNvCxnSpPr>
          <p:nvPr/>
        </p:nvCxnSpPr>
        <p:spPr bwMode="auto">
          <a:xfrm rot="5400000">
            <a:off x="2986266" y="4291838"/>
            <a:ext cx="940877" cy="36740"/>
          </a:xfrm>
          <a:prstGeom prst="bentConnector3">
            <a:avLst>
              <a:gd name="adj1" fmla="val 50000"/>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Connecteur en angle 238"/>
          <p:cNvCxnSpPr>
            <a:stCxn id="137" idx="2"/>
            <a:endCxn id="196" idx="0"/>
          </p:cNvCxnSpPr>
          <p:nvPr/>
        </p:nvCxnSpPr>
        <p:spPr bwMode="auto">
          <a:xfrm rot="5400000">
            <a:off x="5336101" y="4197279"/>
            <a:ext cx="498275" cy="2311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3" name="Rectangle 262"/>
          <p:cNvSpPr/>
          <p:nvPr/>
        </p:nvSpPr>
        <p:spPr>
          <a:xfrm>
            <a:off x="3683052" y="3378791"/>
            <a:ext cx="373820" cy="215444"/>
          </a:xfrm>
          <a:prstGeom prst="rect">
            <a:avLst/>
          </a:prstGeom>
        </p:spPr>
        <p:txBody>
          <a:bodyPr wrap="none">
            <a:spAutoFit/>
          </a:bodyPr>
          <a:lstStyle/>
          <a:p>
            <a:pPr algn="ctr"/>
            <a:r>
              <a:rPr lang="fr-FR" sz="800">
                <a:solidFill>
                  <a:srgbClr val="000000"/>
                </a:solidFill>
              </a:rPr>
              <a:t>Non</a:t>
            </a:r>
          </a:p>
        </p:txBody>
      </p:sp>
      <p:sp>
        <p:nvSpPr>
          <p:cNvPr id="264" name="Rectangle 263"/>
          <p:cNvSpPr/>
          <p:nvPr/>
        </p:nvSpPr>
        <p:spPr>
          <a:xfrm>
            <a:off x="3088469" y="3823349"/>
            <a:ext cx="344966" cy="215444"/>
          </a:xfrm>
          <a:prstGeom prst="rect">
            <a:avLst/>
          </a:prstGeom>
        </p:spPr>
        <p:txBody>
          <a:bodyPr wrap="none">
            <a:spAutoFit/>
          </a:bodyPr>
          <a:lstStyle/>
          <a:p>
            <a:pPr algn="ctr"/>
            <a:r>
              <a:rPr lang="fr-FR" sz="800">
                <a:solidFill>
                  <a:srgbClr val="000000"/>
                </a:solidFill>
              </a:rPr>
              <a:t>Oui</a:t>
            </a:r>
          </a:p>
        </p:txBody>
      </p:sp>
      <p:sp>
        <p:nvSpPr>
          <p:cNvPr id="293" name="Rectangle 292"/>
          <p:cNvSpPr/>
          <p:nvPr/>
        </p:nvSpPr>
        <p:spPr>
          <a:xfrm>
            <a:off x="4985247" y="3548795"/>
            <a:ext cx="373820" cy="215444"/>
          </a:xfrm>
          <a:prstGeom prst="rect">
            <a:avLst/>
          </a:prstGeom>
        </p:spPr>
        <p:txBody>
          <a:bodyPr wrap="none">
            <a:spAutoFit/>
          </a:bodyPr>
          <a:lstStyle/>
          <a:p>
            <a:pPr algn="ctr"/>
            <a:r>
              <a:rPr lang="fr-FR" sz="800">
                <a:solidFill>
                  <a:srgbClr val="000000"/>
                </a:solidFill>
              </a:rPr>
              <a:t>Non</a:t>
            </a:r>
          </a:p>
        </p:txBody>
      </p:sp>
      <p:sp>
        <p:nvSpPr>
          <p:cNvPr id="294" name="Rectangle 293"/>
          <p:cNvSpPr/>
          <p:nvPr/>
        </p:nvSpPr>
        <p:spPr>
          <a:xfrm>
            <a:off x="5559524" y="3946744"/>
            <a:ext cx="344966" cy="215444"/>
          </a:xfrm>
          <a:prstGeom prst="rect">
            <a:avLst/>
          </a:prstGeom>
        </p:spPr>
        <p:txBody>
          <a:bodyPr wrap="none">
            <a:spAutoFit/>
          </a:bodyPr>
          <a:lstStyle/>
          <a:p>
            <a:pPr algn="ctr"/>
            <a:r>
              <a:rPr lang="fr-FR" sz="800">
                <a:solidFill>
                  <a:srgbClr val="000000"/>
                </a:solidFill>
              </a:rPr>
              <a:t>Oui</a:t>
            </a:r>
          </a:p>
        </p:txBody>
      </p:sp>
      <p:cxnSp>
        <p:nvCxnSpPr>
          <p:cNvPr id="232" name="AutoShape 10"/>
          <p:cNvCxnSpPr>
            <a:cxnSpLocks noChangeShapeType="1"/>
            <a:stCxn id="147" idx="1"/>
            <a:endCxn id="142" idx="3"/>
          </p:cNvCxnSpPr>
          <p:nvPr/>
        </p:nvCxnSpPr>
        <p:spPr bwMode="auto">
          <a:xfrm flipH="1">
            <a:off x="1243186" y="6681178"/>
            <a:ext cx="727204" cy="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6" name="Rectangle 305"/>
          <p:cNvSpPr/>
          <p:nvPr/>
        </p:nvSpPr>
        <p:spPr>
          <a:xfrm>
            <a:off x="4331111" y="2056481"/>
            <a:ext cx="344966" cy="215444"/>
          </a:xfrm>
          <a:prstGeom prst="rect">
            <a:avLst/>
          </a:prstGeom>
        </p:spPr>
        <p:txBody>
          <a:bodyPr wrap="none">
            <a:spAutoFit/>
          </a:bodyPr>
          <a:lstStyle/>
          <a:p>
            <a:pPr algn="ctr"/>
            <a:r>
              <a:rPr lang="fr-FR" sz="800">
                <a:solidFill>
                  <a:srgbClr val="000000"/>
                </a:solidFill>
              </a:rPr>
              <a:t>Oui</a:t>
            </a:r>
          </a:p>
        </p:txBody>
      </p:sp>
      <p:sp>
        <p:nvSpPr>
          <p:cNvPr id="307" name="Rectangle 306"/>
          <p:cNvSpPr/>
          <p:nvPr/>
        </p:nvSpPr>
        <p:spPr>
          <a:xfrm>
            <a:off x="2500317" y="2114961"/>
            <a:ext cx="620683" cy="215444"/>
          </a:xfrm>
          <a:prstGeom prst="rect">
            <a:avLst/>
          </a:prstGeom>
        </p:spPr>
        <p:txBody>
          <a:bodyPr wrap="none">
            <a:spAutoFit/>
          </a:bodyPr>
          <a:lstStyle/>
          <a:p>
            <a:pPr algn="ctr"/>
            <a:r>
              <a:rPr lang="fr-FR" sz="800"/>
              <a:t>désactivé</a:t>
            </a:r>
          </a:p>
        </p:txBody>
      </p:sp>
      <p:cxnSp>
        <p:nvCxnSpPr>
          <p:cNvPr id="26" name="Connecteur en angle 25"/>
          <p:cNvCxnSpPr>
            <a:stCxn id="106" idx="2"/>
            <a:endCxn id="230" idx="0"/>
          </p:cNvCxnSpPr>
          <p:nvPr/>
        </p:nvCxnSpPr>
        <p:spPr bwMode="auto">
          <a:xfrm rot="16200000" flipH="1">
            <a:off x="4214750" y="2245532"/>
            <a:ext cx="82376" cy="77195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208"/>
          <p:cNvSpPr>
            <a:spLocks noChangeArrowheads="1"/>
          </p:cNvSpPr>
          <p:nvPr/>
        </p:nvSpPr>
        <p:spPr bwMode="auto">
          <a:xfrm>
            <a:off x="7122968" y="942806"/>
            <a:ext cx="1091803" cy="1479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30000_WCB_DMGT</a:t>
            </a:r>
          </a:p>
        </p:txBody>
      </p:sp>
      <p:sp>
        <p:nvSpPr>
          <p:cNvPr id="171" name="AutoShape 131"/>
          <p:cNvSpPr>
            <a:spLocks noChangeArrowheads="1"/>
          </p:cNvSpPr>
          <p:nvPr/>
        </p:nvSpPr>
        <p:spPr bwMode="auto">
          <a:xfrm>
            <a:off x="4747002" y="6176955"/>
            <a:ext cx="476490" cy="459517"/>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Type Client</a:t>
            </a:r>
          </a:p>
        </p:txBody>
      </p:sp>
      <p:sp>
        <p:nvSpPr>
          <p:cNvPr id="172" name="AutoShape 131"/>
          <p:cNvSpPr>
            <a:spLocks noChangeArrowheads="1"/>
          </p:cNvSpPr>
          <p:nvPr/>
        </p:nvSpPr>
        <p:spPr bwMode="auto">
          <a:xfrm>
            <a:off x="3871648" y="5807298"/>
            <a:ext cx="476490" cy="459517"/>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Type Client</a:t>
            </a:r>
          </a:p>
        </p:txBody>
      </p:sp>
      <p:cxnSp>
        <p:nvCxnSpPr>
          <p:cNvPr id="14" name="Connecteur en angle 13"/>
          <p:cNvCxnSpPr>
            <a:stCxn id="96" idx="3"/>
            <a:endCxn id="172" idx="0"/>
          </p:cNvCxnSpPr>
          <p:nvPr/>
        </p:nvCxnSpPr>
        <p:spPr bwMode="auto">
          <a:xfrm>
            <a:off x="3713319" y="3610012"/>
            <a:ext cx="396574" cy="2197286"/>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cxnSpLocks/>
            <a:stCxn id="137" idx="1"/>
            <a:endCxn id="252" idx="0"/>
          </p:cNvCxnSpPr>
          <p:nvPr/>
        </p:nvCxnSpPr>
        <p:spPr bwMode="auto">
          <a:xfrm rot="10800000" flipV="1">
            <a:off x="5001602" y="3740625"/>
            <a:ext cx="361832" cy="113121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AutoShape 31">
            <a:hlinkClick r:id="" action="ppaction://noaction"/>
          </p:cNvPr>
          <p:cNvSpPr>
            <a:spLocks noChangeArrowheads="1"/>
          </p:cNvSpPr>
          <p:nvPr/>
        </p:nvSpPr>
        <p:spPr bwMode="auto">
          <a:xfrm>
            <a:off x="3077746" y="4231293"/>
            <a:ext cx="794657" cy="15296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DEM_PREMIUM_OK</a:t>
            </a:r>
            <a:endParaRPr lang="fr-FR" sz="600">
              <a:solidFill>
                <a:srgbClr val="00B050"/>
              </a:solidFill>
            </a:endParaRPr>
          </a:p>
        </p:txBody>
      </p:sp>
      <p:sp>
        <p:nvSpPr>
          <p:cNvPr id="220" name="AutoShape 31">
            <a:hlinkClick r:id="" action="ppaction://noaction"/>
          </p:cNvPr>
          <p:cNvSpPr>
            <a:spLocks noChangeArrowheads="1"/>
          </p:cNvSpPr>
          <p:nvPr/>
        </p:nvSpPr>
        <p:spPr bwMode="auto">
          <a:xfrm>
            <a:off x="5160172" y="4236731"/>
            <a:ext cx="794657" cy="15296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DEM_PREMIUM_OK</a:t>
            </a:r>
            <a:endParaRPr lang="fr-FR" sz="600">
              <a:solidFill>
                <a:srgbClr val="00B050"/>
              </a:solidFill>
            </a:endParaRPr>
          </a:p>
        </p:txBody>
      </p:sp>
      <p:sp>
        <p:nvSpPr>
          <p:cNvPr id="221" name="AutoShape 31">
            <a:hlinkClick r:id="" action="ppaction://noaction"/>
          </p:cNvPr>
          <p:cNvSpPr>
            <a:spLocks noChangeArrowheads="1"/>
          </p:cNvSpPr>
          <p:nvPr/>
        </p:nvSpPr>
        <p:spPr bwMode="auto">
          <a:xfrm>
            <a:off x="4610178" y="5057666"/>
            <a:ext cx="794657" cy="15296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DEM_PREMIUM_NOK</a:t>
            </a:r>
            <a:endParaRPr lang="fr-FR" sz="600">
              <a:solidFill>
                <a:srgbClr val="00B050"/>
              </a:solidFill>
            </a:endParaRPr>
          </a:p>
        </p:txBody>
      </p:sp>
      <p:sp>
        <p:nvSpPr>
          <p:cNvPr id="222" name="AutoShape 31">
            <a:hlinkClick r:id="" action="ppaction://noaction"/>
          </p:cNvPr>
          <p:cNvSpPr>
            <a:spLocks noChangeArrowheads="1"/>
          </p:cNvSpPr>
          <p:nvPr/>
        </p:nvSpPr>
        <p:spPr bwMode="auto">
          <a:xfrm>
            <a:off x="3722017" y="4437114"/>
            <a:ext cx="794657" cy="15296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DEM_PREMIUM_NOK</a:t>
            </a:r>
            <a:endParaRPr lang="fr-FR" sz="600">
              <a:solidFill>
                <a:srgbClr val="00B050"/>
              </a:solidFill>
            </a:endParaRPr>
          </a:p>
        </p:txBody>
      </p:sp>
      <p:sp>
        <p:nvSpPr>
          <p:cNvPr id="250" name="AutoShape 208"/>
          <p:cNvSpPr>
            <a:spLocks noChangeArrowheads="1"/>
          </p:cNvSpPr>
          <p:nvPr/>
        </p:nvSpPr>
        <p:spPr bwMode="auto">
          <a:xfrm>
            <a:off x="2800851" y="4016966"/>
            <a:ext cx="1227505" cy="1537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 OK</a:t>
            </a:r>
          </a:p>
        </p:txBody>
      </p:sp>
      <p:sp>
        <p:nvSpPr>
          <p:cNvPr id="251" name="AutoShape 208"/>
          <p:cNvSpPr>
            <a:spLocks noChangeArrowheads="1"/>
          </p:cNvSpPr>
          <p:nvPr/>
        </p:nvSpPr>
        <p:spPr bwMode="auto">
          <a:xfrm>
            <a:off x="3569531" y="3774136"/>
            <a:ext cx="1227505" cy="1537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30040_WCB_DEM_PREMIUM_NOK</a:t>
            </a:r>
          </a:p>
        </p:txBody>
      </p:sp>
      <p:sp>
        <p:nvSpPr>
          <p:cNvPr id="252" name="AutoShape 208"/>
          <p:cNvSpPr>
            <a:spLocks noChangeArrowheads="1"/>
          </p:cNvSpPr>
          <p:nvPr/>
        </p:nvSpPr>
        <p:spPr bwMode="auto">
          <a:xfrm>
            <a:off x="4448119" y="4871839"/>
            <a:ext cx="1106965" cy="1537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30040_DEM_PREMIUM_NOK</a:t>
            </a:r>
          </a:p>
        </p:txBody>
      </p:sp>
      <p:sp>
        <p:nvSpPr>
          <p:cNvPr id="253" name="AutoShape 208"/>
          <p:cNvSpPr>
            <a:spLocks noChangeArrowheads="1"/>
          </p:cNvSpPr>
          <p:nvPr/>
        </p:nvSpPr>
        <p:spPr bwMode="auto">
          <a:xfrm>
            <a:off x="5071950" y="4022179"/>
            <a:ext cx="1074767" cy="1815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30040_DEM_PREMIUM_OK</a:t>
            </a:r>
          </a:p>
        </p:txBody>
      </p:sp>
      <p:sp>
        <p:nvSpPr>
          <p:cNvPr id="154" name="AutoShape 221"/>
          <p:cNvSpPr>
            <a:spLocks noChangeArrowheads="1"/>
          </p:cNvSpPr>
          <p:nvPr/>
        </p:nvSpPr>
        <p:spPr bwMode="auto">
          <a:xfrm rot="10800000">
            <a:off x="5713595" y="2739513"/>
            <a:ext cx="1242369"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rgbClr val="FFFFFF"/>
                </a:solidFill>
                <a:latin typeface="Arial"/>
                <a:ea typeface="ＭＳ Ｐゴシック" pitchFamily="1" charset="-128"/>
              </a:rPr>
              <a:t>SVI MODE CONTINU ACTIVATION</a:t>
            </a:r>
          </a:p>
          <a:p>
            <a:pPr algn="ctr">
              <a:defRPr/>
            </a:pPr>
            <a:r>
              <a:rPr lang="fr-FR" sz="600">
                <a:solidFill>
                  <a:srgbClr val="FFFFFF"/>
                </a:solidFill>
                <a:latin typeface="Arial"/>
                <a:ea typeface="ＭＳ Ｐゴシック" pitchFamily="1" charset="-128"/>
              </a:rPr>
              <a:t>Page Entrée WS</a:t>
            </a:r>
          </a:p>
        </p:txBody>
      </p:sp>
      <p:cxnSp>
        <p:nvCxnSpPr>
          <p:cNvPr id="28" name="Connecteur en angle 27"/>
          <p:cNvCxnSpPr>
            <a:stCxn id="225" idx="3"/>
            <a:endCxn id="154" idx="2"/>
          </p:cNvCxnSpPr>
          <p:nvPr/>
        </p:nvCxnSpPr>
        <p:spPr bwMode="auto">
          <a:xfrm>
            <a:off x="5817724" y="2358595"/>
            <a:ext cx="517055" cy="38091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AutoShape 62">
            <a:hlinkClick r:id="" action="ppaction://noaction"/>
          </p:cNvPr>
          <p:cNvSpPr>
            <a:spLocks noChangeArrowheads="1"/>
          </p:cNvSpPr>
          <p:nvPr/>
        </p:nvSpPr>
        <p:spPr bwMode="auto">
          <a:xfrm>
            <a:off x="4135517" y="109852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Activité</a:t>
            </a:r>
          </a:p>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HO</a:t>
            </a:r>
            <a:endParaRPr lang="fr-FR" sz="500">
              <a:solidFill>
                <a:schemeClr val="bg1"/>
              </a:solidFill>
              <a:ea typeface="ＭＳ Ｐゴシック" charset="0"/>
            </a:endParaRPr>
          </a:p>
        </p:txBody>
      </p:sp>
      <p:sp>
        <p:nvSpPr>
          <p:cNvPr id="176" name="AutoShape 68">
            <a:hlinkClick r:id="rId5" action="ppaction://hlinksldjump"/>
          </p:cNvPr>
          <p:cNvSpPr>
            <a:spLocks noChangeArrowheads="1"/>
          </p:cNvSpPr>
          <p:nvPr/>
        </p:nvSpPr>
        <p:spPr bwMode="auto">
          <a:xfrm>
            <a:off x="1822055" y="1122728"/>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FASTR</a:t>
            </a:r>
          </a:p>
        </p:txBody>
      </p:sp>
      <p:sp>
        <p:nvSpPr>
          <p:cNvPr id="177" name="AutoShape 14"/>
          <p:cNvSpPr>
            <a:spLocks noChangeArrowheads="1"/>
          </p:cNvSpPr>
          <p:nvPr/>
        </p:nvSpPr>
        <p:spPr bwMode="auto">
          <a:xfrm>
            <a:off x="2721282" y="1182667"/>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30010_DEM_BEB_ANC_OK</a:t>
            </a:r>
          </a:p>
        </p:txBody>
      </p:sp>
      <p:sp>
        <p:nvSpPr>
          <p:cNvPr id="178" name="AutoShape 14"/>
          <p:cNvSpPr>
            <a:spLocks noChangeArrowheads="1"/>
          </p:cNvSpPr>
          <p:nvPr/>
        </p:nvSpPr>
        <p:spPr bwMode="auto">
          <a:xfrm>
            <a:off x="1498133" y="1524982"/>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30010_DEM_BEB_ANC_NOK</a:t>
            </a:r>
          </a:p>
        </p:txBody>
      </p:sp>
      <p:sp>
        <p:nvSpPr>
          <p:cNvPr id="179" name="AutoShape 14"/>
          <p:cNvSpPr>
            <a:spLocks noChangeArrowheads="1"/>
          </p:cNvSpPr>
          <p:nvPr/>
        </p:nvSpPr>
        <p:spPr bwMode="auto">
          <a:xfrm>
            <a:off x="3818782" y="1523276"/>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30010_DEM_BEB_ANC_HNO</a:t>
            </a:r>
          </a:p>
        </p:txBody>
      </p:sp>
      <p:sp>
        <p:nvSpPr>
          <p:cNvPr id="180" name="AutoShape 14"/>
          <p:cNvSpPr>
            <a:spLocks noChangeArrowheads="1"/>
          </p:cNvSpPr>
          <p:nvPr/>
        </p:nvSpPr>
        <p:spPr bwMode="auto">
          <a:xfrm>
            <a:off x="5420797" y="1381231"/>
            <a:ext cx="1304608" cy="1320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30010_DEM_BEB_ANC_HO</a:t>
            </a:r>
          </a:p>
        </p:txBody>
      </p:sp>
      <p:sp>
        <p:nvSpPr>
          <p:cNvPr id="181" name="AutoShape 31">
            <a:hlinkClick r:id="" action="ppaction://noaction"/>
          </p:cNvPr>
          <p:cNvSpPr>
            <a:spLocks noChangeArrowheads="1"/>
          </p:cNvSpPr>
          <p:nvPr/>
        </p:nvSpPr>
        <p:spPr bwMode="auto">
          <a:xfrm>
            <a:off x="5527301" y="1584007"/>
            <a:ext cx="1062482" cy="144562"/>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FIXE_DEM_BEB_ANC</a:t>
            </a:r>
            <a:endParaRPr lang="fr-FR" sz="600">
              <a:solidFill>
                <a:srgbClr val="FF0000"/>
              </a:solidFill>
            </a:endParaRPr>
          </a:p>
        </p:txBody>
      </p:sp>
      <p:sp>
        <p:nvSpPr>
          <p:cNvPr id="182" name="AutoShape 221"/>
          <p:cNvSpPr>
            <a:spLocks noChangeArrowheads="1"/>
          </p:cNvSpPr>
          <p:nvPr/>
        </p:nvSpPr>
        <p:spPr bwMode="auto">
          <a:xfrm rot="10800000">
            <a:off x="5653504" y="1892142"/>
            <a:ext cx="802676" cy="34509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(Page ANC)</a:t>
            </a:r>
          </a:p>
        </p:txBody>
      </p:sp>
      <p:cxnSp>
        <p:nvCxnSpPr>
          <p:cNvPr id="183" name="Connecteur en angle 182"/>
          <p:cNvCxnSpPr>
            <a:stCxn id="167" idx="3"/>
            <a:endCxn id="180" idx="0"/>
          </p:cNvCxnSpPr>
          <p:nvPr/>
        </p:nvCxnSpPr>
        <p:spPr bwMode="auto">
          <a:xfrm>
            <a:off x="4916567" y="1258867"/>
            <a:ext cx="1156534" cy="1223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Connecteur droit 183"/>
          <p:cNvCxnSpPr>
            <a:stCxn id="180" idx="2"/>
            <a:endCxn id="181" idx="0"/>
          </p:cNvCxnSpPr>
          <p:nvPr/>
        </p:nvCxnSpPr>
        <p:spPr bwMode="auto">
          <a:xfrm flipH="1">
            <a:off x="6058542" y="1513279"/>
            <a:ext cx="14559" cy="707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Connecteur droit avec flèche 188"/>
          <p:cNvCxnSpPr>
            <a:stCxn id="181" idx="2"/>
            <a:endCxn id="182" idx="2"/>
          </p:cNvCxnSpPr>
          <p:nvPr/>
        </p:nvCxnSpPr>
        <p:spPr bwMode="auto">
          <a:xfrm flipH="1">
            <a:off x="6054842" y="1728569"/>
            <a:ext cx="3700" cy="16357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Connecteur en angle 189"/>
          <p:cNvCxnSpPr>
            <a:stCxn id="178" idx="2"/>
            <a:endCxn id="106" idx="0"/>
          </p:cNvCxnSpPr>
          <p:nvPr/>
        </p:nvCxnSpPr>
        <p:spPr bwMode="auto">
          <a:xfrm rot="16200000" flipH="1">
            <a:off x="2802147" y="1068479"/>
            <a:ext cx="471193" cy="166443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Connecteur droit 196"/>
          <p:cNvCxnSpPr>
            <a:stCxn id="167" idx="2"/>
            <a:endCxn id="179" idx="0"/>
          </p:cNvCxnSpPr>
          <p:nvPr/>
        </p:nvCxnSpPr>
        <p:spPr bwMode="auto">
          <a:xfrm flipH="1">
            <a:off x="4522875" y="1419204"/>
            <a:ext cx="3167" cy="1040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Text Box 157"/>
          <p:cNvSpPr txBox="1">
            <a:spLocks noChangeArrowheads="1"/>
          </p:cNvSpPr>
          <p:nvPr/>
        </p:nvSpPr>
        <p:spPr bwMode="auto">
          <a:xfrm>
            <a:off x="4933225" y="1107285"/>
            <a:ext cx="3000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200" name="Text Box 157"/>
          <p:cNvSpPr txBox="1">
            <a:spLocks noChangeArrowheads="1"/>
          </p:cNvSpPr>
          <p:nvPr/>
        </p:nvSpPr>
        <p:spPr bwMode="auto">
          <a:xfrm>
            <a:off x="2477445" y="1018710"/>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01" name="Text Box 157"/>
          <p:cNvSpPr txBox="1">
            <a:spLocks noChangeArrowheads="1"/>
          </p:cNvSpPr>
          <p:nvPr/>
        </p:nvSpPr>
        <p:spPr bwMode="auto">
          <a:xfrm>
            <a:off x="2360105" y="138167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02" name="Text Box 157"/>
          <p:cNvSpPr txBox="1">
            <a:spLocks noChangeArrowheads="1"/>
          </p:cNvSpPr>
          <p:nvPr/>
        </p:nvSpPr>
        <p:spPr bwMode="auto">
          <a:xfrm>
            <a:off x="1349784" y="110602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204" name="Connecteur droit avec flèche 203"/>
          <p:cNvCxnSpPr>
            <a:stCxn id="177" idx="3"/>
            <a:endCxn id="167" idx="1"/>
          </p:cNvCxnSpPr>
          <p:nvPr/>
        </p:nvCxnSpPr>
        <p:spPr bwMode="auto">
          <a:xfrm flipV="1">
            <a:off x="4012629" y="1258867"/>
            <a:ext cx="122888" cy="470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Connecteur droit 204"/>
          <p:cNvCxnSpPr>
            <a:stCxn id="177" idx="1"/>
            <a:endCxn id="176" idx="3"/>
          </p:cNvCxnSpPr>
          <p:nvPr/>
        </p:nvCxnSpPr>
        <p:spPr bwMode="auto">
          <a:xfrm flipH="1" flipV="1">
            <a:off x="2603105" y="1256845"/>
            <a:ext cx="118177" cy="67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Connecteur droit 207"/>
          <p:cNvCxnSpPr>
            <a:stCxn id="176" idx="2"/>
            <a:endCxn id="178" idx="0"/>
          </p:cNvCxnSpPr>
          <p:nvPr/>
        </p:nvCxnSpPr>
        <p:spPr bwMode="auto">
          <a:xfrm flipH="1">
            <a:off x="2205524" y="1390961"/>
            <a:ext cx="7056" cy="1340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3" name="AutoShape 14"/>
          <p:cNvSpPr>
            <a:spLocks noChangeArrowheads="1"/>
          </p:cNvSpPr>
          <p:nvPr/>
        </p:nvSpPr>
        <p:spPr bwMode="auto">
          <a:xfrm>
            <a:off x="-10485" y="1529908"/>
            <a:ext cx="1403978" cy="1464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30010_DEM_BEB_ANC_OFF</a:t>
            </a:r>
          </a:p>
        </p:txBody>
      </p:sp>
      <p:cxnSp>
        <p:nvCxnSpPr>
          <p:cNvPr id="214" name="Connecteur en angle 213"/>
          <p:cNvCxnSpPr>
            <a:stCxn id="176" idx="1"/>
            <a:endCxn id="213" idx="0"/>
          </p:cNvCxnSpPr>
          <p:nvPr/>
        </p:nvCxnSpPr>
        <p:spPr bwMode="auto">
          <a:xfrm rot="10800000" flipV="1">
            <a:off x="691505" y="1256844"/>
            <a:ext cx="1130551" cy="27306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Connecteur en angle 214"/>
          <p:cNvCxnSpPr>
            <a:stCxn id="213" idx="2"/>
            <a:endCxn id="106" idx="0"/>
          </p:cNvCxnSpPr>
          <p:nvPr/>
        </p:nvCxnSpPr>
        <p:spPr bwMode="auto">
          <a:xfrm rot="16200000" flipH="1">
            <a:off x="2050740" y="317072"/>
            <a:ext cx="459987" cy="317845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3" name="Text Box 157"/>
          <p:cNvSpPr txBox="1">
            <a:spLocks noChangeArrowheads="1"/>
          </p:cNvSpPr>
          <p:nvPr/>
        </p:nvSpPr>
        <p:spPr bwMode="auto">
          <a:xfrm>
            <a:off x="4610178" y="1376994"/>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cxnSp>
        <p:nvCxnSpPr>
          <p:cNvPr id="224" name="Connecteur en angle 223"/>
          <p:cNvCxnSpPr>
            <a:stCxn id="179" idx="2"/>
            <a:endCxn id="106" idx="0"/>
          </p:cNvCxnSpPr>
          <p:nvPr/>
        </p:nvCxnSpPr>
        <p:spPr bwMode="auto">
          <a:xfrm rot="5400000">
            <a:off x="3963373" y="1576793"/>
            <a:ext cx="466092" cy="65291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Connecteur en angle 237"/>
          <p:cNvCxnSpPr>
            <a:stCxn id="165" idx="3"/>
            <a:endCxn id="76" idx="0"/>
          </p:cNvCxnSpPr>
          <p:nvPr/>
        </p:nvCxnSpPr>
        <p:spPr bwMode="auto">
          <a:xfrm flipV="1">
            <a:off x="8214771" y="910575"/>
            <a:ext cx="353038" cy="10622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 name="AutoShape 14">
            <a:extLst>
              <a:ext uri="{FF2B5EF4-FFF2-40B4-BE49-F238E27FC236}">
                <a16:creationId xmlns:a16="http://schemas.microsoft.com/office/drawing/2014/main" id="{01BB0EF8-A344-4828-B0A9-477AB97241A2}"/>
              </a:ext>
            </a:extLst>
          </p:cNvPr>
          <p:cNvSpPr>
            <a:spLocks noChangeArrowheads="1"/>
          </p:cNvSpPr>
          <p:nvPr/>
        </p:nvSpPr>
        <p:spPr bwMode="auto">
          <a:xfrm>
            <a:off x="4526377" y="2277691"/>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30010_DEM_MC_ACTIV_OK</a:t>
            </a:r>
          </a:p>
        </p:txBody>
      </p:sp>
      <p:cxnSp>
        <p:nvCxnSpPr>
          <p:cNvPr id="5" name="Connecteur droit 4">
            <a:extLst>
              <a:ext uri="{FF2B5EF4-FFF2-40B4-BE49-F238E27FC236}">
                <a16:creationId xmlns:a16="http://schemas.microsoft.com/office/drawing/2014/main" id="{B5CEF8EB-32CB-410B-AB17-A88F3C3A005D}"/>
              </a:ext>
            </a:extLst>
          </p:cNvPr>
          <p:cNvCxnSpPr>
            <a:stCxn id="225" idx="1"/>
            <a:endCxn id="106" idx="3"/>
          </p:cNvCxnSpPr>
          <p:nvPr/>
        </p:nvCxnSpPr>
        <p:spPr bwMode="auto">
          <a:xfrm flipH="1">
            <a:off x="4412488" y="2358595"/>
            <a:ext cx="113889" cy="47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 name="AutoShape 14">
            <a:extLst>
              <a:ext uri="{FF2B5EF4-FFF2-40B4-BE49-F238E27FC236}">
                <a16:creationId xmlns:a16="http://schemas.microsoft.com/office/drawing/2014/main" id="{CD484800-3F60-4F25-8672-B880E2CE96C6}"/>
              </a:ext>
            </a:extLst>
          </p:cNvPr>
          <p:cNvSpPr>
            <a:spLocks noChangeArrowheads="1"/>
          </p:cNvSpPr>
          <p:nvPr/>
        </p:nvSpPr>
        <p:spPr bwMode="auto">
          <a:xfrm>
            <a:off x="3996240" y="2672696"/>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30010_DEM_MC_ACTIV_NOK</a:t>
            </a:r>
          </a:p>
        </p:txBody>
      </p:sp>
      <p:sp>
        <p:nvSpPr>
          <p:cNvPr id="236" name="AutoShape 14">
            <a:extLst>
              <a:ext uri="{FF2B5EF4-FFF2-40B4-BE49-F238E27FC236}">
                <a16:creationId xmlns:a16="http://schemas.microsoft.com/office/drawing/2014/main" id="{7731D02C-CE6F-4C0F-B559-F8DE35711F56}"/>
              </a:ext>
            </a:extLst>
          </p:cNvPr>
          <p:cNvSpPr>
            <a:spLocks noChangeArrowheads="1"/>
          </p:cNvSpPr>
          <p:nvPr/>
        </p:nvSpPr>
        <p:spPr bwMode="auto">
          <a:xfrm>
            <a:off x="1246852" y="2573533"/>
            <a:ext cx="1291347" cy="1618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30010_DEM_MC_ACTIV_OFF</a:t>
            </a:r>
          </a:p>
        </p:txBody>
      </p:sp>
      <p:cxnSp>
        <p:nvCxnSpPr>
          <p:cNvPr id="12" name="Connecteur : en angle 11">
            <a:extLst>
              <a:ext uri="{FF2B5EF4-FFF2-40B4-BE49-F238E27FC236}">
                <a16:creationId xmlns:a16="http://schemas.microsoft.com/office/drawing/2014/main" id="{776E658C-BBCF-4F40-94A6-1FEF110AA33F}"/>
              </a:ext>
            </a:extLst>
          </p:cNvPr>
          <p:cNvCxnSpPr>
            <a:stCxn id="230" idx="2"/>
            <a:endCxn id="73" idx="0"/>
          </p:cNvCxnSpPr>
          <p:nvPr/>
        </p:nvCxnSpPr>
        <p:spPr bwMode="auto">
          <a:xfrm rot="5400000">
            <a:off x="4512916" y="2963501"/>
            <a:ext cx="257997" cy="1270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 en angle 14">
            <a:extLst>
              <a:ext uri="{FF2B5EF4-FFF2-40B4-BE49-F238E27FC236}">
                <a16:creationId xmlns:a16="http://schemas.microsoft.com/office/drawing/2014/main" id="{E720F447-4BA0-4E63-95EA-6BDE05C7557C}"/>
              </a:ext>
            </a:extLst>
          </p:cNvPr>
          <p:cNvCxnSpPr>
            <a:stCxn id="236" idx="2"/>
            <a:endCxn id="73" idx="0"/>
          </p:cNvCxnSpPr>
          <p:nvPr/>
        </p:nvCxnSpPr>
        <p:spPr bwMode="auto">
          <a:xfrm rot="16200000" flipH="1">
            <a:off x="3088640" y="1539226"/>
            <a:ext cx="357160" cy="274938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 en angle 18">
            <a:extLst>
              <a:ext uri="{FF2B5EF4-FFF2-40B4-BE49-F238E27FC236}">
                <a16:creationId xmlns:a16="http://schemas.microsoft.com/office/drawing/2014/main" id="{86C6354C-664D-4C24-B657-96C4E2947916}"/>
              </a:ext>
            </a:extLst>
          </p:cNvPr>
          <p:cNvCxnSpPr>
            <a:endCxn id="236" idx="0"/>
          </p:cNvCxnSpPr>
          <p:nvPr/>
        </p:nvCxnSpPr>
        <p:spPr bwMode="auto">
          <a:xfrm rot="10800000" flipV="1">
            <a:off x="1892526" y="2358593"/>
            <a:ext cx="1409614" cy="2149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1" name="Text Box 157">
            <a:extLst>
              <a:ext uri="{FF2B5EF4-FFF2-40B4-BE49-F238E27FC236}">
                <a16:creationId xmlns:a16="http://schemas.microsoft.com/office/drawing/2014/main" id="{55874B17-2FFD-417C-A73A-6CD031CAD461}"/>
              </a:ext>
            </a:extLst>
          </p:cNvPr>
          <p:cNvSpPr txBox="1">
            <a:spLocks noChangeArrowheads="1"/>
          </p:cNvSpPr>
          <p:nvPr/>
        </p:nvSpPr>
        <p:spPr bwMode="auto">
          <a:xfrm>
            <a:off x="4112909" y="245639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8" name="ZoneTexte 7">
            <a:extLst>
              <a:ext uri="{FF2B5EF4-FFF2-40B4-BE49-F238E27FC236}">
                <a16:creationId xmlns:a16="http://schemas.microsoft.com/office/drawing/2014/main" id="{BD7E2A9D-B223-D055-3DEA-33140911B15A}"/>
              </a:ext>
            </a:extLst>
          </p:cNvPr>
          <p:cNvSpPr txBox="1"/>
          <p:nvPr/>
        </p:nvSpPr>
        <p:spPr>
          <a:xfrm>
            <a:off x="7057182" y="1388301"/>
            <a:ext cx="2150891" cy="1200329"/>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a:p>
            <a:r>
              <a:rPr lang="fr-FR" sz="900"/>
              <a:t>L’ensemble des balises des parcours en aval devront être préfixées par AB, comme parcours BEB FIXE  et MC ACTIVATION</a:t>
            </a:r>
          </a:p>
          <a:p>
            <a:endParaRPr lang="fr-FR" sz="900"/>
          </a:p>
        </p:txBody>
      </p:sp>
      <p:sp>
        <p:nvSpPr>
          <p:cNvPr id="25" name="AutoShape 42">
            <a:extLst>
              <a:ext uri="{FF2B5EF4-FFF2-40B4-BE49-F238E27FC236}">
                <a16:creationId xmlns:a16="http://schemas.microsoft.com/office/drawing/2014/main" id="{92B913E7-960F-BB68-0A28-420B025E4458}"/>
              </a:ext>
            </a:extLst>
          </p:cNvPr>
          <p:cNvSpPr>
            <a:spLocks noChangeArrowheads="1"/>
          </p:cNvSpPr>
          <p:nvPr/>
        </p:nvSpPr>
        <p:spPr bwMode="auto">
          <a:xfrm>
            <a:off x="5323271" y="5380144"/>
            <a:ext cx="1612488" cy="14509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30040_LN_DEM_FIXE_[</a:t>
            </a:r>
            <a:r>
              <a:rPr lang="fr-FR" sz="500" i="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cxnSp>
        <p:nvCxnSpPr>
          <p:cNvPr id="37" name="Connecteur droit avec flèche 36">
            <a:extLst>
              <a:ext uri="{FF2B5EF4-FFF2-40B4-BE49-F238E27FC236}">
                <a16:creationId xmlns:a16="http://schemas.microsoft.com/office/drawing/2014/main" id="{D152001F-3B3B-003D-2E39-D3B2E4494B94}"/>
              </a:ext>
            </a:extLst>
          </p:cNvPr>
          <p:cNvCxnSpPr>
            <a:stCxn id="144" idx="3"/>
            <a:endCxn id="143" idx="1"/>
          </p:cNvCxnSpPr>
          <p:nvPr/>
        </p:nvCxnSpPr>
        <p:spPr bwMode="auto">
          <a:xfrm flipV="1">
            <a:off x="7955056" y="5819408"/>
            <a:ext cx="371580" cy="305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droit avec flèche 39">
            <a:extLst>
              <a:ext uri="{FF2B5EF4-FFF2-40B4-BE49-F238E27FC236}">
                <a16:creationId xmlns:a16="http://schemas.microsoft.com/office/drawing/2014/main" id="{06ECCAF1-48CD-0F33-97DF-391C8715A7BF}"/>
              </a:ext>
            </a:extLst>
          </p:cNvPr>
          <p:cNvCxnSpPr>
            <a:stCxn id="63" idx="3"/>
            <a:endCxn id="62" idx="1"/>
          </p:cNvCxnSpPr>
          <p:nvPr/>
        </p:nvCxnSpPr>
        <p:spPr bwMode="auto">
          <a:xfrm flipV="1">
            <a:off x="8163429" y="6091006"/>
            <a:ext cx="169097" cy="63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avec flèche 42">
            <a:extLst>
              <a:ext uri="{FF2B5EF4-FFF2-40B4-BE49-F238E27FC236}">
                <a16:creationId xmlns:a16="http://schemas.microsoft.com/office/drawing/2014/main" id="{01DDFD34-9941-C3F6-596D-B734CC8538AA}"/>
              </a:ext>
            </a:extLst>
          </p:cNvPr>
          <p:cNvCxnSpPr>
            <a:stCxn id="44" idx="3"/>
            <a:endCxn id="38" idx="1"/>
          </p:cNvCxnSpPr>
          <p:nvPr/>
        </p:nvCxnSpPr>
        <p:spPr bwMode="auto">
          <a:xfrm flipV="1">
            <a:off x="7970517" y="6368946"/>
            <a:ext cx="345275" cy="509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droit avec flèche 46">
            <a:extLst>
              <a:ext uri="{FF2B5EF4-FFF2-40B4-BE49-F238E27FC236}">
                <a16:creationId xmlns:a16="http://schemas.microsoft.com/office/drawing/2014/main" id="{CCE11E96-EF99-FDCA-E008-64A0985FBE31}"/>
              </a:ext>
            </a:extLst>
          </p:cNvPr>
          <p:cNvCxnSpPr>
            <a:stCxn id="145" idx="3"/>
            <a:endCxn id="141" idx="1"/>
          </p:cNvCxnSpPr>
          <p:nvPr/>
        </p:nvCxnSpPr>
        <p:spPr bwMode="auto">
          <a:xfrm>
            <a:off x="7932808" y="6634612"/>
            <a:ext cx="383356" cy="319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4" name="Connecteur droit 4103">
            <a:extLst>
              <a:ext uri="{FF2B5EF4-FFF2-40B4-BE49-F238E27FC236}">
                <a16:creationId xmlns:a16="http://schemas.microsoft.com/office/drawing/2014/main" id="{9FA0B3E9-F65B-6C62-A414-FC96E9298B25}"/>
              </a:ext>
            </a:extLst>
          </p:cNvPr>
          <p:cNvCxnSpPr>
            <a:cxnSpLocks/>
            <a:stCxn id="252" idx="2"/>
            <a:endCxn id="221" idx="0"/>
          </p:cNvCxnSpPr>
          <p:nvPr/>
        </p:nvCxnSpPr>
        <p:spPr bwMode="auto">
          <a:xfrm>
            <a:off x="5001602" y="5025626"/>
            <a:ext cx="5905" cy="32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5" name="AutoShape 131">
            <a:extLst>
              <a:ext uri="{FF2B5EF4-FFF2-40B4-BE49-F238E27FC236}">
                <a16:creationId xmlns:a16="http://schemas.microsoft.com/office/drawing/2014/main" id="{53D7FBEA-331D-F7B0-E855-6A4702CECFE7}"/>
              </a:ext>
            </a:extLst>
          </p:cNvPr>
          <p:cNvSpPr>
            <a:spLocks noChangeArrowheads="1"/>
          </p:cNvSpPr>
          <p:nvPr/>
        </p:nvSpPr>
        <p:spPr bwMode="auto">
          <a:xfrm>
            <a:off x="4751580" y="5267116"/>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dirty="0"/>
              <a:t>LN FULL</a:t>
            </a:r>
          </a:p>
          <a:p>
            <a:pPr algn="ctr" eaLnBrk="0" hangingPunct="0"/>
            <a:r>
              <a:rPr lang="fr-FR" sz="500" dirty="0"/>
              <a:t>ou</a:t>
            </a:r>
          </a:p>
          <a:p>
            <a:pPr algn="ctr" eaLnBrk="0" hangingPunct="0"/>
            <a:r>
              <a:rPr lang="fr-FR" sz="500" dirty="0"/>
              <a:t>CO</a:t>
            </a:r>
          </a:p>
        </p:txBody>
      </p:sp>
      <p:cxnSp>
        <p:nvCxnSpPr>
          <p:cNvPr id="4114" name="Connecteur droit 4113">
            <a:extLst>
              <a:ext uri="{FF2B5EF4-FFF2-40B4-BE49-F238E27FC236}">
                <a16:creationId xmlns:a16="http://schemas.microsoft.com/office/drawing/2014/main" id="{DC745051-0C2B-0BBD-24F7-FB201B3FD8F1}"/>
              </a:ext>
            </a:extLst>
          </p:cNvPr>
          <p:cNvCxnSpPr>
            <a:stCxn id="221" idx="2"/>
            <a:endCxn id="4105" idx="0"/>
          </p:cNvCxnSpPr>
          <p:nvPr/>
        </p:nvCxnSpPr>
        <p:spPr bwMode="auto">
          <a:xfrm flipH="1">
            <a:off x="4988268" y="5210634"/>
            <a:ext cx="19239" cy="564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8" name="AutoShape 142">
            <a:extLst>
              <a:ext uri="{FF2B5EF4-FFF2-40B4-BE49-F238E27FC236}">
                <a16:creationId xmlns:a16="http://schemas.microsoft.com/office/drawing/2014/main" id="{086291DB-9C65-06B5-C4DD-BA6EC76E5834}"/>
              </a:ext>
            </a:extLst>
          </p:cNvPr>
          <p:cNvSpPr>
            <a:spLocks noChangeArrowheads="1"/>
          </p:cNvSpPr>
          <p:nvPr/>
        </p:nvSpPr>
        <p:spPr bwMode="auto">
          <a:xfrm>
            <a:off x="7146652" y="5336391"/>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sp>
        <p:nvSpPr>
          <p:cNvPr id="4140" name="Text Box 156">
            <a:extLst>
              <a:ext uri="{FF2B5EF4-FFF2-40B4-BE49-F238E27FC236}">
                <a16:creationId xmlns:a16="http://schemas.microsoft.com/office/drawing/2014/main" id="{BCEAC6B4-FB96-2697-1435-70E6E42724E0}"/>
              </a:ext>
            </a:extLst>
          </p:cNvPr>
          <p:cNvSpPr txBox="1">
            <a:spLocks noChangeArrowheads="1"/>
          </p:cNvSpPr>
          <p:nvPr/>
        </p:nvSpPr>
        <p:spPr bwMode="auto">
          <a:xfrm>
            <a:off x="5076365" y="5233974"/>
            <a:ext cx="159691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vérification paramétrage dans IRIS</a:t>
            </a:r>
          </a:p>
        </p:txBody>
      </p:sp>
      <p:sp>
        <p:nvSpPr>
          <p:cNvPr id="4141" name="Text Box 156">
            <a:extLst>
              <a:ext uri="{FF2B5EF4-FFF2-40B4-BE49-F238E27FC236}">
                <a16:creationId xmlns:a16="http://schemas.microsoft.com/office/drawing/2014/main" id="{36F90F54-3D69-8C38-3842-97FCA791C7F2}"/>
              </a:ext>
            </a:extLst>
          </p:cNvPr>
          <p:cNvSpPr txBox="1">
            <a:spLocks noChangeArrowheads="1"/>
          </p:cNvSpPr>
          <p:nvPr/>
        </p:nvSpPr>
        <p:spPr bwMode="auto">
          <a:xfrm>
            <a:off x="5199659" y="5572781"/>
            <a:ext cx="13901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sans paramétrage dans IRIS</a:t>
            </a:r>
          </a:p>
        </p:txBody>
      </p:sp>
      <p:sp>
        <p:nvSpPr>
          <p:cNvPr id="4142" name="Text Box 156">
            <a:extLst>
              <a:ext uri="{FF2B5EF4-FFF2-40B4-BE49-F238E27FC236}">
                <a16:creationId xmlns:a16="http://schemas.microsoft.com/office/drawing/2014/main" id="{F48DD6C8-4566-A896-4B09-6085C1866A85}"/>
              </a:ext>
            </a:extLst>
          </p:cNvPr>
          <p:cNvSpPr txBox="1">
            <a:spLocks noChangeArrowheads="1"/>
          </p:cNvSpPr>
          <p:nvPr/>
        </p:nvSpPr>
        <p:spPr bwMode="auto">
          <a:xfrm>
            <a:off x="3146636" y="6703594"/>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cxnSp>
        <p:nvCxnSpPr>
          <p:cNvPr id="82" name="Connecteur droit 81">
            <a:extLst>
              <a:ext uri="{FF2B5EF4-FFF2-40B4-BE49-F238E27FC236}">
                <a16:creationId xmlns:a16="http://schemas.microsoft.com/office/drawing/2014/main" id="{E4443343-D2DB-80E2-4EE1-5A51A4EAB839}"/>
              </a:ext>
            </a:extLst>
          </p:cNvPr>
          <p:cNvCxnSpPr>
            <a:stCxn id="4105" idx="3"/>
            <a:endCxn id="25" idx="1"/>
          </p:cNvCxnSpPr>
          <p:nvPr/>
        </p:nvCxnSpPr>
        <p:spPr bwMode="auto">
          <a:xfrm flipV="1">
            <a:off x="5224955" y="5452690"/>
            <a:ext cx="98316" cy="11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Connecteur droit avec flèche 86">
            <a:extLst>
              <a:ext uri="{FF2B5EF4-FFF2-40B4-BE49-F238E27FC236}">
                <a16:creationId xmlns:a16="http://schemas.microsoft.com/office/drawing/2014/main" id="{0BE7DF5B-5F93-3B23-AF88-CDCD734599BF}"/>
              </a:ext>
            </a:extLst>
          </p:cNvPr>
          <p:cNvCxnSpPr>
            <a:stCxn id="25" idx="3"/>
            <a:endCxn id="4138" idx="1"/>
          </p:cNvCxnSpPr>
          <p:nvPr/>
        </p:nvCxnSpPr>
        <p:spPr bwMode="auto">
          <a:xfrm>
            <a:off x="6935759" y="5452690"/>
            <a:ext cx="210893" cy="432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 en angle 91">
            <a:extLst>
              <a:ext uri="{FF2B5EF4-FFF2-40B4-BE49-F238E27FC236}">
                <a16:creationId xmlns:a16="http://schemas.microsoft.com/office/drawing/2014/main" id="{58C0BCE3-ADD3-A185-1F10-70355BDB5151}"/>
              </a:ext>
            </a:extLst>
          </p:cNvPr>
          <p:cNvCxnSpPr>
            <a:stCxn id="4105" idx="3"/>
            <a:endCxn id="171" idx="0"/>
          </p:cNvCxnSpPr>
          <p:nvPr/>
        </p:nvCxnSpPr>
        <p:spPr bwMode="auto">
          <a:xfrm flipH="1">
            <a:off x="4985247" y="5453852"/>
            <a:ext cx="239708" cy="723103"/>
          </a:xfrm>
          <a:prstGeom prst="bentConnector4">
            <a:avLst>
              <a:gd name="adj1" fmla="val -13624"/>
              <a:gd name="adj2" fmla="val 6291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Connecteur droit 99">
            <a:extLst>
              <a:ext uri="{FF2B5EF4-FFF2-40B4-BE49-F238E27FC236}">
                <a16:creationId xmlns:a16="http://schemas.microsoft.com/office/drawing/2014/main" id="{B3408710-3546-E6EC-5E8D-56D5B57F981D}"/>
              </a:ext>
            </a:extLst>
          </p:cNvPr>
          <p:cNvCxnSpPr>
            <a:stCxn id="4105" idx="2"/>
            <a:endCxn id="171" idx="0"/>
          </p:cNvCxnSpPr>
          <p:nvPr/>
        </p:nvCxnSpPr>
        <p:spPr bwMode="auto">
          <a:xfrm flipH="1">
            <a:off x="4985247" y="5640587"/>
            <a:ext cx="3021" cy="5363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Rectangle 108">
            <a:extLst>
              <a:ext uri="{FF2B5EF4-FFF2-40B4-BE49-F238E27FC236}">
                <a16:creationId xmlns:a16="http://schemas.microsoft.com/office/drawing/2014/main" id="{CF8E1A33-23FC-14C9-3DF2-5D04DCADAE7E}"/>
              </a:ext>
            </a:extLst>
          </p:cNvPr>
          <p:cNvSpPr/>
          <p:nvPr/>
        </p:nvSpPr>
        <p:spPr>
          <a:xfrm>
            <a:off x="4606824" y="5660843"/>
            <a:ext cx="373820" cy="215444"/>
          </a:xfrm>
          <a:prstGeom prst="rect">
            <a:avLst/>
          </a:prstGeom>
        </p:spPr>
        <p:txBody>
          <a:bodyPr wrap="none">
            <a:spAutoFit/>
          </a:bodyPr>
          <a:lstStyle/>
          <a:p>
            <a:pPr algn="ctr"/>
            <a:r>
              <a:rPr lang="fr-FR" sz="800">
                <a:solidFill>
                  <a:srgbClr val="000000"/>
                </a:solidFill>
              </a:rPr>
              <a:t>Non</a:t>
            </a:r>
          </a:p>
        </p:txBody>
      </p:sp>
    </p:spTree>
    <p:extLst>
      <p:ext uri="{BB962C8B-B14F-4D97-AF65-F5344CB8AC3E}">
        <p14:creationId xmlns:p14="http://schemas.microsoft.com/office/powerpoint/2010/main" val="1619252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61AC8C6-62FE-452A-A12B-A9C5EFDC18AE}" type="slidenum">
              <a:rPr lang="fr-FR" smtClean="0"/>
              <a:pPr eaLnBrk="1" hangingPunct="1"/>
              <a:t>38</a:t>
            </a:fld>
            <a:endParaRPr lang="fr-FR"/>
          </a:p>
        </p:txBody>
      </p:sp>
      <p:sp>
        <p:nvSpPr>
          <p:cNvPr id="7175" name="Rectangle 6"/>
          <p:cNvSpPr>
            <a:spLocks noChangeArrowheads="1"/>
          </p:cNvSpPr>
          <p:nvPr/>
        </p:nvSpPr>
        <p:spPr bwMode="auto">
          <a:xfrm>
            <a:off x="1925229" y="2304067"/>
            <a:ext cx="3614738" cy="553998"/>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t>FIXE  MENU SELFCARE</a:t>
            </a:r>
          </a:p>
          <a:p>
            <a:pPr algn="ctr" eaLnBrk="0" hangingPunct="0"/>
            <a:r>
              <a:rPr lang="fr-FR" sz="600"/>
              <a:t>Pour régler votre facture par carte bancaire, tapez 1</a:t>
            </a:r>
          </a:p>
          <a:p>
            <a:pPr algn="ctr" eaLnBrk="0" hangingPunct="0"/>
            <a:r>
              <a:rPr lang="fr-FR" sz="600">
                <a:solidFill>
                  <a:srgbClr val="000000"/>
                </a:solidFill>
                <a:latin typeface="Arial"/>
                <a:ea typeface="ＭＳ Ｐゴシック" pitchFamily="-80" charset="-128"/>
              </a:rPr>
              <a:t>Pour obtenir un nouveau mot de passe de connexion sfr.fr, tapez 2</a:t>
            </a:r>
          </a:p>
          <a:p>
            <a:pPr algn="ctr" eaLnBrk="0" hangingPunct="0"/>
            <a:r>
              <a:rPr lang="fr-FR" sz="600">
                <a:solidFill>
                  <a:srgbClr val="000000"/>
                </a:solidFill>
                <a:latin typeface="Arial"/>
                <a:ea typeface="ＭＳ Ｐゴシック" pitchFamily="-80" charset="-128"/>
              </a:rPr>
              <a:t>[Choix désactivé], tapez 3 </a:t>
            </a:r>
          </a:p>
          <a:p>
            <a:pPr algn="ctr" eaLnBrk="0" hangingPunct="0"/>
            <a:r>
              <a:rPr lang="fr-FR" sz="600">
                <a:solidFill>
                  <a:srgbClr val="000000"/>
                </a:solidFill>
                <a:latin typeface="Arial"/>
                <a:ea typeface="ＭＳ Ｐゴシック" pitchFamily="-80" charset="-128"/>
              </a:rPr>
              <a:t>[Choix désactivé], tapez 4</a:t>
            </a:r>
          </a:p>
        </p:txBody>
      </p:sp>
      <p:cxnSp>
        <p:nvCxnSpPr>
          <p:cNvPr id="7176" name="AutoShape 7"/>
          <p:cNvCxnSpPr>
            <a:cxnSpLocks noChangeShapeType="1"/>
            <a:stCxn id="7177" idx="1"/>
            <a:endCxn id="7178" idx="6"/>
          </p:cNvCxnSpPr>
          <p:nvPr/>
        </p:nvCxnSpPr>
        <p:spPr bwMode="auto">
          <a:xfrm rot="10800000" flipV="1">
            <a:off x="906288" y="3537533"/>
            <a:ext cx="2648510" cy="6310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7" name="AutoShape 10"/>
          <p:cNvSpPr>
            <a:spLocks noChangeArrowheads="1"/>
          </p:cNvSpPr>
          <p:nvPr/>
        </p:nvSpPr>
        <p:spPr bwMode="auto">
          <a:xfrm>
            <a:off x="3554798" y="3441490"/>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7178" name="AutoShape 11"/>
          <p:cNvSpPr>
            <a:spLocks noChangeArrowheads="1"/>
          </p:cNvSpPr>
          <p:nvPr/>
        </p:nvSpPr>
        <p:spPr bwMode="auto">
          <a:xfrm>
            <a:off x="798338" y="416856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1</a:t>
            </a:r>
          </a:p>
        </p:txBody>
      </p:sp>
      <p:sp>
        <p:nvSpPr>
          <p:cNvPr id="7179" name="AutoShape 20"/>
          <p:cNvSpPr>
            <a:spLocks noChangeArrowheads="1"/>
          </p:cNvSpPr>
          <p:nvPr/>
        </p:nvSpPr>
        <p:spPr bwMode="auto">
          <a:xfrm>
            <a:off x="7807325" y="3419054"/>
            <a:ext cx="592138" cy="231775"/>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NM NI  &gt; 1</a:t>
            </a:r>
          </a:p>
        </p:txBody>
      </p:sp>
      <p:sp>
        <p:nvSpPr>
          <p:cNvPr id="7180" name="AutoShape 98">
            <a:hlinkClick r:id="rId3" action="ppaction://hlinksldjump"/>
          </p:cNvPr>
          <p:cNvSpPr>
            <a:spLocks noChangeArrowheads="1"/>
          </p:cNvSpPr>
          <p:nvPr/>
        </p:nvSpPr>
        <p:spPr bwMode="auto">
          <a:xfrm rot="10800000">
            <a:off x="3196817" y="1489670"/>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PRINCIPAL</a:t>
            </a:r>
          </a:p>
        </p:txBody>
      </p:sp>
      <p:cxnSp>
        <p:nvCxnSpPr>
          <p:cNvPr id="7183" name="AutoShape 108"/>
          <p:cNvCxnSpPr>
            <a:cxnSpLocks noChangeShapeType="1"/>
            <a:stCxn id="30" idx="0"/>
            <a:endCxn id="7178" idx="2"/>
          </p:cNvCxnSpPr>
          <p:nvPr/>
        </p:nvCxnSpPr>
        <p:spPr bwMode="auto">
          <a:xfrm flipV="1">
            <a:off x="904411" y="4344780"/>
            <a:ext cx="1877" cy="10560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5" name="AutoShape 110"/>
          <p:cNvSpPr>
            <a:spLocks noChangeArrowheads="1"/>
          </p:cNvSpPr>
          <p:nvPr/>
        </p:nvSpPr>
        <p:spPr bwMode="auto">
          <a:xfrm>
            <a:off x="4129391" y="4184972"/>
            <a:ext cx="214172"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3</a:t>
            </a:r>
          </a:p>
        </p:txBody>
      </p:sp>
      <p:sp>
        <p:nvSpPr>
          <p:cNvPr id="7189" name="AutoShape 129"/>
          <p:cNvSpPr>
            <a:spLocks noChangeArrowheads="1"/>
          </p:cNvSpPr>
          <p:nvPr/>
        </p:nvSpPr>
        <p:spPr bwMode="auto">
          <a:xfrm>
            <a:off x="5957104" y="427307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4</a:t>
            </a:r>
          </a:p>
        </p:txBody>
      </p:sp>
      <p:cxnSp>
        <p:nvCxnSpPr>
          <p:cNvPr id="7193" name="AutoShape 184"/>
          <p:cNvCxnSpPr>
            <a:cxnSpLocks noChangeShapeType="1"/>
            <a:stCxn id="45" idx="0"/>
            <a:endCxn id="7179" idx="2"/>
          </p:cNvCxnSpPr>
          <p:nvPr/>
        </p:nvCxnSpPr>
        <p:spPr bwMode="auto">
          <a:xfrm rot="5400000" flipH="1" flipV="1">
            <a:off x="7748913" y="4004516"/>
            <a:ext cx="708167" cy="79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5" name="AutoShape 187"/>
          <p:cNvCxnSpPr>
            <a:cxnSpLocks noChangeShapeType="1"/>
            <a:stCxn id="7177" idx="3"/>
            <a:endCxn id="7189" idx="6"/>
          </p:cNvCxnSpPr>
          <p:nvPr/>
        </p:nvCxnSpPr>
        <p:spPr bwMode="auto">
          <a:xfrm>
            <a:off x="3910398" y="3537534"/>
            <a:ext cx="2154656" cy="73554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6" name="AutoShape 188"/>
          <p:cNvCxnSpPr>
            <a:cxnSpLocks noChangeShapeType="1"/>
            <a:stCxn id="7175" idx="2"/>
            <a:endCxn id="7177" idx="0"/>
          </p:cNvCxnSpPr>
          <p:nvPr/>
        </p:nvCxnSpPr>
        <p:spPr bwMode="auto">
          <a:xfrm>
            <a:off x="3732598" y="2858065"/>
            <a:ext cx="0" cy="5834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189"/>
          <p:cNvCxnSpPr>
            <a:cxnSpLocks noChangeShapeType="1"/>
            <a:stCxn id="7177" idx="3"/>
            <a:endCxn id="7179" idx="4"/>
          </p:cNvCxnSpPr>
          <p:nvPr/>
        </p:nvCxnSpPr>
        <p:spPr bwMode="auto">
          <a:xfrm flipV="1">
            <a:off x="3910398" y="3534942"/>
            <a:ext cx="3896927" cy="259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8" name="Rectangle 190"/>
          <p:cNvSpPr>
            <a:spLocks noChangeArrowheads="1"/>
          </p:cNvSpPr>
          <p:nvPr/>
        </p:nvSpPr>
        <p:spPr bwMode="auto">
          <a:xfrm>
            <a:off x="6152741" y="2397986"/>
            <a:ext cx="1349375"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cxnSp>
        <p:nvCxnSpPr>
          <p:cNvPr id="7199" name="AutoShape 191"/>
          <p:cNvCxnSpPr>
            <a:cxnSpLocks noChangeShapeType="1"/>
            <a:stCxn id="7179" idx="6"/>
            <a:endCxn id="7198" idx="3"/>
          </p:cNvCxnSpPr>
          <p:nvPr/>
        </p:nvCxnSpPr>
        <p:spPr bwMode="auto">
          <a:xfrm rot="16200000" flipV="1">
            <a:off x="7384554" y="2700214"/>
            <a:ext cx="836402" cy="60127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192"/>
          <p:cNvCxnSpPr>
            <a:cxnSpLocks noChangeShapeType="1"/>
            <a:stCxn id="7198" idx="1"/>
            <a:endCxn id="7175" idx="3"/>
          </p:cNvCxnSpPr>
          <p:nvPr/>
        </p:nvCxnSpPr>
        <p:spPr bwMode="auto">
          <a:xfrm rot="10800000">
            <a:off x="5539967" y="2581066"/>
            <a:ext cx="612774" cy="158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09" name="AutoShape 141"/>
          <p:cNvSpPr>
            <a:spLocks noChangeArrowheads="1"/>
          </p:cNvSpPr>
          <p:nvPr/>
        </p:nvSpPr>
        <p:spPr bwMode="auto">
          <a:xfrm>
            <a:off x="7667626" y="3817679"/>
            <a:ext cx="869945" cy="23177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19002_NMNI_X2</a:t>
            </a:r>
          </a:p>
        </p:txBody>
      </p:sp>
      <p:sp>
        <p:nvSpPr>
          <p:cNvPr id="7210" name="AutoShape 19"/>
          <p:cNvSpPr>
            <a:spLocks noChangeArrowheads="1"/>
          </p:cNvSpPr>
          <p:nvPr/>
        </p:nvSpPr>
        <p:spPr bwMode="auto">
          <a:xfrm>
            <a:off x="8031162" y="5304795"/>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47" name="AutoShape 141"/>
          <p:cNvSpPr>
            <a:spLocks noChangeArrowheads="1"/>
          </p:cNvSpPr>
          <p:nvPr/>
        </p:nvSpPr>
        <p:spPr bwMode="auto">
          <a:xfrm>
            <a:off x="7722394" y="3089649"/>
            <a:ext cx="762000" cy="1515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19001_NMNI</a:t>
            </a:r>
          </a:p>
        </p:txBody>
      </p:sp>
      <p:sp>
        <p:nvSpPr>
          <p:cNvPr id="44" name="Text Box 4"/>
          <p:cNvSpPr txBox="1">
            <a:spLocks noChangeArrowheads="1"/>
          </p:cNvSpPr>
          <p:nvPr/>
        </p:nvSpPr>
        <p:spPr bwMode="auto">
          <a:xfrm>
            <a:off x="31260" y="31383"/>
            <a:ext cx="8297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SVI FIXE</a:t>
            </a:r>
          </a:p>
        </p:txBody>
      </p:sp>
      <p:sp>
        <p:nvSpPr>
          <p:cNvPr id="46" name="Rectangle 2"/>
          <p:cNvSpPr txBox="1">
            <a:spLocks noGrp="1" noChangeArrowheads="1"/>
          </p:cNvSpPr>
          <p:nvPr>
            <p:ph type="title"/>
          </p:nvPr>
        </p:nvSpPr>
        <p:spPr bwMode="auto">
          <a:xfrm>
            <a:off x="2718803" y="31383"/>
            <a:ext cx="4019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600" b="1" i="0" kern="0">
                <a:effectLst>
                  <a:outerShdw blurRad="38100" dist="38100" dir="2700000" algn="tl">
                    <a:srgbClr val="000000">
                      <a:alpha val="43137"/>
                    </a:srgbClr>
                  </a:outerShdw>
                </a:effectLst>
                <a:latin typeface="SFR Thin" panose="020B0203040504020204" pitchFamily="34" charset="0"/>
              </a:rPr>
              <a:t>SELFCARE</a:t>
            </a:r>
            <a:endParaRPr lang="fr-FR" sz="1400" b="1" i="0" kern="0">
              <a:effectLst>
                <a:outerShdw blurRad="38100" dist="38100" dir="2700000" algn="tl">
                  <a:srgbClr val="000000">
                    <a:alpha val="43137"/>
                  </a:srgbClr>
                </a:outerShdw>
              </a:effectLst>
              <a:latin typeface="SFR Thin" panose="020B0203040504020204" pitchFamily="34" charset="0"/>
            </a:endParaRPr>
          </a:p>
        </p:txBody>
      </p:sp>
      <p:sp>
        <p:nvSpPr>
          <p:cNvPr id="45" name="Rectangle 190"/>
          <p:cNvSpPr>
            <a:spLocks noChangeArrowheads="1"/>
          </p:cNvSpPr>
          <p:nvPr/>
        </p:nvSpPr>
        <p:spPr bwMode="auto">
          <a:xfrm>
            <a:off x="7427911" y="4358996"/>
            <a:ext cx="1349375" cy="553998"/>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demande.</a:t>
            </a:r>
          </a:p>
          <a:p>
            <a:pPr algn="ctr" eaLnBrk="0" hangingPunct="0"/>
            <a:r>
              <a:rPr lang="fr-FR" sz="600"/>
              <a:t>SFR vous remercie de votre appel.</a:t>
            </a:r>
          </a:p>
        </p:txBody>
      </p:sp>
      <p:cxnSp>
        <p:nvCxnSpPr>
          <p:cNvPr id="4" name="Connecteur droit 3"/>
          <p:cNvCxnSpPr>
            <a:stCxn id="45" idx="2"/>
            <a:endCxn id="7210" idx="0"/>
          </p:cNvCxnSpPr>
          <p:nvPr/>
        </p:nvCxnSpPr>
        <p:spPr bwMode="auto">
          <a:xfrm>
            <a:off x="8102599" y="4912994"/>
            <a:ext cx="1" cy="3918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2">
            <a:extLst>
              <a:ext uri="{FF2B5EF4-FFF2-40B4-BE49-F238E27FC236}">
                <a16:creationId xmlns:a16="http://schemas.microsoft.com/office/drawing/2014/main" id="{C150733E-D348-4EE1-9735-57D747657C41}"/>
              </a:ext>
            </a:extLst>
          </p:cNvPr>
          <p:cNvSpPr>
            <a:spLocks noChangeArrowheads="1"/>
          </p:cNvSpPr>
          <p:nvPr/>
        </p:nvSpPr>
        <p:spPr bwMode="auto">
          <a:xfrm>
            <a:off x="675035" y="364344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5" name="AutoShape 52">
            <a:extLst>
              <a:ext uri="{FF2B5EF4-FFF2-40B4-BE49-F238E27FC236}">
                <a16:creationId xmlns:a16="http://schemas.microsoft.com/office/drawing/2014/main" id="{55695A1D-E639-41EC-AB74-EADBAC660A21}"/>
              </a:ext>
            </a:extLst>
          </p:cNvPr>
          <p:cNvSpPr>
            <a:spLocks noChangeArrowheads="1"/>
          </p:cNvSpPr>
          <p:nvPr/>
        </p:nvSpPr>
        <p:spPr bwMode="auto">
          <a:xfrm>
            <a:off x="3971419" y="372650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8" name="AutoShape 52">
            <a:extLst>
              <a:ext uri="{FF2B5EF4-FFF2-40B4-BE49-F238E27FC236}">
                <a16:creationId xmlns:a16="http://schemas.microsoft.com/office/drawing/2014/main" id="{C03A790E-240B-4036-B4F8-C7E57CFAF77B}"/>
              </a:ext>
            </a:extLst>
          </p:cNvPr>
          <p:cNvSpPr>
            <a:spLocks noChangeArrowheads="1"/>
          </p:cNvSpPr>
          <p:nvPr/>
        </p:nvSpPr>
        <p:spPr bwMode="auto">
          <a:xfrm>
            <a:off x="5813802" y="373825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1" name="AutoShape 110">
            <a:extLst>
              <a:ext uri="{FF2B5EF4-FFF2-40B4-BE49-F238E27FC236}">
                <a16:creationId xmlns:a16="http://schemas.microsoft.com/office/drawing/2014/main" id="{F0F39F1D-E020-41DC-B2B9-3E37DC80381A}"/>
              </a:ext>
            </a:extLst>
          </p:cNvPr>
          <p:cNvSpPr>
            <a:spLocks noChangeArrowheads="1"/>
          </p:cNvSpPr>
          <p:nvPr/>
        </p:nvSpPr>
        <p:spPr bwMode="auto">
          <a:xfrm>
            <a:off x="2329556" y="4178276"/>
            <a:ext cx="215900"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2</a:t>
            </a:r>
          </a:p>
        </p:txBody>
      </p:sp>
      <p:cxnSp>
        <p:nvCxnSpPr>
          <p:cNvPr id="66" name="AutoShape 216">
            <a:extLst>
              <a:ext uri="{FF2B5EF4-FFF2-40B4-BE49-F238E27FC236}">
                <a16:creationId xmlns:a16="http://schemas.microsoft.com/office/drawing/2014/main" id="{267B787A-DF2B-4023-94C7-CBE54D870F95}"/>
              </a:ext>
            </a:extLst>
          </p:cNvPr>
          <p:cNvCxnSpPr>
            <a:cxnSpLocks noChangeShapeType="1"/>
            <a:stCxn id="61" idx="2"/>
            <a:endCxn id="3" idx="0"/>
          </p:cNvCxnSpPr>
          <p:nvPr/>
        </p:nvCxnSpPr>
        <p:spPr bwMode="auto">
          <a:xfrm flipH="1">
            <a:off x="2425698" y="4354488"/>
            <a:ext cx="11808" cy="11939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 en angle 10">
            <a:extLst>
              <a:ext uri="{FF2B5EF4-FFF2-40B4-BE49-F238E27FC236}">
                <a16:creationId xmlns:a16="http://schemas.microsoft.com/office/drawing/2014/main" id="{32C497F4-0650-423E-9281-0BA388EC6D24}"/>
              </a:ext>
            </a:extLst>
          </p:cNvPr>
          <p:cNvCxnSpPr>
            <a:cxnSpLocks/>
            <a:stCxn id="7177" idx="1"/>
            <a:endCxn id="61" idx="6"/>
          </p:cNvCxnSpPr>
          <p:nvPr/>
        </p:nvCxnSpPr>
        <p:spPr bwMode="auto">
          <a:xfrm rot="10800000" flipV="1">
            <a:off x="2437506" y="3537534"/>
            <a:ext cx="1117292" cy="64074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AutoShape 52">
            <a:extLst>
              <a:ext uri="{FF2B5EF4-FFF2-40B4-BE49-F238E27FC236}">
                <a16:creationId xmlns:a16="http://schemas.microsoft.com/office/drawing/2014/main" id="{516E2822-22BA-4720-94BB-479CB551042B}"/>
              </a:ext>
            </a:extLst>
          </p:cNvPr>
          <p:cNvSpPr>
            <a:spLocks noChangeArrowheads="1"/>
          </p:cNvSpPr>
          <p:nvPr/>
        </p:nvSpPr>
        <p:spPr bwMode="auto">
          <a:xfrm>
            <a:off x="2141676" y="3718830"/>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3" name="AutoShape 42">
            <a:extLst>
              <a:ext uri="{FF2B5EF4-FFF2-40B4-BE49-F238E27FC236}">
                <a16:creationId xmlns:a16="http://schemas.microsoft.com/office/drawing/2014/main" id="{C6F7D976-F032-D9B8-B5E4-FC6F522ABB5F}"/>
              </a:ext>
            </a:extLst>
          </p:cNvPr>
          <p:cNvSpPr>
            <a:spLocks noChangeArrowheads="1"/>
          </p:cNvSpPr>
          <p:nvPr/>
        </p:nvSpPr>
        <p:spPr bwMode="auto">
          <a:xfrm>
            <a:off x="1740505" y="4473881"/>
            <a:ext cx="1370385"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12000_REINIT_MDP</a:t>
            </a:r>
          </a:p>
        </p:txBody>
      </p:sp>
      <p:sp>
        <p:nvSpPr>
          <p:cNvPr id="5" name="AutoShape 87">
            <a:hlinkClick r:id="rId4" action="ppaction://hlinksldjump"/>
            <a:extLst>
              <a:ext uri="{FF2B5EF4-FFF2-40B4-BE49-F238E27FC236}">
                <a16:creationId xmlns:a16="http://schemas.microsoft.com/office/drawing/2014/main" id="{DD520751-BC33-3CB1-5DC5-4910B4B40A21}"/>
              </a:ext>
            </a:extLst>
          </p:cNvPr>
          <p:cNvSpPr>
            <a:spLocks noChangeArrowheads="1"/>
          </p:cNvSpPr>
          <p:nvPr/>
        </p:nvSpPr>
        <p:spPr bwMode="auto">
          <a:xfrm rot="10800000">
            <a:off x="1882842" y="5102055"/>
            <a:ext cx="1080000" cy="39489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ea typeface="ＭＳ Ｐゴシック" charset="0"/>
              </a:rPr>
              <a:t>REINIT MOT DE PASSE</a:t>
            </a:r>
          </a:p>
        </p:txBody>
      </p:sp>
      <p:sp>
        <p:nvSpPr>
          <p:cNvPr id="10" name="AutoShape 31">
            <a:hlinkClick r:id="" action="ppaction://noaction"/>
            <a:extLst>
              <a:ext uri="{FF2B5EF4-FFF2-40B4-BE49-F238E27FC236}">
                <a16:creationId xmlns:a16="http://schemas.microsoft.com/office/drawing/2014/main" id="{43870A15-F8DC-AF32-F7F6-74FC5786F046}"/>
              </a:ext>
            </a:extLst>
          </p:cNvPr>
          <p:cNvSpPr>
            <a:spLocks noChangeArrowheads="1"/>
          </p:cNvSpPr>
          <p:nvPr/>
        </p:nvSpPr>
        <p:spPr bwMode="auto">
          <a:xfrm>
            <a:off x="1963244" y="4783935"/>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00B050"/>
                </a:solidFill>
                <a:latin typeface="Arial"/>
              </a:rPr>
              <a:t>FIXE_REINIT_MDP</a:t>
            </a:r>
          </a:p>
        </p:txBody>
      </p:sp>
      <p:cxnSp>
        <p:nvCxnSpPr>
          <p:cNvPr id="20" name="Connecteur droit 19">
            <a:extLst>
              <a:ext uri="{FF2B5EF4-FFF2-40B4-BE49-F238E27FC236}">
                <a16:creationId xmlns:a16="http://schemas.microsoft.com/office/drawing/2014/main" id="{909ACF04-217F-9189-B45E-5E0042826592}"/>
              </a:ext>
            </a:extLst>
          </p:cNvPr>
          <p:cNvCxnSpPr>
            <a:stCxn id="3" idx="2"/>
            <a:endCxn id="10" idx="0"/>
          </p:cNvCxnSpPr>
          <p:nvPr/>
        </p:nvCxnSpPr>
        <p:spPr bwMode="auto">
          <a:xfrm flipH="1">
            <a:off x="2422843" y="4689987"/>
            <a:ext cx="2855" cy="939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31">
            <a:hlinkClick r:id="" action="ppaction://noaction"/>
            <a:extLst>
              <a:ext uri="{FF2B5EF4-FFF2-40B4-BE49-F238E27FC236}">
                <a16:creationId xmlns:a16="http://schemas.microsoft.com/office/drawing/2014/main" id="{E17B5F38-D2F7-C98F-B601-C549CEBBEAD5}"/>
              </a:ext>
            </a:extLst>
          </p:cNvPr>
          <p:cNvSpPr>
            <a:spLocks noChangeArrowheads="1"/>
          </p:cNvSpPr>
          <p:nvPr/>
        </p:nvSpPr>
        <p:spPr bwMode="auto">
          <a:xfrm>
            <a:off x="294313" y="4794719"/>
            <a:ext cx="1216241" cy="161470"/>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FIXE_PAIEMENT</a:t>
            </a:r>
            <a:endParaRPr lang="fr-FR" sz="600">
              <a:solidFill>
                <a:srgbClr val="00B050"/>
              </a:solidFill>
            </a:endParaRPr>
          </a:p>
        </p:txBody>
      </p:sp>
      <p:sp>
        <p:nvSpPr>
          <p:cNvPr id="25" name="AutoShape 142">
            <a:extLst>
              <a:ext uri="{FF2B5EF4-FFF2-40B4-BE49-F238E27FC236}">
                <a16:creationId xmlns:a16="http://schemas.microsoft.com/office/drawing/2014/main" id="{657323AD-B6A2-0393-3253-EC63FD918AFF}"/>
              </a:ext>
            </a:extLst>
          </p:cNvPr>
          <p:cNvSpPr>
            <a:spLocks noChangeArrowheads="1"/>
          </p:cNvSpPr>
          <p:nvPr/>
        </p:nvSpPr>
        <p:spPr bwMode="auto">
          <a:xfrm>
            <a:off x="477634" y="5202387"/>
            <a:ext cx="849597" cy="29456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a:br>
            <a:r>
              <a:rPr lang="fr-FR" sz="600"/>
              <a:t>SVI PAIEMENT</a:t>
            </a:r>
            <a:endParaRPr lang="fr-FR" sz="600" i="1"/>
          </a:p>
        </p:txBody>
      </p:sp>
      <p:sp>
        <p:nvSpPr>
          <p:cNvPr id="30" name="AutoShape 42">
            <a:extLst>
              <a:ext uri="{FF2B5EF4-FFF2-40B4-BE49-F238E27FC236}">
                <a16:creationId xmlns:a16="http://schemas.microsoft.com/office/drawing/2014/main" id="{F8D7B0D0-75B9-45B8-7131-EBAF243FB971}"/>
              </a:ext>
            </a:extLst>
          </p:cNvPr>
          <p:cNvSpPr>
            <a:spLocks noChangeArrowheads="1"/>
          </p:cNvSpPr>
          <p:nvPr/>
        </p:nvSpPr>
        <p:spPr bwMode="auto">
          <a:xfrm>
            <a:off x="176267" y="4450386"/>
            <a:ext cx="1456288"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latin typeface="+mn-lt"/>
                <a:ea typeface="+mn-ea"/>
              </a:rPr>
              <a:t>11000_ADM_PAIEMENT</a:t>
            </a:r>
          </a:p>
        </p:txBody>
      </p:sp>
      <p:cxnSp>
        <p:nvCxnSpPr>
          <p:cNvPr id="53" name="Connecteur droit 52">
            <a:extLst>
              <a:ext uri="{FF2B5EF4-FFF2-40B4-BE49-F238E27FC236}">
                <a16:creationId xmlns:a16="http://schemas.microsoft.com/office/drawing/2014/main" id="{6D4BCC6A-1F3D-2BFD-4919-09AC392631A5}"/>
              </a:ext>
            </a:extLst>
          </p:cNvPr>
          <p:cNvCxnSpPr>
            <a:stCxn id="55" idx="2"/>
            <a:endCxn id="7185" idx="6"/>
          </p:cNvCxnSpPr>
          <p:nvPr/>
        </p:nvCxnSpPr>
        <p:spPr bwMode="auto">
          <a:xfrm>
            <a:off x="4232563" y="3975746"/>
            <a:ext cx="3914" cy="2092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8" name="Connecteur droit 7167">
            <a:extLst>
              <a:ext uri="{FF2B5EF4-FFF2-40B4-BE49-F238E27FC236}">
                <a16:creationId xmlns:a16="http://schemas.microsoft.com/office/drawing/2014/main" id="{F3B156FD-C297-29D2-6970-3C65087D3D04}"/>
              </a:ext>
            </a:extLst>
          </p:cNvPr>
          <p:cNvCxnSpPr>
            <a:stCxn id="30" idx="2"/>
            <a:endCxn id="24" idx="0"/>
          </p:cNvCxnSpPr>
          <p:nvPr/>
        </p:nvCxnSpPr>
        <p:spPr bwMode="auto">
          <a:xfrm flipH="1">
            <a:off x="902434" y="4666492"/>
            <a:ext cx="1977" cy="1282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2" name="Connecteur droit avec flèche 7171">
            <a:extLst>
              <a:ext uri="{FF2B5EF4-FFF2-40B4-BE49-F238E27FC236}">
                <a16:creationId xmlns:a16="http://schemas.microsoft.com/office/drawing/2014/main" id="{A4E72D66-67FF-32EF-91C0-E5B93EC42372}"/>
              </a:ext>
            </a:extLst>
          </p:cNvPr>
          <p:cNvCxnSpPr>
            <a:stCxn id="24" idx="2"/>
            <a:endCxn id="25" idx="0"/>
          </p:cNvCxnSpPr>
          <p:nvPr/>
        </p:nvCxnSpPr>
        <p:spPr bwMode="auto">
          <a:xfrm flipH="1">
            <a:off x="902433" y="4956189"/>
            <a:ext cx="1" cy="24619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Connecteur droit avec flèche 7180">
            <a:extLst>
              <a:ext uri="{FF2B5EF4-FFF2-40B4-BE49-F238E27FC236}">
                <a16:creationId xmlns:a16="http://schemas.microsoft.com/office/drawing/2014/main" id="{730A926E-3F90-D689-FB65-91A07AE77CC5}"/>
              </a:ext>
            </a:extLst>
          </p:cNvPr>
          <p:cNvCxnSpPr>
            <a:stCxn id="10" idx="2"/>
            <a:endCxn id="5" idx="2"/>
          </p:cNvCxnSpPr>
          <p:nvPr/>
        </p:nvCxnSpPr>
        <p:spPr bwMode="auto">
          <a:xfrm flipH="1">
            <a:off x="2422842" y="4924474"/>
            <a:ext cx="1" cy="17758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 en angle 14">
            <a:extLst>
              <a:ext uri="{FF2B5EF4-FFF2-40B4-BE49-F238E27FC236}">
                <a16:creationId xmlns:a16="http://schemas.microsoft.com/office/drawing/2014/main" id="{22FF9AB3-845D-A7BC-5323-B8467D95260C}"/>
              </a:ext>
            </a:extLst>
          </p:cNvPr>
          <p:cNvCxnSpPr>
            <a:stCxn id="7177" idx="3"/>
            <a:endCxn id="55" idx="0"/>
          </p:cNvCxnSpPr>
          <p:nvPr/>
        </p:nvCxnSpPr>
        <p:spPr bwMode="auto">
          <a:xfrm>
            <a:off x="3910398" y="3537534"/>
            <a:ext cx="322165" cy="18897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AutoShape 42">
            <a:extLst>
              <a:ext uri="{FF2B5EF4-FFF2-40B4-BE49-F238E27FC236}">
                <a16:creationId xmlns:a16="http://schemas.microsoft.com/office/drawing/2014/main" id="{5E3DEA74-A142-78D5-3A0A-45984CB46418}"/>
              </a:ext>
            </a:extLst>
          </p:cNvPr>
          <p:cNvSpPr>
            <a:spLocks noChangeArrowheads="1"/>
          </p:cNvSpPr>
          <p:nvPr/>
        </p:nvSpPr>
        <p:spPr bwMode="auto">
          <a:xfrm>
            <a:off x="3552209" y="4459726"/>
            <a:ext cx="1370385"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13000_SELFCARE_CHOIX3</a:t>
            </a:r>
          </a:p>
        </p:txBody>
      </p:sp>
      <p:sp>
        <p:nvSpPr>
          <p:cNvPr id="17" name="AutoShape 31">
            <a:hlinkClick r:id="" action="ppaction://noaction"/>
            <a:extLst>
              <a:ext uri="{FF2B5EF4-FFF2-40B4-BE49-F238E27FC236}">
                <a16:creationId xmlns:a16="http://schemas.microsoft.com/office/drawing/2014/main" id="{A73E05EA-758F-F8D6-C68B-72679A30E596}"/>
              </a:ext>
            </a:extLst>
          </p:cNvPr>
          <p:cNvSpPr>
            <a:spLocks noChangeArrowheads="1"/>
          </p:cNvSpPr>
          <p:nvPr/>
        </p:nvSpPr>
        <p:spPr bwMode="auto">
          <a:xfrm>
            <a:off x="3771113" y="4772455"/>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FIXE_SELFCARE_CHOIX3</a:t>
            </a:r>
          </a:p>
        </p:txBody>
      </p:sp>
      <p:sp>
        <p:nvSpPr>
          <p:cNvPr id="18" name="AutoShape 42">
            <a:extLst>
              <a:ext uri="{FF2B5EF4-FFF2-40B4-BE49-F238E27FC236}">
                <a16:creationId xmlns:a16="http://schemas.microsoft.com/office/drawing/2014/main" id="{A89EE1CC-B323-A982-BAB9-035732BC5A32}"/>
              </a:ext>
            </a:extLst>
          </p:cNvPr>
          <p:cNvSpPr>
            <a:spLocks noChangeArrowheads="1"/>
          </p:cNvSpPr>
          <p:nvPr/>
        </p:nvSpPr>
        <p:spPr bwMode="auto">
          <a:xfrm>
            <a:off x="5379861" y="4621840"/>
            <a:ext cx="1370385" cy="18296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14000_SELFCARE_CHOIX4</a:t>
            </a:r>
          </a:p>
        </p:txBody>
      </p:sp>
      <p:sp>
        <p:nvSpPr>
          <p:cNvPr id="19" name="AutoShape 31">
            <a:hlinkClick r:id="" action="ppaction://noaction"/>
            <a:extLst>
              <a:ext uri="{FF2B5EF4-FFF2-40B4-BE49-F238E27FC236}">
                <a16:creationId xmlns:a16="http://schemas.microsoft.com/office/drawing/2014/main" id="{86167D25-99BB-B940-F2B1-CC58CA9233EC}"/>
              </a:ext>
            </a:extLst>
          </p:cNvPr>
          <p:cNvSpPr>
            <a:spLocks noChangeArrowheads="1"/>
          </p:cNvSpPr>
          <p:nvPr/>
        </p:nvSpPr>
        <p:spPr bwMode="auto">
          <a:xfrm>
            <a:off x="5605454" y="4938953"/>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FIXE_SELFCARE_CHOIX4</a:t>
            </a:r>
          </a:p>
        </p:txBody>
      </p:sp>
      <p:cxnSp>
        <p:nvCxnSpPr>
          <p:cNvPr id="22" name="Connecteur droit 21">
            <a:extLst>
              <a:ext uri="{FF2B5EF4-FFF2-40B4-BE49-F238E27FC236}">
                <a16:creationId xmlns:a16="http://schemas.microsoft.com/office/drawing/2014/main" id="{F9AC9E75-C182-4540-E932-B660AF059310}"/>
              </a:ext>
            </a:extLst>
          </p:cNvPr>
          <p:cNvCxnSpPr>
            <a:stCxn id="7189" idx="2"/>
            <a:endCxn id="18" idx="0"/>
          </p:cNvCxnSpPr>
          <p:nvPr/>
        </p:nvCxnSpPr>
        <p:spPr bwMode="auto">
          <a:xfrm>
            <a:off x="6065054" y="4449291"/>
            <a:ext cx="0" cy="1725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droit 30">
            <a:extLst>
              <a:ext uri="{FF2B5EF4-FFF2-40B4-BE49-F238E27FC236}">
                <a16:creationId xmlns:a16="http://schemas.microsoft.com/office/drawing/2014/main" id="{5A5DFB66-C349-07E0-0F89-4DB80C4DA95A}"/>
              </a:ext>
            </a:extLst>
          </p:cNvPr>
          <p:cNvCxnSpPr>
            <a:stCxn id="18" idx="2"/>
            <a:endCxn id="19" idx="0"/>
          </p:cNvCxnSpPr>
          <p:nvPr/>
        </p:nvCxnSpPr>
        <p:spPr bwMode="auto">
          <a:xfrm flipH="1">
            <a:off x="6065053" y="4804809"/>
            <a:ext cx="1" cy="1341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droit 34">
            <a:extLst>
              <a:ext uri="{FF2B5EF4-FFF2-40B4-BE49-F238E27FC236}">
                <a16:creationId xmlns:a16="http://schemas.microsoft.com/office/drawing/2014/main" id="{9FDC9A73-EAE3-CB0F-B5C1-BF4EDE2E37AC}"/>
              </a:ext>
            </a:extLst>
          </p:cNvPr>
          <p:cNvCxnSpPr>
            <a:stCxn id="7185" idx="2"/>
            <a:endCxn id="16" idx="0"/>
          </p:cNvCxnSpPr>
          <p:nvPr/>
        </p:nvCxnSpPr>
        <p:spPr bwMode="auto">
          <a:xfrm>
            <a:off x="4236477" y="4361184"/>
            <a:ext cx="925" cy="985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droit 37">
            <a:extLst>
              <a:ext uri="{FF2B5EF4-FFF2-40B4-BE49-F238E27FC236}">
                <a16:creationId xmlns:a16="http://schemas.microsoft.com/office/drawing/2014/main" id="{516037AE-4DA9-3DF0-7DEA-EBE2688F2E7B}"/>
              </a:ext>
            </a:extLst>
          </p:cNvPr>
          <p:cNvCxnSpPr>
            <a:stCxn id="16" idx="2"/>
            <a:endCxn id="17" idx="0"/>
          </p:cNvCxnSpPr>
          <p:nvPr/>
        </p:nvCxnSpPr>
        <p:spPr bwMode="auto">
          <a:xfrm flipH="1">
            <a:off x="4230712" y="4675832"/>
            <a:ext cx="6690" cy="966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avec flèche 20">
            <a:extLst>
              <a:ext uri="{FF2B5EF4-FFF2-40B4-BE49-F238E27FC236}">
                <a16:creationId xmlns:a16="http://schemas.microsoft.com/office/drawing/2014/main" id="{48D1C0A0-19BB-BC89-AA67-E90C8AA8898F}"/>
              </a:ext>
            </a:extLst>
          </p:cNvPr>
          <p:cNvCxnSpPr>
            <a:stCxn id="7180" idx="0"/>
            <a:endCxn id="7175" idx="0"/>
          </p:cNvCxnSpPr>
          <p:nvPr/>
        </p:nvCxnSpPr>
        <p:spPr bwMode="auto">
          <a:xfrm>
            <a:off x="3732598" y="1964333"/>
            <a:ext cx="0" cy="3397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707159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61AC8C6-62FE-452A-A12B-A9C5EFDC18AE}" type="slidenum">
              <a:rPr lang="fr-FR" smtClean="0"/>
              <a:pPr eaLnBrk="1" hangingPunct="1"/>
              <a:t>39</a:t>
            </a:fld>
            <a:endParaRPr lang="fr-FR"/>
          </a:p>
        </p:txBody>
      </p:sp>
      <p:sp>
        <p:nvSpPr>
          <p:cNvPr id="7175" name="Rectangle 6"/>
          <p:cNvSpPr>
            <a:spLocks noChangeArrowheads="1"/>
          </p:cNvSpPr>
          <p:nvPr/>
        </p:nvSpPr>
        <p:spPr bwMode="auto">
          <a:xfrm>
            <a:off x="1925229" y="2304067"/>
            <a:ext cx="3614738" cy="553998"/>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t>FIXE  MENU SELFCARE</a:t>
            </a:r>
          </a:p>
          <a:p>
            <a:pPr algn="ctr" eaLnBrk="0" hangingPunct="0"/>
            <a:r>
              <a:rPr lang="fr-FR" sz="600"/>
              <a:t>Pour régler votre facture par carte bancaire, tapez 1</a:t>
            </a:r>
          </a:p>
          <a:p>
            <a:pPr algn="ctr" eaLnBrk="0" hangingPunct="0"/>
            <a:r>
              <a:rPr lang="fr-FR" sz="600">
                <a:solidFill>
                  <a:srgbClr val="000000"/>
                </a:solidFill>
                <a:latin typeface="Arial"/>
                <a:ea typeface="ＭＳ Ｐゴシック" pitchFamily="-80" charset="-128"/>
              </a:rPr>
              <a:t>Pour obtenir un nouveau mot de passe de connexion sfr.fr, tapez 2</a:t>
            </a:r>
          </a:p>
          <a:p>
            <a:pPr algn="ctr" eaLnBrk="0" hangingPunct="0"/>
            <a:r>
              <a:rPr lang="fr-FR" sz="600">
                <a:solidFill>
                  <a:srgbClr val="000000"/>
                </a:solidFill>
                <a:latin typeface="Arial"/>
                <a:ea typeface="ＭＳ Ｐゴシック" pitchFamily="-80" charset="-128"/>
              </a:rPr>
              <a:t>[Choix désactivé], tapez 3 </a:t>
            </a:r>
          </a:p>
          <a:p>
            <a:pPr algn="ctr" eaLnBrk="0" hangingPunct="0"/>
            <a:r>
              <a:rPr lang="fr-FR" sz="600">
                <a:solidFill>
                  <a:srgbClr val="000000"/>
                </a:solidFill>
                <a:latin typeface="Arial"/>
                <a:ea typeface="ＭＳ Ｐゴシック" pitchFamily="-80" charset="-128"/>
              </a:rPr>
              <a:t>[Choix désactivé], tapez 4</a:t>
            </a:r>
          </a:p>
        </p:txBody>
      </p:sp>
      <p:cxnSp>
        <p:nvCxnSpPr>
          <p:cNvPr id="7176" name="AutoShape 7"/>
          <p:cNvCxnSpPr>
            <a:cxnSpLocks noChangeShapeType="1"/>
            <a:stCxn id="7177" idx="1"/>
            <a:endCxn id="7178" idx="6"/>
          </p:cNvCxnSpPr>
          <p:nvPr/>
        </p:nvCxnSpPr>
        <p:spPr bwMode="auto">
          <a:xfrm rot="10800000" flipV="1">
            <a:off x="906288" y="3537533"/>
            <a:ext cx="2648510" cy="6310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7" name="AutoShape 10"/>
          <p:cNvSpPr>
            <a:spLocks noChangeArrowheads="1"/>
          </p:cNvSpPr>
          <p:nvPr/>
        </p:nvSpPr>
        <p:spPr bwMode="auto">
          <a:xfrm>
            <a:off x="3554798" y="3441490"/>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7178" name="AutoShape 11"/>
          <p:cNvSpPr>
            <a:spLocks noChangeArrowheads="1"/>
          </p:cNvSpPr>
          <p:nvPr/>
        </p:nvSpPr>
        <p:spPr bwMode="auto">
          <a:xfrm>
            <a:off x="798338" y="416856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1</a:t>
            </a:r>
          </a:p>
        </p:txBody>
      </p:sp>
      <p:sp>
        <p:nvSpPr>
          <p:cNvPr id="7179" name="AutoShape 20"/>
          <p:cNvSpPr>
            <a:spLocks noChangeArrowheads="1"/>
          </p:cNvSpPr>
          <p:nvPr/>
        </p:nvSpPr>
        <p:spPr bwMode="auto">
          <a:xfrm>
            <a:off x="7807325" y="3419054"/>
            <a:ext cx="592138" cy="231775"/>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NM NI  &gt; 1</a:t>
            </a:r>
          </a:p>
        </p:txBody>
      </p:sp>
      <p:sp>
        <p:nvSpPr>
          <p:cNvPr id="7180" name="AutoShape 98">
            <a:hlinkClick r:id="rId3" action="ppaction://hlinksldjump"/>
          </p:cNvPr>
          <p:cNvSpPr>
            <a:spLocks noChangeArrowheads="1"/>
          </p:cNvSpPr>
          <p:nvPr/>
        </p:nvSpPr>
        <p:spPr bwMode="auto">
          <a:xfrm rot="10800000">
            <a:off x="3196817" y="1489670"/>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PRINCIPAL – AB Test</a:t>
            </a:r>
          </a:p>
        </p:txBody>
      </p:sp>
      <p:cxnSp>
        <p:nvCxnSpPr>
          <p:cNvPr id="7183" name="AutoShape 108"/>
          <p:cNvCxnSpPr>
            <a:cxnSpLocks noChangeShapeType="1"/>
            <a:stCxn id="30" idx="0"/>
            <a:endCxn id="7178" idx="2"/>
          </p:cNvCxnSpPr>
          <p:nvPr/>
        </p:nvCxnSpPr>
        <p:spPr bwMode="auto">
          <a:xfrm flipV="1">
            <a:off x="904411" y="4344780"/>
            <a:ext cx="1877" cy="10560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5" name="AutoShape 110"/>
          <p:cNvSpPr>
            <a:spLocks noChangeArrowheads="1"/>
          </p:cNvSpPr>
          <p:nvPr/>
        </p:nvSpPr>
        <p:spPr bwMode="auto">
          <a:xfrm>
            <a:off x="4129391" y="4184972"/>
            <a:ext cx="214172"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3</a:t>
            </a:r>
          </a:p>
        </p:txBody>
      </p:sp>
      <p:sp>
        <p:nvSpPr>
          <p:cNvPr id="7189" name="AutoShape 129"/>
          <p:cNvSpPr>
            <a:spLocks noChangeArrowheads="1"/>
          </p:cNvSpPr>
          <p:nvPr/>
        </p:nvSpPr>
        <p:spPr bwMode="auto">
          <a:xfrm>
            <a:off x="5957104" y="427307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4</a:t>
            </a:r>
          </a:p>
        </p:txBody>
      </p:sp>
      <p:cxnSp>
        <p:nvCxnSpPr>
          <p:cNvPr id="7193" name="AutoShape 184"/>
          <p:cNvCxnSpPr>
            <a:cxnSpLocks noChangeShapeType="1"/>
            <a:stCxn id="45" idx="0"/>
            <a:endCxn id="7179" idx="2"/>
          </p:cNvCxnSpPr>
          <p:nvPr/>
        </p:nvCxnSpPr>
        <p:spPr bwMode="auto">
          <a:xfrm rot="5400000" flipH="1" flipV="1">
            <a:off x="7748913" y="4004516"/>
            <a:ext cx="708167" cy="79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5" name="AutoShape 187"/>
          <p:cNvCxnSpPr>
            <a:cxnSpLocks noChangeShapeType="1"/>
            <a:stCxn id="7177" idx="3"/>
            <a:endCxn id="7189" idx="6"/>
          </p:cNvCxnSpPr>
          <p:nvPr/>
        </p:nvCxnSpPr>
        <p:spPr bwMode="auto">
          <a:xfrm>
            <a:off x="3910398" y="3537534"/>
            <a:ext cx="2154656" cy="73554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6" name="AutoShape 188"/>
          <p:cNvCxnSpPr>
            <a:cxnSpLocks noChangeShapeType="1"/>
            <a:stCxn id="7175" idx="2"/>
            <a:endCxn id="7177" idx="0"/>
          </p:cNvCxnSpPr>
          <p:nvPr/>
        </p:nvCxnSpPr>
        <p:spPr bwMode="auto">
          <a:xfrm>
            <a:off x="3732598" y="2858065"/>
            <a:ext cx="0" cy="58342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189"/>
          <p:cNvCxnSpPr>
            <a:cxnSpLocks noChangeShapeType="1"/>
            <a:stCxn id="7177" idx="3"/>
            <a:endCxn id="7179" idx="4"/>
          </p:cNvCxnSpPr>
          <p:nvPr/>
        </p:nvCxnSpPr>
        <p:spPr bwMode="auto">
          <a:xfrm flipV="1">
            <a:off x="3910398" y="3534942"/>
            <a:ext cx="3896927" cy="259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8" name="Rectangle 190"/>
          <p:cNvSpPr>
            <a:spLocks noChangeArrowheads="1"/>
          </p:cNvSpPr>
          <p:nvPr/>
        </p:nvSpPr>
        <p:spPr bwMode="auto">
          <a:xfrm>
            <a:off x="6152741" y="2397986"/>
            <a:ext cx="1349375"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cxnSp>
        <p:nvCxnSpPr>
          <p:cNvPr id="7199" name="AutoShape 191"/>
          <p:cNvCxnSpPr>
            <a:cxnSpLocks noChangeShapeType="1"/>
            <a:stCxn id="7179" idx="6"/>
            <a:endCxn id="7198" idx="3"/>
          </p:cNvCxnSpPr>
          <p:nvPr/>
        </p:nvCxnSpPr>
        <p:spPr bwMode="auto">
          <a:xfrm rot="16200000" flipV="1">
            <a:off x="7384554" y="2700214"/>
            <a:ext cx="836402" cy="60127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192"/>
          <p:cNvCxnSpPr>
            <a:cxnSpLocks noChangeShapeType="1"/>
            <a:stCxn id="7198" idx="1"/>
            <a:endCxn id="7175" idx="3"/>
          </p:cNvCxnSpPr>
          <p:nvPr/>
        </p:nvCxnSpPr>
        <p:spPr bwMode="auto">
          <a:xfrm rot="10800000">
            <a:off x="5539967" y="2581066"/>
            <a:ext cx="612774" cy="158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09" name="AutoShape 141"/>
          <p:cNvSpPr>
            <a:spLocks noChangeArrowheads="1"/>
          </p:cNvSpPr>
          <p:nvPr/>
        </p:nvSpPr>
        <p:spPr bwMode="auto">
          <a:xfrm>
            <a:off x="7667626" y="3817679"/>
            <a:ext cx="869945" cy="23177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AB_19002_NMNI_X2</a:t>
            </a:r>
          </a:p>
        </p:txBody>
      </p:sp>
      <p:sp>
        <p:nvSpPr>
          <p:cNvPr id="7210" name="AutoShape 19"/>
          <p:cNvSpPr>
            <a:spLocks noChangeArrowheads="1"/>
          </p:cNvSpPr>
          <p:nvPr/>
        </p:nvSpPr>
        <p:spPr bwMode="auto">
          <a:xfrm>
            <a:off x="8031162" y="5304795"/>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47" name="AutoShape 141"/>
          <p:cNvSpPr>
            <a:spLocks noChangeArrowheads="1"/>
          </p:cNvSpPr>
          <p:nvPr/>
        </p:nvSpPr>
        <p:spPr bwMode="auto">
          <a:xfrm>
            <a:off x="7722394" y="3089649"/>
            <a:ext cx="762000" cy="1515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AB_19001_NMNI</a:t>
            </a:r>
          </a:p>
        </p:txBody>
      </p:sp>
      <p:sp>
        <p:nvSpPr>
          <p:cNvPr id="44" name="Text Box 4"/>
          <p:cNvSpPr txBox="1">
            <a:spLocks noChangeArrowheads="1"/>
          </p:cNvSpPr>
          <p:nvPr/>
        </p:nvSpPr>
        <p:spPr bwMode="auto">
          <a:xfrm>
            <a:off x="31260" y="31383"/>
            <a:ext cx="8297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SVI FIXE</a:t>
            </a:r>
          </a:p>
        </p:txBody>
      </p:sp>
      <p:sp>
        <p:nvSpPr>
          <p:cNvPr id="46" name="Rectangle 2"/>
          <p:cNvSpPr txBox="1">
            <a:spLocks noGrp="1" noChangeArrowheads="1"/>
          </p:cNvSpPr>
          <p:nvPr>
            <p:ph type="title"/>
          </p:nvPr>
        </p:nvSpPr>
        <p:spPr bwMode="auto">
          <a:xfrm>
            <a:off x="2718803" y="31383"/>
            <a:ext cx="4019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600" b="1" i="0" kern="0">
                <a:effectLst>
                  <a:outerShdw blurRad="38100" dist="38100" dir="2700000" algn="tl">
                    <a:srgbClr val="000000">
                      <a:alpha val="43137"/>
                    </a:srgbClr>
                  </a:outerShdw>
                </a:effectLst>
                <a:latin typeface="SFR Thin" panose="020B0203040504020204" pitchFamily="34" charset="0"/>
              </a:rPr>
              <a:t>SELFCARE</a:t>
            </a:r>
            <a:r>
              <a:rPr lang="fr-FR" sz="1400" b="1" i="0" kern="0">
                <a:effectLst>
                  <a:outerShdw blurRad="38100" dist="38100" dir="2700000" algn="tl">
                    <a:srgbClr val="000000">
                      <a:alpha val="43137"/>
                    </a:srgbClr>
                  </a:outerShdw>
                </a:effectLst>
                <a:latin typeface="SFR Thin" panose="020B0203040504020204" pitchFamily="34" charset="0"/>
              </a:rPr>
              <a:t>– AB Test</a:t>
            </a:r>
          </a:p>
        </p:txBody>
      </p:sp>
      <p:sp>
        <p:nvSpPr>
          <p:cNvPr id="45" name="Rectangle 190"/>
          <p:cNvSpPr>
            <a:spLocks noChangeArrowheads="1"/>
          </p:cNvSpPr>
          <p:nvPr/>
        </p:nvSpPr>
        <p:spPr bwMode="auto">
          <a:xfrm>
            <a:off x="7427911" y="4358996"/>
            <a:ext cx="1349375" cy="553998"/>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demande.</a:t>
            </a:r>
          </a:p>
          <a:p>
            <a:pPr algn="ctr" eaLnBrk="0" hangingPunct="0"/>
            <a:r>
              <a:rPr lang="fr-FR" sz="600"/>
              <a:t>SFR vous remercie de votre appel.</a:t>
            </a:r>
          </a:p>
        </p:txBody>
      </p:sp>
      <p:cxnSp>
        <p:nvCxnSpPr>
          <p:cNvPr id="4" name="Connecteur droit 3"/>
          <p:cNvCxnSpPr>
            <a:stCxn id="45" idx="2"/>
            <a:endCxn id="7210" idx="0"/>
          </p:cNvCxnSpPr>
          <p:nvPr/>
        </p:nvCxnSpPr>
        <p:spPr bwMode="auto">
          <a:xfrm>
            <a:off x="8102599" y="4912994"/>
            <a:ext cx="1" cy="3918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2">
            <a:extLst>
              <a:ext uri="{FF2B5EF4-FFF2-40B4-BE49-F238E27FC236}">
                <a16:creationId xmlns:a16="http://schemas.microsoft.com/office/drawing/2014/main" id="{C150733E-D348-4EE1-9735-57D747657C41}"/>
              </a:ext>
            </a:extLst>
          </p:cNvPr>
          <p:cNvSpPr>
            <a:spLocks noChangeArrowheads="1"/>
          </p:cNvSpPr>
          <p:nvPr/>
        </p:nvSpPr>
        <p:spPr bwMode="auto">
          <a:xfrm>
            <a:off x="675035" y="364344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5" name="AutoShape 52">
            <a:extLst>
              <a:ext uri="{FF2B5EF4-FFF2-40B4-BE49-F238E27FC236}">
                <a16:creationId xmlns:a16="http://schemas.microsoft.com/office/drawing/2014/main" id="{55695A1D-E639-41EC-AB74-EADBAC660A21}"/>
              </a:ext>
            </a:extLst>
          </p:cNvPr>
          <p:cNvSpPr>
            <a:spLocks noChangeArrowheads="1"/>
          </p:cNvSpPr>
          <p:nvPr/>
        </p:nvSpPr>
        <p:spPr bwMode="auto">
          <a:xfrm>
            <a:off x="3971419" y="372650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8" name="AutoShape 52">
            <a:extLst>
              <a:ext uri="{FF2B5EF4-FFF2-40B4-BE49-F238E27FC236}">
                <a16:creationId xmlns:a16="http://schemas.microsoft.com/office/drawing/2014/main" id="{C03A790E-240B-4036-B4F8-C7E57CFAF77B}"/>
              </a:ext>
            </a:extLst>
          </p:cNvPr>
          <p:cNvSpPr>
            <a:spLocks noChangeArrowheads="1"/>
          </p:cNvSpPr>
          <p:nvPr/>
        </p:nvSpPr>
        <p:spPr bwMode="auto">
          <a:xfrm>
            <a:off x="5813802" y="373825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1" name="AutoShape 110">
            <a:extLst>
              <a:ext uri="{FF2B5EF4-FFF2-40B4-BE49-F238E27FC236}">
                <a16:creationId xmlns:a16="http://schemas.microsoft.com/office/drawing/2014/main" id="{F0F39F1D-E020-41DC-B2B9-3E37DC80381A}"/>
              </a:ext>
            </a:extLst>
          </p:cNvPr>
          <p:cNvSpPr>
            <a:spLocks noChangeArrowheads="1"/>
          </p:cNvSpPr>
          <p:nvPr/>
        </p:nvSpPr>
        <p:spPr bwMode="auto">
          <a:xfrm>
            <a:off x="2329556" y="4178276"/>
            <a:ext cx="215900"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2</a:t>
            </a:r>
          </a:p>
        </p:txBody>
      </p:sp>
      <p:cxnSp>
        <p:nvCxnSpPr>
          <p:cNvPr id="66" name="AutoShape 216">
            <a:extLst>
              <a:ext uri="{FF2B5EF4-FFF2-40B4-BE49-F238E27FC236}">
                <a16:creationId xmlns:a16="http://schemas.microsoft.com/office/drawing/2014/main" id="{267B787A-DF2B-4023-94C7-CBE54D870F95}"/>
              </a:ext>
            </a:extLst>
          </p:cNvPr>
          <p:cNvCxnSpPr>
            <a:cxnSpLocks noChangeShapeType="1"/>
            <a:stCxn id="61" idx="2"/>
            <a:endCxn id="3" idx="0"/>
          </p:cNvCxnSpPr>
          <p:nvPr/>
        </p:nvCxnSpPr>
        <p:spPr bwMode="auto">
          <a:xfrm flipH="1">
            <a:off x="2425698" y="4354488"/>
            <a:ext cx="11808" cy="28491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 en angle 10">
            <a:extLst>
              <a:ext uri="{FF2B5EF4-FFF2-40B4-BE49-F238E27FC236}">
                <a16:creationId xmlns:a16="http://schemas.microsoft.com/office/drawing/2014/main" id="{32C497F4-0650-423E-9281-0BA388EC6D24}"/>
              </a:ext>
            </a:extLst>
          </p:cNvPr>
          <p:cNvCxnSpPr>
            <a:cxnSpLocks/>
            <a:stCxn id="7177" idx="1"/>
            <a:endCxn id="61" idx="6"/>
          </p:cNvCxnSpPr>
          <p:nvPr/>
        </p:nvCxnSpPr>
        <p:spPr bwMode="auto">
          <a:xfrm rot="10800000" flipV="1">
            <a:off x="2437506" y="3537534"/>
            <a:ext cx="1117292" cy="64074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AutoShape 52">
            <a:extLst>
              <a:ext uri="{FF2B5EF4-FFF2-40B4-BE49-F238E27FC236}">
                <a16:creationId xmlns:a16="http://schemas.microsoft.com/office/drawing/2014/main" id="{516E2822-22BA-4720-94BB-479CB551042B}"/>
              </a:ext>
            </a:extLst>
          </p:cNvPr>
          <p:cNvSpPr>
            <a:spLocks noChangeArrowheads="1"/>
          </p:cNvSpPr>
          <p:nvPr/>
        </p:nvSpPr>
        <p:spPr bwMode="auto">
          <a:xfrm>
            <a:off x="2141676" y="3718830"/>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2" name="Flèche : courbe vers le bas 1">
            <a:extLst>
              <a:ext uri="{FF2B5EF4-FFF2-40B4-BE49-F238E27FC236}">
                <a16:creationId xmlns:a16="http://schemas.microsoft.com/office/drawing/2014/main" id="{DEB1BED7-133C-45FB-AA3B-07C236D596F6}"/>
              </a:ext>
            </a:extLst>
          </p:cNvPr>
          <p:cNvSpPr/>
          <p:nvPr/>
        </p:nvSpPr>
        <p:spPr bwMode="auto">
          <a:xfrm>
            <a:off x="685800" y="2986414"/>
            <a:ext cx="1499151" cy="342220"/>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64" name="Flèche : courbe vers le bas 63">
            <a:extLst>
              <a:ext uri="{FF2B5EF4-FFF2-40B4-BE49-F238E27FC236}">
                <a16:creationId xmlns:a16="http://schemas.microsoft.com/office/drawing/2014/main" id="{EC59B903-6251-4358-BAA2-F3182CCB96C5}"/>
              </a:ext>
            </a:extLst>
          </p:cNvPr>
          <p:cNvSpPr/>
          <p:nvPr/>
        </p:nvSpPr>
        <p:spPr bwMode="auto">
          <a:xfrm>
            <a:off x="2217824" y="3024830"/>
            <a:ext cx="1390301" cy="25117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65" name="Flèche : courbe vers le bas 64">
            <a:extLst>
              <a:ext uri="{FF2B5EF4-FFF2-40B4-BE49-F238E27FC236}">
                <a16:creationId xmlns:a16="http://schemas.microsoft.com/office/drawing/2014/main" id="{B66AD4A1-8A0D-4BB3-A77C-1C6A35A531BF}"/>
              </a:ext>
            </a:extLst>
          </p:cNvPr>
          <p:cNvSpPr/>
          <p:nvPr/>
        </p:nvSpPr>
        <p:spPr bwMode="auto">
          <a:xfrm>
            <a:off x="3947305" y="3141248"/>
            <a:ext cx="2131637" cy="217481"/>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78" name="Flèche : courbe vers le bas 77">
            <a:extLst>
              <a:ext uri="{FF2B5EF4-FFF2-40B4-BE49-F238E27FC236}">
                <a16:creationId xmlns:a16="http://schemas.microsoft.com/office/drawing/2014/main" id="{0F44EA36-332B-48B5-A9F6-9476834ED5C5}"/>
              </a:ext>
            </a:extLst>
          </p:cNvPr>
          <p:cNvSpPr/>
          <p:nvPr/>
        </p:nvSpPr>
        <p:spPr bwMode="auto">
          <a:xfrm flipH="1" flipV="1">
            <a:off x="4067735" y="3323058"/>
            <a:ext cx="1778618" cy="175475"/>
          </a:xfrm>
          <a:prstGeom prst="curvedDownArrow">
            <a:avLst>
              <a:gd name="adj1" fmla="val 25000"/>
              <a:gd name="adj2" fmla="val 50000"/>
              <a:gd name="adj3" fmla="val 1696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79" name="Flèche : courbe vers le bas 78">
            <a:extLst>
              <a:ext uri="{FF2B5EF4-FFF2-40B4-BE49-F238E27FC236}">
                <a16:creationId xmlns:a16="http://schemas.microsoft.com/office/drawing/2014/main" id="{42608BE0-2FD3-4CBA-A2F4-234C5339E521}"/>
              </a:ext>
            </a:extLst>
          </p:cNvPr>
          <p:cNvSpPr/>
          <p:nvPr/>
        </p:nvSpPr>
        <p:spPr bwMode="auto">
          <a:xfrm flipH="1" flipV="1">
            <a:off x="806449" y="3320467"/>
            <a:ext cx="1200711" cy="20139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80" name="Flèche : courbe vers le bas 79">
            <a:extLst>
              <a:ext uri="{FF2B5EF4-FFF2-40B4-BE49-F238E27FC236}">
                <a16:creationId xmlns:a16="http://schemas.microsoft.com/office/drawing/2014/main" id="{AD294132-0800-45F4-945C-BDC39E1C6427}"/>
              </a:ext>
            </a:extLst>
          </p:cNvPr>
          <p:cNvSpPr/>
          <p:nvPr/>
        </p:nvSpPr>
        <p:spPr bwMode="auto">
          <a:xfrm flipH="1" flipV="1">
            <a:off x="2225150" y="3304611"/>
            <a:ext cx="1360823" cy="222405"/>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grpSp>
        <p:nvGrpSpPr>
          <p:cNvPr id="8" name="Groupe 7">
            <a:extLst>
              <a:ext uri="{FF2B5EF4-FFF2-40B4-BE49-F238E27FC236}">
                <a16:creationId xmlns:a16="http://schemas.microsoft.com/office/drawing/2014/main" id="{4A1EA378-1D28-4D1C-B362-81B2A13711D4}"/>
              </a:ext>
            </a:extLst>
          </p:cNvPr>
          <p:cNvGrpSpPr/>
          <p:nvPr/>
        </p:nvGrpSpPr>
        <p:grpSpPr>
          <a:xfrm>
            <a:off x="6560256" y="769204"/>
            <a:ext cx="534343" cy="269918"/>
            <a:chOff x="6641157" y="920420"/>
            <a:chExt cx="608169" cy="388620"/>
          </a:xfrm>
        </p:grpSpPr>
        <p:sp>
          <p:nvSpPr>
            <p:cNvPr id="81" name="Flèche : courbe vers le bas 80">
              <a:extLst>
                <a:ext uri="{FF2B5EF4-FFF2-40B4-BE49-F238E27FC236}">
                  <a16:creationId xmlns:a16="http://schemas.microsoft.com/office/drawing/2014/main" id="{D030BC5A-3A80-4A45-8858-8BDF1EFECFDE}"/>
                </a:ext>
              </a:extLst>
            </p:cNvPr>
            <p:cNvSpPr/>
            <p:nvPr/>
          </p:nvSpPr>
          <p:spPr bwMode="auto">
            <a:xfrm>
              <a:off x="6654020" y="920420"/>
              <a:ext cx="595306" cy="16989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82" name="Flèche : courbe vers le bas 81">
              <a:extLst>
                <a:ext uri="{FF2B5EF4-FFF2-40B4-BE49-F238E27FC236}">
                  <a16:creationId xmlns:a16="http://schemas.microsoft.com/office/drawing/2014/main" id="{6FA1D223-EF76-4B4E-BE23-0BB32C57D290}"/>
                </a:ext>
              </a:extLst>
            </p:cNvPr>
            <p:cNvSpPr/>
            <p:nvPr/>
          </p:nvSpPr>
          <p:spPr bwMode="auto">
            <a:xfrm flipH="1" flipV="1">
              <a:off x="6641157" y="1132793"/>
              <a:ext cx="583566" cy="176247"/>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grpSp>
      <p:sp>
        <p:nvSpPr>
          <p:cNvPr id="9" name="ZoneTexte 8">
            <a:extLst>
              <a:ext uri="{FF2B5EF4-FFF2-40B4-BE49-F238E27FC236}">
                <a16:creationId xmlns:a16="http://schemas.microsoft.com/office/drawing/2014/main" id="{191D17FC-7BF9-40EC-939F-D205F6016590}"/>
              </a:ext>
            </a:extLst>
          </p:cNvPr>
          <p:cNvSpPr txBox="1"/>
          <p:nvPr/>
        </p:nvSpPr>
        <p:spPr>
          <a:xfrm>
            <a:off x="7162799" y="706612"/>
            <a:ext cx="1908661" cy="338554"/>
          </a:xfrm>
          <a:prstGeom prst="rect">
            <a:avLst/>
          </a:prstGeom>
          <a:noFill/>
        </p:spPr>
        <p:txBody>
          <a:bodyPr wrap="square" rtlCol="0">
            <a:spAutoFit/>
          </a:bodyPr>
          <a:lstStyle/>
          <a:p>
            <a:r>
              <a:rPr lang="fr-FR" sz="800"/>
              <a:t>Les menus peuvent changer de place grâce aux paramétrages IRIS</a:t>
            </a:r>
          </a:p>
        </p:txBody>
      </p:sp>
      <p:sp>
        <p:nvSpPr>
          <p:cNvPr id="3" name="AutoShape 42">
            <a:extLst>
              <a:ext uri="{FF2B5EF4-FFF2-40B4-BE49-F238E27FC236}">
                <a16:creationId xmlns:a16="http://schemas.microsoft.com/office/drawing/2014/main" id="{C6F7D976-F032-D9B8-B5E4-FC6F522ABB5F}"/>
              </a:ext>
            </a:extLst>
          </p:cNvPr>
          <p:cNvSpPr>
            <a:spLocks noChangeArrowheads="1"/>
          </p:cNvSpPr>
          <p:nvPr/>
        </p:nvSpPr>
        <p:spPr bwMode="auto">
          <a:xfrm>
            <a:off x="1740505" y="4639406"/>
            <a:ext cx="1370385"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[CHOIX1/CHOIX 2]0000_REINIT_MDP</a:t>
            </a:r>
          </a:p>
        </p:txBody>
      </p:sp>
      <p:sp>
        <p:nvSpPr>
          <p:cNvPr id="5" name="AutoShape 87">
            <a:hlinkClick r:id="rId4" action="ppaction://hlinksldjump"/>
            <a:extLst>
              <a:ext uri="{FF2B5EF4-FFF2-40B4-BE49-F238E27FC236}">
                <a16:creationId xmlns:a16="http://schemas.microsoft.com/office/drawing/2014/main" id="{DD520751-BC33-3CB1-5DC5-4910B4B40A21}"/>
              </a:ext>
            </a:extLst>
          </p:cNvPr>
          <p:cNvSpPr>
            <a:spLocks noChangeArrowheads="1"/>
          </p:cNvSpPr>
          <p:nvPr/>
        </p:nvSpPr>
        <p:spPr bwMode="auto">
          <a:xfrm rot="10800000">
            <a:off x="1891602" y="5299501"/>
            <a:ext cx="1080000" cy="39489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latin typeface="Arial"/>
                <a:ea typeface="ＭＳ Ｐゴシック" charset="0"/>
              </a:rPr>
              <a:t>REINIT MOT DE PASSE</a:t>
            </a:r>
          </a:p>
        </p:txBody>
      </p:sp>
      <p:sp>
        <p:nvSpPr>
          <p:cNvPr id="10" name="AutoShape 31">
            <a:hlinkClick r:id="" action="ppaction://noaction"/>
            <a:extLst>
              <a:ext uri="{FF2B5EF4-FFF2-40B4-BE49-F238E27FC236}">
                <a16:creationId xmlns:a16="http://schemas.microsoft.com/office/drawing/2014/main" id="{43870A15-F8DC-AF32-F7F6-74FC5786F046}"/>
              </a:ext>
            </a:extLst>
          </p:cNvPr>
          <p:cNvSpPr>
            <a:spLocks noChangeArrowheads="1"/>
          </p:cNvSpPr>
          <p:nvPr/>
        </p:nvSpPr>
        <p:spPr bwMode="auto">
          <a:xfrm>
            <a:off x="1963244" y="4968355"/>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00B050"/>
                </a:solidFill>
                <a:latin typeface="Arial"/>
              </a:rPr>
              <a:t>FIXE_REINIT_MDP</a:t>
            </a:r>
          </a:p>
        </p:txBody>
      </p:sp>
      <p:cxnSp>
        <p:nvCxnSpPr>
          <p:cNvPr id="20" name="Connecteur droit 19">
            <a:extLst>
              <a:ext uri="{FF2B5EF4-FFF2-40B4-BE49-F238E27FC236}">
                <a16:creationId xmlns:a16="http://schemas.microsoft.com/office/drawing/2014/main" id="{909ACF04-217F-9189-B45E-5E0042826592}"/>
              </a:ext>
            </a:extLst>
          </p:cNvPr>
          <p:cNvCxnSpPr>
            <a:stCxn id="3" idx="2"/>
            <a:endCxn id="10" idx="0"/>
          </p:cNvCxnSpPr>
          <p:nvPr/>
        </p:nvCxnSpPr>
        <p:spPr bwMode="auto">
          <a:xfrm flipH="1">
            <a:off x="2422843" y="4855512"/>
            <a:ext cx="2855" cy="1128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31">
            <a:hlinkClick r:id="" action="ppaction://noaction"/>
            <a:extLst>
              <a:ext uri="{FF2B5EF4-FFF2-40B4-BE49-F238E27FC236}">
                <a16:creationId xmlns:a16="http://schemas.microsoft.com/office/drawing/2014/main" id="{E17B5F38-D2F7-C98F-B601-C549CEBBEAD5}"/>
              </a:ext>
            </a:extLst>
          </p:cNvPr>
          <p:cNvSpPr>
            <a:spLocks noChangeArrowheads="1"/>
          </p:cNvSpPr>
          <p:nvPr/>
        </p:nvSpPr>
        <p:spPr bwMode="auto">
          <a:xfrm>
            <a:off x="294313" y="4794719"/>
            <a:ext cx="1216241" cy="161470"/>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FIXE_PAIEMENT</a:t>
            </a:r>
            <a:endParaRPr lang="fr-FR" sz="600">
              <a:solidFill>
                <a:srgbClr val="00B050"/>
              </a:solidFill>
            </a:endParaRPr>
          </a:p>
        </p:txBody>
      </p:sp>
      <p:sp>
        <p:nvSpPr>
          <p:cNvPr id="25" name="AutoShape 142">
            <a:extLst>
              <a:ext uri="{FF2B5EF4-FFF2-40B4-BE49-F238E27FC236}">
                <a16:creationId xmlns:a16="http://schemas.microsoft.com/office/drawing/2014/main" id="{657323AD-B6A2-0393-3253-EC63FD918AFF}"/>
              </a:ext>
            </a:extLst>
          </p:cNvPr>
          <p:cNvSpPr>
            <a:spLocks noChangeArrowheads="1"/>
          </p:cNvSpPr>
          <p:nvPr/>
        </p:nvSpPr>
        <p:spPr bwMode="auto">
          <a:xfrm>
            <a:off x="477634" y="5202387"/>
            <a:ext cx="849597" cy="29456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a:br>
            <a:r>
              <a:rPr lang="fr-FR" sz="600"/>
              <a:t>SVI PAIEMENT</a:t>
            </a:r>
            <a:endParaRPr lang="fr-FR" sz="600" i="1"/>
          </a:p>
        </p:txBody>
      </p:sp>
      <p:sp>
        <p:nvSpPr>
          <p:cNvPr id="30" name="AutoShape 42">
            <a:extLst>
              <a:ext uri="{FF2B5EF4-FFF2-40B4-BE49-F238E27FC236}">
                <a16:creationId xmlns:a16="http://schemas.microsoft.com/office/drawing/2014/main" id="{F8D7B0D0-75B9-45B8-7131-EBAF243FB971}"/>
              </a:ext>
            </a:extLst>
          </p:cNvPr>
          <p:cNvSpPr>
            <a:spLocks noChangeArrowheads="1"/>
          </p:cNvSpPr>
          <p:nvPr/>
        </p:nvSpPr>
        <p:spPr bwMode="auto">
          <a:xfrm>
            <a:off x="176267" y="4450386"/>
            <a:ext cx="1456288"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latin typeface="+mn-lt"/>
                <a:ea typeface="+mn-ea"/>
              </a:rPr>
              <a:t>[CHOIX1/XHOIX2]000_ADM_PAIEMENT</a:t>
            </a:r>
          </a:p>
        </p:txBody>
      </p:sp>
      <p:cxnSp>
        <p:nvCxnSpPr>
          <p:cNvPr id="53" name="Connecteur droit 52">
            <a:extLst>
              <a:ext uri="{FF2B5EF4-FFF2-40B4-BE49-F238E27FC236}">
                <a16:creationId xmlns:a16="http://schemas.microsoft.com/office/drawing/2014/main" id="{6D4BCC6A-1F3D-2BFD-4919-09AC392631A5}"/>
              </a:ext>
            </a:extLst>
          </p:cNvPr>
          <p:cNvCxnSpPr>
            <a:stCxn id="55" idx="2"/>
            <a:endCxn id="7185" idx="6"/>
          </p:cNvCxnSpPr>
          <p:nvPr/>
        </p:nvCxnSpPr>
        <p:spPr bwMode="auto">
          <a:xfrm>
            <a:off x="4232563" y="3975746"/>
            <a:ext cx="3914" cy="2092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68" name="Connecteur droit 7167">
            <a:extLst>
              <a:ext uri="{FF2B5EF4-FFF2-40B4-BE49-F238E27FC236}">
                <a16:creationId xmlns:a16="http://schemas.microsoft.com/office/drawing/2014/main" id="{F3B156FD-C297-29D2-6970-3C65087D3D04}"/>
              </a:ext>
            </a:extLst>
          </p:cNvPr>
          <p:cNvCxnSpPr>
            <a:stCxn id="30" idx="2"/>
            <a:endCxn id="24" idx="0"/>
          </p:cNvCxnSpPr>
          <p:nvPr/>
        </p:nvCxnSpPr>
        <p:spPr bwMode="auto">
          <a:xfrm flipH="1">
            <a:off x="902434" y="4666492"/>
            <a:ext cx="1977" cy="1282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2" name="Connecteur droit avec flèche 7171">
            <a:extLst>
              <a:ext uri="{FF2B5EF4-FFF2-40B4-BE49-F238E27FC236}">
                <a16:creationId xmlns:a16="http://schemas.microsoft.com/office/drawing/2014/main" id="{A4E72D66-67FF-32EF-91C0-E5B93EC42372}"/>
              </a:ext>
            </a:extLst>
          </p:cNvPr>
          <p:cNvCxnSpPr>
            <a:stCxn id="24" idx="2"/>
            <a:endCxn id="25" idx="0"/>
          </p:cNvCxnSpPr>
          <p:nvPr/>
        </p:nvCxnSpPr>
        <p:spPr bwMode="auto">
          <a:xfrm flipH="1">
            <a:off x="902433" y="4956189"/>
            <a:ext cx="1" cy="24619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Connecteur droit avec flèche 7180">
            <a:extLst>
              <a:ext uri="{FF2B5EF4-FFF2-40B4-BE49-F238E27FC236}">
                <a16:creationId xmlns:a16="http://schemas.microsoft.com/office/drawing/2014/main" id="{730A926E-3F90-D689-FB65-91A07AE77CC5}"/>
              </a:ext>
            </a:extLst>
          </p:cNvPr>
          <p:cNvCxnSpPr>
            <a:stCxn id="10" idx="2"/>
            <a:endCxn id="5" idx="2"/>
          </p:cNvCxnSpPr>
          <p:nvPr/>
        </p:nvCxnSpPr>
        <p:spPr bwMode="auto">
          <a:xfrm>
            <a:off x="2422843" y="5108894"/>
            <a:ext cx="8759" cy="19060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31">
            <a:hlinkClick r:id="" action="ppaction://noaction"/>
            <a:extLst>
              <a:ext uri="{FF2B5EF4-FFF2-40B4-BE49-F238E27FC236}">
                <a16:creationId xmlns:a16="http://schemas.microsoft.com/office/drawing/2014/main" id="{E5938842-BCF7-310E-65EE-167FC6913275}"/>
              </a:ext>
            </a:extLst>
          </p:cNvPr>
          <p:cNvSpPr>
            <a:spLocks noChangeArrowheads="1"/>
          </p:cNvSpPr>
          <p:nvPr/>
        </p:nvSpPr>
        <p:spPr bwMode="auto">
          <a:xfrm>
            <a:off x="3732598" y="4968354"/>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 AUTRE 1</a:t>
            </a:r>
          </a:p>
        </p:txBody>
      </p:sp>
      <p:cxnSp>
        <p:nvCxnSpPr>
          <p:cNvPr id="15" name="Connecteur : en angle 14">
            <a:extLst>
              <a:ext uri="{FF2B5EF4-FFF2-40B4-BE49-F238E27FC236}">
                <a16:creationId xmlns:a16="http://schemas.microsoft.com/office/drawing/2014/main" id="{22FF9AB3-845D-A7BC-5323-B8467D95260C}"/>
              </a:ext>
            </a:extLst>
          </p:cNvPr>
          <p:cNvCxnSpPr>
            <a:stCxn id="7177" idx="3"/>
            <a:endCxn id="55" idx="0"/>
          </p:cNvCxnSpPr>
          <p:nvPr/>
        </p:nvCxnSpPr>
        <p:spPr bwMode="auto">
          <a:xfrm>
            <a:off x="3910398" y="3537534"/>
            <a:ext cx="322165" cy="18897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AutoShape 42">
            <a:extLst>
              <a:ext uri="{FF2B5EF4-FFF2-40B4-BE49-F238E27FC236}">
                <a16:creationId xmlns:a16="http://schemas.microsoft.com/office/drawing/2014/main" id="{5E3DEA74-A142-78D5-3A0A-45984CB46418}"/>
              </a:ext>
            </a:extLst>
          </p:cNvPr>
          <p:cNvSpPr>
            <a:spLocks noChangeArrowheads="1"/>
          </p:cNvSpPr>
          <p:nvPr/>
        </p:nvSpPr>
        <p:spPr bwMode="auto">
          <a:xfrm>
            <a:off x="3547369" y="4587774"/>
            <a:ext cx="1370385" cy="2161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[CHOIX1/CHOIX 2]0000_AUTRE_3</a:t>
            </a:r>
          </a:p>
        </p:txBody>
      </p:sp>
      <p:sp>
        <p:nvSpPr>
          <p:cNvPr id="17" name="AutoShape 31">
            <a:hlinkClick r:id="" action="ppaction://noaction"/>
            <a:extLst>
              <a:ext uri="{FF2B5EF4-FFF2-40B4-BE49-F238E27FC236}">
                <a16:creationId xmlns:a16="http://schemas.microsoft.com/office/drawing/2014/main" id="{A73E05EA-758F-F8D6-C68B-72679A30E596}"/>
              </a:ext>
            </a:extLst>
          </p:cNvPr>
          <p:cNvSpPr>
            <a:spLocks noChangeArrowheads="1"/>
          </p:cNvSpPr>
          <p:nvPr/>
        </p:nvSpPr>
        <p:spPr bwMode="auto">
          <a:xfrm>
            <a:off x="3771113" y="4968353"/>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 AUTRE 3</a:t>
            </a:r>
          </a:p>
        </p:txBody>
      </p:sp>
      <p:sp>
        <p:nvSpPr>
          <p:cNvPr id="18" name="AutoShape 42">
            <a:extLst>
              <a:ext uri="{FF2B5EF4-FFF2-40B4-BE49-F238E27FC236}">
                <a16:creationId xmlns:a16="http://schemas.microsoft.com/office/drawing/2014/main" id="{A89EE1CC-B323-A982-BAB9-035732BC5A32}"/>
              </a:ext>
            </a:extLst>
          </p:cNvPr>
          <p:cNvSpPr>
            <a:spLocks noChangeArrowheads="1"/>
          </p:cNvSpPr>
          <p:nvPr/>
        </p:nvSpPr>
        <p:spPr bwMode="auto">
          <a:xfrm>
            <a:off x="5379861" y="4621840"/>
            <a:ext cx="1370385" cy="18296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latin typeface="Arial"/>
              </a:rPr>
              <a:t>[CHOIX1/CHOIX 2]0000_AUTRE_4</a:t>
            </a:r>
          </a:p>
        </p:txBody>
      </p:sp>
      <p:sp>
        <p:nvSpPr>
          <p:cNvPr id="19" name="AutoShape 31">
            <a:hlinkClick r:id="" action="ppaction://noaction"/>
            <a:extLst>
              <a:ext uri="{FF2B5EF4-FFF2-40B4-BE49-F238E27FC236}">
                <a16:creationId xmlns:a16="http://schemas.microsoft.com/office/drawing/2014/main" id="{86167D25-99BB-B940-F2B1-CC58CA9233EC}"/>
              </a:ext>
            </a:extLst>
          </p:cNvPr>
          <p:cNvSpPr>
            <a:spLocks noChangeArrowheads="1"/>
          </p:cNvSpPr>
          <p:nvPr/>
        </p:nvSpPr>
        <p:spPr bwMode="auto">
          <a:xfrm>
            <a:off x="5605454" y="4938953"/>
            <a:ext cx="919197" cy="14053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latin typeface="Arial"/>
              </a:rPr>
              <a:t>FIXE AUTRE 4</a:t>
            </a:r>
          </a:p>
        </p:txBody>
      </p:sp>
      <p:cxnSp>
        <p:nvCxnSpPr>
          <p:cNvPr id="22" name="Connecteur droit 21">
            <a:extLst>
              <a:ext uri="{FF2B5EF4-FFF2-40B4-BE49-F238E27FC236}">
                <a16:creationId xmlns:a16="http://schemas.microsoft.com/office/drawing/2014/main" id="{F9AC9E75-C182-4540-E932-B660AF059310}"/>
              </a:ext>
            </a:extLst>
          </p:cNvPr>
          <p:cNvCxnSpPr>
            <a:stCxn id="7189" idx="2"/>
            <a:endCxn id="18" idx="0"/>
          </p:cNvCxnSpPr>
          <p:nvPr/>
        </p:nvCxnSpPr>
        <p:spPr bwMode="auto">
          <a:xfrm>
            <a:off x="6065054" y="4449291"/>
            <a:ext cx="0" cy="1725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droit 30">
            <a:extLst>
              <a:ext uri="{FF2B5EF4-FFF2-40B4-BE49-F238E27FC236}">
                <a16:creationId xmlns:a16="http://schemas.microsoft.com/office/drawing/2014/main" id="{5A5DFB66-C349-07E0-0F89-4DB80C4DA95A}"/>
              </a:ext>
            </a:extLst>
          </p:cNvPr>
          <p:cNvCxnSpPr>
            <a:stCxn id="18" idx="2"/>
            <a:endCxn id="19" idx="0"/>
          </p:cNvCxnSpPr>
          <p:nvPr/>
        </p:nvCxnSpPr>
        <p:spPr bwMode="auto">
          <a:xfrm flipH="1">
            <a:off x="6065053" y="4804809"/>
            <a:ext cx="1" cy="1341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droit 34">
            <a:extLst>
              <a:ext uri="{FF2B5EF4-FFF2-40B4-BE49-F238E27FC236}">
                <a16:creationId xmlns:a16="http://schemas.microsoft.com/office/drawing/2014/main" id="{9FDC9A73-EAE3-CB0F-B5C1-BF4EDE2E37AC}"/>
              </a:ext>
            </a:extLst>
          </p:cNvPr>
          <p:cNvCxnSpPr>
            <a:stCxn id="7185" idx="2"/>
            <a:endCxn id="16" idx="0"/>
          </p:cNvCxnSpPr>
          <p:nvPr/>
        </p:nvCxnSpPr>
        <p:spPr bwMode="auto">
          <a:xfrm flipH="1">
            <a:off x="4232562" y="4361184"/>
            <a:ext cx="3915" cy="2265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droit 37">
            <a:extLst>
              <a:ext uri="{FF2B5EF4-FFF2-40B4-BE49-F238E27FC236}">
                <a16:creationId xmlns:a16="http://schemas.microsoft.com/office/drawing/2014/main" id="{516037AE-4DA9-3DF0-7DEA-EBE2688F2E7B}"/>
              </a:ext>
            </a:extLst>
          </p:cNvPr>
          <p:cNvCxnSpPr>
            <a:stCxn id="16" idx="2"/>
            <a:endCxn id="17" idx="0"/>
          </p:cNvCxnSpPr>
          <p:nvPr/>
        </p:nvCxnSpPr>
        <p:spPr bwMode="auto">
          <a:xfrm flipH="1">
            <a:off x="4230712" y="4803880"/>
            <a:ext cx="1850" cy="1644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ZoneTexte 51">
            <a:extLst>
              <a:ext uri="{FF2B5EF4-FFF2-40B4-BE49-F238E27FC236}">
                <a16:creationId xmlns:a16="http://schemas.microsoft.com/office/drawing/2014/main" id="{BAB2D4B5-E2C7-ADC0-A295-AA9865372A8D}"/>
              </a:ext>
            </a:extLst>
          </p:cNvPr>
          <p:cNvSpPr txBox="1"/>
          <p:nvPr/>
        </p:nvSpPr>
        <p:spPr>
          <a:xfrm>
            <a:off x="5818190" y="1147283"/>
            <a:ext cx="3325810" cy="784830"/>
          </a:xfrm>
          <a:prstGeom prst="rect">
            <a:avLst/>
          </a:prstGeom>
          <a:noFill/>
        </p:spPr>
        <p:txBody>
          <a:bodyPr wrap="square" rtlCol="0">
            <a:spAutoFit/>
          </a:bodyPr>
          <a:lstStyle/>
          <a:p>
            <a:r>
              <a:rPr lang="fr-FR" sz="900"/>
              <a:t>AB Test = </a:t>
            </a:r>
            <a:r>
              <a:rPr lang="fr-FR" sz="900" err="1"/>
              <a:t>True</a:t>
            </a:r>
            <a:endParaRPr lang="fr-FR" sz="900"/>
          </a:p>
          <a:p>
            <a:r>
              <a:rPr lang="fr-FR" sz="900"/>
              <a:t>Si AB Test = </a:t>
            </a:r>
            <a:r>
              <a:rPr lang="fr-FR" sz="900" err="1"/>
              <a:t>True</a:t>
            </a:r>
            <a:r>
              <a:rPr lang="fr-FR" sz="900"/>
              <a:t> alors préfixé l’ensemble des balises par AB et par le choix correspondant au SELCARE + variabilisation du second digit dans les balises en prenant en compte le positionnement du choix dans le menu.</a:t>
            </a:r>
          </a:p>
        </p:txBody>
      </p:sp>
      <p:cxnSp>
        <p:nvCxnSpPr>
          <p:cNvPr id="21" name="Connecteur droit avec flèche 20">
            <a:extLst>
              <a:ext uri="{FF2B5EF4-FFF2-40B4-BE49-F238E27FC236}">
                <a16:creationId xmlns:a16="http://schemas.microsoft.com/office/drawing/2014/main" id="{48D1C0A0-19BB-BC89-AA67-E90C8AA8898F}"/>
              </a:ext>
            </a:extLst>
          </p:cNvPr>
          <p:cNvCxnSpPr>
            <a:stCxn id="7180" idx="0"/>
            <a:endCxn id="7175" idx="0"/>
          </p:cNvCxnSpPr>
          <p:nvPr/>
        </p:nvCxnSpPr>
        <p:spPr bwMode="auto">
          <a:xfrm>
            <a:off x="3732598" y="1964333"/>
            <a:ext cx="0" cy="3397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40</a:t>
            </a:fld>
            <a:endParaRPr lang="fr-FR"/>
          </a:p>
        </p:txBody>
      </p:sp>
      <p:sp>
        <p:nvSpPr>
          <p:cNvPr id="5123" name="Rectangle 2"/>
          <p:cNvSpPr>
            <a:spLocks noGrp="1" noChangeArrowheads="1"/>
          </p:cNvSpPr>
          <p:nvPr>
            <p:ph type="title"/>
          </p:nvPr>
        </p:nvSpPr>
        <p:spPr>
          <a:xfrm>
            <a:off x="2774950" y="-7938"/>
            <a:ext cx="5044452" cy="352426"/>
          </a:xfrm>
        </p:spPr>
        <p:txBody>
          <a:bodyPr/>
          <a:lstStyle/>
          <a:p>
            <a:pPr eaLnBrk="1" hangingPunct="1">
              <a:defRPr/>
            </a:pPr>
            <a:r>
              <a:rPr lang="fr-FR"/>
              <a:t>REINIT MOT DE PASSE</a:t>
            </a:r>
          </a:p>
        </p:txBody>
      </p:sp>
      <p:sp>
        <p:nvSpPr>
          <p:cNvPr id="147" name="AutoShape 167"/>
          <p:cNvSpPr>
            <a:spLocks noChangeArrowheads="1"/>
          </p:cNvSpPr>
          <p:nvPr/>
        </p:nvSpPr>
        <p:spPr bwMode="auto">
          <a:xfrm>
            <a:off x="4177311" y="2272793"/>
            <a:ext cx="650793" cy="300038"/>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WS User Profile </a:t>
            </a:r>
          </a:p>
          <a:p>
            <a:pPr algn="ctr" eaLnBrk="0" hangingPunct="0"/>
            <a:r>
              <a:rPr lang="fr-FR" sz="600"/>
              <a:t>(UPS)</a:t>
            </a:r>
          </a:p>
        </p:txBody>
      </p:sp>
      <p:cxnSp>
        <p:nvCxnSpPr>
          <p:cNvPr id="151" name="AutoShape 201"/>
          <p:cNvCxnSpPr>
            <a:cxnSpLocks noChangeShapeType="1"/>
            <a:stCxn id="227" idx="0"/>
            <a:endCxn id="125" idx="0"/>
          </p:cNvCxnSpPr>
          <p:nvPr/>
        </p:nvCxnSpPr>
        <p:spPr bwMode="auto">
          <a:xfrm rot="16200000" flipH="1">
            <a:off x="3209835" y="810789"/>
            <a:ext cx="286534" cy="55411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Text Box 156"/>
          <p:cNvSpPr txBox="1">
            <a:spLocks noChangeArrowheads="1"/>
          </p:cNvSpPr>
          <p:nvPr/>
        </p:nvSpPr>
        <p:spPr bwMode="auto">
          <a:xfrm>
            <a:off x="2434722" y="2140840"/>
            <a:ext cx="11108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REINIT MDP </a:t>
            </a:r>
            <a:r>
              <a:rPr lang="fr-FR" sz="600" err="1"/>
              <a:t>Selfcare</a:t>
            </a:r>
            <a:r>
              <a:rPr lang="fr-FR" sz="600"/>
              <a:t> désactivée</a:t>
            </a:r>
          </a:p>
        </p:txBody>
      </p:sp>
      <p:grpSp>
        <p:nvGrpSpPr>
          <p:cNvPr id="208" name="Group 188"/>
          <p:cNvGrpSpPr>
            <a:grpSpLocks/>
          </p:cNvGrpSpPr>
          <p:nvPr/>
        </p:nvGrpSpPr>
        <p:grpSpPr bwMode="auto">
          <a:xfrm rot="19732337">
            <a:off x="3869326" y="2618707"/>
            <a:ext cx="279400" cy="130175"/>
            <a:chOff x="1920" y="715"/>
            <a:chExt cx="270" cy="139"/>
          </a:xfrm>
        </p:grpSpPr>
        <p:sp>
          <p:nvSpPr>
            <p:cNvPr id="209"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sp>
          <p:nvSpPr>
            <p:cNvPr id="210"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grpSp>
      <p:sp>
        <p:nvSpPr>
          <p:cNvPr id="227" name="AutoShape 98">
            <a:hlinkClick r:id="rId3" action="ppaction://hlinksldjump"/>
          </p:cNvPr>
          <p:cNvSpPr>
            <a:spLocks noChangeArrowheads="1"/>
          </p:cNvSpPr>
          <p:nvPr/>
        </p:nvSpPr>
        <p:spPr bwMode="auto">
          <a:xfrm rot="10800000">
            <a:off x="2540262" y="587961"/>
            <a:ext cx="107156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SELFCARE</a:t>
            </a:r>
          </a:p>
        </p:txBody>
      </p:sp>
      <p:sp>
        <p:nvSpPr>
          <p:cNvPr id="229" name="AutoShape 155"/>
          <p:cNvSpPr>
            <a:spLocks noChangeArrowheads="1"/>
          </p:cNvSpPr>
          <p:nvPr/>
        </p:nvSpPr>
        <p:spPr bwMode="auto">
          <a:xfrm>
            <a:off x="3260506" y="2196068"/>
            <a:ext cx="741437" cy="352020"/>
          </a:xfrm>
          <a:prstGeom prst="diamond">
            <a:avLst/>
          </a:prstGeom>
          <a:solidFill>
            <a:srgbClr val="3333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fr-FR" sz="600">
                <a:solidFill>
                  <a:schemeClr val="bg1"/>
                </a:solidFill>
                <a:latin typeface="+mn-lt"/>
                <a:ea typeface="+mn-ea"/>
              </a:rPr>
              <a:t>REINIT SFC</a:t>
            </a:r>
          </a:p>
          <a:p>
            <a:pPr algn="ctr">
              <a:defRPr/>
            </a:pPr>
            <a:r>
              <a:rPr lang="fr-FR" sz="600" err="1">
                <a:solidFill>
                  <a:schemeClr val="bg1"/>
                </a:solidFill>
                <a:latin typeface="+mn-lt"/>
                <a:ea typeface="+mn-ea"/>
              </a:rPr>
              <a:t>activE</a:t>
            </a:r>
            <a:r>
              <a:rPr lang="fr-FR" sz="600">
                <a:solidFill>
                  <a:schemeClr val="bg1"/>
                </a:solidFill>
                <a:latin typeface="+mn-lt"/>
                <a:ea typeface="+mn-ea"/>
              </a:rPr>
              <a:t> ?</a:t>
            </a:r>
          </a:p>
        </p:txBody>
      </p:sp>
      <p:cxnSp>
        <p:nvCxnSpPr>
          <p:cNvPr id="236" name="AutoShape 132"/>
          <p:cNvCxnSpPr>
            <a:cxnSpLocks noChangeShapeType="1"/>
            <a:stCxn id="229" idx="1"/>
            <a:endCxn id="237" idx="3"/>
          </p:cNvCxnSpPr>
          <p:nvPr/>
        </p:nvCxnSpPr>
        <p:spPr bwMode="auto">
          <a:xfrm rot="10800000" flipV="1">
            <a:off x="3071352" y="2372077"/>
            <a:ext cx="189154" cy="11101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AutoShape 208"/>
          <p:cNvSpPr>
            <a:spLocks noChangeArrowheads="1"/>
          </p:cNvSpPr>
          <p:nvPr/>
        </p:nvSpPr>
        <p:spPr bwMode="auto">
          <a:xfrm>
            <a:off x="1574048" y="2410866"/>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12010_REINIT_MDP_SFC_DESACTIVE</a:t>
            </a:r>
          </a:p>
        </p:txBody>
      </p:sp>
      <p:cxnSp>
        <p:nvCxnSpPr>
          <p:cNvPr id="239" name="AutoShape 132"/>
          <p:cNvCxnSpPr>
            <a:cxnSpLocks noChangeShapeType="1"/>
            <a:stCxn id="237" idx="1"/>
            <a:endCxn id="356" idx="3"/>
          </p:cNvCxnSpPr>
          <p:nvPr/>
        </p:nvCxnSpPr>
        <p:spPr bwMode="auto">
          <a:xfrm rot="10800000" flipV="1">
            <a:off x="1458726" y="2483096"/>
            <a:ext cx="115322" cy="178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 name="AutoShape 132"/>
          <p:cNvCxnSpPr>
            <a:cxnSpLocks noChangeShapeType="1"/>
            <a:stCxn id="115" idx="1"/>
            <a:endCxn id="270" idx="3"/>
          </p:cNvCxnSpPr>
          <p:nvPr/>
        </p:nvCxnSpPr>
        <p:spPr bwMode="auto">
          <a:xfrm rot="10800000">
            <a:off x="2271663" y="2971692"/>
            <a:ext cx="946413" cy="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0" name="AutoShape 208"/>
          <p:cNvSpPr>
            <a:spLocks noChangeArrowheads="1"/>
          </p:cNvSpPr>
          <p:nvPr/>
        </p:nvSpPr>
        <p:spPr bwMode="auto">
          <a:xfrm>
            <a:off x="1146716" y="2899460"/>
            <a:ext cx="1124946"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12010_UPS_INJOIGNABLE</a:t>
            </a:r>
          </a:p>
        </p:txBody>
      </p:sp>
      <p:cxnSp>
        <p:nvCxnSpPr>
          <p:cNvPr id="271" name="AutoShape 132"/>
          <p:cNvCxnSpPr>
            <a:cxnSpLocks noChangeShapeType="1"/>
            <a:stCxn id="270" idx="1"/>
            <a:endCxn id="165" idx="2"/>
          </p:cNvCxnSpPr>
          <p:nvPr/>
        </p:nvCxnSpPr>
        <p:spPr bwMode="auto">
          <a:xfrm rot="10800000" flipV="1">
            <a:off x="430864" y="2971690"/>
            <a:ext cx="715853" cy="223365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2" name="Text Box 160"/>
          <p:cNvSpPr txBox="1">
            <a:spLocks noChangeArrowheads="1"/>
          </p:cNvSpPr>
          <p:nvPr/>
        </p:nvSpPr>
        <p:spPr bwMode="auto">
          <a:xfrm>
            <a:off x="3600112" y="2517767"/>
            <a:ext cx="35978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OUI</a:t>
            </a:r>
          </a:p>
        </p:txBody>
      </p:sp>
      <p:cxnSp>
        <p:nvCxnSpPr>
          <p:cNvPr id="326" name="AutoShape 132"/>
          <p:cNvCxnSpPr>
            <a:cxnSpLocks noChangeShapeType="1"/>
            <a:stCxn id="115" idx="3"/>
            <a:endCxn id="327" idx="1"/>
          </p:cNvCxnSpPr>
          <p:nvPr/>
        </p:nvCxnSpPr>
        <p:spPr bwMode="auto">
          <a:xfrm flipV="1">
            <a:off x="4033656" y="2683795"/>
            <a:ext cx="1686804" cy="28789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 name="AutoShape 208"/>
          <p:cNvSpPr>
            <a:spLocks noChangeArrowheads="1"/>
          </p:cNvSpPr>
          <p:nvPr/>
        </p:nvSpPr>
        <p:spPr bwMode="auto">
          <a:xfrm>
            <a:off x="5720460" y="2611564"/>
            <a:ext cx="929707"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12020_SMS_SECOURS</a:t>
            </a:r>
          </a:p>
        </p:txBody>
      </p:sp>
      <p:cxnSp>
        <p:nvCxnSpPr>
          <p:cNvPr id="333" name="AutoShape 47"/>
          <p:cNvCxnSpPr>
            <a:cxnSpLocks noChangeShapeType="1"/>
            <a:stCxn id="327" idx="3"/>
            <a:endCxn id="129" idx="0"/>
          </p:cNvCxnSpPr>
          <p:nvPr/>
        </p:nvCxnSpPr>
        <p:spPr bwMode="auto">
          <a:xfrm>
            <a:off x="6650167" y="2683795"/>
            <a:ext cx="67790" cy="188572"/>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5" name="AutoShape 52"/>
          <p:cNvSpPr>
            <a:spLocks noChangeArrowheads="1"/>
          </p:cNvSpPr>
          <p:nvPr/>
        </p:nvSpPr>
        <p:spPr bwMode="auto">
          <a:xfrm>
            <a:off x="6463165" y="4011409"/>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337" name="AutoShape 17"/>
          <p:cNvSpPr>
            <a:spLocks noChangeArrowheads="1"/>
          </p:cNvSpPr>
          <p:nvPr/>
        </p:nvSpPr>
        <p:spPr bwMode="auto">
          <a:xfrm>
            <a:off x="6321178" y="4387173"/>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338" name="AutoShape 17"/>
          <p:cNvSpPr>
            <a:spLocks noChangeArrowheads="1"/>
          </p:cNvSpPr>
          <p:nvPr/>
        </p:nvSpPr>
        <p:spPr bwMode="auto">
          <a:xfrm>
            <a:off x="7169431" y="4051195"/>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cxnSp>
        <p:nvCxnSpPr>
          <p:cNvPr id="339" name="AutoShape 47"/>
          <p:cNvCxnSpPr>
            <a:cxnSpLocks noChangeShapeType="1"/>
            <a:stCxn id="335" idx="1"/>
            <a:endCxn id="337" idx="6"/>
          </p:cNvCxnSpPr>
          <p:nvPr/>
        </p:nvCxnSpPr>
        <p:spPr bwMode="auto">
          <a:xfrm rot="10800000" flipV="1">
            <a:off x="6429129" y="4136027"/>
            <a:ext cx="34037" cy="25114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0" name="AutoShape 47"/>
          <p:cNvCxnSpPr>
            <a:cxnSpLocks noChangeShapeType="1"/>
            <a:stCxn id="335" idx="3"/>
            <a:endCxn id="338" idx="5"/>
          </p:cNvCxnSpPr>
          <p:nvPr/>
        </p:nvCxnSpPr>
        <p:spPr bwMode="auto">
          <a:xfrm>
            <a:off x="6985452" y="4136028"/>
            <a:ext cx="206006"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1" name="AutoShape 37"/>
          <p:cNvSpPr>
            <a:spLocks noChangeArrowheads="1"/>
          </p:cNvSpPr>
          <p:nvPr/>
        </p:nvSpPr>
        <p:spPr bwMode="auto">
          <a:xfrm>
            <a:off x="4223068" y="3744010"/>
            <a:ext cx="1206310"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12020_NMNI_SECOURS</a:t>
            </a:r>
          </a:p>
        </p:txBody>
      </p:sp>
      <p:cxnSp>
        <p:nvCxnSpPr>
          <p:cNvPr id="342" name="AutoShape 69"/>
          <p:cNvCxnSpPr>
            <a:cxnSpLocks noChangeShapeType="1"/>
            <a:stCxn id="341" idx="2"/>
            <a:endCxn id="349" idx="7"/>
          </p:cNvCxnSpPr>
          <p:nvPr/>
        </p:nvCxnSpPr>
        <p:spPr bwMode="auto">
          <a:xfrm rot="16200000" flipH="1">
            <a:off x="4747813" y="3975266"/>
            <a:ext cx="159920" cy="31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AutoShape 69"/>
          <p:cNvCxnSpPr>
            <a:cxnSpLocks noChangeShapeType="1"/>
            <a:stCxn id="349" idx="5"/>
            <a:endCxn id="134" idx="3"/>
          </p:cNvCxnSpPr>
          <p:nvPr/>
        </p:nvCxnSpPr>
        <p:spPr bwMode="auto">
          <a:xfrm rot="10800000" flipV="1">
            <a:off x="3036370" y="4127618"/>
            <a:ext cx="1608440" cy="2566826"/>
          </a:xfrm>
          <a:prstGeom prst="curvedConnector3">
            <a:avLst>
              <a:gd name="adj1" fmla="val 114213"/>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4" name="AutoShape 69"/>
          <p:cNvCxnSpPr>
            <a:cxnSpLocks noChangeShapeType="1"/>
            <a:stCxn id="341" idx="0"/>
            <a:endCxn id="347" idx="2"/>
          </p:cNvCxnSpPr>
          <p:nvPr/>
        </p:nvCxnSpPr>
        <p:spPr bwMode="auto">
          <a:xfrm rot="5400000" flipH="1" flipV="1">
            <a:off x="4764398" y="3680305"/>
            <a:ext cx="125531" cy="188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Rectangle 68"/>
          <p:cNvSpPr>
            <a:spLocks noChangeArrowheads="1"/>
          </p:cNvSpPr>
          <p:nvPr/>
        </p:nvSpPr>
        <p:spPr bwMode="auto">
          <a:xfrm>
            <a:off x="4206361" y="3156814"/>
            <a:ext cx="1243485" cy="461665"/>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ERREUR_SAISIE_NOUVEAU</a:t>
            </a:r>
          </a:p>
          <a:p>
            <a:pPr algn="ctr" eaLnBrk="0" hangingPunct="0"/>
            <a:r>
              <a:rPr lang="fr-FR" sz="600">
                <a:latin typeface="+mn-lt"/>
                <a:ea typeface="ＭＳ Ｐゴシック" pitchFamily="-80" charset="-128"/>
              </a:rPr>
              <a:t>Désolé, nous n’avons pas compris votre choix.</a:t>
            </a:r>
          </a:p>
          <a:p>
            <a:pPr algn="ctr" eaLnBrk="0" hangingPunct="0"/>
            <a:r>
              <a:rPr lang="fr-FR" sz="600">
                <a:latin typeface="+mn-lt"/>
                <a:ea typeface="ＭＳ Ｐゴシック" pitchFamily="-80" charset="-128"/>
              </a:rPr>
              <a:t>de nouveau :</a:t>
            </a:r>
          </a:p>
        </p:txBody>
      </p:sp>
      <p:sp>
        <p:nvSpPr>
          <p:cNvPr id="349" name="AutoShape 22"/>
          <p:cNvSpPr>
            <a:spLocks noChangeArrowheads="1"/>
          </p:cNvSpPr>
          <p:nvPr/>
        </p:nvSpPr>
        <p:spPr bwMode="auto">
          <a:xfrm>
            <a:off x="4621196" y="4033162"/>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NMNI&gt;1</a:t>
            </a:r>
          </a:p>
        </p:txBody>
      </p:sp>
      <p:cxnSp>
        <p:nvCxnSpPr>
          <p:cNvPr id="351" name="AutoShape 47"/>
          <p:cNvCxnSpPr>
            <a:cxnSpLocks noChangeShapeType="1"/>
            <a:stCxn id="335" idx="1"/>
            <a:endCxn id="349" idx="0"/>
          </p:cNvCxnSpPr>
          <p:nvPr/>
        </p:nvCxnSpPr>
        <p:spPr bwMode="auto">
          <a:xfrm rot="10800000">
            <a:off x="5037449" y="4127618"/>
            <a:ext cx="1425716" cy="841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2" name="AutoShape 82"/>
          <p:cNvCxnSpPr>
            <a:cxnSpLocks noChangeShapeType="1"/>
            <a:stCxn id="347" idx="0"/>
            <a:endCxn id="129" idx="1"/>
          </p:cNvCxnSpPr>
          <p:nvPr/>
        </p:nvCxnSpPr>
        <p:spPr bwMode="auto">
          <a:xfrm rot="5400000" flipH="1" flipV="1">
            <a:off x="5275096" y="2610042"/>
            <a:ext cx="99781" cy="99376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4" name="AutoShape 98">
            <a:hlinkClick r:id="rId4" action="ppaction://hlinksldjump"/>
          </p:cNvPr>
          <p:cNvSpPr>
            <a:spLocks noChangeArrowheads="1"/>
          </p:cNvSpPr>
          <p:nvPr/>
        </p:nvSpPr>
        <p:spPr bwMode="auto">
          <a:xfrm rot="10800000">
            <a:off x="3720823" y="626293"/>
            <a:ext cx="805081"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HNO GP</a:t>
            </a:r>
          </a:p>
        </p:txBody>
      </p:sp>
      <p:cxnSp>
        <p:nvCxnSpPr>
          <p:cNvPr id="358" name="AutoShape 201"/>
          <p:cNvCxnSpPr>
            <a:cxnSpLocks noChangeShapeType="1"/>
            <a:stCxn id="354" idx="0"/>
            <a:endCxn id="125" idx="0"/>
          </p:cNvCxnSpPr>
          <p:nvPr/>
        </p:nvCxnSpPr>
        <p:spPr bwMode="auto">
          <a:xfrm rot="5400000">
            <a:off x="3752662" y="860415"/>
            <a:ext cx="248202" cy="49320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Rectangle 99"/>
          <p:cNvSpPr>
            <a:spLocks noChangeArrowheads="1"/>
          </p:cNvSpPr>
          <p:nvPr/>
        </p:nvSpPr>
        <p:spPr bwMode="auto">
          <a:xfrm>
            <a:off x="5821869" y="2872367"/>
            <a:ext cx="1792176"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REINIT_SMS_SECOURS</a:t>
            </a:r>
          </a:p>
          <a:p>
            <a:pPr algn="ctr" eaLnBrk="0" hangingPunct="0"/>
            <a:r>
              <a:rPr lang="fr-FR" sz="600"/>
              <a:t>Votre nouveau mot de passe va vous être envoyé par SMS au commençant par</a:t>
            </a:r>
          </a:p>
        </p:txBody>
      </p:sp>
      <p:sp>
        <p:nvSpPr>
          <p:cNvPr id="130" name="Rectangle 99"/>
          <p:cNvSpPr>
            <a:spLocks noChangeArrowheads="1"/>
          </p:cNvSpPr>
          <p:nvPr/>
        </p:nvSpPr>
        <p:spPr bwMode="auto">
          <a:xfrm>
            <a:off x="5743265" y="3468767"/>
            <a:ext cx="1969282"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REINIT_SMS_SECOURS_SUITE</a:t>
            </a:r>
          </a:p>
          <a:p>
            <a:pPr algn="ctr" eaLnBrk="0" hangingPunct="0"/>
            <a:r>
              <a:rPr lang="fr-FR" sz="600"/>
              <a:t>Est-ce bien votre </a:t>
            </a:r>
            <a:r>
              <a:rPr lang="fr-FR" sz="600" err="1"/>
              <a:t>N°de</a:t>
            </a:r>
            <a:r>
              <a:rPr lang="fr-FR" sz="600"/>
              <a:t> mobile?</a:t>
            </a:r>
          </a:p>
          <a:p>
            <a:pPr algn="ctr" eaLnBrk="0" hangingPunct="0"/>
            <a:r>
              <a:rPr lang="fr-FR" sz="600"/>
              <a:t>Si oui, tapez 1</a:t>
            </a:r>
          </a:p>
          <a:p>
            <a:pPr algn="ctr" eaLnBrk="0" hangingPunct="0"/>
            <a:r>
              <a:rPr lang="fr-FR" sz="600"/>
              <a:t>Si non, tapez 2  </a:t>
            </a:r>
          </a:p>
        </p:txBody>
      </p:sp>
      <p:sp>
        <p:nvSpPr>
          <p:cNvPr id="131" name="Rectangle 98"/>
          <p:cNvSpPr>
            <a:spLocks noChangeArrowheads="1"/>
          </p:cNvSpPr>
          <p:nvPr/>
        </p:nvSpPr>
        <p:spPr bwMode="auto">
          <a:xfrm>
            <a:off x="5510505" y="3263969"/>
            <a:ext cx="2414905" cy="184666"/>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a:t> </a:t>
            </a:r>
            <a:r>
              <a:rPr lang="fr-FR" sz="600" i="1"/>
              <a:t>Prompt énumération des </a:t>
            </a:r>
            <a:r>
              <a:rPr lang="fr-FR" sz="600" i="1" u="sng"/>
              <a:t>6 </a:t>
            </a:r>
            <a:r>
              <a:rPr lang="fr-FR" sz="600" i="1"/>
              <a:t>premiers</a:t>
            </a:r>
            <a:r>
              <a:rPr lang="fr-FR" sz="600" i="1" u="sng"/>
              <a:t> </a:t>
            </a:r>
            <a:r>
              <a:rPr lang="fr-FR" sz="600" i="1"/>
              <a:t>digits du </a:t>
            </a:r>
            <a:r>
              <a:rPr lang="fr-FR" sz="600" i="1" u="sng" err="1"/>
              <a:t>n°SECOURS</a:t>
            </a:r>
            <a:endParaRPr lang="fr-FR" sz="600" b="1" i="1" u="sng"/>
          </a:p>
        </p:txBody>
      </p:sp>
      <p:cxnSp>
        <p:nvCxnSpPr>
          <p:cNvPr id="132" name="AutoShape 81"/>
          <p:cNvCxnSpPr>
            <a:cxnSpLocks noChangeShapeType="1"/>
            <a:stCxn id="129" idx="2"/>
            <a:endCxn id="131" idx="0"/>
          </p:cNvCxnSpPr>
          <p:nvPr/>
        </p:nvCxnSpPr>
        <p:spPr bwMode="auto">
          <a:xfrm rot="16200000" flipH="1">
            <a:off x="6706822" y="3252833"/>
            <a:ext cx="22270"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AutoShape 81"/>
          <p:cNvCxnSpPr>
            <a:cxnSpLocks noChangeShapeType="1"/>
            <a:stCxn id="131" idx="2"/>
            <a:endCxn id="130" idx="0"/>
          </p:cNvCxnSpPr>
          <p:nvPr/>
        </p:nvCxnSpPr>
        <p:spPr bwMode="auto">
          <a:xfrm rot="16200000" flipH="1">
            <a:off x="6712866" y="3453727"/>
            <a:ext cx="20132" cy="994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AutoShape 47"/>
          <p:cNvCxnSpPr>
            <a:cxnSpLocks noChangeShapeType="1"/>
            <a:stCxn id="130" idx="2"/>
            <a:endCxn id="335" idx="0"/>
          </p:cNvCxnSpPr>
          <p:nvPr/>
        </p:nvCxnSpPr>
        <p:spPr bwMode="auto">
          <a:xfrm rot="5400000">
            <a:off x="6685620" y="3969122"/>
            <a:ext cx="80977" cy="359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Text Box 156"/>
          <p:cNvSpPr txBox="1">
            <a:spLocks noChangeArrowheads="1"/>
          </p:cNvSpPr>
          <p:nvPr/>
        </p:nvSpPr>
        <p:spPr bwMode="auto">
          <a:xfrm>
            <a:off x="4397119" y="2064215"/>
            <a:ext cx="357720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700" b="1"/>
              <a:t>Web Service UPS : vérification de l‘éligibilité du NDI saisi pour la </a:t>
            </a:r>
            <a:r>
              <a:rPr lang="fr-FR" sz="700" b="1" err="1"/>
              <a:t>réinit</a:t>
            </a:r>
            <a:r>
              <a:rPr lang="fr-FR" sz="700" b="1"/>
              <a:t> du mot de passe web. </a:t>
            </a:r>
          </a:p>
        </p:txBody>
      </p:sp>
      <p:cxnSp>
        <p:nvCxnSpPr>
          <p:cNvPr id="89" name="AutoShape 132"/>
          <p:cNvCxnSpPr>
            <a:cxnSpLocks noChangeShapeType="1"/>
            <a:stCxn id="128" idx="1"/>
            <a:endCxn id="91" idx="3"/>
          </p:cNvCxnSpPr>
          <p:nvPr/>
        </p:nvCxnSpPr>
        <p:spPr bwMode="auto">
          <a:xfrm rot="10800000">
            <a:off x="1715851" y="1784048"/>
            <a:ext cx="1451385" cy="14793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AutoShape 208"/>
          <p:cNvSpPr>
            <a:spLocks noChangeArrowheads="1"/>
          </p:cNvSpPr>
          <p:nvPr/>
        </p:nvSpPr>
        <p:spPr bwMode="auto">
          <a:xfrm>
            <a:off x="693172" y="1711816"/>
            <a:ext cx="1022678"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12010_NDI_NON_RECO</a:t>
            </a:r>
          </a:p>
        </p:txBody>
      </p:sp>
      <p:sp>
        <p:nvSpPr>
          <p:cNvPr id="92" name="Text Box 156"/>
          <p:cNvSpPr txBox="1">
            <a:spLocks noChangeArrowheads="1"/>
          </p:cNvSpPr>
          <p:nvPr/>
        </p:nvSpPr>
        <p:spPr bwMode="auto">
          <a:xfrm>
            <a:off x="243151" y="1476736"/>
            <a:ext cx="246784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Données remontées par ARAMIS / </a:t>
            </a:r>
            <a:r>
              <a:rPr lang="fr-FR" sz="600" b="1"/>
              <a:t>LDCCSU</a:t>
            </a:r>
            <a:r>
              <a:rPr lang="fr-FR" sz="600"/>
              <a:t> vides</a:t>
            </a:r>
          </a:p>
        </p:txBody>
      </p:sp>
      <p:cxnSp>
        <p:nvCxnSpPr>
          <p:cNvPr id="93" name="AutoShape 132"/>
          <p:cNvCxnSpPr>
            <a:cxnSpLocks noChangeShapeType="1"/>
            <a:stCxn id="91" idx="1"/>
            <a:endCxn id="165" idx="2"/>
          </p:cNvCxnSpPr>
          <p:nvPr/>
        </p:nvCxnSpPr>
        <p:spPr bwMode="auto">
          <a:xfrm rot="10800000" flipV="1">
            <a:off x="430864" y="1784046"/>
            <a:ext cx="262309" cy="342129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AutoShape 155"/>
          <p:cNvSpPr>
            <a:spLocks noChangeArrowheads="1"/>
          </p:cNvSpPr>
          <p:nvPr/>
        </p:nvSpPr>
        <p:spPr bwMode="auto">
          <a:xfrm>
            <a:off x="3218075" y="2778081"/>
            <a:ext cx="815581" cy="387222"/>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User Profile</a:t>
            </a:r>
          </a:p>
          <a:p>
            <a:pPr algn="ctr" defTabSz="379413" eaLnBrk="0" hangingPunct="0"/>
            <a:r>
              <a:rPr lang="fr-FR" sz="600">
                <a:ea typeface="+mn-ea"/>
              </a:rPr>
              <a:t>UPS</a:t>
            </a:r>
          </a:p>
        </p:txBody>
      </p:sp>
      <p:sp>
        <p:nvSpPr>
          <p:cNvPr id="128" name="AutoShape 155"/>
          <p:cNvSpPr>
            <a:spLocks noChangeArrowheads="1"/>
          </p:cNvSpPr>
          <p:nvPr/>
        </p:nvSpPr>
        <p:spPr bwMode="auto">
          <a:xfrm>
            <a:off x="3167235" y="1778609"/>
            <a:ext cx="928962" cy="30674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NDI de référence</a:t>
            </a:r>
          </a:p>
          <a:p>
            <a:pPr algn="ctr" defTabSz="379413" eaLnBrk="0" hangingPunct="0"/>
            <a:r>
              <a:rPr lang="fr-FR" sz="600" err="1">
                <a:ea typeface="+mn-ea"/>
              </a:rPr>
              <a:t>Reco</a:t>
            </a:r>
            <a:r>
              <a:rPr lang="fr-FR" sz="600">
                <a:ea typeface="+mn-ea"/>
              </a:rPr>
              <a:t> ?</a:t>
            </a:r>
          </a:p>
        </p:txBody>
      </p:sp>
      <p:cxnSp>
        <p:nvCxnSpPr>
          <p:cNvPr id="138" name="AutoShape 132"/>
          <p:cNvCxnSpPr>
            <a:cxnSpLocks noChangeShapeType="1"/>
            <a:stCxn id="115" idx="2"/>
            <a:endCxn id="155" idx="0"/>
          </p:cNvCxnSpPr>
          <p:nvPr/>
        </p:nvCxnSpPr>
        <p:spPr bwMode="auto">
          <a:xfrm rot="5400000">
            <a:off x="2885091" y="3906046"/>
            <a:ext cx="1481519" cy="3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Text Box 160"/>
          <p:cNvSpPr txBox="1">
            <a:spLocks noChangeArrowheads="1"/>
          </p:cNvSpPr>
          <p:nvPr/>
        </p:nvSpPr>
        <p:spPr bwMode="auto">
          <a:xfrm>
            <a:off x="3799759" y="2787325"/>
            <a:ext cx="208966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telephoneMobileDeSecours</a:t>
            </a:r>
            <a:r>
              <a:rPr lang="fr-FR" sz="600"/>
              <a:t> </a:t>
            </a:r>
            <a:r>
              <a:rPr lang="fr-FR" sz="600" err="1"/>
              <a:t>renseignE</a:t>
            </a:r>
            <a:r>
              <a:rPr lang="fr-FR" sz="600"/>
              <a:t> ET en 06 ou 07</a:t>
            </a:r>
          </a:p>
        </p:txBody>
      </p:sp>
      <p:sp>
        <p:nvSpPr>
          <p:cNvPr id="155" name="AutoShape 155"/>
          <p:cNvSpPr>
            <a:spLocks noChangeArrowheads="1"/>
          </p:cNvSpPr>
          <p:nvPr/>
        </p:nvSpPr>
        <p:spPr bwMode="auto">
          <a:xfrm>
            <a:off x="2969083" y="4646822"/>
            <a:ext cx="1313501" cy="46853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Tel contact différent du secours ?</a:t>
            </a:r>
          </a:p>
        </p:txBody>
      </p:sp>
      <p:sp>
        <p:nvSpPr>
          <p:cNvPr id="171" name="Text Box 160"/>
          <p:cNvSpPr txBox="1">
            <a:spLocks noChangeArrowheads="1"/>
          </p:cNvSpPr>
          <p:nvPr/>
        </p:nvSpPr>
        <p:spPr bwMode="auto">
          <a:xfrm>
            <a:off x="447954" y="3167628"/>
            <a:ext cx="27955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Exception Web Service d’UPS = </a:t>
            </a:r>
            <a:r>
              <a:rPr lang="fr-FR" sz="600" err="1"/>
              <a:t>UpsUserNotFoundException</a:t>
            </a:r>
            <a:r>
              <a:rPr lang="fr-FR" sz="600"/>
              <a:t> OU </a:t>
            </a:r>
            <a:r>
              <a:rPr lang="fr-FR" sz="600" err="1"/>
              <a:t>UpsMultipleChoicesException</a:t>
            </a:r>
            <a:endParaRPr lang="fr-FR" sz="600"/>
          </a:p>
        </p:txBody>
      </p:sp>
      <p:cxnSp>
        <p:nvCxnSpPr>
          <p:cNvPr id="172" name="AutoShape 132"/>
          <p:cNvCxnSpPr>
            <a:cxnSpLocks noChangeShapeType="1"/>
            <a:stCxn id="229" idx="2"/>
            <a:endCxn id="115" idx="0"/>
          </p:cNvCxnSpPr>
          <p:nvPr/>
        </p:nvCxnSpPr>
        <p:spPr bwMode="auto">
          <a:xfrm rot="5400000">
            <a:off x="3513550" y="2660405"/>
            <a:ext cx="229993" cy="535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6" name="Text Box 160"/>
          <p:cNvSpPr txBox="1">
            <a:spLocks noChangeArrowheads="1"/>
          </p:cNvSpPr>
          <p:nvPr/>
        </p:nvSpPr>
        <p:spPr bwMode="auto">
          <a:xfrm>
            <a:off x="3893627" y="4661513"/>
            <a:ext cx="17936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telephoneMobileDeContact</a:t>
            </a:r>
            <a:r>
              <a:rPr lang="fr-FR" sz="600"/>
              <a:t> </a:t>
            </a:r>
            <a:r>
              <a:rPr lang="fr-FR" sz="600" err="1"/>
              <a:t>renseignE</a:t>
            </a:r>
            <a:r>
              <a:rPr lang="fr-FR" sz="600"/>
              <a:t> </a:t>
            </a:r>
            <a:r>
              <a:rPr lang="fr-FR" sz="600" err="1"/>
              <a:t>diffErent</a:t>
            </a:r>
            <a:r>
              <a:rPr lang="fr-FR" sz="600"/>
              <a:t> du </a:t>
            </a:r>
            <a:r>
              <a:rPr lang="fr-FR" sz="600" err="1"/>
              <a:t>telephoneMobileDeSecours</a:t>
            </a:r>
            <a:r>
              <a:rPr lang="fr-FR" sz="600"/>
              <a:t> ET en 06 ou 07</a:t>
            </a:r>
          </a:p>
        </p:txBody>
      </p:sp>
      <p:cxnSp>
        <p:nvCxnSpPr>
          <p:cNvPr id="181" name="AutoShape 47"/>
          <p:cNvCxnSpPr>
            <a:cxnSpLocks noChangeShapeType="1"/>
            <a:stCxn id="338" idx="1"/>
            <a:endCxn id="205" idx="2"/>
          </p:cNvCxnSpPr>
          <p:nvPr/>
        </p:nvCxnSpPr>
        <p:spPr bwMode="auto">
          <a:xfrm>
            <a:off x="7363304" y="4139302"/>
            <a:ext cx="1176884" cy="68696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AutoShape 47"/>
          <p:cNvCxnSpPr>
            <a:cxnSpLocks noChangeShapeType="1"/>
            <a:stCxn id="337" idx="5"/>
            <a:endCxn id="155" idx="0"/>
          </p:cNvCxnSpPr>
          <p:nvPr/>
        </p:nvCxnSpPr>
        <p:spPr bwMode="auto">
          <a:xfrm rot="10800000" flipV="1">
            <a:off x="3625835" y="4475280"/>
            <a:ext cx="2717371" cy="171542"/>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AutoShape 98">
            <a:hlinkClick r:id="rId5" action="ppaction://hlinksldjump"/>
          </p:cNvPr>
          <p:cNvSpPr>
            <a:spLocks noChangeArrowheads="1"/>
          </p:cNvSpPr>
          <p:nvPr/>
        </p:nvSpPr>
        <p:spPr bwMode="auto">
          <a:xfrm rot="10800000">
            <a:off x="8097394" y="4826262"/>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PAR SMS</a:t>
            </a:r>
          </a:p>
        </p:txBody>
      </p:sp>
      <p:cxnSp>
        <p:nvCxnSpPr>
          <p:cNvPr id="281" name="AutoShape 132"/>
          <p:cNvCxnSpPr>
            <a:cxnSpLocks noChangeShapeType="1"/>
            <a:stCxn id="128" idx="2"/>
            <a:endCxn id="229" idx="0"/>
          </p:cNvCxnSpPr>
          <p:nvPr/>
        </p:nvCxnSpPr>
        <p:spPr bwMode="auto">
          <a:xfrm rot="5400000">
            <a:off x="3576116" y="2140468"/>
            <a:ext cx="110710" cy="49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AutoShape 132"/>
          <p:cNvCxnSpPr>
            <a:cxnSpLocks noChangeShapeType="1"/>
            <a:stCxn id="155" idx="3"/>
            <a:endCxn id="307" idx="1"/>
          </p:cNvCxnSpPr>
          <p:nvPr/>
        </p:nvCxnSpPr>
        <p:spPr bwMode="auto">
          <a:xfrm flipV="1">
            <a:off x="4282584" y="4687182"/>
            <a:ext cx="1330622" cy="19390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 name="AutoShape 208"/>
          <p:cNvSpPr>
            <a:spLocks noChangeArrowheads="1"/>
          </p:cNvSpPr>
          <p:nvPr/>
        </p:nvSpPr>
        <p:spPr bwMode="auto">
          <a:xfrm>
            <a:off x="5613206" y="4614951"/>
            <a:ext cx="929707"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12030_SMS_CONTACT</a:t>
            </a:r>
          </a:p>
        </p:txBody>
      </p:sp>
      <p:cxnSp>
        <p:nvCxnSpPr>
          <p:cNvPr id="308" name="AutoShape 47"/>
          <p:cNvCxnSpPr>
            <a:cxnSpLocks noChangeShapeType="1"/>
            <a:stCxn id="307" idx="3"/>
            <a:endCxn id="321" idx="0"/>
          </p:cNvCxnSpPr>
          <p:nvPr/>
        </p:nvCxnSpPr>
        <p:spPr bwMode="auto">
          <a:xfrm>
            <a:off x="6542913" y="4687182"/>
            <a:ext cx="67790" cy="17148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9" name="AutoShape 52"/>
          <p:cNvSpPr>
            <a:spLocks noChangeArrowheads="1"/>
          </p:cNvSpPr>
          <p:nvPr/>
        </p:nvSpPr>
        <p:spPr bwMode="auto">
          <a:xfrm>
            <a:off x="6355911" y="6004054"/>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310" name="AutoShape 17"/>
          <p:cNvSpPr>
            <a:spLocks noChangeArrowheads="1"/>
          </p:cNvSpPr>
          <p:nvPr/>
        </p:nvSpPr>
        <p:spPr bwMode="auto">
          <a:xfrm>
            <a:off x="6162648" y="6409779"/>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311" name="AutoShape 17"/>
          <p:cNvSpPr>
            <a:spLocks noChangeArrowheads="1"/>
          </p:cNvSpPr>
          <p:nvPr/>
        </p:nvSpPr>
        <p:spPr bwMode="auto">
          <a:xfrm>
            <a:off x="7062177" y="604384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cxnSp>
        <p:nvCxnSpPr>
          <p:cNvPr id="312" name="AutoShape 47"/>
          <p:cNvCxnSpPr>
            <a:cxnSpLocks noChangeShapeType="1"/>
            <a:stCxn id="309" idx="1"/>
            <a:endCxn id="310" idx="6"/>
          </p:cNvCxnSpPr>
          <p:nvPr/>
        </p:nvCxnSpPr>
        <p:spPr bwMode="auto">
          <a:xfrm rot="10800000" flipV="1">
            <a:off x="6270599" y="6128673"/>
            <a:ext cx="85313" cy="28110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AutoShape 47"/>
          <p:cNvCxnSpPr>
            <a:cxnSpLocks noChangeShapeType="1"/>
            <a:stCxn id="309" idx="3"/>
            <a:endCxn id="311" idx="5"/>
          </p:cNvCxnSpPr>
          <p:nvPr/>
        </p:nvCxnSpPr>
        <p:spPr bwMode="auto">
          <a:xfrm>
            <a:off x="6878198" y="6128673"/>
            <a:ext cx="206006"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4" name="AutoShape 37"/>
          <p:cNvSpPr>
            <a:spLocks noChangeArrowheads="1"/>
          </p:cNvSpPr>
          <p:nvPr/>
        </p:nvSpPr>
        <p:spPr bwMode="auto">
          <a:xfrm>
            <a:off x="4115814" y="5764489"/>
            <a:ext cx="1206310"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12030_NMNI_CONTACT</a:t>
            </a:r>
          </a:p>
        </p:txBody>
      </p:sp>
      <p:cxnSp>
        <p:nvCxnSpPr>
          <p:cNvPr id="315" name="AutoShape 69"/>
          <p:cNvCxnSpPr>
            <a:cxnSpLocks noChangeShapeType="1"/>
            <a:stCxn id="314" idx="2"/>
            <a:endCxn id="318" idx="5"/>
          </p:cNvCxnSpPr>
          <p:nvPr/>
        </p:nvCxnSpPr>
        <p:spPr bwMode="auto">
          <a:xfrm rot="16200000" flipH="1">
            <a:off x="5063627" y="5572676"/>
            <a:ext cx="214612" cy="90392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6" name="AutoShape 69"/>
          <p:cNvCxnSpPr>
            <a:cxnSpLocks noChangeShapeType="1"/>
            <a:stCxn id="314" idx="0"/>
            <a:endCxn id="317" idx="2"/>
          </p:cNvCxnSpPr>
          <p:nvPr/>
        </p:nvCxnSpPr>
        <p:spPr bwMode="auto">
          <a:xfrm rot="5400000" flipH="1" flipV="1">
            <a:off x="4640052" y="5683692"/>
            <a:ext cx="159715" cy="188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 name="Rectangle 68"/>
          <p:cNvSpPr>
            <a:spLocks noChangeArrowheads="1"/>
          </p:cNvSpPr>
          <p:nvPr/>
        </p:nvSpPr>
        <p:spPr bwMode="auto">
          <a:xfrm>
            <a:off x="4099107" y="5143109"/>
            <a:ext cx="1243485" cy="461665"/>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ERREUR_SAISIE_NOUVEAU</a:t>
            </a:r>
          </a:p>
          <a:p>
            <a:pPr algn="ctr" eaLnBrk="0" hangingPunct="0"/>
            <a:r>
              <a:rPr lang="fr-FR" sz="600">
                <a:latin typeface="+mn-lt"/>
                <a:ea typeface="ＭＳ Ｐゴシック" pitchFamily="-80" charset="-128"/>
              </a:rPr>
              <a:t>Désolé, nous n’avons pas compris votre choix.</a:t>
            </a:r>
          </a:p>
          <a:p>
            <a:pPr algn="ctr" eaLnBrk="0" hangingPunct="0"/>
            <a:r>
              <a:rPr lang="fr-FR" sz="600">
                <a:latin typeface="+mn-lt"/>
                <a:ea typeface="ＭＳ Ｐゴシック" pitchFamily="-80" charset="-128"/>
              </a:rPr>
              <a:t>de nouveau :</a:t>
            </a:r>
          </a:p>
        </p:txBody>
      </p:sp>
      <p:sp>
        <p:nvSpPr>
          <p:cNvPr id="318" name="AutoShape 22"/>
          <p:cNvSpPr>
            <a:spLocks noChangeArrowheads="1"/>
          </p:cNvSpPr>
          <p:nvPr/>
        </p:nvSpPr>
        <p:spPr bwMode="auto">
          <a:xfrm>
            <a:off x="5599284" y="6037491"/>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NMNI&gt;1</a:t>
            </a:r>
          </a:p>
        </p:txBody>
      </p:sp>
      <p:cxnSp>
        <p:nvCxnSpPr>
          <p:cNvPr id="319" name="AutoShape 47"/>
          <p:cNvCxnSpPr>
            <a:cxnSpLocks noChangeShapeType="1"/>
            <a:stCxn id="309" idx="1"/>
            <a:endCxn id="318" idx="0"/>
          </p:cNvCxnSpPr>
          <p:nvPr/>
        </p:nvCxnSpPr>
        <p:spPr bwMode="auto">
          <a:xfrm rot="10800000" flipV="1">
            <a:off x="6015537" y="6128673"/>
            <a:ext cx="340374"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 name="AutoShape 82"/>
          <p:cNvCxnSpPr>
            <a:cxnSpLocks noChangeShapeType="1"/>
            <a:stCxn id="317" idx="0"/>
            <a:endCxn id="321" idx="1"/>
          </p:cNvCxnSpPr>
          <p:nvPr/>
        </p:nvCxnSpPr>
        <p:spPr bwMode="auto">
          <a:xfrm rot="5400000" flipH="1" flipV="1">
            <a:off x="5167842" y="4596337"/>
            <a:ext cx="99781" cy="99376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1" name="Rectangle 99"/>
          <p:cNvSpPr>
            <a:spLocks noChangeArrowheads="1"/>
          </p:cNvSpPr>
          <p:nvPr/>
        </p:nvSpPr>
        <p:spPr bwMode="auto">
          <a:xfrm>
            <a:off x="5714615" y="4858662"/>
            <a:ext cx="1792176"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REINIT_SMS_CONTACT</a:t>
            </a:r>
          </a:p>
          <a:p>
            <a:pPr algn="ctr" eaLnBrk="0" hangingPunct="0"/>
            <a:r>
              <a:rPr lang="fr-FR" sz="600"/>
              <a:t>Votre nouveau mot de passe va vous être envoyé par SMS au commençant par</a:t>
            </a:r>
          </a:p>
        </p:txBody>
      </p:sp>
      <p:sp>
        <p:nvSpPr>
          <p:cNvPr id="322" name="Rectangle 99"/>
          <p:cNvSpPr>
            <a:spLocks noChangeArrowheads="1"/>
          </p:cNvSpPr>
          <p:nvPr/>
        </p:nvSpPr>
        <p:spPr bwMode="auto">
          <a:xfrm>
            <a:off x="5880877" y="5455061"/>
            <a:ext cx="1479550"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REINIT_SMS_CONTACT_SUITE</a:t>
            </a:r>
          </a:p>
          <a:p>
            <a:pPr algn="ctr" eaLnBrk="0" hangingPunct="0"/>
            <a:r>
              <a:rPr lang="fr-FR" sz="600"/>
              <a:t>Est-ce bien votre </a:t>
            </a:r>
            <a:r>
              <a:rPr lang="fr-FR" sz="600" err="1"/>
              <a:t>N°de</a:t>
            </a:r>
            <a:r>
              <a:rPr lang="fr-FR" sz="600"/>
              <a:t> mobile?</a:t>
            </a:r>
          </a:p>
          <a:p>
            <a:pPr algn="ctr" eaLnBrk="0" hangingPunct="0"/>
            <a:r>
              <a:rPr lang="fr-FR" sz="600"/>
              <a:t>Si oui, tapez 1</a:t>
            </a:r>
          </a:p>
          <a:p>
            <a:pPr algn="ctr" eaLnBrk="0" hangingPunct="0"/>
            <a:r>
              <a:rPr lang="fr-FR" sz="600"/>
              <a:t>Si non, tapez 2  </a:t>
            </a:r>
          </a:p>
        </p:txBody>
      </p:sp>
      <p:sp>
        <p:nvSpPr>
          <p:cNvPr id="323" name="Rectangle 98"/>
          <p:cNvSpPr>
            <a:spLocks noChangeArrowheads="1"/>
          </p:cNvSpPr>
          <p:nvPr/>
        </p:nvSpPr>
        <p:spPr bwMode="auto">
          <a:xfrm>
            <a:off x="5403251" y="5250264"/>
            <a:ext cx="2414905" cy="184666"/>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a:t> </a:t>
            </a:r>
            <a:r>
              <a:rPr lang="fr-FR" sz="600" i="1"/>
              <a:t>Prompt énumération des </a:t>
            </a:r>
            <a:r>
              <a:rPr lang="fr-FR" sz="600" i="1" u="sng"/>
              <a:t>6 </a:t>
            </a:r>
            <a:r>
              <a:rPr lang="fr-FR" sz="600" i="1"/>
              <a:t>premiers</a:t>
            </a:r>
            <a:r>
              <a:rPr lang="fr-FR" sz="600" i="1" u="sng"/>
              <a:t> </a:t>
            </a:r>
            <a:r>
              <a:rPr lang="fr-FR" sz="600" i="1"/>
              <a:t>digits du </a:t>
            </a:r>
            <a:r>
              <a:rPr lang="fr-FR" sz="600" i="1" u="sng" err="1"/>
              <a:t>n°CONTACT</a:t>
            </a:r>
            <a:endParaRPr lang="fr-FR" sz="600" b="1" i="1" u="sng"/>
          </a:p>
        </p:txBody>
      </p:sp>
      <p:cxnSp>
        <p:nvCxnSpPr>
          <p:cNvPr id="324" name="AutoShape 81"/>
          <p:cNvCxnSpPr>
            <a:cxnSpLocks noChangeShapeType="1"/>
            <a:stCxn id="321" idx="2"/>
            <a:endCxn id="323" idx="0"/>
          </p:cNvCxnSpPr>
          <p:nvPr/>
        </p:nvCxnSpPr>
        <p:spPr bwMode="auto">
          <a:xfrm rot="16200000" flipH="1">
            <a:off x="6599568" y="5239128"/>
            <a:ext cx="22270"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5" name="AutoShape 81"/>
          <p:cNvCxnSpPr>
            <a:cxnSpLocks noChangeShapeType="1"/>
            <a:stCxn id="323" idx="2"/>
            <a:endCxn id="322" idx="0"/>
          </p:cNvCxnSpPr>
          <p:nvPr/>
        </p:nvCxnSpPr>
        <p:spPr bwMode="auto">
          <a:xfrm rot="16200000" flipH="1">
            <a:off x="6605613" y="5440021"/>
            <a:ext cx="20131" cy="994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 name="AutoShape 47"/>
          <p:cNvCxnSpPr>
            <a:cxnSpLocks noChangeShapeType="1"/>
            <a:stCxn id="322" idx="2"/>
            <a:endCxn id="309" idx="0"/>
          </p:cNvCxnSpPr>
          <p:nvPr/>
        </p:nvCxnSpPr>
        <p:spPr bwMode="auto">
          <a:xfrm rot="5400000">
            <a:off x="6575190" y="5958592"/>
            <a:ext cx="87328" cy="359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0" name="AutoShape 47"/>
          <p:cNvCxnSpPr>
            <a:cxnSpLocks noChangeShapeType="1"/>
            <a:stCxn id="311" idx="1"/>
            <a:endCxn id="331" idx="2"/>
          </p:cNvCxnSpPr>
          <p:nvPr/>
        </p:nvCxnSpPr>
        <p:spPr bwMode="auto">
          <a:xfrm>
            <a:off x="7256050" y="6131947"/>
            <a:ext cx="1295624" cy="3143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1" name="AutoShape 98">
            <a:hlinkClick r:id="rId5" action="ppaction://hlinksldjump"/>
          </p:cNvPr>
          <p:cNvSpPr>
            <a:spLocks noChangeArrowheads="1"/>
          </p:cNvSpPr>
          <p:nvPr/>
        </p:nvSpPr>
        <p:spPr bwMode="auto">
          <a:xfrm rot="10800000">
            <a:off x="8108880" y="6446336"/>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PAR SMS</a:t>
            </a:r>
          </a:p>
        </p:txBody>
      </p:sp>
      <p:sp>
        <p:nvSpPr>
          <p:cNvPr id="350" name="Text Box 160"/>
          <p:cNvSpPr txBox="1">
            <a:spLocks noChangeArrowheads="1"/>
          </p:cNvSpPr>
          <p:nvPr/>
        </p:nvSpPr>
        <p:spPr bwMode="auto">
          <a:xfrm>
            <a:off x="7230970" y="6260529"/>
            <a:ext cx="160276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notificationAdresseMedia</a:t>
            </a:r>
            <a:r>
              <a:rPr lang="fr-FR" sz="600"/>
              <a:t>=</a:t>
            </a:r>
            <a:r>
              <a:rPr lang="fr-FR" sz="600" err="1"/>
              <a:t>n°</a:t>
            </a:r>
            <a:r>
              <a:rPr lang="fr-FR" sz="600" b="1" err="1"/>
              <a:t>CONTACT</a:t>
            </a:r>
            <a:endParaRPr lang="fr-FR" sz="600"/>
          </a:p>
        </p:txBody>
      </p:sp>
      <p:sp>
        <p:nvSpPr>
          <p:cNvPr id="356" name="AutoShape 31">
            <a:hlinkClick r:id="" action="ppaction://noaction"/>
          </p:cNvPr>
          <p:cNvSpPr>
            <a:spLocks noChangeArrowheads="1"/>
          </p:cNvSpPr>
          <p:nvPr/>
        </p:nvSpPr>
        <p:spPr bwMode="auto">
          <a:xfrm>
            <a:off x="481743" y="2374550"/>
            <a:ext cx="976983" cy="22066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FIXE_REINIT_MDP_OFF</a:t>
            </a:r>
            <a:endParaRPr lang="fr-FR" sz="600">
              <a:solidFill>
                <a:srgbClr val="D31E05"/>
              </a:solidFill>
            </a:endParaRPr>
          </a:p>
        </p:txBody>
      </p:sp>
      <p:cxnSp>
        <p:nvCxnSpPr>
          <p:cNvPr id="366" name="AutoShape 132"/>
          <p:cNvCxnSpPr>
            <a:cxnSpLocks noChangeShapeType="1"/>
            <a:stCxn id="356" idx="1"/>
            <a:endCxn id="165" idx="2"/>
          </p:cNvCxnSpPr>
          <p:nvPr/>
        </p:nvCxnSpPr>
        <p:spPr bwMode="auto">
          <a:xfrm rot="10800000" flipV="1">
            <a:off x="430863" y="2484882"/>
            <a:ext cx="50880" cy="272046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AutoShape 132"/>
          <p:cNvCxnSpPr>
            <a:cxnSpLocks noChangeShapeType="1"/>
            <a:stCxn id="155" idx="2"/>
            <a:endCxn id="134" idx="2"/>
          </p:cNvCxnSpPr>
          <p:nvPr/>
        </p:nvCxnSpPr>
        <p:spPr bwMode="auto">
          <a:xfrm rot="16200000" flipH="1">
            <a:off x="2957331" y="5783863"/>
            <a:ext cx="1341335" cy="432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AutoShape 98">
            <a:hlinkClick r:id="rId6" action="ppaction://hlinksldjump"/>
          </p:cNvPr>
          <p:cNvSpPr>
            <a:spLocks noChangeArrowheads="1"/>
          </p:cNvSpPr>
          <p:nvPr/>
        </p:nvSpPr>
        <p:spPr bwMode="auto">
          <a:xfrm rot="10800000">
            <a:off x="3036370" y="6456695"/>
            <a:ext cx="1187585"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 SUITE</a:t>
            </a:r>
          </a:p>
        </p:txBody>
      </p:sp>
      <p:cxnSp>
        <p:nvCxnSpPr>
          <p:cNvPr id="135" name="AutoShape 47"/>
          <p:cNvCxnSpPr>
            <a:cxnSpLocks noChangeShapeType="1"/>
            <a:stCxn id="310" idx="2"/>
            <a:endCxn id="134" idx="1"/>
          </p:cNvCxnSpPr>
          <p:nvPr/>
        </p:nvCxnSpPr>
        <p:spPr bwMode="auto">
          <a:xfrm rot="5400000">
            <a:off x="5193051" y="5616897"/>
            <a:ext cx="108452" cy="204664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Text Box 160"/>
          <p:cNvSpPr txBox="1">
            <a:spLocks noChangeArrowheads="1"/>
          </p:cNvSpPr>
          <p:nvPr/>
        </p:nvSpPr>
        <p:spPr bwMode="auto">
          <a:xfrm>
            <a:off x="3211161" y="5122765"/>
            <a:ext cx="4053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autres</a:t>
            </a:r>
          </a:p>
        </p:txBody>
      </p:sp>
      <p:sp>
        <p:nvSpPr>
          <p:cNvPr id="137" name="AutoShape 37"/>
          <p:cNvSpPr>
            <a:spLocks noChangeArrowheads="1"/>
          </p:cNvSpPr>
          <p:nvPr/>
        </p:nvSpPr>
        <p:spPr bwMode="auto">
          <a:xfrm>
            <a:off x="1974537" y="5527373"/>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12020_NMNI_SECOURS_X2</a:t>
            </a:r>
          </a:p>
        </p:txBody>
      </p:sp>
      <p:sp>
        <p:nvSpPr>
          <p:cNvPr id="139" name="AutoShape 37"/>
          <p:cNvSpPr>
            <a:spLocks noChangeArrowheads="1"/>
          </p:cNvSpPr>
          <p:nvPr/>
        </p:nvSpPr>
        <p:spPr bwMode="auto">
          <a:xfrm>
            <a:off x="7506791" y="6104034"/>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12031_CHOIX_SMS_CONTACT</a:t>
            </a:r>
          </a:p>
        </p:txBody>
      </p:sp>
      <p:sp>
        <p:nvSpPr>
          <p:cNvPr id="140" name="AutoShape 37"/>
          <p:cNvSpPr>
            <a:spLocks noChangeArrowheads="1"/>
          </p:cNvSpPr>
          <p:nvPr/>
        </p:nvSpPr>
        <p:spPr bwMode="auto">
          <a:xfrm>
            <a:off x="7591267" y="4051195"/>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12021_CHOIX_SMS_SECOURS</a:t>
            </a:r>
          </a:p>
        </p:txBody>
      </p:sp>
      <p:sp>
        <p:nvSpPr>
          <p:cNvPr id="143" name="AutoShape 37"/>
          <p:cNvSpPr>
            <a:spLocks noChangeArrowheads="1"/>
          </p:cNvSpPr>
          <p:nvPr/>
        </p:nvSpPr>
        <p:spPr bwMode="auto">
          <a:xfrm>
            <a:off x="4480469" y="6604349"/>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12032_AUTRE_CONTACT</a:t>
            </a:r>
          </a:p>
        </p:txBody>
      </p:sp>
      <p:cxnSp>
        <p:nvCxnSpPr>
          <p:cNvPr id="145" name="AutoShape 69"/>
          <p:cNvCxnSpPr>
            <a:cxnSpLocks noChangeShapeType="1"/>
            <a:stCxn id="318" idx="3"/>
            <a:endCxn id="134" idx="2"/>
          </p:cNvCxnSpPr>
          <p:nvPr/>
        </p:nvCxnSpPr>
        <p:spPr bwMode="auto">
          <a:xfrm rot="5400000">
            <a:off x="4591834" y="5241118"/>
            <a:ext cx="253906" cy="217724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37"/>
          <p:cNvSpPr>
            <a:spLocks noChangeArrowheads="1"/>
          </p:cNvSpPr>
          <p:nvPr/>
        </p:nvSpPr>
        <p:spPr bwMode="auto">
          <a:xfrm>
            <a:off x="4166967" y="6226403"/>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12030_NMNI_CONTACT_X2</a:t>
            </a:r>
          </a:p>
        </p:txBody>
      </p:sp>
      <p:sp>
        <p:nvSpPr>
          <p:cNvPr id="148" name="AutoShape 37"/>
          <p:cNvSpPr>
            <a:spLocks noChangeArrowheads="1"/>
          </p:cNvSpPr>
          <p:nvPr/>
        </p:nvSpPr>
        <p:spPr bwMode="auto">
          <a:xfrm>
            <a:off x="4925527" y="4398856"/>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12022_AUTRE_SECOURS</a:t>
            </a:r>
          </a:p>
        </p:txBody>
      </p:sp>
      <p:sp>
        <p:nvSpPr>
          <p:cNvPr id="159" name="Text Box 160"/>
          <p:cNvSpPr txBox="1">
            <a:spLocks noChangeArrowheads="1"/>
          </p:cNvSpPr>
          <p:nvPr/>
        </p:nvSpPr>
        <p:spPr bwMode="auto">
          <a:xfrm>
            <a:off x="3591566" y="2016358"/>
            <a:ext cx="35978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OUI</a:t>
            </a:r>
          </a:p>
        </p:txBody>
      </p:sp>
      <p:sp>
        <p:nvSpPr>
          <p:cNvPr id="160" name="Text Box 160"/>
          <p:cNvSpPr txBox="1">
            <a:spLocks noChangeArrowheads="1"/>
          </p:cNvSpPr>
          <p:nvPr/>
        </p:nvSpPr>
        <p:spPr bwMode="auto">
          <a:xfrm>
            <a:off x="964134" y="2709117"/>
            <a:ext cx="200495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Service injoignable (Web App ko, réseau ko etc…)</a:t>
            </a:r>
          </a:p>
        </p:txBody>
      </p:sp>
      <p:sp>
        <p:nvSpPr>
          <p:cNvPr id="165" name="AutoShape 98">
            <a:hlinkClick r:id="rId7" action="ppaction://hlinksldjump"/>
          </p:cNvPr>
          <p:cNvSpPr>
            <a:spLocks noChangeArrowheads="1"/>
          </p:cNvSpPr>
          <p:nvPr/>
        </p:nvSpPr>
        <p:spPr bwMode="auto">
          <a:xfrm rot="10800000">
            <a:off x="95683" y="5205342"/>
            <a:ext cx="670360"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ROUTAGE MDP</a:t>
            </a:r>
          </a:p>
        </p:txBody>
      </p:sp>
      <p:sp>
        <p:nvSpPr>
          <p:cNvPr id="182" name="Text Box 160"/>
          <p:cNvSpPr txBox="1">
            <a:spLocks noChangeArrowheads="1"/>
          </p:cNvSpPr>
          <p:nvPr/>
        </p:nvSpPr>
        <p:spPr bwMode="auto">
          <a:xfrm>
            <a:off x="7411994" y="4419029"/>
            <a:ext cx="160276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notificationAdresseMedia</a:t>
            </a:r>
            <a:r>
              <a:rPr lang="fr-FR" sz="600"/>
              <a:t>=</a:t>
            </a:r>
            <a:r>
              <a:rPr lang="fr-FR" sz="600" err="1"/>
              <a:t>n°SECOURS</a:t>
            </a:r>
            <a:endParaRPr lang="fr-FR" sz="600"/>
          </a:p>
        </p:txBody>
      </p:sp>
      <p:sp>
        <p:nvSpPr>
          <p:cNvPr id="114" name="AutoShape 31">
            <a:hlinkClick r:id="" action="ppaction://noaction"/>
          </p:cNvPr>
          <p:cNvSpPr>
            <a:spLocks noChangeArrowheads="1"/>
          </p:cNvSpPr>
          <p:nvPr/>
        </p:nvSpPr>
        <p:spPr bwMode="auto">
          <a:xfrm>
            <a:off x="3061325" y="1512420"/>
            <a:ext cx="1133460"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FIXE_ENTREE_REINIT_MDP</a:t>
            </a:r>
          </a:p>
        </p:txBody>
      </p:sp>
      <p:sp>
        <p:nvSpPr>
          <p:cNvPr id="156" name="AutoShape 208"/>
          <p:cNvSpPr>
            <a:spLocks noChangeArrowheads="1"/>
          </p:cNvSpPr>
          <p:nvPr/>
        </p:nvSpPr>
        <p:spPr bwMode="auto">
          <a:xfrm>
            <a:off x="964134" y="3400055"/>
            <a:ext cx="199291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12010_PB_FCT</a:t>
            </a:r>
            <a:r>
              <a:rPr lang="fr-FR" sz="600" i="1" dirty="0"/>
              <a:t>_[</a:t>
            </a:r>
            <a:r>
              <a:rPr lang="fr-FR" sz="600" i="1" dirty="0" err="1"/>
              <a:t>exception_fonctionnelle_UPS_WS</a:t>
            </a:r>
            <a:r>
              <a:rPr lang="fr-FR" sz="600" i="1" dirty="0"/>
              <a:t>]</a:t>
            </a:r>
          </a:p>
        </p:txBody>
      </p:sp>
      <p:cxnSp>
        <p:nvCxnSpPr>
          <p:cNvPr id="158" name="AutoShape 132"/>
          <p:cNvCxnSpPr>
            <a:cxnSpLocks noChangeShapeType="1"/>
            <a:stCxn id="115" idx="1"/>
            <a:endCxn id="156" idx="3"/>
          </p:cNvCxnSpPr>
          <p:nvPr/>
        </p:nvCxnSpPr>
        <p:spPr bwMode="auto">
          <a:xfrm rot="10800000" flipV="1">
            <a:off x="2957045" y="2971692"/>
            <a:ext cx="261030" cy="50059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AutoShape 132"/>
          <p:cNvCxnSpPr>
            <a:cxnSpLocks noChangeShapeType="1"/>
            <a:stCxn id="156" idx="1"/>
            <a:endCxn id="165" idx="2"/>
          </p:cNvCxnSpPr>
          <p:nvPr/>
        </p:nvCxnSpPr>
        <p:spPr bwMode="auto">
          <a:xfrm rot="10800000" flipV="1">
            <a:off x="430864" y="3472286"/>
            <a:ext cx="533271" cy="173305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AutoShape 132"/>
          <p:cNvCxnSpPr>
            <a:cxnSpLocks noChangeShapeType="1"/>
            <a:stCxn id="128" idx="1"/>
            <a:endCxn id="167" idx="3"/>
          </p:cNvCxnSpPr>
          <p:nvPr/>
        </p:nvCxnSpPr>
        <p:spPr bwMode="auto">
          <a:xfrm rot="10800000" flipV="1">
            <a:off x="1725795" y="1931984"/>
            <a:ext cx="1441440" cy="14731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AutoShape 208"/>
          <p:cNvSpPr>
            <a:spLocks noChangeArrowheads="1"/>
          </p:cNvSpPr>
          <p:nvPr/>
        </p:nvSpPr>
        <p:spPr bwMode="auto">
          <a:xfrm>
            <a:off x="703117" y="2007067"/>
            <a:ext cx="1022678"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12010_NDI_MOBILE</a:t>
            </a:r>
          </a:p>
        </p:txBody>
      </p:sp>
      <p:sp>
        <p:nvSpPr>
          <p:cNvPr id="168" name="Text Box 156"/>
          <p:cNvSpPr txBox="1">
            <a:spLocks noChangeArrowheads="1"/>
          </p:cNvSpPr>
          <p:nvPr/>
        </p:nvSpPr>
        <p:spPr bwMode="auto">
          <a:xfrm>
            <a:off x="1668286" y="2078304"/>
            <a:ext cx="107976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NDI Mobile</a:t>
            </a:r>
          </a:p>
        </p:txBody>
      </p:sp>
      <p:cxnSp>
        <p:nvCxnSpPr>
          <p:cNvPr id="169" name="AutoShape 132"/>
          <p:cNvCxnSpPr>
            <a:cxnSpLocks noChangeShapeType="1"/>
            <a:stCxn id="167" idx="1"/>
            <a:endCxn id="165" idx="2"/>
          </p:cNvCxnSpPr>
          <p:nvPr/>
        </p:nvCxnSpPr>
        <p:spPr bwMode="auto">
          <a:xfrm rot="10800000" flipV="1">
            <a:off x="430863" y="2079298"/>
            <a:ext cx="272254" cy="312604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 name="AutoShape 98">
            <a:hlinkClick r:id="rId8" action="ppaction://hlinksldjump"/>
          </p:cNvPr>
          <p:cNvSpPr>
            <a:spLocks noChangeArrowheads="1"/>
          </p:cNvSpPr>
          <p:nvPr/>
        </p:nvSpPr>
        <p:spPr bwMode="auto">
          <a:xfrm rot="10800000">
            <a:off x="1574402" y="601740"/>
            <a:ext cx="805081"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PREMIUM</a:t>
            </a:r>
          </a:p>
        </p:txBody>
      </p:sp>
      <p:cxnSp>
        <p:nvCxnSpPr>
          <p:cNvPr id="170" name="AutoShape 201"/>
          <p:cNvCxnSpPr>
            <a:cxnSpLocks noChangeShapeType="1"/>
            <a:stCxn id="163" idx="0"/>
            <a:endCxn id="125" idx="0"/>
          </p:cNvCxnSpPr>
          <p:nvPr/>
        </p:nvCxnSpPr>
        <p:spPr bwMode="auto">
          <a:xfrm rot="16200000" flipH="1">
            <a:off x="2667175" y="268128"/>
            <a:ext cx="272755" cy="165322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AutoShape 132"/>
          <p:cNvCxnSpPr>
            <a:cxnSpLocks noChangeShapeType="1"/>
            <a:stCxn id="114" idx="2"/>
            <a:endCxn id="128" idx="0"/>
          </p:cNvCxnSpPr>
          <p:nvPr/>
        </p:nvCxnSpPr>
        <p:spPr bwMode="auto">
          <a:xfrm rot="16200000" flipH="1">
            <a:off x="3581210" y="1728102"/>
            <a:ext cx="97351" cy="366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Text Box 160"/>
          <p:cNvSpPr txBox="1">
            <a:spLocks noChangeArrowheads="1"/>
          </p:cNvSpPr>
          <p:nvPr/>
        </p:nvSpPr>
        <p:spPr bwMode="auto">
          <a:xfrm>
            <a:off x="708397" y="3646867"/>
            <a:ext cx="236215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Toutes les autres exceptions du Web Service d’UPS (voir contrat d’</a:t>
            </a:r>
            <a:r>
              <a:rPr lang="fr-FR" sz="600" err="1"/>
              <a:t>interfce</a:t>
            </a:r>
            <a:r>
              <a:rPr lang="fr-FR" sz="600"/>
              <a:t>)</a:t>
            </a:r>
          </a:p>
        </p:txBody>
      </p:sp>
      <p:sp>
        <p:nvSpPr>
          <p:cNvPr id="178" name="AutoShape 208"/>
          <p:cNvSpPr>
            <a:spLocks noChangeArrowheads="1"/>
          </p:cNvSpPr>
          <p:nvPr/>
        </p:nvSpPr>
        <p:spPr bwMode="auto">
          <a:xfrm>
            <a:off x="970041" y="3872200"/>
            <a:ext cx="199291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12010_PB_TECH</a:t>
            </a:r>
            <a:r>
              <a:rPr lang="fr-FR" sz="600" i="1" dirty="0"/>
              <a:t>_[</a:t>
            </a:r>
            <a:r>
              <a:rPr lang="fr-FR" sz="600" i="1" dirty="0" err="1"/>
              <a:t>exception_technique_UPS_WS</a:t>
            </a:r>
            <a:r>
              <a:rPr lang="fr-FR" sz="600" i="1" dirty="0"/>
              <a:t>]</a:t>
            </a:r>
          </a:p>
        </p:txBody>
      </p:sp>
      <p:cxnSp>
        <p:nvCxnSpPr>
          <p:cNvPr id="179" name="AutoShape 132"/>
          <p:cNvCxnSpPr>
            <a:cxnSpLocks noChangeShapeType="1"/>
            <a:stCxn id="115" idx="1"/>
            <a:endCxn id="178" idx="3"/>
          </p:cNvCxnSpPr>
          <p:nvPr/>
        </p:nvCxnSpPr>
        <p:spPr bwMode="auto">
          <a:xfrm rot="10800000" flipV="1">
            <a:off x="2962953" y="2971691"/>
            <a:ext cx="255123" cy="97273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AutoShape 132"/>
          <p:cNvCxnSpPr>
            <a:cxnSpLocks noChangeShapeType="1"/>
            <a:stCxn id="178" idx="1"/>
            <a:endCxn id="165" idx="2"/>
          </p:cNvCxnSpPr>
          <p:nvPr/>
        </p:nvCxnSpPr>
        <p:spPr bwMode="auto">
          <a:xfrm rot="10800000" flipV="1">
            <a:off x="430863" y="3944430"/>
            <a:ext cx="539178" cy="126091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AutoShape 208"/>
          <p:cNvSpPr>
            <a:spLocks noChangeArrowheads="1"/>
          </p:cNvSpPr>
          <p:nvPr/>
        </p:nvSpPr>
        <p:spPr bwMode="auto">
          <a:xfrm>
            <a:off x="3165308" y="1231116"/>
            <a:ext cx="929707"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12005_REINIT_MDP</a:t>
            </a:r>
          </a:p>
        </p:txBody>
      </p:sp>
      <p:cxnSp>
        <p:nvCxnSpPr>
          <p:cNvPr id="146" name="AutoShape 132"/>
          <p:cNvCxnSpPr>
            <a:cxnSpLocks noChangeShapeType="1"/>
            <a:stCxn id="125" idx="2"/>
            <a:endCxn id="114" idx="0"/>
          </p:cNvCxnSpPr>
          <p:nvPr/>
        </p:nvCxnSpPr>
        <p:spPr bwMode="auto">
          <a:xfrm rot="5400000">
            <a:off x="3560688" y="1442946"/>
            <a:ext cx="136842" cy="210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Rectangle 1"/>
          <p:cNvSpPr/>
          <p:nvPr/>
        </p:nvSpPr>
        <p:spPr bwMode="auto">
          <a:xfrm>
            <a:off x="4524333" y="1655375"/>
            <a:ext cx="4458649" cy="366274"/>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fr-FR" sz="800" b="1"/>
              <a:t>Prioritairement le NDA (Ressource principale) dans DEXTER sert à interroger le WS UPS </a:t>
            </a:r>
          </a:p>
          <a:p>
            <a:pPr marL="0" marR="0" indent="0" algn="l" defTabSz="914400" rtl="0" eaLnBrk="1" fontAlgn="base" latinLnBrk="0" hangingPunct="1">
              <a:lnSpc>
                <a:spcPct val="100000"/>
              </a:lnSpc>
              <a:spcBef>
                <a:spcPct val="0"/>
              </a:spcBef>
              <a:spcAft>
                <a:spcPct val="0"/>
              </a:spcAft>
              <a:buClrTx/>
              <a:buSzTx/>
              <a:buFontTx/>
              <a:buNone/>
              <a:tabLst/>
            </a:pPr>
            <a:r>
              <a:rPr lang="fr-FR" sz="800" b="1"/>
              <a:t>(si formaté en 01, 02, 03, 04, 05, 09)</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1" i="0" u="none" strike="noStrike" cap="none" normalizeH="0" baseline="0">
                <a:ln>
                  <a:noFill/>
                </a:ln>
                <a:solidFill>
                  <a:schemeClr val="tx1"/>
                </a:solidFill>
                <a:effectLst/>
              </a:rPr>
              <a:t>Sinon le NDI de référence</a:t>
            </a:r>
          </a:p>
        </p:txBody>
      </p:sp>
      <p:sp>
        <p:nvSpPr>
          <p:cNvPr id="121" name="AutoShape 98">
            <a:hlinkClick r:id="rId9" action="ppaction://hlinksldjump"/>
            <a:extLst>
              <a:ext uri="{FF2B5EF4-FFF2-40B4-BE49-F238E27FC236}">
                <a16:creationId xmlns:a16="http://schemas.microsoft.com/office/drawing/2014/main" id="{CE24A019-B305-4BDF-B524-C215CF3562D5}"/>
              </a:ext>
            </a:extLst>
          </p:cNvPr>
          <p:cNvSpPr>
            <a:spLocks noChangeArrowheads="1"/>
          </p:cNvSpPr>
          <p:nvPr/>
        </p:nvSpPr>
        <p:spPr bwMode="auto">
          <a:xfrm rot="10800000">
            <a:off x="635373" y="595367"/>
            <a:ext cx="805081"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RDGU</a:t>
            </a:r>
          </a:p>
        </p:txBody>
      </p:sp>
      <p:cxnSp>
        <p:nvCxnSpPr>
          <p:cNvPr id="4" name="Connecteur : en angle 3">
            <a:extLst>
              <a:ext uri="{FF2B5EF4-FFF2-40B4-BE49-F238E27FC236}">
                <a16:creationId xmlns:a16="http://schemas.microsoft.com/office/drawing/2014/main" id="{FE15739C-35DD-4895-B58D-B89405631EB2}"/>
              </a:ext>
            </a:extLst>
          </p:cNvPr>
          <p:cNvCxnSpPr>
            <a:stCxn id="121" idx="0"/>
            <a:endCxn id="125" idx="0"/>
          </p:cNvCxnSpPr>
          <p:nvPr/>
        </p:nvCxnSpPr>
        <p:spPr bwMode="auto">
          <a:xfrm rot="16200000" flipH="1">
            <a:off x="2194473" y="-204573"/>
            <a:ext cx="279128" cy="259224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11">
            <a:hlinkClick r:id="rId10" action="ppaction://hlinksldjump"/>
            <a:extLst>
              <a:ext uri="{FF2B5EF4-FFF2-40B4-BE49-F238E27FC236}">
                <a16:creationId xmlns:a16="http://schemas.microsoft.com/office/drawing/2014/main" id="{7F63BA7C-A549-D2F0-CDBC-1CF61380C228}"/>
              </a:ext>
            </a:extLst>
          </p:cNvPr>
          <p:cNvSpPr>
            <a:spLocks noChangeArrowheads="1"/>
          </p:cNvSpPr>
          <p:nvPr/>
        </p:nvSpPr>
        <p:spPr bwMode="auto">
          <a:xfrm rot="10800000">
            <a:off x="4660049" y="618532"/>
            <a:ext cx="996990"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latin typeface="+mn-lt"/>
              </a:rPr>
              <a:t>SELFCARE- AB Test</a:t>
            </a:r>
          </a:p>
        </p:txBody>
      </p:sp>
      <p:cxnSp>
        <p:nvCxnSpPr>
          <p:cNvPr id="8" name="Connecteur : en angle 7">
            <a:extLst>
              <a:ext uri="{FF2B5EF4-FFF2-40B4-BE49-F238E27FC236}">
                <a16:creationId xmlns:a16="http://schemas.microsoft.com/office/drawing/2014/main" id="{EAF9BC5A-AB67-BF0E-B345-90451BEE2F69}"/>
              </a:ext>
            </a:extLst>
          </p:cNvPr>
          <p:cNvCxnSpPr>
            <a:stCxn id="3" idx="0"/>
            <a:endCxn id="125" idx="0"/>
          </p:cNvCxnSpPr>
          <p:nvPr/>
        </p:nvCxnSpPr>
        <p:spPr bwMode="auto">
          <a:xfrm rot="5400000">
            <a:off x="4268061" y="340633"/>
            <a:ext cx="252584" cy="152838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ZoneTexte 6">
            <a:extLst>
              <a:ext uri="{FF2B5EF4-FFF2-40B4-BE49-F238E27FC236}">
                <a16:creationId xmlns:a16="http://schemas.microsoft.com/office/drawing/2014/main" id="{DDD8CC05-3AA2-3199-EB49-230D46F3B94D}"/>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323713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41</a:t>
            </a:fld>
            <a:endParaRPr lang="fr-FR"/>
          </a:p>
        </p:txBody>
      </p:sp>
      <p:sp>
        <p:nvSpPr>
          <p:cNvPr id="5123" name="Rectangle 2"/>
          <p:cNvSpPr>
            <a:spLocks noGrp="1" noChangeArrowheads="1"/>
          </p:cNvSpPr>
          <p:nvPr>
            <p:ph type="title"/>
          </p:nvPr>
        </p:nvSpPr>
        <p:spPr>
          <a:xfrm>
            <a:off x="2774950" y="-7938"/>
            <a:ext cx="5625566" cy="352426"/>
          </a:xfrm>
        </p:spPr>
        <p:txBody>
          <a:bodyPr/>
          <a:lstStyle/>
          <a:p>
            <a:pPr eaLnBrk="1" hangingPunct="1">
              <a:defRPr/>
            </a:pPr>
            <a:r>
              <a:rPr lang="fr-FR"/>
              <a:t>REINIT MOT DE PASSE SUITE</a:t>
            </a:r>
          </a:p>
        </p:txBody>
      </p:sp>
      <p:cxnSp>
        <p:nvCxnSpPr>
          <p:cNvPr id="6" name="AutoShape 132"/>
          <p:cNvCxnSpPr>
            <a:cxnSpLocks noChangeShapeType="1"/>
            <a:stCxn id="8" idx="0"/>
            <a:endCxn id="116" idx="0"/>
          </p:cNvCxnSpPr>
          <p:nvPr/>
        </p:nvCxnSpPr>
        <p:spPr bwMode="auto">
          <a:xfrm rot="5400000">
            <a:off x="2147044" y="1065618"/>
            <a:ext cx="194692" cy="240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AutoShape 98">
            <a:hlinkClick r:id="rId3" action="ppaction://hlinksldjump"/>
          </p:cNvPr>
          <p:cNvSpPr>
            <a:spLocks noChangeArrowheads="1"/>
          </p:cNvSpPr>
          <p:nvPr/>
        </p:nvSpPr>
        <p:spPr bwMode="auto">
          <a:xfrm rot="10800000">
            <a:off x="1705782" y="612854"/>
            <a:ext cx="107962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a:t>
            </a:r>
          </a:p>
        </p:txBody>
      </p:sp>
      <p:cxnSp>
        <p:nvCxnSpPr>
          <p:cNvPr id="64" name="AutoShape 132"/>
          <p:cNvCxnSpPr>
            <a:cxnSpLocks noChangeShapeType="1"/>
            <a:stCxn id="116" idx="3"/>
            <a:endCxn id="65" idx="1"/>
          </p:cNvCxnSpPr>
          <p:nvPr/>
        </p:nvCxnSpPr>
        <p:spPr bwMode="auto">
          <a:xfrm flipV="1">
            <a:off x="2650976" y="1355752"/>
            <a:ext cx="1629139" cy="202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208"/>
          <p:cNvSpPr>
            <a:spLocks noChangeArrowheads="1"/>
          </p:cNvSpPr>
          <p:nvPr/>
        </p:nvSpPr>
        <p:spPr bwMode="auto">
          <a:xfrm>
            <a:off x="4280115" y="1283521"/>
            <a:ext cx="1124946"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12040_MAIL_SECOURS</a:t>
            </a:r>
          </a:p>
        </p:txBody>
      </p:sp>
      <p:cxnSp>
        <p:nvCxnSpPr>
          <p:cNvPr id="66" name="AutoShape 47"/>
          <p:cNvCxnSpPr>
            <a:cxnSpLocks noChangeShapeType="1"/>
            <a:stCxn id="65" idx="3"/>
            <a:endCxn id="105" idx="0"/>
          </p:cNvCxnSpPr>
          <p:nvPr/>
        </p:nvCxnSpPr>
        <p:spPr bwMode="auto">
          <a:xfrm>
            <a:off x="5405061" y="1355752"/>
            <a:ext cx="781574" cy="11425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AutoShape 52"/>
          <p:cNvSpPr>
            <a:spLocks noChangeArrowheads="1"/>
          </p:cNvSpPr>
          <p:nvPr/>
        </p:nvSpPr>
        <p:spPr bwMode="auto">
          <a:xfrm>
            <a:off x="5923919" y="2784081"/>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68" name="AutoShape 17"/>
          <p:cNvSpPr>
            <a:spLocks noChangeArrowheads="1"/>
          </p:cNvSpPr>
          <p:nvPr/>
        </p:nvSpPr>
        <p:spPr bwMode="auto">
          <a:xfrm>
            <a:off x="5713564" y="321966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69" name="AutoShape 17"/>
          <p:cNvSpPr>
            <a:spLocks noChangeArrowheads="1"/>
          </p:cNvSpPr>
          <p:nvPr/>
        </p:nvSpPr>
        <p:spPr bwMode="auto">
          <a:xfrm>
            <a:off x="6621639" y="282386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cxnSp>
        <p:nvCxnSpPr>
          <p:cNvPr id="70" name="AutoShape 47"/>
          <p:cNvCxnSpPr>
            <a:cxnSpLocks noChangeShapeType="1"/>
            <a:stCxn id="67" idx="1"/>
            <a:endCxn id="68" idx="6"/>
          </p:cNvCxnSpPr>
          <p:nvPr/>
        </p:nvCxnSpPr>
        <p:spPr bwMode="auto">
          <a:xfrm rot="10800000" flipV="1">
            <a:off x="5821515" y="2908699"/>
            <a:ext cx="102405" cy="310967"/>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AutoShape 47"/>
          <p:cNvCxnSpPr>
            <a:cxnSpLocks noChangeShapeType="1"/>
            <a:stCxn id="67" idx="3"/>
            <a:endCxn id="69" idx="5"/>
          </p:cNvCxnSpPr>
          <p:nvPr/>
        </p:nvCxnSpPr>
        <p:spPr bwMode="auto">
          <a:xfrm>
            <a:off x="6446206" y="2908700"/>
            <a:ext cx="197460"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AutoShape 37"/>
          <p:cNvSpPr>
            <a:spLocks noChangeArrowheads="1"/>
          </p:cNvSpPr>
          <p:nvPr/>
        </p:nvSpPr>
        <p:spPr bwMode="auto">
          <a:xfrm>
            <a:off x="3675276" y="2482498"/>
            <a:ext cx="1206310"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strike="sngStrike" dirty="0">
                <a:latin typeface="+mn-lt"/>
              </a:rPr>
              <a:t>12</a:t>
            </a:r>
            <a:r>
              <a:rPr lang="fr-FR" sz="600" dirty="0">
                <a:latin typeface="+mn-lt"/>
              </a:rPr>
              <a:t>040_NMNI_SECOURS</a:t>
            </a:r>
          </a:p>
        </p:txBody>
      </p:sp>
      <p:cxnSp>
        <p:nvCxnSpPr>
          <p:cNvPr id="73" name="AutoShape 69"/>
          <p:cNvCxnSpPr>
            <a:cxnSpLocks noChangeShapeType="1"/>
            <a:stCxn id="72" idx="2"/>
            <a:endCxn id="77" idx="7"/>
          </p:cNvCxnSpPr>
          <p:nvPr/>
        </p:nvCxnSpPr>
        <p:spPr bwMode="auto">
          <a:xfrm rot="16200000" flipH="1">
            <a:off x="4198452" y="2715323"/>
            <a:ext cx="180150" cy="2019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AutoShape 69"/>
          <p:cNvCxnSpPr>
            <a:cxnSpLocks noChangeShapeType="1"/>
            <a:stCxn id="77" idx="5"/>
            <a:endCxn id="234" idx="2"/>
          </p:cNvCxnSpPr>
          <p:nvPr/>
        </p:nvCxnSpPr>
        <p:spPr bwMode="auto">
          <a:xfrm rot="10800000" flipV="1">
            <a:off x="2234852" y="2886336"/>
            <a:ext cx="1879258" cy="3453302"/>
          </a:xfrm>
          <a:prstGeom prst="curved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AutoShape 69"/>
          <p:cNvCxnSpPr>
            <a:cxnSpLocks noChangeShapeType="1"/>
            <a:stCxn id="72" idx="0"/>
            <a:endCxn id="76" idx="2"/>
          </p:cNvCxnSpPr>
          <p:nvPr/>
        </p:nvCxnSpPr>
        <p:spPr bwMode="auto">
          <a:xfrm rot="5400000" flipH="1" flipV="1">
            <a:off x="4164282" y="2358253"/>
            <a:ext cx="238394" cy="1009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Rectangle 68"/>
          <p:cNvSpPr>
            <a:spLocks noChangeArrowheads="1"/>
          </p:cNvSpPr>
          <p:nvPr/>
        </p:nvSpPr>
        <p:spPr bwMode="auto">
          <a:xfrm>
            <a:off x="3666784" y="1782439"/>
            <a:ext cx="1243485" cy="461665"/>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ERREUR_SAISIE_NOUVEAU</a:t>
            </a:r>
          </a:p>
          <a:p>
            <a:pPr algn="ctr" eaLnBrk="0" hangingPunct="0"/>
            <a:r>
              <a:rPr lang="fr-FR" sz="600">
                <a:latin typeface="+mn-lt"/>
                <a:ea typeface="ＭＳ Ｐゴシック" pitchFamily="-80" charset="-128"/>
              </a:rPr>
              <a:t>Désolé, nous n’avons pas compris votre choix.</a:t>
            </a:r>
          </a:p>
          <a:p>
            <a:pPr algn="ctr" eaLnBrk="0" hangingPunct="0"/>
            <a:r>
              <a:rPr lang="fr-FR" sz="600">
                <a:latin typeface="+mn-lt"/>
                <a:ea typeface="ＭＳ Ｐゴシック" pitchFamily="-80" charset="-128"/>
              </a:rPr>
              <a:t>de nouveau :</a:t>
            </a:r>
          </a:p>
        </p:txBody>
      </p:sp>
      <p:sp>
        <p:nvSpPr>
          <p:cNvPr id="77" name="AutoShape 22"/>
          <p:cNvSpPr>
            <a:spLocks noChangeArrowheads="1"/>
          </p:cNvSpPr>
          <p:nvPr/>
        </p:nvSpPr>
        <p:spPr bwMode="auto">
          <a:xfrm>
            <a:off x="4090496" y="2791880"/>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NMNI&gt;1</a:t>
            </a:r>
          </a:p>
        </p:txBody>
      </p:sp>
      <p:cxnSp>
        <p:nvCxnSpPr>
          <p:cNvPr id="78" name="AutoShape 47"/>
          <p:cNvCxnSpPr>
            <a:cxnSpLocks noChangeShapeType="1"/>
            <a:stCxn id="67" idx="1"/>
            <a:endCxn id="77" idx="0"/>
          </p:cNvCxnSpPr>
          <p:nvPr/>
        </p:nvCxnSpPr>
        <p:spPr bwMode="auto">
          <a:xfrm rot="10800000">
            <a:off x="4506749" y="2886336"/>
            <a:ext cx="1417170" cy="2236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AutoShape 82"/>
          <p:cNvCxnSpPr>
            <a:cxnSpLocks noChangeShapeType="1"/>
            <a:stCxn id="76" idx="0"/>
            <a:endCxn id="105" idx="1"/>
          </p:cNvCxnSpPr>
          <p:nvPr/>
        </p:nvCxnSpPr>
        <p:spPr bwMode="auto">
          <a:xfrm rot="5400000" flipH="1" flipV="1">
            <a:off x="4725654" y="1217546"/>
            <a:ext cx="127766" cy="100202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Rectangle 99"/>
          <p:cNvSpPr>
            <a:spLocks noChangeArrowheads="1"/>
          </p:cNvSpPr>
          <p:nvPr/>
        </p:nvSpPr>
        <p:spPr bwMode="auto">
          <a:xfrm>
            <a:off x="5290547" y="1470007"/>
            <a:ext cx="1792176"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REINIT_MAIL_SECOURS</a:t>
            </a:r>
            <a:endParaRPr lang="fr-FR" sz="600" b="1">
              <a:solidFill>
                <a:srgbClr val="C00000"/>
              </a:solidFill>
            </a:endParaRPr>
          </a:p>
          <a:p>
            <a:pPr algn="ctr" eaLnBrk="0" hangingPunct="0"/>
            <a:r>
              <a:rPr lang="fr-FR" sz="600"/>
              <a:t>Un e-mail va vous être envoyé à l’adresse commençant par : </a:t>
            </a:r>
          </a:p>
        </p:txBody>
      </p:sp>
      <p:sp>
        <p:nvSpPr>
          <p:cNvPr id="106" name="Rectangle 99"/>
          <p:cNvSpPr>
            <a:spLocks noChangeArrowheads="1"/>
          </p:cNvSpPr>
          <p:nvPr/>
        </p:nvSpPr>
        <p:spPr bwMode="auto">
          <a:xfrm>
            <a:off x="5195473" y="2190163"/>
            <a:ext cx="1969282"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REINIT_MAIL_SECOURS</a:t>
            </a:r>
            <a:r>
              <a:rPr lang="fr-FR" sz="600" b="1">
                <a:solidFill>
                  <a:srgbClr val="C00000"/>
                </a:solidFill>
              </a:rPr>
              <a:t>_SUITE</a:t>
            </a:r>
            <a:endParaRPr lang="fr-FR" sz="600" b="1">
              <a:solidFill>
                <a:srgbClr val="CC3300"/>
              </a:solidFill>
            </a:endParaRPr>
          </a:p>
          <a:p>
            <a:pPr algn="ctr" eaLnBrk="0" hangingPunct="0"/>
            <a:r>
              <a:rPr lang="fr-FR" sz="600"/>
              <a:t>Est-ce bien votre adresse e-mail? </a:t>
            </a:r>
          </a:p>
          <a:p>
            <a:pPr algn="ctr" eaLnBrk="0" hangingPunct="0"/>
            <a:r>
              <a:rPr lang="fr-FR" sz="600"/>
              <a:t>Si oui, tapez 1</a:t>
            </a:r>
          </a:p>
          <a:p>
            <a:pPr algn="ctr" eaLnBrk="0" hangingPunct="0"/>
            <a:r>
              <a:rPr lang="fr-FR" sz="600"/>
              <a:t>Si non, tapez 2  </a:t>
            </a:r>
          </a:p>
        </p:txBody>
      </p:sp>
      <p:sp>
        <p:nvSpPr>
          <p:cNvPr id="107" name="Rectangle 98"/>
          <p:cNvSpPr>
            <a:spLocks noChangeArrowheads="1"/>
          </p:cNvSpPr>
          <p:nvPr/>
        </p:nvSpPr>
        <p:spPr bwMode="auto">
          <a:xfrm>
            <a:off x="4979181" y="1874773"/>
            <a:ext cx="2414905" cy="276999"/>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i="1"/>
              <a:t>Prompt énumération des 2 premiers caractères du mail de </a:t>
            </a:r>
            <a:r>
              <a:rPr lang="fr-FR" sz="600" i="1" u="sng"/>
              <a:t>SECOURS </a:t>
            </a:r>
            <a:r>
              <a:rPr lang="fr-FR" sz="600" b="1" i="1" u="sng">
                <a:solidFill>
                  <a:srgbClr val="FF0000"/>
                </a:solidFill>
              </a:rPr>
              <a:t>et terminant </a:t>
            </a:r>
            <a:r>
              <a:rPr lang="fr-FR" sz="600" i="1" u="sng">
                <a:solidFill>
                  <a:srgbClr val="FF0000"/>
                </a:solidFill>
              </a:rPr>
              <a:t>par </a:t>
            </a:r>
            <a:r>
              <a:rPr lang="fr-FR" sz="600" i="1" u="sng"/>
              <a:t>[arobase] nom de domaine</a:t>
            </a:r>
            <a:endParaRPr lang="fr-FR" sz="600" b="1" i="1" u="sng"/>
          </a:p>
        </p:txBody>
      </p:sp>
      <p:cxnSp>
        <p:nvCxnSpPr>
          <p:cNvPr id="108" name="AutoShape 81"/>
          <p:cNvCxnSpPr>
            <a:cxnSpLocks noChangeShapeType="1"/>
            <a:stCxn id="105" idx="2"/>
          </p:cNvCxnSpPr>
          <p:nvPr/>
        </p:nvCxnSpPr>
        <p:spPr bwMode="auto">
          <a:xfrm rot="5400000">
            <a:off x="6177220" y="1848754"/>
            <a:ext cx="18831" cy="127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81"/>
          <p:cNvCxnSpPr>
            <a:cxnSpLocks noChangeShapeType="1"/>
            <a:stCxn id="107" idx="2"/>
            <a:endCxn id="106" idx="0"/>
          </p:cNvCxnSpPr>
          <p:nvPr/>
        </p:nvCxnSpPr>
        <p:spPr bwMode="auto">
          <a:xfrm rot="5400000">
            <a:off x="6164179" y="2167707"/>
            <a:ext cx="38391" cy="652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47"/>
          <p:cNvCxnSpPr>
            <a:cxnSpLocks noChangeShapeType="1"/>
            <a:stCxn id="106" idx="2"/>
            <a:endCxn id="67" idx="0"/>
          </p:cNvCxnSpPr>
          <p:nvPr/>
        </p:nvCxnSpPr>
        <p:spPr bwMode="auto">
          <a:xfrm rot="16200000" flipH="1">
            <a:off x="6116462" y="2715479"/>
            <a:ext cx="132253" cy="494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AutoShape 155"/>
          <p:cNvSpPr>
            <a:spLocks noChangeArrowheads="1"/>
          </p:cNvSpPr>
          <p:nvPr/>
        </p:nvSpPr>
        <p:spPr bwMode="auto">
          <a:xfrm>
            <a:off x="1835395" y="1164167"/>
            <a:ext cx="815581" cy="387222"/>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mail</a:t>
            </a:r>
          </a:p>
          <a:p>
            <a:pPr algn="ctr" defTabSz="379413" eaLnBrk="0" hangingPunct="0"/>
            <a:r>
              <a:rPr lang="fr-FR" sz="600">
                <a:ea typeface="+mn-ea"/>
              </a:rPr>
              <a:t>secours ?</a:t>
            </a:r>
          </a:p>
        </p:txBody>
      </p:sp>
      <p:cxnSp>
        <p:nvCxnSpPr>
          <p:cNvPr id="118" name="AutoShape 132"/>
          <p:cNvCxnSpPr>
            <a:cxnSpLocks noChangeShapeType="1"/>
            <a:stCxn id="116" idx="2"/>
            <a:endCxn id="120" idx="0"/>
          </p:cNvCxnSpPr>
          <p:nvPr/>
        </p:nvCxnSpPr>
        <p:spPr bwMode="auto">
          <a:xfrm rot="5400000">
            <a:off x="1250328" y="2544245"/>
            <a:ext cx="1985715" cy="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Text Box 160"/>
          <p:cNvSpPr txBox="1">
            <a:spLocks noChangeArrowheads="1"/>
          </p:cNvSpPr>
          <p:nvPr/>
        </p:nvSpPr>
        <p:spPr bwMode="auto">
          <a:xfrm>
            <a:off x="2868105" y="1098030"/>
            <a:ext cx="116799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mail secours renseigné</a:t>
            </a:r>
          </a:p>
        </p:txBody>
      </p:sp>
      <p:sp>
        <p:nvSpPr>
          <p:cNvPr id="120" name="AutoShape 155"/>
          <p:cNvSpPr>
            <a:spLocks noChangeArrowheads="1"/>
          </p:cNvSpPr>
          <p:nvPr/>
        </p:nvSpPr>
        <p:spPr bwMode="auto">
          <a:xfrm>
            <a:off x="1700415" y="3537104"/>
            <a:ext cx="1085538" cy="46853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mail contact diffèrent du secours ?</a:t>
            </a:r>
          </a:p>
        </p:txBody>
      </p:sp>
      <p:sp>
        <p:nvSpPr>
          <p:cNvPr id="121" name="Text Box 160"/>
          <p:cNvSpPr txBox="1">
            <a:spLocks noChangeArrowheads="1"/>
          </p:cNvSpPr>
          <p:nvPr/>
        </p:nvSpPr>
        <p:spPr bwMode="auto">
          <a:xfrm>
            <a:off x="1829496" y="1664088"/>
            <a:ext cx="4053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autres</a:t>
            </a:r>
          </a:p>
        </p:txBody>
      </p:sp>
      <p:sp>
        <p:nvSpPr>
          <p:cNvPr id="123" name="Text Box 160"/>
          <p:cNvSpPr txBox="1">
            <a:spLocks noChangeArrowheads="1"/>
          </p:cNvSpPr>
          <p:nvPr/>
        </p:nvSpPr>
        <p:spPr bwMode="auto">
          <a:xfrm>
            <a:off x="3100595" y="5158531"/>
            <a:ext cx="177021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mail contact renseigné différent du secours </a:t>
            </a:r>
          </a:p>
        </p:txBody>
      </p:sp>
      <p:cxnSp>
        <p:nvCxnSpPr>
          <p:cNvPr id="124" name="AutoShape 47"/>
          <p:cNvCxnSpPr>
            <a:cxnSpLocks noChangeShapeType="1"/>
            <a:stCxn id="69" idx="1"/>
            <a:endCxn id="126" idx="2"/>
          </p:cNvCxnSpPr>
          <p:nvPr/>
        </p:nvCxnSpPr>
        <p:spPr bwMode="auto">
          <a:xfrm>
            <a:off x="6815512" y="2911974"/>
            <a:ext cx="1176884" cy="76387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47"/>
          <p:cNvCxnSpPr>
            <a:cxnSpLocks noChangeShapeType="1"/>
            <a:stCxn id="68" idx="5"/>
            <a:endCxn id="120" idx="0"/>
          </p:cNvCxnSpPr>
          <p:nvPr/>
        </p:nvCxnSpPr>
        <p:spPr bwMode="auto">
          <a:xfrm rot="10800000" flipV="1">
            <a:off x="2243185" y="3307774"/>
            <a:ext cx="3492407" cy="22933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98">
            <a:hlinkClick r:id="rId4" action="ppaction://hlinksldjump"/>
          </p:cNvPr>
          <p:cNvSpPr>
            <a:spLocks noChangeArrowheads="1"/>
          </p:cNvSpPr>
          <p:nvPr/>
        </p:nvSpPr>
        <p:spPr bwMode="auto">
          <a:xfrm rot="10800000">
            <a:off x="7549602" y="3675848"/>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MAIL</a:t>
            </a:r>
          </a:p>
        </p:txBody>
      </p:sp>
      <p:cxnSp>
        <p:nvCxnSpPr>
          <p:cNvPr id="129" name="AutoShape 132"/>
          <p:cNvCxnSpPr>
            <a:cxnSpLocks noChangeShapeType="1"/>
            <a:stCxn id="120" idx="3"/>
            <a:endCxn id="130" idx="1"/>
          </p:cNvCxnSpPr>
          <p:nvPr/>
        </p:nvCxnSpPr>
        <p:spPr bwMode="auto">
          <a:xfrm flipV="1">
            <a:off x="2785953" y="3699142"/>
            <a:ext cx="2279461" cy="7223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AutoShape 208"/>
          <p:cNvSpPr>
            <a:spLocks noChangeArrowheads="1"/>
          </p:cNvSpPr>
          <p:nvPr/>
        </p:nvSpPr>
        <p:spPr bwMode="auto">
          <a:xfrm>
            <a:off x="5065414" y="3626911"/>
            <a:ext cx="929707"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12050_MAIL_CONTACT</a:t>
            </a:r>
          </a:p>
        </p:txBody>
      </p:sp>
      <p:cxnSp>
        <p:nvCxnSpPr>
          <p:cNvPr id="131" name="AutoShape 47"/>
          <p:cNvCxnSpPr>
            <a:cxnSpLocks noChangeShapeType="1"/>
            <a:stCxn id="130" idx="3"/>
            <a:endCxn id="144" idx="0"/>
          </p:cNvCxnSpPr>
          <p:nvPr/>
        </p:nvCxnSpPr>
        <p:spPr bwMode="auto">
          <a:xfrm>
            <a:off x="5995121" y="3699142"/>
            <a:ext cx="67790" cy="17148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52"/>
          <p:cNvSpPr>
            <a:spLocks noChangeArrowheads="1"/>
          </p:cNvSpPr>
          <p:nvPr/>
        </p:nvSpPr>
        <p:spPr bwMode="auto">
          <a:xfrm>
            <a:off x="5808119" y="5186934"/>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133" name="AutoShape 17"/>
          <p:cNvSpPr>
            <a:spLocks noChangeArrowheads="1"/>
          </p:cNvSpPr>
          <p:nvPr/>
        </p:nvSpPr>
        <p:spPr bwMode="auto">
          <a:xfrm>
            <a:off x="5614856" y="5592659"/>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134" name="AutoShape 17"/>
          <p:cNvSpPr>
            <a:spLocks noChangeArrowheads="1"/>
          </p:cNvSpPr>
          <p:nvPr/>
        </p:nvSpPr>
        <p:spPr bwMode="auto">
          <a:xfrm>
            <a:off x="6514385" y="52267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cxnSp>
        <p:nvCxnSpPr>
          <p:cNvPr id="135" name="AutoShape 47"/>
          <p:cNvCxnSpPr>
            <a:cxnSpLocks noChangeShapeType="1"/>
            <a:stCxn id="132" idx="1"/>
            <a:endCxn id="133" idx="6"/>
          </p:cNvCxnSpPr>
          <p:nvPr/>
        </p:nvCxnSpPr>
        <p:spPr bwMode="auto">
          <a:xfrm rot="10800000" flipV="1">
            <a:off x="5722807" y="5311553"/>
            <a:ext cx="85313" cy="28110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47"/>
          <p:cNvCxnSpPr>
            <a:cxnSpLocks noChangeShapeType="1"/>
            <a:stCxn id="132" idx="3"/>
            <a:endCxn id="134" idx="5"/>
          </p:cNvCxnSpPr>
          <p:nvPr/>
        </p:nvCxnSpPr>
        <p:spPr bwMode="auto">
          <a:xfrm>
            <a:off x="6330406" y="5311553"/>
            <a:ext cx="206006"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AutoShape 37"/>
          <p:cNvSpPr>
            <a:spLocks noChangeArrowheads="1"/>
          </p:cNvSpPr>
          <p:nvPr/>
        </p:nvSpPr>
        <p:spPr bwMode="auto">
          <a:xfrm>
            <a:off x="3568022" y="4776449"/>
            <a:ext cx="1206310"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12050_NMNI_CONTACT</a:t>
            </a:r>
          </a:p>
        </p:txBody>
      </p:sp>
      <p:cxnSp>
        <p:nvCxnSpPr>
          <p:cNvPr id="138" name="AutoShape 69"/>
          <p:cNvCxnSpPr>
            <a:cxnSpLocks noChangeShapeType="1"/>
            <a:stCxn id="137" idx="2"/>
            <a:endCxn id="141" idx="5"/>
          </p:cNvCxnSpPr>
          <p:nvPr/>
        </p:nvCxnSpPr>
        <p:spPr bwMode="auto">
          <a:xfrm rot="16200000" flipH="1">
            <a:off x="4430375" y="4670096"/>
            <a:ext cx="385532" cy="90392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AutoShape 69"/>
          <p:cNvCxnSpPr>
            <a:cxnSpLocks noChangeShapeType="1"/>
            <a:stCxn id="137" idx="0"/>
            <a:endCxn id="140" idx="2"/>
          </p:cNvCxnSpPr>
          <p:nvPr/>
        </p:nvCxnSpPr>
        <p:spPr bwMode="auto">
          <a:xfrm rot="5400000" flipH="1" flipV="1">
            <a:off x="4092260" y="4695652"/>
            <a:ext cx="159715" cy="188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 name="Rectangle 68"/>
          <p:cNvSpPr>
            <a:spLocks noChangeArrowheads="1"/>
          </p:cNvSpPr>
          <p:nvPr/>
        </p:nvSpPr>
        <p:spPr bwMode="auto">
          <a:xfrm>
            <a:off x="3551315" y="4155069"/>
            <a:ext cx="1243485" cy="461665"/>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ERREUR_SAISIE_NOUVEAU</a:t>
            </a:r>
          </a:p>
          <a:p>
            <a:pPr algn="ctr" eaLnBrk="0" hangingPunct="0"/>
            <a:r>
              <a:rPr lang="fr-FR" sz="600">
                <a:latin typeface="+mn-lt"/>
                <a:ea typeface="ＭＳ Ｐゴシック" pitchFamily="-80" charset="-128"/>
              </a:rPr>
              <a:t>Désolé, nous n’avons pas compris votre choix.</a:t>
            </a:r>
          </a:p>
          <a:p>
            <a:pPr algn="ctr" eaLnBrk="0" hangingPunct="0"/>
            <a:r>
              <a:rPr lang="fr-FR" sz="600">
                <a:latin typeface="+mn-lt"/>
                <a:ea typeface="ＭＳ Ｐゴシック" pitchFamily="-80" charset="-128"/>
              </a:rPr>
              <a:t>de nouveau :</a:t>
            </a:r>
          </a:p>
        </p:txBody>
      </p:sp>
      <p:sp>
        <p:nvSpPr>
          <p:cNvPr id="141" name="AutoShape 22"/>
          <p:cNvSpPr>
            <a:spLocks noChangeArrowheads="1"/>
          </p:cNvSpPr>
          <p:nvPr/>
        </p:nvSpPr>
        <p:spPr bwMode="auto">
          <a:xfrm>
            <a:off x="5051492" y="5220371"/>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NMNI&gt;1</a:t>
            </a:r>
          </a:p>
        </p:txBody>
      </p:sp>
      <p:cxnSp>
        <p:nvCxnSpPr>
          <p:cNvPr id="142" name="AutoShape 47"/>
          <p:cNvCxnSpPr>
            <a:cxnSpLocks noChangeShapeType="1"/>
            <a:stCxn id="132" idx="1"/>
            <a:endCxn id="141" idx="0"/>
          </p:cNvCxnSpPr>
          <p:nvPr/>
        </p:nvCxnSpPr>
        <p:spPr bwMode="auto">
          <a:xfrm rot="10800000" flipV="1">
            <a:off x="5467745" y="5311553"/>
            <a:ext cx="340374" cy="32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82"/>
          <p:cNvCxnSpPr>
            <a:cxnSpLocks noChangeShapeType="1"/>
            <a:stCxn id="140" idx="0"/>
            <a:endCxn id="144" idx="1"/>
          </p:cNvCxnSpPr>
          <p:nvPr/>
        </p:nvCxnSpPr>
        <p:spPr bwMode="auto">
          <a:xfrm rot="5400000" flipH="1" flipV="1">
            <a:off x="4620050" y="3608297"/>
            <a:ext cx="99781" cy="99376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Rectangle 99"/>
          <p:cNvSpPr>
            <a:spLocks noChangeArrowheads="1"/>
          </p:cNvSpPr>
          <p:nvPr/>
        </p:nvSpPr>
        <p:spPr bwMode="auto">
          <a:xfrm>
            <a:off x="5166823" y="3870622"/>
            <a:ext cx="1792176"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REINIT_MAIL_CONTACT</a:t>
            </a:r>
          </a:p>
          <a:p>
            <a:pPr algn="ctr" eaLnBrk="0" hangingPunct="0"/>
            <a:r>
              <a:rPr lang="fr-FR" sz="600"/>
              <a:t>Un e-mail va vous être envoyé a l’adresse commençant par : </a:t>
            </a:r>
          </a:p>
        </p:txBody>
      </p:sp>
      <p:sp>
        <p:nvSpPr>
          <p:cNvPr id="145" name="Rectangle 99"/>
          <p:cNvSpPr>
            <a:spLocks noChangeArrowheads="1"/>
          </p:cNvSpPr>
          <p:nvPr/>
        </p:nvSpPr>
        <p:spPr bwMode="auto">
          <a:xfrm>
            <a:off x="5333085" y="4578119"/>
            <a:ext cx="1479550"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REINIT_MAIL_CONTACT</a:t>
            </a:r>
            <a:r>
              <a:rPr lang="fr-FR" sz="600" b="1">
                <a:solidFill>
                  <a:srgbClr val="C00000"/>
                </a:solidFill>
              </a:rPr>
              <a:t>_SUITE</a:t>
            </a:r>
            <a:endParaRPr lang="fr-FR" sz="600" b="1">
              <a:solidFill>
                <a:srgbClr val="CC3300"/>
              </a:solidFill>
            </a:endParaRPr>
          </a:p>
          <a:p>
            <a:pPr algn="ctr" eaLnBrk="0" hangingPunct="0"/>
            <a:r>
              <a:rPr lang="fr-FR" sz="600"/>
              <a:t>Est-ce bien votre adresse e-mail? </a:t>
            </a:r>
            <a:endParaRPr lang="fr-FR" sz="600" b="1"/>
          </a:p>
          <a:p>
            <a:pPr algn="ctr" eaLnBrk="0" hangingPunct="0"/>
            <a:r>
              <a:rPr lang="fr-FR" sz="600"/>
              <a:t>Si oui, tapez 1</a:t>
            </a:r>
          </a:p>
          <a:p>
            <a:pPr algn="ctr" eaLnBrk="0" hangingPunct="0"/>
            <a:r>
              <a:rPr lang="fr-FR" sz="600"/>
              <a:t>Si non, tapez 2  </a:t>
            </a:r>
          </a:p>
        </p:txBody>
      </p:sp>
      <p:sp>
        <p:nvSpPr>
          <p:cNvPr id="146" name="Rectangle 98"/>
          <p:cNvSpPr>
            <a:spLocks noChangeArrowheads="1"/>
          </p:cNvSpPr>
          <p:nvPr/>
        </p:nvSpPr>
        <p:spPr bwMode="auto">
          <a:xfrm>
            <a:off x="4855459" y="4267334"/>
            <a:ext cx="2414905" cy="276999"/>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a:t> </a:t>
            </a:r>
            <a:r>
              <a:rPr lang="fr-FR" sz="600" i="1"/>
              <a:t>Prompt énumération des 2 premiers caractères du mail de CONTACT </a:t>
            </a:r>
            <a:r>
              <a:rPr lang="fr-FR" sz="600" b="1" i="1" u="sng">
                <a:solidFill>
                  <a:srgbClr val="C00000"/>
                </a:solidFill>
              </a:rPr>
              <a:t>et terminant </a:t>
            </a:r>
            <a:r>
              <a:rPr lang="fr-FR" sz="600" i="1" u="sng">
                <a:solidFill>
                  <a:srgbClr val="FF0000"/>
                </a:solidFill>
              </a:rPr>
              <a:t>par </a:t>
            </a:r>
            <a:r>
              <a:rPr lang="fr-FR" sz="600" i="1" u="sng"/>
              <a:t>[arobase] nom de domaine</a:t>
            </a:r>
            <a:endParaRPr lang="fr-FR" sz="600" b="1" i="1" u="sng"/>
          </a:p>
        </p:txBody>
      </p:sp>
      <p:cxnSp>
        <p:nvCxnSpPr>
          <p:cNvPr id="147" name="AutoShape 81"/>
          <p:cNvCxnSpPr>
            <a:cxnSpLocks noChangeShapeType="1"/>
            <a:stCxn id="144" idx="2"/>
            <a:endCxn id="146" idx="0"/>
          </p:cNvCxnSpPr>
          <p:nvPr/>
        </p:nvCxnSpPr>
        <p:spPr bwMode="auto">
          <a:xfrm rot="16200000" flipH="1">
            <a:off x="6049221" y="4253643"/>
            <a:ext cx="27380"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AutoShape 47"/>
          <p:cNvCxnSpPr>
            <a:cxnSpLocks noChangeShapeType="1"/>
            <a:stCxn id="145" idx="2"/>
            <a:endCxn id="132" idx="0"/>
          </p:cNvCxnSpPr>
          <p:nvPr/>
        </p:nvCxnSpPr>
        <p:spPr bwMode="auto">
          <a:xfrm rot="5400000">
            <a:off x="5997487" y="5111561"/>
            <a:ext cx="147150" cy="359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AutoShape 47"/>
          <p:cNvCxnSpPr>
            <a:cxnSpLocks noChangeShapeType="1"/>
            <a:stCxn id="134" idx="1"/>
            <a:endCxn id="151" idx="2"/>
          </p:cNvCxnSpPr>
          <p:nvPr/>
        </p:nvCxnSpPr>
        <p:spPr bwMode="auto">
          <a:xfrm>
            <a:off x="6708258" y="5314827"/>
            <a:ext cx="1284137" cy="54289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AutoShape 98">
            <a:hlinkClick r:id="rId4" action="ppaction://hlinksldjump"/>
          </p:cNvPr>
          <p:cNvSpPr>
            <a:spLocks noChangeArrowheads="1"/>
          </p:cNvSpPr>
          <p:nvPr/>
        </p:nvSpPr>
        <p:spPr bwMode="auto">
          <a:xfrm rot="10800000">
            <a:off x="7549601" y="5857726"/>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MAIL</a:t>
            </a:r>
          </a:p>
        </p:txBody>
      </p:sp>
      <p:cxnSp>
        <p:nvCxnSpPr>
          <p:cNvPr id="155" name="AutoShape 132"/>
          <p:cNvCxnSpPr>
            <a:cxnSpLocks noChangeShapeType="1"/>
            <a:stCxn id="120" idx="2"/>
            <a:endCxn id="234" idx="2"/>
          </p:cNvCxnSpPr>
          <p:nvPr/>
        </p:nvCxnSpPr>
        <p:spPr bwMode="auto">
          <a:xfrm rot="5400000">
            <a:off x="1072020" y="5168474"/>
            <a:ext cx="2333996" cy="833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AutoShape 47"/>
          <p:cNvCxnSpPr>
            <a:cxnSpLocks noChangeShapeType="1"/>
            <a:stCxn id="133" idx="2"/>
            <a:endCxn id="162" idx="3"/>
          </p:cNvCxnSpPr>
          <p:nvPr/>
        </p:nvCxnSpPr>
        <p:spPr bwMode="auto">
          <a:xfrm rot="5400000">
            <a:off x="5210257" y="5658813"/>
            <a:ext cx="402491" cy="62260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Text Box 160"/>
          <p:cNvSpPr txBox="1">
            <a:spLocks noChangeArrowheads="1"/>
          </p:cNvSpPr>
          <p:nvPr/>
        </p:nvSpPr>
        <p:spPr bwMode="auto">
          <a:xfrm>
            <a:off x="1791038" y="4105179"/>
            <a:ext cx="4053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autres</a:t>
            </a:r>
          </a:p>
        </p:txBody>
      </p:sp>
      <p:sp>
        <p:nvSpPr>
          <p:cNvPr id="159" name="AutoShape 37"/>
          <p:cNvSpPr>
            <a:spLocks noChangeArrowheads="1"/>
          </p:cNvSpPr>
          <p:nvPr/>
        </p:nvSpPr>
        <p:spPr bwMode="auto">
          <a:xfrm>
            <a:off x="2650976" y="2953575"/>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12040_NMNI_SECOURS_X2</a:t>
            </a:r>
          </a:p>
        </p:txBody>
      </p:sp>
      <p:sp>
        <p:nvSpPr>
          <p:cNvPr id="160" name="AutoShape 37"/>
          <p:cNvSpPr>
            <a:spLocks noChangeArrowheads="1"/>
          </p:cNvSpPr>
          <p:nvPr/>
        </p:nvSpPr>
        <p:spPr bwMode="auto">
          <a:xfrm>
            <a:off x="6958999" y="5286914"/>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12051_CHOIX_MAIL_CONTACT</a:t>
            </a:r>
          </a:p>
        </p:txBody>
      </p:sp>
      <p:sp>
        <p:nvSpPr>
          <p:cNvPr id="161" name="AutoShape 37"/>
          <p:cNvSpPr>
            <a:spLocks noChangeArrowheads="1"/>
          </p:cNvSpPr>
          <p:nvPr/>
        </p:nvSpPr>
        <p:spPr bwMode="auto">
          <a:xfrm>
            <a:off x="7073575" y="2830912"/>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12041_CHOIX_MAIL_SECOURS</a:t>
            </a:r>
          </a:p>
        </p:txBody>
      </p:sp>
      <p:sp>
        <p:nvSpPr>
          <p:cNvPr id="162" name="AutoShape 37"/>
          <p:cNvSpPr>
            <a:spLocks noChangeArrowheads="1"/>
          </p:cNvSpPr>
          <p:nvPr/>
        </p:nvSpPr>
        <p:spPr bwMode="auto">
          <a:xfrm>
            <a:off x="3773257" y="6094940"/>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12052_AUTRE_CONTACT</a:t>
            </a:r>
          </a:p>
        </p:txBody>
      </p:sp>
      <p:cxnSp>
        <p:nvCxnSpPr>
          <p:cNvPr id="163" name="AutoShape 69"/>
          <p:cNvCxnSpPr>
            <a:cxnSpLocks noChangeShapeType="1"/>
            <a:stCxn id="141" idx="3"/>
            <a:endCxn id="164" idx="3"/>
          </p:cNvCxnSpPr>
          <p:nvPr/>
        </p:nvCxnSpPr>
        <p:spPr bwMode="auto">
          <a:xfrm rot="5400000">
            <a:off x="5096162" y="5372244"/>
            <a:ext cx="150032" cy="17688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AutoShape 37"/>
          <p:cNvSpPr>
            <a:spLocks noChangeArrowheads="1"/>
          </p:cNvSpPr>
          <p:nvPr/>
        </p:nvSpPr>
        <p:spPr bwMode="auto">
          <a:xfrm>
            <a:off x="3755795" y="5459278"/>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12050_NMNI_CONTACT_X2</a:t>
            </a:r>
          </a:p>
        </p:txBody>
      </p:sp>
      <p:sp>
        <p:nvSpPr>
          <p:cNvPr id="165" name="AutoShape 37"/>
          <p:cNvSpPr>
            <a:spLocks noChangeArrowheads="1"/>
          </p:cNvSpPr>
          <p:nvPr/>
        </p:nvSpPr>
        <p:spPr bwMode="auto">
          <a:xfrm>
            <a:off x="4232453" y="3265534"/>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latin typeface="+mn-lt"/>
              </a:rPr>
              <a:t>12042_AUTRE_SECOURS</a:t>
            </a:r>
          </a:p>
        </p:txBody>
      </p:sp>
      <p:cxnSp>
        <p:nvCxnSpPr>
          <p:cNvPr id="221" name="AutoShape 47"/>
          <p:cNvCxnSpPr>
            <a:cxnSpLocks noChangeShapeType="1"/>
            <a:stCxn id="162" idx="1"/>
            <a:endCxn id="234" idx="2"/>
          </p:cNvCxnSpPr>
          <p:nvPr/>
        </p:nvCxnSpPr>
        <p:spPr bwMode="auto">
          <a:xfrm rot="10800000" flipV="1">
            <a:off x="2234853" y="6171362"/>
            <a:ext cx="1538405" cy="16827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AutoShape 69"/>
          <p:cNvCxnSpPr>
            <a:cxnSpLocks noChangeShapeType="1"/>
            <a:stCxn id="164" idx="1"/>
            <a:endCxn id="234" idx="2"/>
          </p:cNvCxnSpPr>
          <p:nvPr/>
        </p:nvCxnSpPr>
        <p:spPr bwMode="auto">
          <a:xfrm rot="10800000" flipV="1">
            <a:off x="2234853" y="5535700"/>
            <a:ext cx="1520943" cy="803937"/>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AutoShape 98">
            <a:hlinkClick r:id="rId5" action="ppaction://hlinksldjump"/>
          </p:cNvPr>
          <p:cNvSpPr>
            <a:spLocks noChangeArrowheads="1"/>
          </p:cNvSpPr>
          <p:nvPr/>
        </p:nvSpPr>
        <p:spPr bwMode="auto">
          <a:xfrm rot="10800000">
            <a:off x="1866154" y="6339638"/>
            <a:ext cx="737396"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ROUTAGE MDP</a:t>
            </a:r>
          </a:p>
        </p:txBody>
      </p:sp>
      <p:sp>
        <p:nvSpPr>
          <p:cNvPr id="264" name="Text Box 160"/>
          <p:cNvSpPr txBox="1">
            <a:spLocks noChangeArrowheads="1"/>
          </p:cNvSpPr>
          <p:nvPr/>
        </p:nvSpPr>
        <p:spPr bwMode="auto">
          <a:xfrm>
            <a:off x="6730285" y="3219667"/>
            <a:ext cx="2070189"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notificationAdresseMedia</a:t>
            </a:r>
            <a:r>
              <a:rPr lang="fr-FR" sz="600"/>
              <a:t>= mail de SECOURS</a:t>
            </a:r>
          </a:p>
        </p:txBody>
      </p:sp>
      <p:sp>
        <p:nvSpPr>
          <p:cNvPr id="265" name="Text Box 160"/>
          <p:cNvSpPr txBox="1">
            <a:spLocks noChangeArrowheads="1"/>
          </p:cNvSpPr>
          <p:nvPr/>
        </p:nvSpPr>
        <p:spPr bwMode="auto">
          <a:xfrm>
            <a:off x="7072340" y="5581195"/>
            <a:ext cx="2070189"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err="1"/>
              <a:t>notificationAdresseMedia</a:t>
            </a:r>
            <a:r>
              <a:rPr lang="fr-FR" sz="600"/>
              <a:t>= mail de CONTACT</a:t>
            </a:r>
          </a:p>
        </p:txBody>
      </p:sp>
      <p:sp>
        <p:nvSpPr>
          <p:cNvPr id="80"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4" name="ZoneTexte 3">
            <a:extLst>
              <a:ext uri="{FF2B5EF4-FFF2-40B4-BE49-F238E27FC236}">
                <a16:creationId xmlns:a16="http://schemas.microsoft.com/office/drawing/2014/main" id="{CEC7CA80-0C8E-3E7B-5A31-A7269D4157F7}"/>
              </a:ext>
            </a:extLst>
          </p:cNvPr>
          <p:cNvSpPr txBox="1"/>
          <p:nvPr/>
        </p:nvSpPr>
        <p:spPr>
          <a:xfrm>
            <a:off x="5675836" y="44712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3626143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42</a:t>
            </a:fld>
            <a:endParaRPr lang="fr-FR"/>
          </a:p>
        </p:txBody>
      </p:sp>
      <p:sp>
        <p:nvSpPr>
          <p:cNvPr id="5123" name="Rectangle 2"/>
          <p:cNvSpPr>
            <a:spLocks noGrp="1" noChangeArrowheads="1"/>
          </p:cNvSpPr>
          <p:nvPr>
            <p:ph type="title"/>
          </p:nvPr>
        </p:nvSpPr>
        <p:spPr>
          <a:xfrm>
            <a:off x="2774950" y="-7938"/>
            <a:ext cx="5044452" cy="352426"/>
          </a:xfrm>
        </p:spPr>
        <p:txBody>
          <a:bodyPr/>
          <a:lstStyle/>
          <a:p>
            <a:pPr eaLnBrk="1" hangingPunct="1">
              <a:defRPr/>
            </a:pPr>
            <a:r>
              <a:rPr lang="fr-FR">
                <a:cs typeface="+mj-cs"/>
              </a:rPr>
              <a:t>ENVOI MDP SMS</a:t>
            </a:r>
          </a:p>
        </p:txBody>
      </p:sp>
      <p:cxnSp>
        <p:nvCxnSpPr>
          <p:cNvPr id="151" name="AutoShape 201"/>
          <p:cNvCxnSpPr>
            <a:cxnSpLocks noChangeShapeType="1"/>
            <a:stCxn id="227" idx="0"/>
            <a:endCxn id="62" idx="0"/>
          </p:cNvCxnSpPr>
          <p:nvPr/>
        </p:nvCxnSpPr>
        <p:spPr bwMode="auto">
          <a:xfrm rot="5400000">
            <a:off x="3660667" y="1902245"/>
            <a:ext cx="640683" cy="635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7" name="AutoShape 98">
            <a:hlinkClick r:id="rId3" action="ppaction://hlinksldjump"/>
          </p:cNvPr>
          <p:cNvSpPr>
            <a:spLocks noChangeArrowheads="1"/>
          </p:cNvSpPr>
          <p:nvPr/>
        </p:nvSpPr>
        <p:spPr bwMode="auto">
          <a:xfrm rot="10800000">
            <a:off x="3541390" y="1228459"/>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a:t>
            </a:r>
          </a:p>
        </p:txBody>
      </p:sp>
      <p:sp>
        <p:nvSpPr>
          <p:cNvPr id="14" name="AutoShape 98">
            <a:hlinkClick r:id="rId4" action="ppaction://hlinksldjump"/>
          </p:cNvPr>
          <p:cNvSpPr>
            <a:spLocks noChangeArrowheads="1"/>
          </p:cNvSpPr>
          <p:nvPr/>
        </p:nvSpPr>
        <p:spPr bwMode="auto">
          <a:xfrm rot="10800000">
            <a:off x="374532" y="4786750"/>
            <a:ext cx="737396"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ROUTAGE MDP</a:t>
            </a:r>
          </a:p>
        </p:txBody>
      </p:sp>
      <p:cxnSp>
        <p:nvCxnSpPr>
          <p:cNvPr id="15" name="AutoShape 132"/>
          <p:cNvCxnSpPr>
            <a:cxnSpLocks noChangeShapeType="1"/>
            <a:stCxn id="42" idx="1"/>
            <a:endCxn id="14" idx="2"/>
          </p:cNvCxnSpPr>
          <p:nvPr/>
        </p:nvCxnSpPr>
        <p:spPr bwMode="auto">
          <a:xfrm rot="10800000" flipV="1">
            <a:off x="743230" y="4147112"/>
            <a:ext cx="368698" cy="63963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156"/>
          <p:cNvSpPr txBox="1">
            <a:spLocks noChangeArrowheads="1"/>
          </p:cNvSpPr>
          <p:nvPr/>
        </p:nvSpPr>
        <p:spPr bwMode="auto">
          <a:xfrm>
            <a:off x="1017194" y="3789028"/>
            <a:ext cx="198653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Code retour de ASC diffèrent de 0,5, 17 ou 18, et 10 ou 98  après la première tentative</a:t>
            </a:r>
          </a:p>
        </p:txBody>
      </p:sp>
      <p:sp>
        <p:nvSpPr>
          <p:cNvPr id="20" name="AutoShape 167"/>
          <p:cNvSpPr>
            <a:spLocks noChangeArrowheads="1"/>
          </p:cNvSpPr>
          <p:nvPr/>
        </p:nvSpPr>
        <p:spPr bwMode="auto">
          <a:xfrm>
            <a:off x="4487569" y="2680146"/>
            <a:ext cx="650793" cy="300038"/>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WS ASC </a:t>
            </a:r>
          </a:p>
          <a:p>
            <a:pPr algn="ctr" eaLnBrk="0" hangingPunct="0"/>
            <a:r>
              <a:rPr lang="fr-FR" sz="600"/>
              <a:t>(via PAWS)</a:t>
            </a:r>
          </a:p>
        </p:txBody>
      </p:sp>
      <p:grpSp>
        <p:nvGrpSpPr>
          <p:cNvPr id="21" name="Group 188"/>
          <p:cNvGrpSpPr>
            <a:grpSpLocks/>
          </p:cNvGrpSpPr>
          <p:nvPr/>
        </p:nvGrpSpPr>
        <p:grpSpPr bwMode="auto">
          <a:xfrm rot="1172409">
            <a:off x="4144257" y="2644832"/>
            <a:ext cx="279400" cy="130175"/>
            <a:chOff x="1920" y="715"/>
            <a:chExt cx="270" cy="139"/>
          </a:xfrm>
        </p:grpSpPr>
        <p:sp>
          <p:nvSpPr>
            <p:cNvPr id="22"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sp>
          <p:nvSpPr>
            <p:cNvPr id="23"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grpSp>
      <p:cxnSp>
        <p:nvCxnSpPr>
          <p:cNvPr id="30" name="AutoShape 132"/>
          <p:cNvCxnSpPr>
            <a:cxnSpLocks noChangeShapeType="1"/>
            <a:stCxn id="62" idx="1"/>
            <a:endCxn id="33" idx="3"/>
          </p:cNvCxnSpPr>
          <p:nvPr/>
        </p:nvCxnSpPr>
        <p:spPr bwMode="auto">
          <a:xfrm rot="10800000">
            <a:off x="2693643" y="2434161"/>
            <a:ext cx="790762" cy="45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AutoShape 208"/>
          <p:cNvSpPr>
            <a:spLocks noChangeArrowheads="1"/>
          </p:cNvSpPr>
          <p:nvPr/>
        </p:nvSpPr>
        <p:spPr bwMode="auto">
          <a:xfrm>
            <a:off x="1046609" y="2361930"/>
            <a:ext cx="164703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12060_ASC_SMS_INJOIGNABLE</a:t>
            </a:r>
          </a:p>
        </p:txBody>
      </p:sp>
      <p:sp>
        <p:nvSpPr>
          <p:cNvPr id="34" name="Text Box 156"/>
          <p:cNvSpPr txBox="1">
            <a:spLocks noChangeArrowheads="1"/>
          </p:cNvSpPr>
          <p:nvPr/>
        </p:nvSpPr>
        <p:spPr bwMode="auto">
          <a:xfrm>
            <a:off x="961884" y="2144646"/>
            <a:ext cx="2251329"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Service injoignable (Web App ko, réseau ko etc…)</a:t>
            </a:r>
          </a:p>
        </p:txBody>
      </p:sp>
      <p:cxnSp>
        <p:nvCxnSpPr>
          <p:cNvPr id="37" name="AutoShape 132"/>
          <p:cNvCxnSpPr>
            <a:cxnSpLocks noChangeShapeType="1"/>
            <a:stCxn id="33" idx="1"/>
            <a:endCxn id="14" idx="2"/>
          </p:cNvCxnSpPr>
          <p:nvPr/>
        </p:nvCxnSpPr>
        <p:spPr bwMode="auto">
          <a:xfrm rot="10800000" flipV="1">
            <a:off x="743231" y="2434160"/>
            <a:ext cx="303379" cy="23525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208"/>
          <p:cNvSpPr>
            <a:spLocks noChangeArrowheads="1"/>
          </p:cNvSpPr>
          <p:nvPr/>
        </p:nvSpPr>
        <p:spPr bwMode="auto">
          <a:xfrm>
            <a:off x="1111928" y="4074881"/>
            <a:ext cx="164703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12060_ASC_SMS_KO_</a:t>
            </a:r>
            <a:r>
              <a:rPr lang="fr-FR" sz="600" i="1" dirty="0"/>
              <a:t>[code]</a:t>
            </a:r>
          </a:p>
        </p:txBody>
      </p:sp>
      <p:cxnSp>
        <p:nvCxnSpPr>
          <p:cNvPr id="44" name="AutoShape 132"/>
          <p:cNvCxnSpPr>
            <a:cxnSpLocks noChangeShapeType="1"/>
            <a:stCxn id="62" idx="1"/>
            <a:endCxn id="42" idx="3"/>
          </p:cNvCxnSpPr>
          <p:nvPr/>
        </p:nvCxnSpPr>
        <p:spPr bwMode="auto">
          <a:xfrm rot="10800000" flipV="1">
            <a:off x="2758963" y="2438734"/>
            <a:ext cx="725443" cy="170837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AutoShape 155"/>
          <p:cNvSpPr>
            <a:spLocks noChangeArrowheads="1"/>
          </p:cNvSpPr>
          <p:nvPr/>
        </p:nvSpPr>
        <p:spPr bwMode="auto">
          <a:xfrm>
            <a:off x="3484405" y="2225763"/>
            <a:ext cx="986853" cy="425944"/>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ASC</a:t>
            </a:r>
          </a:p>
          <a:p>
            <a:pPr algn="ctr" defTabSz="379413" eaLnBrk="0" hangingPunct="0"/>
            <a:r>
              <a:rPr lang="fr-FR" sz="600">
                <a:ea typeface="+mn-ea"/>
              </a:rPr>
              <a:t>Requête</a:t>
            </a:r>
          </a:p>
          <a:p>
            <a:pPr algn="ctr" defTabSz="379413" eaLnBrk="0" hangingPunct="0"/>
            <a:r>
              <a:rPr lang="fr-FR" sz="600" err="1"/>
              <a:t>reinitMDP</a:t>
            </a:r>
            <a:endParaRPr lang="fr-FR" sz="600"/>
          </a:p>
        </p:txBody>
      </p:sp>
      <p:cxnSp>
        <p:nvCxnSpPr>
          <p:cNvPr id="64" name="AutoShape 201"/>
          <p:cNvCxnSpPr>
            <a:cxnSpLocks noChangeShapeType="1"/>
            <a:stCxn id="62" idx="2"/>
            <a:endCxn id="82" idx="0"/>
          </p:cNvCxnSpPr>
          <p:nvPr/>
        </p:nvCxnSpPr>
        <p:spPr bwMode="auto">
          <a:xfrm rot="16200000" flipH="1">
            <a:off x="3588606" y="3040932"/>
            <a:ext cx="781627" cy="317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156"/>
          <p:cNvSpPr txBox="1">
            <a:spLocks noChangeArrowheads="1"/>
          </p:cNvSpPr>
          <p:nvPr/>
        </p:nvSpPr>
        <p:spPr bwMode="auto">
          <a:xfrm>
            <a:off x="3970676" y="3240122"/>
            <a:ext cx="1763552"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Code retour ASC = 0 OU 5 OU 17 OU 18</a:t>
            </a:r>
            <a:endParaRPr lang="fr-FR" sz="600">
              <a:solidFill>
                <a:srgbClr val="FF0000"/>
              </a:solidFill>
            </a:endParaRPr>
          </a:p>
        </p:txBody>
      </p:sp>
      <p:cxnSp>
        <p:nvCxnSpPr>
          <p:cNvPr id="80" name="AutoShape 56"/>
          <p:cNvCxnSpPr>
            <a:cxnSpLocks noChangeShapeType="1"/>
            <a:stCxn id="81" idx="2"/>
            <a:endCxn id="84" idx="0"/>
          </p:cNvCxnSpPr>
          <p:nvPr/>
        </p:nvCxnSpPr>
        <p:spPr bwMode="auto">
          <a:xfrm rot="16200000" flipH="1">
            <a:off x="3841626" y="5319292"/>
            <a:ext cx="293581" cy="5779"/>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1" name="Rectangle 55"/>
          <p:cNvSpPr>
            <a:spLocks noChangeArrowheads="1"/>
          </p:cNvSpPr>
          <p:nvPr/>
        </p:nvSpPr>
        <p:spPr bwMode="auto">
          <a:xfrm>
            <a:off x="2933419" y="4537166"/>
            <a:ext cx="2104215" cy="638226"/>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latin typeface="+mn-lt"/>
              </a:rPr>
              <a:t>FERMETURE_SMS</a:t>
            </a:r>
          </a:p>
          <a:p>
            <a:pPr algn="ctr">
              <a:defRPr/>
            </a:pPr>
            <a:r>
              <a:rPr lang="fr-FR" sz="600">
                <a:ea typeface="ＭＳ Ｐゴシック" charset="0"/>
              </a:rPr>
              <a:t>Votre mot de passe vient de vous être envoyé par SMS.</a:t>
            </a:r>
          </a:p>
          <a:p>
            <a:pPr algn="ctr">
              <a:defRPr/>
            </a:pPr>
            <a:r>
              <a:rPr lang="fr-FR" sz="600">
                <a:ea typeface="ＭＳ Ｐゴシック" charset="0"/>
              </a:rPr>
              <a:t>Pour des raisons de confidentialité et de sécurité nous vous recommandons de le personnaliser lors de votre prochaine connexion à sfr.fr </a:t>
            </a:r>
          </a:p>
        </p:txBody>
      </p:sp>
      <p:sp>
        <p:nvSpPr>
          <p:cNvPr id="82" name="AutoShape 208"/>
          <p:cNvSpPr>
            <a:spLocks noChangeArrowheads="1"/>
          </p:cNvSpPr>
          <p:nvPr/>
        </p:nvSpPr>
        <p:spPr bwMode="auto">
          <a:xfrm>
            <a:off x="3232355" y="3433334"/>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12060_ASC_SMS_OK_</a:t>
            </a:r>
            <a:r>
              <a:rPr lang="fr-FR" sz="600" i="1" dirty="0"/>
              <a:t>[code]</a:t>
            </a:r>
          </a:p>
        </p:txBody>
      </p:sp>
      <p:cxnSp>
        <p:nvCxnSpPr>
          <p:cNvPr id="83" name="AutoShape 56"/>
          <p:cNvCxnSpPr>
            <a:cxnSpLocks noChangeShapeType="1"/>
            <a:stCxn id="82" idx="2"/>
            <a:endCxn id="81" idx="0"/>
          </p:cNvCxnSpPr>
          <p:nvPr/>
        </p:nvCxnSpPr>
        <p:spPr bwMode="auto">
          <a:xfrm rot="16200000" flipH="1">
            <a:off x="3503582" y="4055221"/>
            <a:ext cx="959370" cy="4520"/>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4" name="Rectangle 55"/>
          <p:cNvSpPr>
            <a:spLocks noChangeArrowheads="1"/>
          </p:cNvSpPr>
          <p:nvPr/>
        </p:nvSpPr>
        <p:spPr bwMode="auto">
          <a:xfrm>
            <a:off x="3251158" y="5468973"/>
            <a:ext cx="1480295" cy="246063"/>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endParaRPr lang="fr-FR" sz="600" b="1">
              <a:solidFill>
                <a:srgbClr val="FF0000"/>
              </a:solidFill>
              <a:ea typeface="ＭＳ Ｐゴシック" charset="0"/>
            </a:endParaRPr>
          </a:p>
          <a:p>
            <a:pPr algn="ctr">
              <a:defRPr/>
            </a:pPr>
            <a:r>
              <a:rPr lang="fr-FR" sz="600">
                <a:ea typeface="ＭＳ Ｐゴシック" charset="0"/>
              </a:rPr>
              <a:t>SFR vous remercie de votre appel</a:t>
            </a:r>
          </a:p>
        </p:txBody>
      </p:sp>
      <p:cxnSp>
        <p:nvCxnSpPr>
          <p:cNvPr id="85" name="AutoShape 56"/>
          <p:cNvCxnSpPr>
            <a:cxnSpLocks noChangeShapeType="1"/>
            <a:stCxn id="84" idx="2"/>
            <a:endCxn id="86" idx="0"/>
          </p:cNvCxnSpPr>
          <p:nvPr/>
        </p:nvCxnSpPr>
        <p:spPr bwMode="auto">
          <a:xfrm rot="16200000" flipH="1">
            <a:off x="3803738" y="5902604"/>
            <a:ext cx="376338" cy="1202"/>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6" name="AutoShape 19"/>
          <p:cNvSpPr>
            <a:spLocks noChangeArrowheads="1"/>
          </p:cNvSpPr>
          <p:nvPr/>
        </p:nvSpPr>
        <p:spPr bwMode="auto">
          <a:xfrm>
            <a:off x="3924881" y="6091374"/>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sz="600"/>
          </a:p>
        </p:txBody>
      </p:sp>
      <p:sp>
        <p:nvSpPr>
          <p:cNvPr id="90" name="Text Box 156"/>
          <p:cNvSpPr txBox="1">
            <a:spLocks noChangeArrowheads="1"/>
          </p:cNvSpPr>
          <p:nvPr/>
        </p:nvSpPr>
        <p:spPr bwMode="auto">
          <a:xfrm>
            <a:off x="5138362" y="2732749"/>
            <a:ext cx="28092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700" b="1"/>
              <a:t>Web Service : Génération et réinitialisation du mot de passe</a:t>
            </a:r>
          </a:p>
          <a:p>
            <a:pPr algn="ctr">
              <a:defRPr/>
            </a:pPr>
            <a:r>
              <a:rPr lang="fr-FR" sz="700" b="1" err="1"/>
              <a:t>GestionSecuriteReinitialiserMdp</a:t>
            </a:r>
            <a:r>
              <a:rPr lang="fr-FR" sz="700" b="1"/>
              <a:t>()</a:t>
            </a:r>
          </a:p>
        </p:txBody>
      </p:sp>
      <p:cxnSp>
        <p:nvCxnSpPr>
          <p:cNvPr id="48" name="AutoShape 132"/>
          <p:cNvCxnSpPr>
            <a:cxnSpLocks noChangeShapeType="1"/>
            <a:stCxn id="49" idx="0"/>
            <a:endCxn id="62" idx="0"/>
          </p:cNvCxnSpPr>
          <p:nvPr/>
        </p:nvCxnSpPr>
        <p:spPr bwMode="auto">
          <a:xfrm rot="16200000" flipV="1">
            <a:off x="5193444" y="1010152"/>
            <a:ext cx="140743" cy="2571966"/>
          </a:xfrm>
          <a:prstGeom prst="bentConnector3">
            <a:avLst>
              <a:gd name="adj1" fmla="val 262424"/>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AutoShape 208"/>
          <p:cNvSpPr>
            <a:spLocks noChangeArrowheads="1"/>
          </p:cNvSpPr>
          <p:nvPr/>
        </p:nvSpPr>
        <p:spPr bwMode="auto">
          <a:xfrm>
            <a:off x="5801146" y="2366506"/>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12060_ASC_SMS_2_</a:t>
            </a:r>
            <a:r>
              <a:rPr lang="fr-FR" sz="600" i="1" dirty="0"/>
              <a:t>[code]</a:t>
            </a:r>
          </a:p>
        </p:txBody>
      </p:sp>
      <p:cxnSp>
        <p:nvCxnSpPr>
          <p:cNvPr id="50" name="AutoShape 132"/>
          <p:cNvCxnSpPr>
            <a:cxnSpLocks noChangeShapeType="1"/>
            <a:stCxn id="62" idx="3"/>
            <a:endCxn id="49" idx="1"/>
          </p:cNvCxnSpPr>
          <p:nvPr/>
        </p:nvCxnSpPr>
        <p:spPr bwMode="auto">
          <a:xfrm>
            <a:off x="4471258" y="2438735"/>
            <a:ext cx="1329888" cy="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6"/>
          <p:cNvSpPr txBox="1">
            <a:spLocks noChangeArrowheads="1"/>
          </p:cNvSpPr>
          <p:nvPr/>
        </p:nvSpPr>
        <p:spPr bwMode="auto">
          <a:xfrm>
            <a:off x="4426979" y="2161738"/>
            <a:ext cx="17671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Code retour ASC = 10 OU 98 en première tentative uniquement</a:t>
            </a:r>
          </a:p>
        </p:txBody>
      </p:sp>
      <p:cxnSp>
        <p:nvCxnSpPr>
          <p:cNvPr id="43" name="AutoShape 132"/>
          <p:cNvCxnSpPr>
            <a:cxnSpLocks noChangeShapeType="1"/>
            <a:stCxn id="62" idx="1"/>
            <a:endCxn id="45" idx="3"/>
          </p:cNvCxnSpPr>
          <p:nvPr/>
        </p:nvCxnSpPr>
        <p:spPr bwMode="auto">
          <a:xfrm rot="10800000" flipV="1">
            <a:off x="2754279" y="2438735"/>
            <a:ext cx="730126" cy="87361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AutoShape 208"/>
          <p:cNvSpPr>
            <a:spLocks noChangeArrowheads="1"/>
          </p:cNvSpPr>
          <p:nvPr/>
        </p:nvSpPr>
        <p:spPr bwMode="auto">
          <a:xfrm>
            <a:off x="1256975" y="3240122"/>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12060_ASC_SMS_TIMEOUT</a:t>
            </a:r>
          </a:p>
        </p:txBody>
      </p:sp>
      <p:cxnSp>
        <p:nvCxnSpPr>
          <p:cNvPr id="47" name="AutoShape 132"/>
          <p:cNvCxnSpPr>
            <a:cxnSpLocks noChangeShapeType="1"/>
            <a:stCxn id="45" idx="1"/>
            <a:endCxn id="14" idx="2"/>
          </p:cNvCxnSpPr>
          <p:nvPr/>
        </p:nvCxnSpPr>
        <p:spPr bwMode="auto">
          <a:xfrm rot="10800000" flipV="1">
            <a:off x="743231" y="3312352"/>
            <a:ext cx="513745" cy="1474397"/>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 name="Text Box 156"/>
          <p:cNvSpPr txBox="1">
            <a:spLocks noChangeArrowheads="1"/>
          </p:cNvSpPr>
          <p:nvPr/>
        </p:nvSpPr>
        <p:spPr bwMode="auto">
          <a:xfrm>
            <a:off x="653268" y="3049072"/>
            <a:ext cx="3211791"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pas de retour du service dans les 11 secondes après Emission de la requête initiale</a:t>
            </a:r>
          </a:p>
        </p:txBody>
      </p:sp>
      <p:sp>
        <p:nvSpPr>
          <p:cNvPr id="40"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9" name="Rectangle 38"/>
          <p:cNvSpPr/>
          <p:nvPr/>
        </p:nvSpPr>
        <p:spPr bwMode="auto">
          <a:xfrm>
            <a:off x="4668601" y="638069"/>
            <a:ext cx="4458649" cy="366274"/>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fr-FR" sz="800" b="1"/>
              <a:t>Prioritairement le NDA (Ressource principale) dans DEXTER sert à interroger le WS UPS </a:t>
            </a:r>
          </a:p>
          <a:p>
            <a:pPr marL="0" marR="0" indent="0" algn="l" defTabSz="914400" rtl="0" eaLnBrk="1" fontAlgn="base" latinLnBrk="0" hangingPunct="1">
              <a:lnSpc>
                <a:spcPct val="100000"/>
              </a:lnSpc>
              <a:spcBef>
                <a:spcPct val="0"/>
              </a:spcBef>
              <a:spcAft>
                <a:spcPct val="0"/>
              </a:spcAft>
              <a:buClrTx/>
              <a:buSzTx/>
              <a:buFontTx/>
              <a:buNone/>
              <a:tabLst/>
            </a:pPr>
            <a:r>
              <a:rPr lang="fr-FR" sz="800" b="1"/>
              <a:t>(si formaté en 01, 02, 03, 04, 05, 09)</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1" i="0" u="none" strike="noStrike" cap="none" normalizeH="0" baseline="0">
                <a:ln>
                  <a:noFill/>
                </a:ln>
                <a:solidFill>
                  <a:schemeClr val="tx1"/>
                </a:solidFill>
                <a:effectLst/>
              </a:rPr>
              <a:t>Sinon le NDI de référence</a:t>
            </a:r>
          </a:p>
        </p:txBody>
      </p:sp>
      <p:sp>
        <p:nvSpPr>
          <p:cNvPr id="4" name="ZoneTexte 3">
            <a:extLst>
              <a:ext uri="{FF2B5EF4-FFF2-40B4-BE49-F238E27FC236}">
                <a16:creationId xmlns:a16="http://schemas.microsoft.com/office/drawing/2014/main" id="{CFD99EF1-EE3A-2103-6B38-59E5166E736D}"/>
              </a:ext>
            </a:extLst>
          </p:cNvPr>
          <p:cNvSpPr txBox="1"/>
          <p:nvPr/>
        </p:nvSpPr>
        <p:spPr>
          <a:xfrm>
            <a:off x="454000" y="579049"/>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3010235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115300" y="349250"/>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43</a:t>
            </a:fld>
            <a:endParaRPr lang="fr-FR"/>
          </a:p>
        </p:txBody>
      </p:sp>
      <p:sp>
        <p:nvSpPr>
          <p:cNvPr id="5123" name="Rectangle 2"/>
          <p:cNvSpPr>
            <a:spLocks noGrp="1" noChangeArrowheads="1"/>
          </p:cNvSpPr>
          <p:nvPr>
            <p:ph type="title"/>
          </p:nvPr>
        </p:nvSpPr>
        <p:spPr>
          <a:xfrm>
            <a:off x="2774950" y="-7938"/>
            <a:ext cx="5044452" cy="352426"/>
          </a:xfrm>
        </p:spPr>
        <p:txBody>
          <a:bodyPr/>
          <a:lstStyle/>
          <a:p>
            <a:pPr eaLnBrk="1" hangingPunct="1">
              <a:defRPr/>
            </a:pPr>
            <a:r>
              <a:rPr lang="fr-FR">
                <a:cs typeface="+mj-cs"/>
              </a:rPr>
              <a:t>ENVOI MDP MAIL</a:t>
            </a:r>
          </a:p>
        </p:txBody>
      </p:sp>
      <p:cxnSp>
        <p:nvCxnSpPr>
          <p:cNvPr id="18" name="AutoShape 201"/>
          <p:cNvCxnSpPr>
            <a:cxnSpLocks noChangeShapeType="1"/>
            <a:stCxn id="19" idx="0"/>
            <a:endCxn id="34" idx="0"/>
          </p:cNvCxnSpPr>
          <p:nvPr/>
        </p:nvCxnSpPr>
        <p:spPr bwMode="auto">
          <a:xfrm rot="16200000" flipH="1">
            <a:off x="3832444" y="1784478"/>
            <a:ext cx="659667" cy="219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AutoShape 98">
            <a:hlinkClick r:id="rId3" action="ppaction://hlinksldjump"/>
          </p:cNvPr>
          <p:cNvSpPr>
            <a:spLocks noChangeArrowheads="1"/>
          </p:cNvSpPr>
          <p:nvPr/>
        </p:nvSpPr>
        <p:spPr bwMode="auto">
          <a:xfrm rot="10800000">
            <a:off x="3718386" y="1099121"/>
            <a:ext cx="885589"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a:t>
            </a:r>
          </a:p>
        </p:txBody>
      </p:sp>
      <p:sp>
        <p:nvSpPr>
          <p:cNvPr id="23" name="AutoShape 167"/>
          <p:cNvSpPr>
            <a:spLocks noChangeArrowheads="1"/>
          </p:cNvSpPr>
          <p:nvPr/>
        </p:nvSpPr>
        <p:spPr bwMode="auto">
          <a:xfrm>
            <a:off x="4780035" y="1834732"/>
            <a:ext cx="650793" cy="300038"/>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WS ASC </a:t>
            </a:r>
          </a:p>
          <a:p>
            <a:pPr algn="ctr" eaLnBrk="0" hangingPunct="0"/>
            <a:r>
              <a:rPr lang="fr-FR" sz="600"/>
              <a:t>(via PAWS)</a:t>
            </a:r>
          </a:p>
        </p:txBody>
      </p:sp>
      <p:grpSp>
        <p:nvGrpSpPr>
          <p:cNvPr id="24" name="Group 188"/>
          <p:cNvGrpSpPr>
            <a:grpSpLocks/>
          </p:cNvGrpSpPr>
          <p:nvPr/>
        </p:nvGrpSpPr>
        <p:grpSpPr bwMode="auto">
          <a:xfrm rot="19732337">
            <a:off x="4431464" y="2053965"/>
            <a:ext cx="279400" cy="130175"/>
            <a:chOff x="1920" y="715"/>
            <a:chExt cx="270" cy="139"/>
          </a:xfrm>
        </p:grpSpPr>
        <p:sp>
          <p:nvSpPr>
            <p:cNvPr id="2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sp>
          <p:nvSpPr>
            <p:cNvPr id="26"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sz="600"/>
            </a:p>
          </p:txBody>
        </p:sp>
      </p:grpSp>
      <p:sp>
        <p:nvSpPr>
          <p:cNvPr id="34" name="AutoShape 155"/>
          <p:cNvSpPr>
            <a:spLocks noChangeArrowheads="1"/>
          </p:cNvSpPr>
          <p:nvPr/>
        </p:nvSpPr>
        <p:spPr bwMode="auto">
          <a:xfrm>
            <a:off x="3669947" y="2115409"/>
            <a:ext cx="986853" cy="425944"/>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ea typeface="+mn-ea"/>
              </a:rPr>
              <a:t>ASC</a:t>
            </a:r>
          </a:p>
          <a:p>
            <a:pPr algn="ctr" defTabSz="379413" eaLnBrk="0" hangingPunct="0"/>
            <a:r>
              <a:rPr lang="fr-FR" sz="600">
                <a:ea typeface="+mn-ea"/>
              </a:rPr>
              <a:t>requête </a:t>
            </a:r>
            <a:r>
              <a:rPr lang="fr-FR" sz="600" err="1"/>
              <a:t>créerToken</a:t>
            </a:r>
            <a:endParaRPr lang="fr-FR" sz="600"/>
          </a:p>
        </p:txBody>
      </p:sp>
      <p:cxnSp>
        <p:nvCxnSpPr>
          <p:cNvPr id="35" name="AutoShape 201"/>
          <p:cNvCxnSpPr>
            <a:cxnSpLocks noChangeShapeType="1"/>
            <a:stCxn id="34" idx="2"/>
            <a:endCxn id="39" idx="0"/>
          </p:cNvCxnSpPr>
          <p:nvPr/>
        </p:nvCxnSpPr>
        <p:spPr bwMode="auto">
          <a:xfrm rot="16200000" flipH="1">
            <a:off x="3774148" y="2930578"/>
            <a:ext cx="781627" cy="317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56"/>
          <p:cNvSpPr txBox="1">
            <a:spLocks noChangeArrowheads="1"/>
          </p:cNvSpPr>
          <p:nvPr/>
        </p:nvSpPr>
        <p:spPr bwMode="auto">
          <a:xfrm>
            <a:off x="4278540" y="3096607"/>
            <a:ext cx="75651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Code retour = 0</a:t>
            </a:r>
          </a:p>
        </p:txBody>
      </p:sp>
      <p:cxnSp>
        <p:nvCxnSpPr>
          <p:cNvPr id="37" name="AutoShape 56"/>
          <p:cNvCxnSpPr>
            <a:cxnSpLocks noChangeShapeType="1"/>
            <a:stCxn id="38" idx="2"/>
            <a:endCxn id="41" idx="0"/>
          </p:cNvCxnSpPr>
          <p:nvPr/>
        </p:nvCxnSpPr>
        <p:spPr bwMode="auto">
          <a:xfrm rot="16200000" flipH="1">
            <a:off x="4056853" y="5079510"/>
            <a:ext cx="214323" cy="5697"/>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 name="Rectangle 55"/>
          <p:cNvSpPr>
            <a:spLocks noChangeArrowheads="1"/>
          </p:cNvSpPr>
          <p:nvPr/>
        </p:nvSpPr>
        <p:spPr bwMode="auto">
          <a:xfrm>
            <a:off x="3406775" y="4394993"/>
            <a:ext cx="1508781" cy="580205"/>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latin typeface="+mn-lt"/>
              </a:rPr>
              <a:t>FERMETURE_MAIL</a:t>
            </a:r>
          </a:p>
          <a:p>
            <a:pPr algn="ctr">
              <a:defRPr/>
            </a:pPr>
            <a:r>
              <a:rPr lang="fr-FR" sz="600">
                <a:ea typeface="ＭＳ Ｐゴシック" charset="0"/>
              </a:rPr>
              <a:t>Un e-mail vient de vous être envoyé.</a:t>
            </a:r>
          </a:p>
        </p:txBody>
      </p:sp>
      <p:sp>
        <p:nvSpPr>
          <p:cNvPr id="39" name="AutoShape 208"/>
          <p:cNvSpPr>
            <a:spLocks noChangeArrowheads="1"/>
          </p:cNvSpPr>
          <p:nvPr/>
        </p:nvSpPr>
        <p:spPr bwMode="auto">
          <a:xfrm>
            <a:off x="3417897" y="3322980"/>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12070_ASC_MAIL_OK</a:t>
            </a:r>
            <a:endParaRPr lang="fr-FR" sz="600" i="1" dirty="0"/>
          </a:p>
        </p:txBody>
      </p:sp>
      <p:cxnSp>
        <p:nvCxnSpPr>
          <p:cNvPr id="40" name="AutoShape 56"/>
          <p:cNvCxnSpPr>
            <a:cxnSpLocks noChangeShapeType="1"/>
            <a:stCxn id="39" idx="2"/>
            <a:endCxn id="38" idx="0"/>
          </p:cNvCxnSpPr>
          <p:nvPr/>
        </p:nvCxnSpPr>
        <p:spPr bwMode="auto">
          <a:xfrm rot="5400000">
            <a:off x="3700083" y="3928526"/>
            <a:ext cx="927551" cy="5383"/>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1" name="Rectangle 55"/>
          <p:cNvSpPr>
            <a:spLocks noChangeArrowheads="1"/>
          </p:cNvSpPr>
          <p:nvPr/>
        </p:nvSpPr>
        <p:spPr bwMode="auto">
          <a:xfrm>
            <a:off x="3426715" y="5189521"/>
            <a:ext cx="1480295" cy="246063"/>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endParaRPr lang="fr-FR" sz="600" b="1">
              <a:solidFill>
                <a:srgbClr val="FF0000"/>
              </a:solidFill>
              <a:ea typeface="ＭＳ Ｐゴシック" charset="0"/>
            </a:endParaRPr>
          </a:p>
          <a:p>
            <a:pPr algn="ctr">
              <a:defRPr/>
            </a:pPr>
            <a:r>
              <a:rPr lang="fr-FR" sz="600">
                <a:ea typeface="ＭＳ Ｐゴシック" charset="0"/>
              </a:rPr>
              <a:t>SFR vous remercie de votre appel</a:t>
            </a:r>
          </a:p>
        </p:txBody>
      </p:sp>
      <p:cxnSp>
        <p:nvCxnSpPr>
          <p:cNvPr id="42" name="AutoShape 56"/>
          <p:cNvCxnSpPr>
            <a:cxnSpLocks noChangeShapeType="1"/>
            <a:stCxn id="41" idx="2"/>
            <a:endCxn id="43" idx="0"/>
          </p:cNvCxnSpPr>
          <p:nvPr/>
        </p:nvCxnSpPr>
        <p:spPr bwMode="auto">
          <a:xfrm rot="16200000" flipH="1">
            <a:off x="4051936" y="5550511"/>
            <a:ext cx="231056" cy="1202"/>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AutoShape 19"/>
          <p:cNvSpPr>
            <a:spLocks noChangeArrowheads="1"/>
          </p:cNvSpPr>
          <p:nvPr/>
        </p:nvSpPr>
        <p:spPr bwMode="auto">
          <a:xfrm>
            <a:off x="4100438" y="5666640"/>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sz="600"/>
          </a:p>
        </p:txBody>
      </p:sp>
      <p:sp>
        <p:nvSpPr>
          <p:cNvPr id="44" name="Text Box 156"/>
          <p:cNvSpPr txBox="1">
            <a:spLocks noChangeArrowheads="1"/>
          </p:cNvSpPr>
          <p:nvPr/>
        </p:nvSpPr>
        <p:spPr bwMode="auto">
          <a:xfrm>
            <a:off x="5505141" y="1723748"/>
            <a:ext cx="21860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700" b="1"/>
              <a:t>Web Service : création d’un TOKEN</a:t>
            </a:r>
          </a:p>
          <a:p>
            <a:pPr algn="ctr">
              <a:defRPr/>
            </a:pPr>
            <a:r>
              <a:rPr lang="fr-FR" sz="700" b="1" err="1"/>
              <a:t>GestionTokenCreerToken</a:t>
            </a:r>
            <a:r>
              <a:rPr lang="fr-FR" sz="700" b="1"/>
              <a:t>()</a:t>
            </a:r>
          </a:p>
        </p:txBody>
      </p:sp>
      <p:sp>
        <p:nvSpPr>
          <p:cNvPr id="45" name="AutoShape 98">
            <a:hlinkClick r:id="rId3" action="ppaction://hlinksldjump"/>
          </p:cNvPr>
          <p:cNvSpPr>
            <a:spLocks noChangeArrowheads="1"/>
          </p:cNvSpPr>
          <p:nvPr/>
        </p:nvSpPr>
        <p:spPr bwMode="auto">
          <a:xfrm rot="10800000">
            <a:off x="374531" y="4130945"/>
            <a:ext cx="737396"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ROUTAGE MDP</a:t>
            </a:r>
          </a:p>
        </p:txBody>
      </p:sp>
      <p:cxnSp>
        <p:nvCxnSpPr>
          <p:cNvPr id="64" name="AutoShape 132"/>
          <p:cNvCxnSpPr>
            <a:cxnSpLocks noChangeShapeType="1"/>
            <a:stCxn id="70" idx="1"/>
            <a:endCxn id="45" idx="2"/>
          </p:cNvCxnSpPr>
          <p:nvPr/>
        </p:nvCxnSpPr>
        <p:spPr bwMode="auto">
          <a:xfrm rot="10800000" flipV="1">
            <a:off x="743230" y="3642589"/>
            <a:ext cx="406667" cy="48835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156"/>
          <p:cNvSpPr txBox="1">
            <a:spLocks noChangeArrowheads="1"/>
          </p:cNvSpPr>
          <p:nvPr/>
        </p:nvSpPr>
        <p:spPr bwMode="auto">
          <a:xfrm>
            <a:off x="1111927" y="3368499"/>
            <a:ext cx="178530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defRPr/>
            </a:pPr>
            <a:r>
              <a:rPr lang="fr-FR" sz="600"/>
              <a:t>Code retour de ASC diffèrent de 0</a:t>
            </a:r>
          </a:p>
        </p:txBody>
      </p:sp>
      <p:cxnSp>
        <p:nvCxnSpPr>
          <p:cNvPr id="66" name="AutoShape 132"/>
          <p:cNvCxnSpPr>
            <a:cxnSpLocks noChangeShapeType="1"/>
            <a:stCxn id="34" idx="1"/>
            <a:endCxn id="67" idx="3"/>
          </p:cNvCxnSpPr>
          <p:nvPr/>
        </p:nvCxnSpPr>
        <p:spPr bwMode="auto">
          <a:xfrm rot="10800000" flipV="1">
            <a:off x="2693643" y="2328381"/>
            <a:ext cx="976304" cy="322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AutoShape 208"/>
          <p:cNvSpPr>
            <a:spLocks noChangeArrowheads="1"/>
          </p:cNvSpPr>
          <p:nvPr/>
        </p:nvSpPr>
        <p:spPr bwMode="auto">
          <a:xfrm>
            <a:off x="1046609" y="2259378"/>
            <a:ext cx="164703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12070_ASC_MAIL_INJOIGNABLE</a:t>
            </a:r>
          </a:p>
        </p:txBody>
      </p:sp>
      <p:sp>
        <p:nvSpPr>
          <p:cNvPr id="68" name="Text Box 156"/>
          <p:cNvSpPr txBox="1">
            <a:spLocks noChangeArrowheads="1"/>
          </p:cNvSpPr>
          <p:nvPr/>
        </p:nvSpPr>
        <p:spPr bwMode="auto">
          <a:xfrm>
            <a:off x="1095043" y="2048736"/>
            <a:ext cx="209347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Service injoignable (Web App ko, réseau ko etc…)</a:t>
            </a:r>
          </a:p>
        </p:txBody>
      </p:sp>
      <p:cxnSp>
        <p:nvCxnSpPr>
          <p:cNvPr id="69" name="AutoShape 132"/>
          <p:cNvCxnSpPr>
            <a:cxnSpLocks noChangeShapeType="1"/>
            <a:stCxn id="67" idx="1"/>
            <a:endCxn id="45" idx="2"/>
          </p:cNvCxnSpPr>
          <p:nvPr/>
        </p:nvCxnSpPr>
        <p:spPr bwMode="auto">
          <a:xfrm rot="10800000" flipV="1">
            <a:off x="743229" y="2331609"/>
            <a:ext cx="303380" cy="179933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AutoShape 208"/>
          <p:cNvSpPr>
            <a:spLocks noChangeArrowheads="1"/>
          </p:cNvSpPr>
          <p:nvPr/>
        </p:nvSpPr>
        <p:spPr bwMode="auto">
          <a:xfrm>
            <a:off x="1149896" y="3570359"/>
            <a:ext cx="164703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12070_ASC_MAIL_KO_</a:t>
            </a:r>
            <a:r>
              <a:rPr lang="fr-FR" sz="600" i="1" dirty="0"/>
              <a:t>[code]</a:t>
            </a:r>
          </a:p>
        </p:txBody>
      </p:sp>
      <p:cxnSp>
        <p:nvCxnSpPr>
          <p:cNvPr id="71" name="AutoShape 132"/>
          <p:cNvCxnSpPr>
            <a:cxnSpLocks noChangeShapeType="1"/>
            <a:stCxn id="34" idx="1"/>
            <a:endCxn id="70" idx="3"/>
          </p:cNvCxnSpPr>
          <p:nvPr/>
        </p:nvCxnSpPr>
        <p:spPr bwMode="auto">
          <a:xfrm rot="10800000" flipV="1">
            <a:off x="2796931" y="2328380"/>
            <a:ext cx="873017" cy="131420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AutoShape 132"/>
          <p:cNvCxnSpPr>
            <a:cxnSpLocks noChangeShapeType="1"/>
            <a:stCxn id="34" idx="1"/>
            <a:endCxn id="73" idx="3"/>
          </p:cNvCxnSpPr>
          <p:nvPr/>
        </p:nvCxnSpPr>
        <p:spPr bwMode="auto">
          <a:xfrm rot="10800000" flipV="1">
            <a:off x="2788463" y="2328381"/>
            <a:ext cx="881484" cy="65130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208"/>
          <p:cNvSpPr>
            <a:spLocks noChangeArrowheads="1"/>
          </p:cNvSpPr>
          <p:nvPr/>
        </p:nvSpPr>
        <p:spPr bwMode="auto">
          <a:xfrm>
            <a:off x="1291159" y="2907456"/>
            <a:ext cx="149730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12070_ASC_MAIL_TIMEOUT</a:t>
            </a:r>
          </a:p>
        </p:txBody>
      </p:sp>
      <p:cxnSp>
        <p:nvCxnSpPr>
          <p:cNvPr id="75" name="AutoShape 132"/>
          <p:cNvCxnSpPr>
            <a:cxnSpLocks noChangeShapeType="1"/>
            <a:stCxn id="73" idx="1"/>
            <a:endCxn id="45" idx="2"/>
          </p:cNvCxnSpPr>
          <p:nvPr/>
        </p:nvCxnSpPr>
        <p:spPr bwMode="auto">
          <a:xfrm rot="10800000" flipV="1">
            <a:off x="743229" y="2979687"/>
            <a:ext cx="547930" cy="115125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Text Box 156"/>
          <p:cNvSpPr txBox="1">
            <a:spLocks noChangeArrowheads="1"/>
          </p:cNvSpPr>
          <p:nvPr/>
        </p:nvSpPr>
        <p:spPr bwMode="auto">
          <a:xfrm>
            <a:off x="636176" y="2713486"/>
            <a:ext cx="3211791"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pas de retour du service dans les 11 secondes après Emission de la requête initiale</a:t>
            </a:r>
          </a:p>
        </p:txBody>
      </p:sp>
      <p:sp>
        <p:nvSpPr>
          <p:cNvPr id="4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47" name="Rectangle 46"/>
          <p:cNvSpPr/>
          <p:nvPr/>
        </p:nvSpPr>
        <p:spPr bwMode="auto">
          <a:xfrm>
            <a:off x="4656799" y="678589"/>
            <a:ext cx="4458649" cy="366274"/>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fr-FR" sz="800" b="1"/>
              <a:t>Prioritairement le NDA (Ressource principale) dans DEXTER sert à interroger le WS UPS </a:t>
            </a:r>
          </a:p>
          <a:p>
            <a:pPr marL="0" marR="0" indent="0" algn="l" defTabSz="914400" rtl="0" eaLnBrk="1" fontAlgn="base" latinLnBrk="0" hangingPunct="1">
              <a:lnSpc>
                <a:spcPct val="100000"/>
              </a:lnSpc>
              <a:spcBef>
                <a:spcPct val="0"/>
              </a:spcBef>
              <a:spcAft>
                <a:spcPct val="0"/>
              </a:spcAft>
              <a:buClrTx/>
              <a:buSzTx/>
              <a:buFontTx/>
              <a:buNone/>
              <a:tabLst/>
            </a:pPr>
            <a:r>
              <a:rPr lang="fr-FR" sz="800" b="1"/>
              <a:t>(si formaté en 01, 02, 03, 04, 05, 09)</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1" i="0" u="none" strike="noStrike" cap="none" normalizeH="0" baseline="0">
                <a:ln>
                  <a:noFill/>
                </a:ln>
                <a:solidFill>
                  <a:schemeClr val="tx1"/>
                </a:solidFill>
                <a:effectLst/>
              </a:rPr>
              <a:t>Sinon le NDI de référence</a:t>
            </a:r>
          </a:p>
        </p:txBody>
      </p:sp>
      <p:sp>
        <p:nvSpPr>
          <p:cNvPr id="4" name="ZoneTexte 3">
            <a:extLst>
              <a:ext uri="{FF2B5EF4-FFF2-40B4-BE49-F238E27FC236}">
                <a16:creationId xmlns:a16="http://schemas.microsoft.com/office/drawing/2014/main" id="{84AA811F-DA50-E032-2050-B1B76FA503D0}"/>
              </a:ext>
            </a:extLst>
          </p:cNvPr>
          <p:cNvSpPr txBox="1"/>
          <p:nvPr/>
        </p:nvSpPr>
        <p:spPr>
          <a:xfrm>
            <a:off x="454000" y="548633"/>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3868182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utoShape 73"/>
          <p:cNvSpPr>
            <a:spLocks noChangeArrowheads="1"/>
          </p:cNvSpPr>
          <p:nvPr/>
        </p:nvSpPr>
        <p:spPr bwMode="auto">
          <a:xfrm>
            <a:off x="1219404" y="306693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27" name="AutoShape 14"/>
          <p:cNvSpPr>
            <a:spLocks noChangeArrowheads="1"/>
          </p:cNvSpPr>
          <p:nvPr/>
        </p:nvSpPr>
        <p:spPr bwMode="auto">
          <a:xfrm>
            <a:off x="249007" y="3418569"/>
            <a:ext cx="1309082" cy="2244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12080_ROUTAGE_MDP_HNO_COM</a:t>
            </a:r>
          </a:p>
        </p:txBody>
      </p:sp>
      <p:cxnSp>
        <p:nvCxnSpPr>
          <p:cNvPr id="28" name="Connecteur droit 27"/>
          <p:cNvCxnSpPr>
            <a:stCxn id="27" idx="2"/>
            <a:endCxn id="29" idx="2"/>
          </p:cNvCxnSpPr>
          <p:nvPr/>
        </p:nvCxnSpPr>
        <p:spPr bwMode="auto">
          <a:xfrm>
            <a:off x="903548" y="3643007"/>
            <a:ext cx="0" cy="127193"/>
          </a:xfrm>
          <a:prstGeom prst="line">
            <a:avLst/>
          </a:prstGeom>
          <a:solidFill>
            <a:schemeClr val="accent1"/>
          </a:solidFill>
          <a:ln w="9525" cap="flat" cmpd="sng" algn="ctr">
            <a:solidFill>
              <a:schemeClr val="tx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AutoShape 11">
            <a:hlinkClick r:id="rId3" action="ppaction://hlinksldjump"/>
          </p:cNvPr>
          <p:cNvSpPr>
            <a:spLocks noChangeArrowheads="1"/>
          </p:cNvSpPr>
          <p:nvPr/>
        </p:nvSpPr>
        <p:spPr bwMode="auto">
          <a:xfrm rot="10800000">
            <a:off x="578257" y="3770200"/>
            <a:ext cx="650582" cy="31021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cxnSp>
        <p:nvCxnSpPr>
          <p:cNvPr id="30" name="Connecteur en angle 29"/>
          <p:cNvCxnSpPr>
            <a:stCxn id="25" idx="1"/>
            <a:endCxn id="27" idx="0"/>
          </p:cNvCxnSpPr>
          <p:nvPr/>
        </p:nvCxnSpPr>
        <p:spPr bwMode="auto">
          <a:xfrm rot="10800000" flipV="1">
            <a:off x="903548" y="3258745"/>
            <a:ext cx="315856" cy="159824"/>
          </a:xfrm>
          <a:prstGeom prst="bentConnector2">
            <a:avLst/>
          </a:prstGeom>
          <a:solidFill>
            <a:schemeClr val="accent1"/>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156"/>
          <p:cNvSpPr txBox="1">
            <a:spLocks noChangeArrowheads="1"/>
          </p:cNvSpPr>
          <p:nvPr/>
        </p:nvSpPr>
        <p:spPr bwMode="auto">
          <a:xfrm>
            <a:off x="651691" y="305551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32" name="Text Box 156"/>
          <p:cNvSpPr txBox="1">
            <a:spLocks noChangeArrowheads="1"/>
          </p:cNvSpPr>
          <p:nvPr/>
        </p:nvSpPr>
        <p:spPr bwMode="auto">
          <a:xfrm>
            <a:off x="2028411" y="2988272"/>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4098" name="Espace réservé du numéro de diapositive 3"/>
          <p:cNvSpPr>
            <a:spLocks noGrp="1"/>
          </p:cNvSpPr>
          <p:nvPr>
            <p:ph type="sldNum" sz="quarter" idx="10"/>
          </p:nvPr>
        </p:nvSpPr>
        <p:spPr>
          <a:xfrm>
            <a:off x="8638932" y="357065"/>
            <a:ext cx="476250" cy="14311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44</a:t>
            </a:fld>
            <a:endParaRPr lang="fr-FR"/>
          </a:p>
        </p:txBody>
      </p:sp>
      <p:sp>
        <p:nvSpPr>
          <p:cNvPr id="8" name="AutoShape 98">
            <a:hlinkClick r:id="rId4" action="ppaction://hlinksldjump"/>
          </p:cNvPr>
          <p:cNvSpPr>
            <a:spLocks noChangeArrowheads="1"/>
          </p:cNvSpPr>
          <p:nvPr/>
        </p:nvSpPr>
        <p:spPr bwMode="auto">
          <a:xfrm rot="10800000">
            <a:off x="1192247" y="1153463"/>
            <a:ext cx="107962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a:t>
            </a:r>
          </a:p>
        </p:txBody>
      </p:sp>
      <p:sp>
        <p:nvSpPr>
          <p:cNvPr id="195" name="AutoShape 177"/>
          <p:cNvSpPr>
            <a:spLocks noChangeArrowheads="1"/>
          </p:cNvSpPr>
          <p:nvPr/>
        </p:nvSpPr>
        <p:spPr bwMode="auto">
          <a:xfrm>
            <a:off x="2508340" y="5142018"/>
            <a:ext cx="934124" cy="390016"/>
          </a:xfrm>
          <a:prstGeom prst="flowChartDecision">
            <a:avLst/>
          </a:prstGeom>
          <a:solidFill>
            <a:srgbClr val="3366FF"/>
          </a:solidFill>
          <a:ln w="9525">
            <a:solidFill>
              <a:schemeClr val="tx1"/>
            </a:solidFill>
            <a:miter lim="800000"/>
            <a:headEnd/>
            <a:tailEnd/>
          </a:ln>
          <a:effectLst>
            <a:outerShdw blurRad="63500" dist="38099" dir="2700000" algn="ctr" rotWithShape="0">
              <a:schemeClr val="bg2">
                <a:alpha val="74998"/>
              </a:schemeClr>
            </a:outerShdw>
          </a:effectLst>
        </p:spPr>
        <p:txBody>
          <a:bodyPr lIns="37874" tIns="18937" rIns="37874" bIns="18937" anchor="ctr"/>
          <a:lstStyle/>
          <a:p>
            <a:pPr algn="ctr" defTabSz="379413" eaLnBrk="0" hangingPunct="0"/>
            <a:r>
              <a:rPr lang="fr-FR" sz="600">
                <a:solidFill>
                  <a:schemeClr val="bg1"/>
                </a:solidFill>
                <a:ea typeface="ＭＳ Ｐゴシック" charset="0"/>
              </a:rPr>
              <a:t>PREMIUM</a:t>
            </a:r>
          </a:p>
        </p:txBody>
      </p:sp>
      <p:sp>
        <p:nvSpPr>
          <p:cNvPr id="198" name="AutoShape 208"/>
          <p:cNvSpPr>
            <a:spLocks noChangeArrowheads="1"/>
          </p:cNvSpPr>
          <p:nvPr/>
        </p:nvSpPr>
        <p:spPr bwMode="auto">
          <a:xfrm>
            <a:off x="3620088" y="5266099"/>
            <a:ext cx="1261000" cy="1215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12080_ROUTAGE_MDP_PREMIUM</a:t>
            </a:r>
          </a:p>
        </p:txBody>
      </p:sp>
      <p:cxnSp>
        <p:nvCxnSpPr>
          <p:cNvPr id="199" name="AutoShape 132"/>
          <p:cNvCxnSpPr>
            <a:cxnSpLocks noChangeShapeType="1"/>
            <a:stCxn id="40" idx="3"/>
            <a:endCxn id="43" idx="2"/>
          </p:cNvCxnSpPr>
          <p:nvPr/>
        </p:nvCxnSpPr>
        <p:spPr bwMode="auto">
          <a:xfrm>
            <a:off x="6346773" y="5331944"/>
            <a:ext cx="77262" cy="75649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132"/>
          <p:cNvCxnSpPr>
            <a:cxnSpLocks noChangeShapeType="1"/>
            <a:stCxn id="195" idx="3"/>
            <a:endCxn id="198" idx="1"/>
          </p:cNvCxnSpPr>
          <p:nvPr/>
        </p:nvCxnSpPr>
        <p:spPr bwMode="auto">
          <a:xfrm flipV="1">
            <a:off x="3442464" y="5326862"/>
            <a:ext cx="177624" cy="1016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9" name="Text Box 160"/>
          <p:cNvSpPr txBox="1">
            <a:spLocks noChangeArrowheads="1"/>
          </p:cNvSpPr>
          <p:nvPr/>
        </p:nvSpPr>
        <p:spPr bwMode="auto">
          <a:xfrm>
            <a:off x="3269268" y="5114540"/>
            <a:ext cx="40443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OUI</a:t>
            </a:r>
          </a:p>
        </p:txBody>
      </p:sp>
      <p:cxnSp>
        <p:nvCxnSpPr>
          <p:cNvPr id="98" name="AutoShape 132"/>
          <p:cNvCxnSpPr>
            <a:cxnSpLocks noChangeShapeType="1"/>
            <a:stCxn id="8" idx="0"/>
            <a:endCxn id="25" idx="0"/>
          </p:cNvCxnSpPr>
          <p:nvPr/>
        </p:nvCxnSpPr>
        <p:spPr bwMode="auto">
          <a:xfrm rot="5400000">
            <a:off x="916929" y="2251809"/>
            <a:ext cx="1556854" cy="7340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AutoShape 98">
            <a:hlinkClick r:id="rId5" action="ppaction://hlinksldjump"/>
          </p:cNvPr>
          <p:cNvSpPr>
            <a:spLocks noChangeArrowheads="1"/>
          </p:cNvSpPr>
          <p:nvPr/>
        </p:nvSpPr>
        <p:spPr bwMode="auto">
          <a:xfrm rot="10800000">
            <a:off x="2381609" y="1153464"/>
            <a:ext cx="1187585"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REINIT MOT DE PASSE SUITE</a:t>
            </a:r>
          </a:p>
        </p:txBody>
      </p:sp>
      <p:cxnSp>
        <p:nvCxnSpPr>
          <p:cNvPr id="112" name="AutoShape 132"/>
          <p:cNvCxnSpPr>
            <a:cxnSpLocks noChangeShapeType="1"/>
            <a:stCxn id="111" idx="0"/>
            <a:endCxn id="25" idx="0"/>
          </p:cNvCxnSpPr>
          <p:nvPr/>
        </p:nvCxnSpPr>
        <p:spPr bwMode="auto">
          <a:xfrm rot="5400000">
            <a:off x="1538601" y="1630137"/>
            <a:ext cx="1556853" cy="131674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AutoShape 98">
            <a:hlinkClick r:id="rId6" action="ppaction://hlinksldjump"/>
          </p:cNvPr>
          <p:cNvSpPr>
            <a:spLocks noChangeArrowheads="1"/>
          </p:cNvSpPr>
          <p:nvPr/>
        </p:nvSpPr>
        <p:spPr bwMode="auto">
          <a:xfrm rot="10800000">
            <a:off x="3740553" y="1164353"/>
            <a:ext cx="107962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SMS</a:t>
            </a:r>
          </a:p>
        </p:txBody>
      </p:sp>
      <p:cxnSp>
        <p:nvCxnSpPr>
          <p:cNvPr id="127" name="AutoShape 132"/>
          <p:cNvCxnSpPr>
            <a:cxnSpLocks noChangeShapeType="1"/>
            <a:stCxn id="122" idx="0"/>
            <a:endCxn id="25" idx="0"/>
          </p:cNvCxnSpPr>
          <p:nvPr/>
        </p:nvCxnSpPr>
        <p:spPr bwMode="auto">
          <a:xfrm rot="5400000">
            <a:off x="2196527" y="983101"/>
            <a:ext cx="1545964" cy="262171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98">
            <a:hlinkClick r:id="rId7" action="ppaction://hlinksldjump"/>
          </p:cNvPr>
          <p:cNvSpPr>
            <a:spLocks noChangeArrowheads="1"/>
          </p:cNvSpPr>
          <p:nvPr/>
        </p:nvSpPr>
        <p:spPr bwMode="auto">
          <a:xfrm rot="10800000">
            <a:off x="4958638" y="1153464"/>
            <a:ext cx="107962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ENVOI MDP MAIL</a:t>
            </a:r>
          </a:p>
        </p:txBody>
      </p:sp>
      <p:cxnSp>
        <p:nvCxnSpPr>
          <p:cNvPr id="152" name="AutoShape 132"/>
          <p:cNvCxnSpPr>
            <a:cxnSpLocks noChangeShapeType="1"/>
            <a:stCxn id="128" idx="0"/>
            <a:endCxn id="25" idx="0"/>
          </p:cNvCxnSpPr>
          <p:nvPr/>
        </p:nvCxnSpPr>
        <p:spPr bwMode="auto">
          <a:xfrm rot="5400000">
            <a:off x="2800125" y="368613"/>
            <a:ext cx="1556853" cy="383979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AutoShape 31">
            <a:hlinkClick r:id="" action="ppaction://noaction"/>
          </p:cNvPr>
          <p:cNvSpPr>
            <a:spLocks noChangeArrowheads="1"/>
          </p:cNvSpPr>
          <p:nvPr/>
        </p:nvSpPr>
        <p:spPr bwMode="auto">
          <a:xfrm>
            <a:off x="5099967" y="5247525"/>
            <a:ext cx="1246806" cy="16883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FIXE_ROUTAGE_MDP_PREMIUM</a:t>
            </a:r>
          </a:p>
        </p:txBody>
      </p:sp>
      <p:cxnSp>
        <p:nvCxnSpPr>
          <p:cNvPr id="67" name="AutoShape 132"/>
          <p:cNvCxnSpPr>
            <a:cxnSpLocks noChangeShapeType="1"/>
            <a:stCxn id="195" idx="2"/>
            <a:endCxn id="69" idx="2"/>
          </p:cNvCxnSpPr>
          <p:nvPr/>
        </p:nvCxnSpPr>
        <p:spPr bwMode="auto">
          <a:xfrm rot="5400000">
            <a:off x="2696058" y="5809092"/>
            <a:ext cx="556403" cy="228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AutoShape 208"/>
          <p:cNvSpPr>
            <a:spLocks noChangeArrowheads="1"/>
          </p:cNvSpPr>
          <p:nvPr/>
        </p:nvSpPr>
        <p:spPr bwMode="auto">
          <a:xfrm>
            <a:off x="2302984" y="5738004"/>
            <a:ext cx="1471751"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12080_ROUTAGE_MDP_GP</a:t>
            </a:r>
          </a:p>
        </p:txBody>
      </p:sp>
      <p:sp>
        <p:nvSpPr>
          <p:cNvPr id="69" name="AutoShape 87">
            <a:hlinkClick r:id="rId8" action="ppaction://hlinksldjump"/>
          </p:cNvPr>
          <p:cNvSpPr>
            <a:spLocks noChangeArrowheads="1"/>
          </p:cNvSpPr>
          <p:nvPr/>
        </p:nvSpPr>
        <p:spPr bwMode="auto">
          <a:xfrm rot="10800000">
            <a:off x="2382968" y="6088437"/>
            <a:ext cx="1180294"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ADMINISTRATIF</a:t>
            </a:r>
          </a:p>
        </p:txBody>
      </p:sp>
      <p:sp>
        <p:nvSpPr>
          <p:cNvPr id="43" name="AutoShape 98">
            <a:hlinkClick r:id="rId9" action="ppaction://hlinksldjump"/>
          </p:cNvPr>
          <p:cNvSpPr>
            <a:spLocks noChangeArrowheads="1"/>
          </p:cNvSpPr>
          <p:nvPr/>
        </p:nvSpPr>
        <p:spPr bwMode="auto">
          <a:xfrm rot="10800000">
            <a:off x="5884224" y="6088437"/>
            <a:ext cx="1079623" cy="35662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PREMIUM SOUS-MENU</a:t>
            </a:r>
          </a:p>
        </p:txBody>
      </p:sp>
      <p:sp>
        <p:nvSpPr>
          <p:cNvPr id="3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 name="Titre 2"/>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ROUTAGE MDP</a:t>
            </a:r>
          </a:p>
        </p:txBody>
      </p:sp>
      <p:sp>
        <p:nvSpPr>
          <p:cNvPr id="33" name="AutoShape 14"/>
          <p:cNvSpPr>
            <a:spLocks noChangeArrowheads="1"/>
          </p:cNvSpPr>
          <p:nvPr/>
        </p:nvSpPr>
        <p:spPr bwMode="auto">
          <a:xfrm>
            <a:off x="2291671" y="3430635"/>
            <a:ext cx="1327058" cy="21237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12080_ROUTAGE_MDP_HO_COM</a:t>
            </a:r>
          </a:p>
        </p:txBody>
      </p:sp>
      <p:sp>
        <p:nvSpPr>
          <p:cNvPr id="35" name="Text Box 156">
            <a:extLst>
              <a:ext uri="{FF2B5EF4-FFF2-40B4-BE49-F238E27FC236}">
                <a16:creationId xmlns:a16="http://schemas.microsoft.com/office/drawing/2014/main" id="{9E0BD05D-2925-4250-993F-C56503E81CBD}"/>
              </a:ext>
            </a:extLst>
          </p:cNvPr>
          <p:cNvSpPr txBox="1">
            <a:spLocks noChangeArrowheads="1"/>
          </p:cNvSpPr>
          <p:nvPr/>
        </p:nvSpPr>
        <p:spPr bwMode="auto">
          <a:xfrm>
            <a:off x="2138431" y="5539394"/>
            <a:ext cx="81144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 ou désactivé</a:t>
            </a:r>
          </a:p>
        </p:txBody>
      </p:sp>
      <p:cxnSp>
        <p:nvCxnSpPr>
          <p:cNvPr id="6" name="Connecteur droit 5">
            <a:extLst>
              <a:ext uri="{FF2B5EF4-FFF2-40B4-BE49-F238E27FC236}">
                <a16:creationId xmlns:a16="http://schemas.microsoft.com/office/drawing/2014/main" id="{853E0937-CC0E-4948-A676-94111D31C817}"/>
              </a:ext>
            </a:extLst>
          </p:cNvPr>
          <p:cNvCxnSpPr>
            <a:stCxn id="198" idx="3"/>
            <a:endCxn id="40" idx="1"/>
          </p:cNvCxnSpPr>
          <p:nvPr/>
        </p:nvCxnSpPr>
        <p:spPr bwMode="auto">
          <a:xfrm>
            <a:off x="4881088" y="5326862"/>
            <a:ext cx="218879" cy="50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 en angle 10">
            <a:extLst>
              <a:ext uri="{FF2B5EF4-FFF2-40B4-BE49-F238E27FC236}">
                <a16:creationId xmlns:a16="http://schemas.microsoft.com/office/drawing/2014/main" id="{F9C69B6D-71B4-46FE-ADA6-1CE1F4A084E4}"/>
              </a:ext>
            </a:extLst>
          </p:cNvPr>
          <p:cNvCxnSpPr>
            <a:stCxn id="25" idx="3"/>
            <a:endCxn id="33" idx="0"/>
          </p:cNvCxnSpPr>
          <p:nvPr/>
        </p:nvCxnSpPr>
        <p:spPr bwMode="auto">
          <a:xfrm>
            <a:off x="2097901" y="3258745"/>
            <a:ext cx="857299" cy="17189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177">
            <a:extLst>
              <a:ext uri="{FF2B5EF4-FFF2-40B4-BE49-F238E27FC236}">
                <a16:creationId xmlns:a16="http://schemas.microsoft.com/office/drawing/2014/main" id="{945FE684-8507-46A6-8A48-9F176F643047}"/>
              </a:ext>
            </a:extLst>
          </p:cNvPr>
          <p:cNvSpPr>
            <a:spLocks noChangeArrowheads="1"/>
          </p:cNvSpPr>
          <p:nvPr/>
        </p:nvSpPr>
        <p:spPr bwMode="auto">
          <a:xfrm>
            <a:off x="2502447" y="3798379"/>
            <a:ext cx="934124" cy="390016"/>
          </a:xfrm>
          <a:prstGeom prst="flowChartDecision">
            <a:avLst/>
          </a:prstGeom>
          <a:solidFill>
            <a:srgbClr val="3366FF"/>
          </a:solidFill>
          <a:ln w="9525">
            <a:solidFill>
              <a:schemeClr val="tx1"/>
            </a:solidFill>
            <a:miter lim="800000"/>
            <a:headEnd/>
            <a:tailEnd/>
          </a:ln>
          <a:effectLst>
            <a:outerShdw blurRad="63500" dist="38099" dir="2700000" algn="ctr" rotWithShape="0">
              <a:schemeClr val="bg2">
                <a:alpha val="74998"/>
              </a:schemeClr>
            </a:outerShdw>
          </a:effectLst>
        </p:spPr>
        <p:txBody>
          <a:bodyPr lIns="37874" tIns="18937" rIns="37874" bIns="18937" anchor="ctr"/>
          <a:lstStyle/>
          <a:p>
            <a:pPr algn="ctr" defTabSz="379413" eaLnBrk="0" hangingPunct="0"/>
            <a:r>
              <a:rPr lang="fr-FR" sz="600">
                <a:solidFill>
                  <a:schemeClr val="bg1"/>
                </a:solidFill>
                <a:ea typeface="ＭＳ Ｐゴシック" charset="0"/>
              </a:rPr>
              <a:t>RDGU</a:t>
            </a:r>
          </a:p>
        </p:txBody>
      </p:sp>
      <p:sp>
        <p:nvSpPr>
          <p:cNvPr id="45" name="AutoShape 208">
            <a:extLst>
              <a:ext uri="{FF2B5EF4-FFF2-40B4-BE49-F238E27FC236}">
                <a16:creationId xmlns:a16="http://schemas.microsoft.com/office/drawing/2014/main" id="{26080761-2B08-45D8-92C2-B83861EB7259}"/>
              </a:ext>
            </a:extLst>
          </p:cNvPr>
          <p:cNvSpPr>
            <a:spLocks noChangeArrowheads="1"/>
          </p:cNvSpPr>
          <p:nvPr/>
        </p:nvSpPr>
        <p:spPr bwMode="auto">
          <a:xfrm>
            <a:off x="531561" y="4608266"/>
            <a:ext cx="1495783" cy="1215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12080_ROUTAGE_MDP_RDGU_NOK</a:t>
            </a:r>
          </a:p>
        </p:txBody>
      </p:sp>
      <p:sp>
        <p:nvSpPr>
          <p:cNvPr id="46" name="AutoShape 208">
            <a:extLst>
              <a:ext uri="{FF2B5EF4-FFF2-40B4-BE49-F238E27FC236}">
                <a16:creationId xmlns:a16="http://schemas.microsoft.com/office/drawing/2014/main" id="{3ED50703-7496-4A25-B531-7818198E97F5}"/>
              </a:ext>
            </a:extLst>
          </p:cNvPr>
          <p:cNvSpPr>
            <a:spLocks noChangeArrowheads="1"/>
          </p:cNvSpPr>
          <p:nvPr/>
        </p:nvSpPr>
        <p:spPr bwMode="auto">
          <a:xfrm>
            <a:off x="2224116" y="4608266"/>
            <a:ext cx="1495783" cy="1215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12080_ROUTAGE_MDP_RDGU_NOK</a:t>
            </a:r>
          </a:p>
        </p:txBody>
      </p:sp>
      <p:sp>
        <p:nvSpPr>
          <p:cNvPr id="47" name="AutoShape 208">
            <a:extLst>
              <a:ext uri="{FF2B5EF4-FFF2-40B4-BE49-F238E27FC236}">
                <a16:creationId xmlns:a16="http://schemas.microsoft.com/office/drawing/2014/main" id="{710FCB5B-8D9C-4700-B51E-1A6E4714169E}"/>
              </a:ext>
            </a:extLst>
          </p:cNvPr>
          <p:cNvSpPr>
            <a:spLocks noChangeArrowheads="1"/>
          </p:cNvSpPr>
          <p:nvPr/>
        </p:nvSpPr>
        <p:spPr bwMode="auto">
          <a:xfrm>
            <a:off x="4210746" y="3935276"/>
            <a:ext cx="1495783" cy="1215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12080_ROUTAGE_MDP_RDGU_OK</a:t>
            </a:r>
          </a:p>
        </p:txBody>
      </p:sp>
      <p:cxnSp>
        <p:nvCxnSpPr>
          <p:cNvPr id="14" name="Connecteur droit 13">
            <a:extLst>
              <a:ext uri="{FF2B5EF4-FFF2-40B4-BE49-F238E27FC236}">
                <a16:creationId xmlns:a16="http://schemas.microsoft.com/office/drawing/2014/main" id="{CB7E76CB-6073-4283-B2D8-C0DB727DCE00}"/>
              </a:ext>
            </a:extLst>
          </p:cNvPr>
          <p:cNvCxnSpPr>
            <a:stCxn id="33" idx="2"/>
            <a:endCxn id="44" idx="0"/>
          </p:cNvCxnSpPr>
          <p:nvPr/>
        </p:nvCxnSpPr>
        <p:spPr bwMode="auto">
          <a:xfrm>
            <a:off x="2955200" y="3643007"/>
            <a:ext cx="14309" cy="1553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a:extLst>
              <a:ext uri="{FF2B5EF4-FFF2-40B4-BE49-F238E27FC236}">
                <a16:creationId xmlns:a16="http://schemas.microsoft.com/office/drawing/2014/main" id="{4F7DEED9-84FC-4883-A41D-FA327F65A3C4}"/>
              </a:ext>
            </a:extLst>
          </p:cNvPr>
          <p:cNvCxnSpPr>
            <a:stCxn id="44" idx="2"/>
            <a:endCxn id="46" idx="0"/>
          </p:cNvCxnSpPr>
          <p:nvPr/>
        </p:nvCxnSpPr>
        <p:spPr bwMode="auto">
          <a:xfrm>
            <a:off x="2969509" y="4188395"/>
            <a:ext cx="2499" cy="4198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a:extLst>
              <a:ext uri="{FF2B5EF4-FFF2-40B4-BE49-F238E27FC236}">
                <a16:creationId xmlns:a16="http://schemas.microsoft.com/office/drawing/2014/main" id="{F4265F9B-90AA-410E-940A-BC23BC1E0F89}"/>
              </a:ext>
            </a:extLst>
          </p:cNvPr>
          <p:cNvCxnSpPr>
            <a:stCxn id="46" idx="2"/>
            <a:endCxn id="195" idx="0"/>
          </p:cNvCxnSpPr>
          <p:nvPr/>
        </p:nvCxnSpPr>
        <p:spPr bwMode="auto">
          <a:xfrm>
            <a:off x="2972008" y="4729791"/>
            <a:ext cx="3394" cy="41222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 en angle 19">
            <a:extLst>
              <a:ext uri="{FF2B5EF4-FFF2-40B4-BE49-F238E27FC236}">
                <a16:creationId xmlns:a16="http://schemas.microsoft.com/office/drawing/2014/main" id="{92F67EE5-B72E-4C0B-A0E0-7EE17FA0E376}"/>
              </a:ext>
            </a:extLst>
          </p:cNvPr>
          <p:cNvCxnSpPr>
            <a:stCxn id="45" idx="2"/>
            <a:endCxn id="195" idx="0"/>
          </p:cNvCxnSpPr>
          <p:nvPr/>
        </p:nvCxnSpPr>
        <p:spPr bwMode="auto">
          <a:xfrm rot="16200000" flipH="1">
            <a:off x="1921314" y="4087929"/>
            <a:ext cx="412227" cy="169594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 en angle 21">
            <a:extLst>
              <a:ext uri="{FF2B5EF4-FFF2-40B4-BE49-F238E27FC236}">
                <a16:creationId xmlns:a16="http://schemas.microsoft.com/office/drawing/2014/main" id="{EF24EE0B-D855-4705-96F6-70148EFCF7E4}"/>
              </a:ext>
            </a:extLst>
          </p:cNvPr>
          <p:cNvCxnSpPr>
            <a:stCxn id="44" idx="1"/>
            <a:endCxn id="45" idx="0"/>
          </p:cNvCxnSpPr>
          <p:nvPr/>
        </p:nvCxnSpPr>
        <p:spPr bwMode="auto">
          <a:xfrm rot="10800000" flipV="1">
            <a:off x="1279453" y="3993386"/>
            <a:ext cx="1222994" cy="61487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23">
            <a:extLst>
              <a:ext uri="{FF2B5EF4-FFF2-40B4-BE49-F238E27FC236}">
                <a16:creationId xmlns:a16="http://schemas.microsoft.com/office/drawing/2014/main" id="{D3A34C24-DA52-4DCF-A54E-0F0D0BAB3C0C}"/>
              </a:ext>
            </a:extLst>
          </p:cNvPr>
          <p:cNvCxnSpPr>
            <a:stCxn id="44" idx="3"/>
            <a:endCxn id="47" idx="1"/>
          </p:cNvCxnSpPr>
          <p:nvPr/>
        </p:nvCxnSpPr>
        <p:spPr bwMode="auto">
          <a:xfrm>
            <a:off x="3436571" y="3993387"/>
            <a:ext cx="774175" cy="265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Connecteur : en angle 35">
            <a:extLst>
              <a:ext uri="{FF2B5EF4-FFF2-40B4-BE49-F238E27FC236}">
                <a16:creationId xmlns:a16="http://schemas.microsoft.com/office/drawing/2014/main" id="{DF130AB2-F008-45AA-AC8C-F8FF67A183EF}"/>
              </a:ext>
            </a:extLst>
          </p:cNvPr>
          <p:cNvCxnSpPr>
            <a:cxnSpLocks/>
            <a:stCxn id="47" idx="3"/>
            <a:endCxn id="65" idx="0"/>
          </p:cNvCxnSpPr>
          <p:nvPr/>
        </p:nvCxnSpPr>
        <p:spPr bwMode="auto">
          <a:xfrm>
            <a:off x="5706529" y="3996039"/>
            <a:ext cx="813608" cy="20989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142">
            <a:extLst>
              <a:ext uri="{FF2B5EF4-FFF2-40B4-BE49-F238E27FC236}">
                <a16:creationId xmlns:a16="http://schemas.microsoft.com/office/drawing/2014/main" id="{9322171D-850D-4365-8D97-7F1908ABDE2B}"/>
              </a:ext>
            </a:extLst>
          </p:cNvPr>
          <p:cNvSpPr>
            <a:spLocks noChangeArrowheads="1"/>
          </p:cNvSpPr>
          <p:nvPr/>
        </p:nvSpPr>
        <p:spPr bwMode="auto">
          <a:xfrm>
            <a:off x="6061377" y="4205930"/>
            <a:ext cx="917520"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b="1" i="1">
                <a:solidFill>
                  <a:srgbClr val="00B050"/>
                </a:solidFill>
              </a:rPr>
              <a:t>FCT RDGU</a:t>
            </a:r>
          </a:p>
        </p:txBody>
      </p:sp>
      <p:sp>
        <p:nvSpPr>
          <p:cNvPr id="5" name="ZoneTexte 4">
            <a:extLst>
              <a:ext uri="{FF2B5EF4-FFF2-40B4-BE49-F238E27FC236}">
                <a16:creationId xmlns:a16="http://schemas.microsoft.com/office/drawing/2014/main" id="{DF0CD917-B453-EC33-FA78-3F94822655C3}"/>
              </a:ext>
            </a:extLst>
          </p:cNvPr>
          <p:cNvSpPr txBox="1"/>
          <p:nvPr/>
        </p:nvSpPr>
        <p:spPr>
          <a:xfrm>
            <a:off x="531561" y="54123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2" name="Rectangle 1">
            <a:extLst>
              <a:ext uri="{FF2B5EF4-FFF2-40B4-BE49-F238E27FC236}">
                <a16:creationId xmlns:a16="http://schemas.microsoft.com/office/drawing/2014/main" id="{79B993B9-23F4-919B-DDF1-267755575B05}"/>
              </a:ext>
            </a:extLst>
          </p:cNvPr>
          <p:cNvSpPr>
            <a:spLocks noChangeArrowheads="1"/>
          </p:cNvSpPr>
          <p:nvPr/>
        </p:nvSpPr>
        <p:spPr bwMode="auto">
          <a:xfrm>
            <a:off x="6448699" y="602420"/>
            <a:ext cx="2716221" cy="166199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fr-FR" sz="600" b="1" u="sng">
                <a:solidFill>
                  <a:srgbClr val="000000"/>
                </a:solidFill>
              </a:rPr>
              <a:t>ELIGIBILITE PREMIUM :</a:t>
            </a:r>
          </a:p>
          <a:p>
            <a:r>
              <a:rPr lang="fr-FR" sz="600" b="1" strike="sngStrike">
                <a:solidFill>
                  <a:srgbClr val="FF0000"/>
                </a:solidFill>
              </a:rPr>
              <a:t>SEARCH</a:t>
            </a:r>
          </a:p>
          <a:p>
            <a:r>
              <a:rPr lang="fr-FR" sz="600">
                <a:solidFill>
                  <a:schemeClr val="tx1"/>
                </a:solidFill>
              </a:rPr>
              <a:t>OU [si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r>
              <a:rPr lang="fr-FR" sz="600" b="1">
                <a:solidFill>
                  <a:srgbClr val="D31E05"/>
                </a:solidFill>
              </a:rPr>
              <a:t>DEXTER : </a:t>
            </a:r>
            <a:endParaRPr lang="fr-FR" sz="600">
              <a:solidFill>
                <a:srgbClr val="000000"/>
              </a:solidFill>
            </a:endParaRPr>
          </a:p>
          <a:p>
            <a:r>
              <a:rPr lang="fr-FR" sz="600">
                <a:solidFill>
                  <a:srgbClr val="000000"/>
                </a:solidFill>
              </a:rPr>
              <a:t>COLLAB = OUI </a:t>
            </a:r>
          </a:p>
          <a:p>
            <a:r>
              <a:rPr lang="fr-FR" sz="600">
                <a:solidFill>
                  <a:srgbClr val="000000"/>
                </a:solidFill>
              </a:rPr>
              <a:t>Ou pour Ambassadeur LPM :  REMISE_PARTENAIRE = OUI ET (CODE_APPORTEUR = 1055888 OU 1050508 OU CACHE_SVI = CQT_LPM)</a:t>
            </a:r>
          </a:p>
          <a:p>
            <a:r>
              <a:rPr lang="fr-FR" sz="600" b="1">
                <a:solidFill>
                  <a:srgbClr val="C00000"/>
                </a:solidFill>
              </a:rPr>
              <a:t>C2OL</a:t>
            </a:r>
            <a:r>
              <a:rPr lang="fr-FR" sz="600" b="1">
                <a:solidFill>
                  <a:srgbClr val="000000"/>
                </a:solidFill>
              </a:rPr>
              <a:t> :</a:t>
            </a:r>
          </a:p>
          <a:p>
            <a:pPr>
              <a:buClr>
                <a:srgbClr val="D31E05"/>
              </a:buClr>
            </a:pPr>
            <a:r>
              <a:rPr lang="es-ES" altLang="fr-FR" sz="600" err="1">
                <a:solidFill>
                  <a:srgbClr val="000000"/>
                </a:solidFill>
              </a:rPr>
              <a:t>Marqueur</a:t>
            </a:r>
            <a:r>
              <a:rPr lang="es-ES" altLang="fr-FR" sz="600">
                <a:solidFill>
                  <a:srgbClr val="000000"/>
                </a:solidFill>
              </a:rPr>
              <a:t> : CELL_PREM </a:t>
            </a:r>
          </a:p>
          <a:p>
            <a:pPr>
              <a:buClr>
                <a:srgbClr val="D31E05"/>
              </a:buClr>
            </a:pPr>
            <a:r>
              <a:rPr lang="es-ES" altLang="fr-FR" sz="600" b="1">
                <a:solidFill>
                  <a:srgbClr val="000000"/>
                </a:solidFill>
              </a:rPr>
              <a:t>ET</a:t>
            </a:r>
            <a:r>
              <a:rPr lang="es-ES" altLang="fr-FR" sz="600">
                <a:solidFill>
                  <a:srgbClr val="000000"/>
                </a:solidFill>
              </a:rPr>
              <a:t> </a:t>
            </a:r>
            <a:r>
              <a:rPr lang="es-ES" altLang="fr-FR" sz="600" err="1">
                <a:solidFill>
                  <a:srgbClr val="000000"/>
                </a:solidFill>
              </a:rPr>
              <a:t>valeur</a:t>
            </a:r>
            <a:r>
              <a:rPr lang="es-ES" altLang="fr-FR" sz="600">
                <a:solidFill>
                  <a:srgbClr val="000000"/>
                </a:solidFill>
              </a:rPr>
              <a:t> 1 </a:t>
            </a:r>
            <a:r>
              <a:rPr lang="es-ES" altLang="fr-FR" sz="600" err="1">
                <a:solidFill>
                  <a:srgbClr val="000000"/>
                </a:solidFill>
              </a:rPr>
              <a:t>commence</a:t>
            </a:r>
            <a:r>
              <a:rPr lang="es-ES" altLang="fr-FR" sz="600">
                <a:solidFill>
                  <a:srgbClr val="000000"/>
                </a:solidFill>
              </a:rPr>
              <a:t> par :</a:t>
            </a:r>
          </a:p>
          <a:p>
            <a:pPr>
              <a:buClr>
                <a:srgbClr val="D31E05"/>
              </a:buClr>
            </a:pPr>
            <a:r>
              <a:rPr lang="es-ES" altLang="fr-FR" sz="600">
                <a:solidFill>
                  <a:srgbClr val="000000"/>
                </a:solidFill>
              </a:rPr>
              <a:t>PRE_FID_F </a:t>
            </a:r>
          </a:p>
          <a:p>
            <a:pPr>
              <a:buClr>
                <a:srgbClr val="D31E05"/>
              </a:buClr>
            </a:pPr>
            <a:r>
              <a:rPr lang="es-ES" altLang="fr-FR" sz="600" b="1">
                <a:solidFill>
                  <a:srgbClr val="000000"/>
                </a:solidFill>
              </a:rPr>
              <a:t>OU </a:t>
            </a:r>
            <a:r>
              <a:rPr lang="es-ES" altLang="fr-FR" sz="600">
                <a:solidFill>
                  <a:srgbClr val="000000"/>
                </a:solidFill>
              </a:rPr>
              <a:t>PLATINE_00 </a:t>
            </a:r>
          </a:p>
          <a:p>
            <a:pPr>
              <a:buClr>
                <a:srgbClr val="D31E05"/>
              </a:buClr>
            </a:pPr>
            <a:r>
              <a:rPr lang="es-ES" altLang="fr-FR" sz="600">
                <a:solidFill>
                  <a:srgbClr val="000000"/>
                </a:solidFill>
              </a:rPr>
              <a:t>OU PACKPRO_</a:t>
            </a:r>
            <a:r>
              <a:rPr lang="es-ES" altLang="fr-FR" sz="600">
                <a:solidFill>
                  <a:schemeClr val="tx1"/>
                </a:solidFill>
              </a:rPr>
              <a:t>F (= </a:t>
            </a:r>
            <a:r>
              <a:rPr lang="es-ES" altLang="fr-FR" sz="600" b="1">
                <a:solidFill>
                  <a:schemeClr val="tx1"/>
                </a:solidFill>
              </a:rPr>
              <a:t>PACKPRO</a:t>
            </a:r>
            <a:r>
              <a:rPr lang="es-ES" altLang="fr-FR" sz="600">
                <a:solidFill>
                  <a:schemeClr val="tx1"/>
                </a:solidFill>
              </a:rPr>
              <a:t>)</a:t>
            </a:r>
          </a:p>
        </p:txBody>
      </p:sp>
    </p:spTree>
    <p:extLst>
      <p:ext uri="{BB962C8B-B14F-4D97-AF65-F5344CB8AC3E}">
        <p14:creationId xmlns:p14="http://schemas.microsoft.com/office/powerpoint/2010/main" val="2052480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1" name="Connecteur en angle 110"/>
          <p:cNvCxnSpPr>
            <a:cxnSpLocks/>
            <a:stCxn id="109" idx="3"/>
            <a:endCxn id="461" idx="0"/>
          </p:cNvCxnSpPr>
          <p:nvPr/>
        </p:nvCxnSpPr>
        <p:spPr bwMode="auto">
          <a:xfrm>
            <a:off x="5650083" y="4959953"/>
            <a:ext cx="1758862" cy="14863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xfrm>
            <a:off x="8638926" y="349250"/>
            <a:ext cx="476250" cy="158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45</a:t>
            </a:fld>
            <a:endParaRPr lang="fr-FR"/>
          </a:p>
        </p:txBody>
      </p:sp>
      <p:sp>
        <p:nvSpPr>
          <p:cNvPr id="78" name="AutoShape 333"/>
          <p:cNvSpPr>
            <a:spLocks noChangeArrowheads="1"/>
          </p:cNvSpPr>
          <p:nvPr/>
        </p:nvSpPr>
        <p:spPr bwMode="auto">
          <a:xfrm>
            <a:off x="3212939" y="1828516"/>
            <a:ext cx="929333" cy="14446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40000_ADM_AUTRE</a:t>
            </a:r>
          </a:p>
        </p:txBody>
      </p:sp>
      <p:sp>
        <p:nvSpPr>
          <p:cNvPr id="182" name="AutoShape 31">
            <a:hlinkClick r:id="" action="ppaction://noaction"/>
          </p:cNvPr>
          <p:cNvSpPr>
            <a:spLocks noChangeArrowheads="1"/>
          </p:cNvSpPr>
          <p:nvPr/>
        </p:nvSpPr>
        <p:spPr bwMode="auto">
          <a:xfrm>
            <a:off x="3275333" y="2168617"/>
            <a:ext cx="810302" cy="13742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FIXE_ADM_AUTRE</a:t>
            </a:r>
            <a:endParaRPr lang="fr-FR" sz="600">
              <a:solidFill>
                <a:srgbClr val="D31E05"/>
              </a:solidFill>
            </a:endParaRPr>
          </a:p>
        </p:txBody>
      </p:sp>
      <p:cxnSp>
        <p:nvCxnSpPr>
          <p:cNvPr id="192" name="AutoShape 10"/>
          <p:cNvCxnSpPr>
            <a:cxnSpLocks noChangeShapeType="1"/>
            <a:stCxn id="78" idx="2"/>
            <a:endCxn id="182" idx="0"/>
          </p:cNvCxnSpPr>
          <p:nvPr/>
        </p:nvCxnSpPr>
        <p:spPr bwMode="auto">
          <a:xfrm rot="16200000" flipH="1">
            <a:off x="3581225" y="2069358"/>
            <a:ext cx="195640" cy="2878"/>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2" name="AutoShape 87">
            <a:hlinkClick r:id="" action="ppaction://noaction"/>
          </p:cNvPr>
          <p:cNvSpPr>
            <a:spLocks noChangeArrowheads="1"/>
          </p:cNvSpPr>
          <p:nvPr/>
        </p:nvSpPr>
        <p:spPr bwMode="auto">
          <a:xfrm rot="10800000">
            <a:off x="3079726" y="759834"/>
            <a:ext cx="1180294" cy="38405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MENU PRINCIPAL </a:t>
            </a:r>
          </a:p>
        </p:txBody>
      </p:sp>
      <p:sp>
        <p:nvSpPr>
          <p:cNvPr id="190" name="AutoShape 87">
            <a:hlinkClick r:id="rId3" action="ppaction://hlinksldjump"/>
          </p:cNvPr>
          <p:cNvSpPr>
            <a:spLocks noChangeArrowheads="1"/>
          </p:cNvSpPr>
          <p:nvPr/>
        </p:nvSpPr>
        <p:spPr bwMode="auto">
          <a:xfrm rot="10800000">
            <a:off x="7064684" y="6202137"/>
            <a:ext cx="690922" cy="255675"/>
          </a:xfrm>
          <a:prstGeom prst="upArrowCallout">
            <a:avLst>
              <a:gd name="adj1" fmla="val 56438"/>
              <a:gd name="adj2" fmla="val 56438"/>
              <a:gd name="adj3" fmla="val 16667"/>
              <a:gd name="adj4" fmla="val 83333"/>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dirty="0">
                <a:ea typeface="ＭＳ Ｐゴシック" charset="0"/>
              </a:rPr>
              <a:t>ROUTAGE ADMIN 1</a:t>
            </a:r>
          </a:p>
        </p:txBody>
      </p:sp>
      <p:sp>
        <p:nvSpPr>
          <p:cNvPr id="8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ADMINISTRATIF</a:t>
            </a:r>
          </a:p>
        </p:txBody>
      </p:sp>
      <p:sp>
        <p:nvSpPr>
          <p:cNvPr id="108" name="AutoShape 221"/>
          <p:cNvSpPr>
            <a:spLocks noChangeArrowheads="1"/>
          </p:cNvSpPr>
          <p:nvPr/>
        </p:nvSpPr>
        <p:spPr bwMode="auto">
          <a:xfrm rot="10800000">
            <a:off x="2074926" y="5395441"/>
            <a:ext cx="908296"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BOUT EN BOUT FIXE</a:t>
            </a:r>
          </a:p>
        </p:txBody>
      </p:sp>
      <p:cxnSp>
        <p:nvCxnSpPr>
          <p:cNvPr id="18" name="Connecteur en angle 17"/>
          <p:cNvCxnSpPr>
            <a:cxnSpLocks/>
            <a:stCxn id="122" idx="3"/>
            <a:endCxn id="461" idx="0"/>
          </p:cNvCxnSpPr>
          <p:nvPr/>
        </p:nvCxnSpPr>
        <p:spPr bwMode="auto">
          <a:xfrm>
            <a:off x="7058218" y="4636745"/>
            <a:ext cx="350727" cy="47184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AutoShape 68">
            <a:hlinkClick r:id="" action="ppaction://noaction"/>
          </p:cNvPr>
          <p:cNvSpPr>
            <a:spLocks noChangeArrowheads="1"/>
          </p:cNvSpPr>
          <p:nvPr/>
        </p:nvSpPr>
        <p:spPr bwMode="auto">
          <a:xfrm>
            <a:off x="3317635" y="4735507"/>
            <a:ext cx="832507" cy="459420"/>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BEB COM</a:t>
            </a:r>
          </a:p>
          <a:p>
            <a:pPr algn="ctr" eaLnBrk="0" hangingPunct="0">
              <a:defRPr/>
            </a:pPr>
            <a:r>
              <a:rPr lang="fr-FR" sz="800" b="1">
                <a:solidFill>
                  <a:schemeClr val="bg1"/>
                </a:solidFill>
                <a:ea typeface="ＭＳ Ｐゴシック" charset="0"/>
              </a:rPr>
              <a:t>HO </a:t>
            </a:r>
          </a:p>
        </p:txBody>
      </p:sp>
      <p:sp>
        <p:nvSpPr>
          <p:cNvPr id="89" name="Text Box 157"/>
          <p:cNvSpPr txBox="1">
            <a:spLocks noChangeArrowheads="1"/>
          </p:cNvSpPr>
          <p:nvPr/>
        </p:nvSpPr>
        <p:spPr bwMode="auto">
          <a:xfrm>
            <a:off x="3201751" y="4739973"/>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109" name="AutoShape 333"/>
          <p:cNvSpPr>
            <a:spLocks noChangeArrowheads="1"/>
          </p:cNvSpPr>
          <p:nvPr/>
        </p:nvSpPr>
        <p:spPr bwMode="auto">
          <a:xfrm>
            <a:off x="4453470" y="4885731"/>
            <a:ext cx="1196613" cy="14844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40400_BEB_COM_FIXE_HNO</a:t>
            </a:r>
          </a:p>
        </p:txBody>
      </p:sp>
      <p:sp>
        <p:nvSpPr>
          <p:cNvPr id="107" name="ZoneTexte 6"/>
          <p:cNvSpPr txBox="1"/>
          <p:nvPr/>
        </p:nvSpPr>
        <p:spPr>
          <a:xfrm>
            <a:off x="9920" y="1280500"/>
            <a:ext cx="1836481"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COM </a:t>
            </a:r>
            <a:r>
              <a:rPr lang="fr-FR" sz="1200"/>
              <a:t>:</a:t>
            </a:r>
          </a:p>
          <a:p>
            <a:r>
              <a:rPr lang="fr-FR" sz="800" b="1"/>
              <a:t>MC_ACTIV =</a:t>
            </a:r>
          </a:p>
          <a:p>
            <a:r>
              <a:rPr lang="fr-FR" sz="800">
                <a:solidFill>
                  <a:schemeClr val="tx1"/>
                </a:solidFill>
              </a:rPr>
              <a:t>Activité ET Statut ET Seuil d’éligibilité ET Position créateur ET Créateur ET Assigné à ET Position assigné à ET Code conclusion</a:t>
            </a:r>
            <a:endParaRPr lang="fr-FR" sz="800"/>
          </a:p>
        </p:txBody>
      </p:sp>
      <p:sp>
        <p:nvSpPr>
          <p:cNvPr id="112" name="ZoneTexte 6"/>
          <p:cNvSpPr txBox="1"/>
          <p:nvPr/>
        </p:nvSpPr>
        <p:spPr>
          <a:xfrm>
            <a:off x="28824" y="417743"/>
            <a:ext cx="1836482" cy="89255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1200" b="1" u="sng"/>
              <a:t>Eligibilité </a:t>
            </a:r>
            <a:r>
              <a:rPr lang="fr-FR" sz="1200" b="1" u="sng" err="1"/>
              <a:t>BeB</a:t>
            </a:r>
            <a:r>
              <a:rPr lang="fr-FR" sz="1200" b="1" u="sng"/>
              <a:t> RET </a:t>
            </a:r>
            <a:r>
              <a:rPr lang="fr-FR" sz="1200"/>
              <a:t>:</a:t>
            </a:r>
          </a:p>
          <a:p>
            <a:pPr lvl="0"/>
            <a:r>
              <a:rPr lang="fr-FR" sz="800" b="1">
                <a:solidFill>
                  <a:srgbClr val="000000"/>
                </a:solidFill>
              </a:rPr>
              <a:t>MC_ACTIV =</a:t>
            </a:r>
          </a:p>
          <a:p>
            <a:pPr lvl="0"/>
            <a:r>
              <a:rPr lang="fr-FR" sz="800">
                <a:solidFill>
                  <a:srgbClr val="000000"/>
                </a:solidFill>
              </a:rPr>
              <a:t>Activité ET Statut ET Seuil d’éligibilité ET Position créateur ET Créateur ET Assigné à ET Position assigné à ET Code conclusion</a:t>
            </a:r>
          </a:p>
        </p:txBody>
      </p:sp>
      <p:sp>
        <p:nvSpPr>
          <p:cNvPr id="100" name="AutoShape 333"/>
          <p:cNvSpPr>
            <a:spLocks noChangeArrowheads="1"/>
          </p:cNvSpPr>
          <p:nvPr/>
        </p:nvSpPr>
        <p:spPr bwMode="auto">
          <a:xfrm>
            <a:off x="1899258" y="4917964"/>
            <a:ext cx="1259631" cy="13445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t>40400_BEB_COM_FIXE_HO</a:t>
            </a:r>
          </a:p>
        </p:txBody>
      </p:sp>
      <p:sp>
        <p:nvSpPr>
          <p:cNvPr id="116" name="AutoShape 68">
            <a:hlinkClick r:id="" action="ppaction://noaction"/>
          </p:cNvPr>
          <p:cNvSpPr>
            <a:spLocks noChangeArrowheads="1"/>
          </p:cNvSpPr>
          <p:nvPr/>
        </p:nvSpPr>
        <p:spPr bwMode="auto">
          <a:xfrm>
            <a:off x="5177433" y="4414078"/>
            <a:ext cx="584957" cy="425272"/>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COM</a:t>
            </a:r>
          </a:p>
          <a:p>
            <a:pPr algn="ctr" eaLnBrk="0" hangingPunct="0">
              <a:defRPr/>
            </a:pPr>
            <a:r>
              <a:rPr lang="fr-FR" sz="600">
                <a:solidFill>
                  <a:schemeClr val="bg1"/>
                </a:solidFill>
                <a:ea typeface="ＭＳ Ｐゴシック" charset="0"/>
              </a:rPr>
              <a:t>FASTR</a:t>
            </a:r>
          </a:p>
        </p:txBody>
      </p:sp>
      <p:sp>
        <p:nvSpPr>
          <p:cNvPr id="118" name="Text Box 157"/>
          <p:cNvSpPr txBox="1">
            <a:spLocks noChangeArrowheads="1"/>
          </p:cNvSpPr>
          <p:nvPr/>
        </p:nvSpPr>
        <p:spPr bwMode="auto">
          <a:xfrm>
            <a:off x="4891438" y="438244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21" name="AutoShape 333"/>
          <p:cNvSpPr>
            <a:spLocks noChangeArrowheads="1"/>
          </p:cNvSpPr>
          <p:nvPr/>
        </p:nvSpPr>
        <p:spPr bwMode="auto">
          <a:xfrm>
            <a:off x="3879952" y="4566652"/>
            <a:ext cx="1209289" cy="11743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t>40400_BEB_COM_FASR_OK</a:t>
            </a:r>
          </a:p>
        </p:txBody>
      </p:sp>
      <p:cxnSp>
        <p:nvCxnSpPr>
          <p:cNvPr id="231" name="Connecteur en angle 230"/>
          <p:cNvCxnSpPr>
            <a:cxnSpLocks/>
            <a:stCxn id="121" idx="1"/>
            <a:endCxn id="81" idx="0"/>
          </p:cNvCxnSpPr>
          <p:nvPr/>
        </p:nvCxnSpPr>
        <p:spPr bwMode="auto">
          <a:xfrm rot="10800000" flipV="1">
            <a:off x="3733890" y="4625371"/>
            <a:ext cx="146063" cy="11013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AutoShape 333"/>
          <p:cNvSpPr>
            <a:spLocks noChangeArrowheads="1"/>
          </p:cNvSpPr>
          <p:nvPr/>
        </p:nvSpPr>
        <p:spPr bwMode="auto">
          <a:xfrm>
            <a:off x="5822991" y="4574339"/>
            <a:ext cx="1235227" cy="12481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t>40400_BEB_COM_FASTR_NOK</a:t>
            </a:r>
          </a:p>
        </p:txBody>
      </p:sp>
      <p:grpSp>
        <p:nvGrpSpPr>
          <p:cNvPr id="124" name="Group 8"/>
          <p:cNvGrpSpPr>
            <a:grpSpLocks/>
          </p:cNvGrpSpPr>
          <p:nvPr/>
        </p:nvGrpSpPr>
        <p:grpSpPr bwMode="auto">
          <a:xfrm rot="11962547">
            <a:off x="3075712" y="2280987"/>
            <a:ext cx="304433" cy="143187"/>
            <a:chOff x="1920" y="715"/>
            <a:chExt cx="270" cy="139"/>
          </a:xfrm>
        </p:grpSpPr>
        <p:sp>
          <p:nvSpPr>
            <p:cNvPr id="127"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30"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39" name="AutoShape 113"/>
          <p:cNvSpPr>
            <a:spLocks noChangeArrowheads="1"/>
          </p:cNvSpPr>
          <p:nvPr/>
        </p:nvSpPr>
        <p:spPr bwMode="auto">
          <a:xfrm>
            <a:off x="2548301" y="2178040"/>
            <a:ext cx="402449" cy="249248"/>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FASTR</a:t>
            </a:r>
          </a:p>
        </p:txBody>
      </p:sp>
      <p:sp>
        <p:nvSpPr>
          <p:cNvPr id="134" name="Text Box 156"/>
          <p:cNvSpPr txBox="1">
            <a:spLocks noChangeArrowheads="1"/>
          </p:cNvSpPr>
          <p:nvPr/>
        </p:nvSpPr>
        <p:spPr bwMode="auto">
          <a:xfrm>
            <a:off x="5649537" y="434023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65" name="Text Box 156">
            <a:extLst>
              <a:ext uri="{FF2B5EF4-FFF2-40B4-BE49-F238E27FC236}">
                <a16:creationId xmlns:a16="http://schemas.microsoft.com/office/drawing/2014/main" id="{C5155DA9-0DFC-4BF5-86B6-50271BDCDC44}"/>
              </a:ext>
            </a:extLst>
          </p:cNvPr>
          <p:cNvSpPr txBox="1">
            <a:spLocks noChangeArrowheads="1"/>
          </p:cNvSpPr>
          <p:nvPr/>
        </p:nvSpPr>
        <p:spPr bwMode="auto">
          <a:xfrm>
            <a:off x="5693269" y="4684773"/>
            <a:ext cx="465192" cy="169277"/>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500">
                <a:effectLst>
                  <a:outerShdw blurRad="38100" dist="38100" dir="2700000" algn="tl">
                    <a:srgbClr val="C0C0C0"/>
                  </a:outerShdw>
                </a:effectLst>
              </a:rPr>
              <a:t>Désactivé</a:t>
            </a:r>
          </a:p>
        </p:txBody>
      </p:sp>
      <p:cxnSp>
        <p:nvCxnSpPr>
          <p:cNvPr id="60" name="Connecteur droit 59">
            <a:extLst>
              <a:ext uri="{FF2B5EF4-FFF2-40B4-BE49-F238E27FC236}">
                <a16:creationId xmlns:a16="http://schemas.microsoft.com/office/drawing/2014/main" id="{C83ECF91-8D72-4E0A-8632-A208D044BD9D}"/>
              </a:ext>
            </a:extLst>
          </p:cNvPr>
          <p:cNvCxnSpPr>
            <a:cxnSpLocks/>
            <a:stCxn id="100" idx="2"/>
            <a:endCxn id="3" idx="0"/>
          </p:cNvCxnSpPr>
          <p:nvPr/>
        </p:nvCxnSpPr>
        <p:spPr bwMode="auto">
          <a:xfrm>
            <a:off x="2529074" y="5052422"/>
            <a:ext cx="701" cy="907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Connecteur droit 255">
            <a:extLst>
              <a:ext uri="{FF2B5EF4-FFF2-40B4-BE49-F238E27FC236}">
                <a16:creationId xmlns:a16="http://schemas.microsoft.com/office/drawing/2014/main" id="{BBF013EB-455D-4033-86F5-A9F149AD84CF}"/>
              </a:ext>
            </a:extLst>
          </p:cNvPr>
          <p:cNvCxnSpPr>
            <a:cxnSpLocks/>
            <a:endCxn id="122" idx="1"/>
          </p:cNvCxnSpPr>
          <p:nvPr/>
        </p:nvCxnSpPr>
        <p:spPr bwMode="auto">
          <a:xfrm flipV="1">
            <a:off x="5762390" y="4636745"/>
            <a:ext cx="60601" cy="1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Connecteur droit 280">
            <a:extLst>
              <a:ext uri="{FF2B5EF4-FFF2-40B4-BE49-F238E27FC236}">
                <a16:creationId xmlns:a16="http://schemas.microsoft.com/office/drawing/2014/main" id="{66FA400C-4835-46C6-97A5-4A236BF996B6}"/>
              </a:ext>
            </a:extLst>
          </p:cNvPr>
          <p:cNvCxnSpPr>
            <a:cxnSpLocks/>
            <a:endCxn id="121" idx="3"/>
          </p:cNvCxnSpPr>
          <p:nvPr/>
        </p:nvCxnSpPr>
        <p:spPr bwMode="auto">
          <a:xfrm flipH="1" flipV="1">
            <a:off x="5089241" y="4625371"/>
            <a:ext cx="88192" cy="115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Connecteur droit 68">
            <a:extLst>
              <a:ext uri="{FF2B5EF4-FFF2-40B4-BE49-F238E27FC236}">
                <a16:creationId xmlns:a16="http://schemas.microsoft.com/office/drawing/2014/main" id="{FF1BD308-C09C-4D77-8D90-64D12571658D}"/>
              </a:ext>
            </a:extLst>
          </p:cNvPr>
          <p:cNvCxnSpPr>
            <a:cxnSpLocks/>
            <a:stCxn id="109" idx="1"/>
            <a:endCxn id="81" idx="3"/>
          </p:cNvCxnSpPr>
          <p:nvPr/>
        </p:nvCxnSpPr>
        <p:spPr bwMode="auto">
          <a:xfrm flipH="1">
            <a:off x="4150142" y="4959953"/>
            <a:ext cx="303328" cy="52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4" name="AutoShape 14">
            <a:extLst>
              <a:ext uri="{FF2B5EF4-FFF2-40B4-BE49-F238E27FC236}">
                <a16:creationId xmlns:a16="http://schemas.microsoft.com/office/drawing/2014/main" id="{00F1785A-3B92-4D51-902E-7A8929C1C8A3}"/>
              </a:ext>
            </a:extLst>
          </p:cNvPr>
          <p:cNvSpPr>
            <a:spLocks noChangeArrowheads="1"/>
          </p:cNvSpPr>
          <p:nvPr/>
        </p:nvSpPr>
        <p:spPr bwMode="auto">
          <a:xfrm>
            <a:off x="4343175" y="2503450"/>
            <a:ext cx="1420748" cy="1464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40100_ADMIN_AUTRE_BEB_ANC_OK</a:t>
            </a:r>
          </a:p>
        </p:txBody>
      </p:sp>
      <p:sp>
        <p:nvSpPr>
          <p:cNvPr id="303" name="AutoShape 62">
            <a:hlinkClick r:id="" action="ppaction://noaction"/>
            <a:extLst>
              <a:ext uri="{FF2B5EF4-FFF2-40B4-BE49-F238E27FC236}">
                <a16:creationId xmlns:a16="http://schemas.microsoft.com/office/drawing/2014/main" id="{FA5C0869-8BC9-4F8C-88F9-930290CA2A15}"/>
              </a:ext>
            </a:extLst>
          </p:cNvPr>
          <p:cNvSpPr>
            <a:spLocks noChangeArrowheads="1"/>
          </p:cNvSpPr>
          <p:nvPr/>
        </p:nvSpPr>
        <p:spPr bwMode="auto">
          <a:xfrm>
            <a:off x="5570447" y="2695464"/>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Activité</a:t>
            </a:r>
          </a:p>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HO</a:t>
            </a:r>
            <a:endParaRPr lang="fr-FR" sz="500">
              <a:solidFill>
                <a:schemeClr val="bg1"/>
              </a:solidFill>
              <a:ea typeface="ＭＳ Ｐゴシック" charset="0"/>
            </a:endParaRPr>
          </a:p>
        </p:txBody>
      </p:sp>
      <p:sp>
        <p:nvSpPr>
          <p:cNvPr id="304" name="AutoShape 14">
            <a:extLst>
              <a:ext uri="{FF2B5EF4-FFF2-40B4-BE49-F238E27FC236}">
                <a16:creationId xmlns:a16="http://schemas.microsoft.com/office/drawing/2014/main" id="{AFAA5EEA-B653-4E29-BDCB-CBEBC15006C1}"/>
              </a:ext>
            </a:extLst>
          </p:cNvPr>
          <p:cNvSpPr>
            <a:spLocks noChangeArrowheads="1"/>
          </p:cNvSpPr>
          <p:nvPr/>
        </p:nvSpPr>
        <p:spPr bwMode="auto">
          <a:xfrm>
            <a:off x="4714206" y="3079598"/>
            <a:ext cx="1408185" cy="14692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40200_ADMIN_AUTRE_BEB_ANC_HNO</a:t>
            </a:r>
          </a:p>
        </p:txBody>
      </p:sp>
      <p:sp>
        <p:nvSpPr>
          <p:cNvPr id="305" name="AutoShape 14">
            <a:extLst>
              <a:ext uri="{FF2B5EF4-FFF2-40B4-BE49-F238E27FC236}">
                <a16:creationId xmlns:a16="http://schemas.microsoft.com/office/drawing/2014/main" id="{A117CEEB-306C-4D95-A899-E56BEC40D357}"/>
              </a:ext>
            </a:extLst>
          </p:cNvPr>
          <p:cNvSpPr>
            <a:spLocks noChangeArrowheads="1"/>
          </p:cNvSpPr>
          <p:nvPr/>
        </p:nvSpPr>
        <p:spPr bwMode="auto">
          <a:xfrm>
            <a:off x="7045182" y="2976403"/>
            <a:ext cx="1392320" cy="1037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40200_ADMIN_AUTRE_BEB_ANC_HO</a:t>
            </a:r>
          </a:p>
        </p:txBody>
      </p:sp>
      <p:sp>
        <p:nvSpPr>
          <p:cNvPr id="306" name="AutoShape 31">
            <a:hlinkClick r:id="" action="ppaction://noaction"/>
            <a:extLst>
              <a:ext uri="{FF2B5EF4-FFF2-40B4-BE49-F238E27FC236}">
                <a16:creationId xmlns:a16="http://schemas.microsoft.com/office/drawing/2014/main" id="{361EE098-2E10-4EB3-8779-CB9032B1D9CC}"/>
              </a:ext>
            </a:extLst>
          </p:cNvPr>
          <p:cNvSpPr>
            <a:spLocks noChangeArrowheads="1"/>
          </p:cNvSpPr>
          <p:nvPr/>
        </p:nvSpPr>
        <p:spPr bwMode="auto">
          <a:xfrm>
            <a:off x="7082272" y="3221836"/>
            <a:ext cx="1319835" cy="15844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800" b="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FIXE_ADMIN_AUTRE_BEB_ANC</a:t>
            </a:r>
            <a:endParaRPr lang="fr-FR" sz="800" b="1" strike="sngStrike">
              <a:solidFill>
                <a:srgbClr val="FF0000"/>
              </a:solidFill>
            </a:endParaRPr>
          </a:p>
        </p:txBody>
      </p:sp>
      <p:sp>
        <p:nvSpPr>
          <p:cNvPr id="307" name="AutoShape 221">
            <a:extLst>
              <a:ext uri="{FF2B5EF4-FFF2-40B4-BE49-F238E27FC236}">
                <a16:creationId xmlns:a16="http://schemas.microsoft.com/office/drawing/2014/main" id="{DE17CFBF-11EB-4BED-96FD-9F2F4106E229}"/>
              </a:ext>
            </a:extLst>
          </p:cNvPr>
          <p:cNvSpPr>
            <a:spLocks noChangeArrowheads="1"/>
          </p:cNvSpPr>
          <p:nvPr/>
        </p:nvSpPr>
        <p:spPr bwMode="auto">
          <a:xfrm rot="10800000">
            <a:off x="7346644" y="3509758"/>
            <a:ext cx="802676" cy="275411"/>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BEB FIXE</a:t>
            </a:r>
          </a:p>
          <a:p>
            <a:pPr algn="ctr">
              <a:defRPr/>
            </a:pPr>
            <a:r>
              <a:rPr lang="fr-FR" sz="600">
                <a:solidFill>
                  <a:schemeClr val="bg1"/>
                </a:solidFill>
                <a:latin typeface="+mn-lt"/>
                <a:ea typeface="+mn-ea"/>
              </a:rPr>
              <a:t>(Page ANC)</a:t>
            </a:r>
          </a:p>
        </p:txBody>
      </p:sp>
      <p:cxnSp>
        <p:nvCxnSpPr>
          <p:cNvPr id="308" name="Connecteur en angle 144">
            <a:extLst>
              <a:ext uri="{FF2B5EF4-FFF2-40B4-BE49-F238E27FC236}">
                <a16:creationId xmlns:a16="http://schemas.microsoft.com/office/drawing/2014/main" id="{030299B6-9D0B-459C-B27A-19FA76F6F475}"/>
              </a:ext>
            </a:extLst>
          </p:cNvPr>
          <p:cNvCxnSpPr>
            <a:cxnSpLocks/>
            <a:stCxn id="303" idx="3"/>
            <a:endCxn id="305" idx="0"/>
          </p:cNvCxnSpPr>
          <p:nvPr/>
        </p:nvCxnSpPr>
        <p:spPr bwMode="auto">
          <a:xfrm>
            <a:off x="6351497" y="2855802"/>
            <a:ext cx="1389845" cy="12060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Connecteur droit 308">
            <a:extLst>
              <a:ext uri="{FF2B5EF4-FFF2-40B4-BE49-F238E27FC236}">
                <a16:creationId xmlns:a16="http://schemas.microsoft.com/office/drawing/2014/main" id="{2B79C736-DB1F-4099-AB48-09A2DF3ACCC4}"/>
              </a:ext>
            </a:extLst>
          </p:cNvPr>
          <p:cNvCxnSpPr>
            <a:stCxn id="305" idx="2"/>
            <a:endCxn id="306" idx="0"/>
          </p:cNvCxnSpPr>
          <p:nvPr/>
        </p:nvCxnSpPr>
        <p:spPr bwMode="auto">
          <a:xfrm>
            <a:off x="7741342" y="3080196"/>
            <a:ext cx="848" cy="1416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 name="Connecteur droit avec flèche 309">
            <a:extLst>
              <a:ext uri="{FF2B5EF4-FFF2-40B4-BE49-F238E27FC236}">
                <a16:creationId xmlns:a16="http://schemas.microsoft.com/office/drawing/2014/main" id="{6090CA9E-867D-4C3D-9D56-9CFF6DA1CAEF}"/>
              </a:ext>
            </a:extLst>
          </p:cNvPr>
          <p:cNvCxnSpPr>
            <a:cxnSpLocks/>
            <a:stCxn id="306" idx="2"/>
            <a:endCxn id="307" idx="2"/>
          </p:cNvCxnSpPr>
          <p:nvPr/>
        </p:nvCxnSpPr>
        <p:spPr bwMode="auto">
          <a:xfrm>
            <a:off x="7742190" y="3380277"/>
            <a:ext cx="5792" cy="12948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1" name="Text Box 157">
            <a:extLst>
              <a:ext uri="{FF2B5EF4-FFF2-40B4-BE49-F238E27FC236}">
                <a16:creationId xmlns:a16="http://schemas.microsoft.com/office/drawing/2014/main" id="{825272E9-ACCC-4DB4-8E70-7D3093420247}"/>
              </a:ext>
            </a:extLst>
          </p:cNvPr>
          <p:cNvSpPr txBox="1">
            <a:spLocks noChangeArrowheads="1"/>
          </p:cNvSpPr>
          <p:nvPr/>
        </p:nvSpPr>
        <p:spPr bwMode="auto">
          <a:xfrm>
            <a:off x="6321827" y="2582726"/>
            <a:ext cx="3000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HO</a:t>
            </a:r>
          </a:p>
        </p:txBody>
      </p:sp>
      <p:sp>
        <p:nvSpPr>
          <p:cNvPr id="312" name="Text Box 157">
            <a:extLst>
              <a:ext uri="{FF2B5EF4-FFF2-40B4-BE49-F238E27FC236}">
                <a16:creationId xmlns:a16="http://schemas.microsoft.com/office/drawing/2014/main" id="{E9073C27-E41F-4BA0-9CFA-4B36B89854E5}"/>
              </a:ext>
            </a:extLst>
          </p:cNvPr>
          <p:cNvSpPr txBox="1">
            <a:spLocks noChangeArrowheads="1"/>
          </p:cNvSpPr>
          <p:nvPr/>
        </p:nvSpPr>
        <p:spPr bwMode="auto">
          <a:xfrm>
            <a:off x="5300034" y="269802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HNO</a:t>
            </a:r>
          </a:p>
        </p:txBody>
      </p:sp>
      <p:cxnSp>
        <p:nvCxnSpPr>
          <p:cNvPr id="313" name="Connecteur en angle 269">
            <a:extLst>
              <a:ext uri="{FF2B5EF4-FFF2-40B4-BE49-F238E27FC236}">
                <a16:creationId xmlns:a16="http://schemas.microsoft.com/office/drawing/2014/main" id="{4B535ECB-A067-4EF9-B4EC-706519D17FA2}"/>
              </a:ext>
            </a:extLst>
          </p:cNvPr>
          <p:cNvCxnSpPr>
            <a:cxnSpLocks/>
            <a:stCxn id="304" idx="2"/>
            <a:endCxn id="323" idx="0"/>
          </p:cNvCxnSpPr>
          <p:nvPr/>
        </p:nvCxnSpPr>
        <p:spPr bwMode="auto">
          <a:xfrm rot="5400000">
            <a:off x="4891753" y="3018973"/>
            <a:ext cx="318994" cy="73409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Connecteur en angle 276">
            <a:extLst>
              <a:ext uri="{FF2B5EF4-FFF2-40B4-BE49-F238E27FC236}">
                <a16:creationId xmlns:a16="http://schemas.microsoft.com/office/drawing/2014/main" id="{65DDA63F-A649-4D0F-B606-840F2A7D2B24}"/>
              </a:ext>
            </a:extLst>
          </p:cNvPr>
          <p:cNvCxnSpPr>
            <a:cxnSpLocks/>
            <a:stCxn id="383" idx="2"/>
            <a:endCxn id="323" idx="0"/>
          </p:cNvCxnSpPr>
          <p:nvPr/>
        </p:nvCxnSpPr>
        <p:spPr bwMode="auto">
          <a:xfrm rot="16200000" flipH="1">
            <a:off x="3664332" y="2525650"/>
            <a:ext cx="267255" cy="1772482"/>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 name="Connecteur en angle 45">
            <a:extLst>
              <a:ext uri="{FF2B5EF4-FFF2-40B4-BE49-F238E27FC236}">
                <a16:creationId xmlns:a16="http://schemas.microsoft.com/office/drawing/2014/main" id="{3F4230C8-35D7-4595-B5DE-94D541E8766A}"/>
              </a:ext>
            </a:extLst>
          </p:cNvPr>
          <p:cNvCxnSpPr>
            <a:cxnSpLocks/>
            <a:stCxn id="378" idx="2"/>
            <a:endCxn id="323" idx="0"/>
          </p:cNvCxnSpPr>
          <p:nvPr/>
        </p:nvCxnSpPr>
        <p:spPr bwMode="auto">
          <a:xfrm rot="16200000" flipH="1">
            <a:off x="3917111" y="2778430"/>
            <a:ext cx="537602" cy="99657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Connecteur en angle 50">
            <a:extLst>
              <a:ext uri="{FF2B5EF4-FFF2-40B4-BE49-F238E27FC236}">
                <a16:creationId xmlns:a16="http://schemas.microsoft.com/office/drawing/2014/main" id="{A8745681-3465-4616-928C-E54A285E5A60}"/>
              </a:ext>
            </a:extLst>
          </p:cNvPr>
          <p:cNvCxnSpPr>
            <a:cxnSpLocks/>
            <a:stCxn id="303" idx="1"/>
            <a:endCxn id="304" idx="0"/>
          </p:cNvCxnSpPr>
          <p:nvPr/>
        </p:nvCxnSpPr>
        <p:spPr bwMode="auto">
          <a:xfrm rot="10800000" flipV="1">
            <a:off x="5418299" y="2855802"/>
            <a:ext cx="152148" cy="2237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1" name="Text Box 157">
            <a:extLst>
              <a:ext uri="{FF2B5EF4-FFF2-40B4-BE49-F238E27FC236}">
                <a16:creationId xmlns:a16="http://schemas.microsoft.com/office/drawing/2014/main" id="{16B4C40E-2281-4A9A-9A97-ADBE260AAEC6}"/>
              </a:ext>
            </a:extLst>
          </p:cNvPr>
          <p:cNvSpPr txBox="1">
            <a:spLocks noChangeArrowheads="1"/>
          </p:cNvSpPr>
          <p:nvPr/>
        </p:nvSpPr>
        <p:spPr bwMode="auto">
          <a:xfrm>
            <a:off x="4086908" y="4805748"/>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322" name="AutoShape 333">
            <a:extLst>
              <a:ext uri="{FF2B5EF4-FFF2-40B4-BE49-F238E27FC236}">
                <a16:creationId xmlns:a16="http://schemas.microsoft.com/office/drawing/2014/main" id="{FA120F5F-97C4-455D-B8E3-76DA5AA029E4}"/>
              </a:ext>
            </a:extLst>
          </p:cNvPr>
          <p:cNvSpPr>
            <a:spLocks noChangeArrowheads="1"/>
          </p:cNvSpPr>
          <p:nvPr/>
        </p:nvSpPr>
        <p:spPr bwMode="auto">
          <a:xfrm>
            <a:off x="5953412" y="4829236"/>
            <a:ext cx="1183970" cy="12707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t>40400_BEB_COM_FASTR_OFF</a:t>
            </a:r>
          </a:p>
        </p:txBody>
      </p:sp>
      <p:cxnSp>
        <p:nvCxnSpPr>
          <p:cNvPr id="210" name="Connecteur : en angle 209">
            <a:extLst>
              <a:ext uri="{FF2B5EF4-FFF2-40B4-BE49-F238E27FC236}">
                <a16:creationId xmlns:a16="http://schemas.microsoft.com/office/drawing/2014/main" id="{CD33A859-35FC-42FB-B34D-F51FCF83C14C}"/>
              </a:ext>
            </a:extLst>
          </p:cNvPr>
          <p:cNvCxnSpPr>
            <a:cxnSpLocks/>
            <a:stCxn id="322" idx="3"/>
            <a:endCxn id="461" idx="0"/>
          </p:cNvCxnSpPr>
          <p:nvPr/>
        </p:nvCxnSpPr>
        <p:spPr bwMode="auto">
          <a:xfrm>
            <a:off x="7137382" y="4892776"/>
            <a:ext cx="271563" cy="21581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3" name="AutoShape 73">
            <a:extLst>
              <a:ext uri="{FF2B5EF4-FFF2-40B4-BE49-F238E27FC236}">
                <a16:creationId xmlns:a16="http://schemas.microsoft.com/office/drawing/2014/main" id="{2D10DA35-8CF7-4F00-866C-86D7B56507AD}"/>
              </a:ext>
            </a:extLst>
          </p:cNvPr>
          <p:cNvSpPr>
            <a:spLocks noChangeArrowheads="1"/>
          </p:cNvSpPr>
          <p:nvPr/>
        </p:nvSpPr>
        <p:spPr bwMode="auto">
          <a:xfrm>
            <a:off x="4152502" y="3545519"/>
            <a:ext cx="1063396" cy="316640"/>
          </a:xfrm>
          <a:prstGeom prst="flowChartDecision">
            <a:avLst/>
          </a:prstGeom>
          <a:solidFill>
            <a:srgbClr val="3366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solidFill>
                  <a:schemeClr val="bg1"/>
                </a:solidFill>
              </a:rPr>
              <a:t>MC ACTIVATION</a:t>
            </a:r>
            <a:endParaRPr lang="fr-FR" sz="600" b="1" strike="sngStrike">
              <a:solidFill>
                <a:srgbClr val="FF0000"/>
              </a:solidFill>
            </a:endParaRPr>
          </a:p>
        </p:txBody>
      </p:sp>
      <p:sp>
        <p:nvSpPr>
          <p:cNvPr id="325" name="AutoShape 221">
            <a:extLst>
              <a:ext uri="{FF2B5EF4-FFF2-40B4-BE49-F238E27FC236}">
                <a16:creationId xmlns:a16="http://schemas.microsoft.com/office/drawing/2014/main" id="{F192C4FC-C99E-47C7-8F54-86BE58561B7F}"/>
              </a:ext>
            </a:extLst>
          </p:cNvPr>
          <p:cNvSpPr>
            <a:spLocks noChangeArrowheads="1"/>
          </p:cNvSpPr>
          <p:nvPr/>
        </p:nvSpPr>
        <p:spPr bwMode="auto">
          <a:xfrm rot="10800000">
            <a:off x="2291745" y="4147607"/>
            <a:ext cx="1242369" cy="392112"/>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rgbClr val="FFFFFF"/>
                </a:solidFill>
                <a:latin typeface="Arial"/>
                <a:ea typeface="ＭＳ Ｐゴシック" pitchFamily="1" charset="-128"/>
              </a:rPr>
              <a:t>SVI MODE CONTINU ACTIVATION</a:t>
            </a:r>
          </a:p>
          <a:p>
            <a:pPr algn="ctr">
              <a:defRPr/>
            </a:pPr>
            <a:r>
              <a:rPr lang="fr-FR" sz="600">
                <a:solidFill>
                  <a:srgbClr val="FFFFFF"/>
                </a:solidFill>
                <a:latin typeface="Arial"/>
                <a:ea typeface="ＭＳ Ｐゴシック" pitchFamily="1" charset="-128"/>
              </a:rPr>
              <a:t>Page Entrée WS</a:t>
            </a:r>
          </a:p>
        </p:txBody>
      </p:sp>
      <p:sp>
        <p:nvSpPr>
          <p:cNvPr id="327" name="AutoShape 14">
            <a:extLst>
              <a:ext uri="{FF2B5EF4-FFF2-40B4-BE49-F238E27FC236}">
                <a16:creationId xmlns:a16="http://schemas.microsoft.com/office/drawing/2014/main" id="{FC3EE37F-4CC5-41E9-B3A4-1C7FEB104190}"/>
              </a:ext>
            </a:extLst>
          </p:cNvPr>
          <p:cNvSpPr>
            <a:spLocks noChangeArrowheads="1"/>
          </p:cNvSpPr>
          <p:nvPr/>
        </p:nvSpPr>
        <p:spPr bwMode="auto">
          <a:xfrm>
            <a:off x="2192356" y="3615072"/>
            <a:ext cx="1448689" cy="1594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40300_ADMIN_AUTRE_MC_ACTIV_OK</a:t>
            </a:r>
          </a:p>
        </p:txBody>
      </p:sp>
      <p:sp>
        <p:nvSpPr>
          <p:cNvPr id="328" name="AutoShape 14">
            <a:extLst>
              <a:ext uri="{FF2B5EF4-FFF2-40B4-BE49-F238E27FC236}">
                <a16:creationId xmlns:a16="http://schemas.microsoft.com/office/drawing/2014/main" id="{D0EC4B76-A6CE-46E4-B603-15600969F11B}"/>
              </a:ext>
            </a:extLst>
          </p:cNvPr>
          <p:cNvSpPr>
            <a:spLocks noChangeArrowheads="1"/>
          </p:cNvSpPr>
          <p:nvPr/>
        </p:nvSpPr>
        <p:spPr bwMode="auto">
          <a:xfrm>
            <a:off x="5525753" y="3936666"/>
            <a:ext cx="1448689" cy="1594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40300_ADMIN_AUTRE_MC_ACTIV_NOK</a:t>
            </a:r>
          </a:p>
        </p:txBody>
      </p:sp>
      <p:sp>
        <p:nvSpPr>
          <p:cNvPr id="329" name="AutoShape 14">
            <a:extLst>
              <a:ext uri="{FF2B5EF4-FFF2-40B4-BE49-F238E27FC236}">
                <a16:creationId xmlns:a16="http://schemas.microsoft.com/office/drawing/2014/main" id="{8A9A2DCC-0F85-4EA9-909B-59E2A5AE1356}"/>
              </a:ext>
            </a:extLst>
          </p:cNvPr>
          <p:cNvSpPr>
            <a:spLocks noChangeArrowheads="1"/>
          </p:cNvSpPr>
          <p:nvPr/>
        </p:nvSpPr>
        <p:spPr bwMode="auto">
          <a:xfrm>
            <a:off x="3969610" y="3937729"/>
            <a:ext cx="1448689" cy="1594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40300_ADMIN_AUTRE_MC_ACTIV_OFF</a:t>
            </a:r>
          </a:p>
        </p:txBody>
      </p:sp>
      <p:cxnSp>
        <p:nvCxnSpPr>
          <p:cNvPr id="331" name="Connecteur droit 330">
            <a:extLst>
              <a:ext uri="{FF2B5EF4-FFF2-40B4-BE49-F238E27FC236}">
                <a16:creationId xmlns:a16="http://schemas.microsoft.com/office/drawing/2014/main" id="{71B641EC-A50B-48CD-A651-285E363C6AE6}"/>
              </a:ext>
            </a:extLst>
          </p:cNvPr>
          <p:cNvCxnSpPr>
            <a:stCxn id="22" idx="2"/>
            <a:endCxn id="325" idx="2"/>
          </p:cNvCxnSpPr>
          <p:nvPr/>
        </p:nvCxnSpPr>
        <p:spPr bwMode="auto">
          <a:xfrm>
            <a:off x="2910501" y="4048226"/>
            <a:ext cx="2428" cy="993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5" name="Connecteur : en angle 334">
            <a:extLst>
              <a:ext uri="{FF2B5EF4-FFF2-40B4-BE49-F238E27FC236}">
                <a16:creationId xmlns:a16="http://schemas.microsoft.com/office/drawing/2014/main" id="{41303D2D-CDBC-42EE-B7FE-C4AB3C24AAFA}"/>
              </a:ext>
            </a:extLst>
          </p:cNvPr>
          <p:cNvCxnSpPr>
            <a:cxnSpLocks/>
            <a:stCxn id="328" idx="2"/>
            <a:endCxn id="116" idx="0"/>
          </p:cNvCxnSpPr>
          <p:nvPr/>
        </p:nvCxnSpPr>
        <p:spPr bwMode="auto">
          <a:xfrm rot="5400000">
            <a:off x="5701005" y="3864984"/>
            <a:ext cx="318001" cy="78018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5" name="Connecteur : en angle 354">
            <a:extLst>
              <a:ext uri="{FF2B5EF4-FFF2-40B4-BE49-F238E27FC236}">
                <a16:creationId xmlns:a16="http://schemas.microsoft.com/office/drawing/2014/main" id="{2731167F-2C72-4A17-A24B-BB37D43FAB0E}"/>
              </a:ext>
            </a:extLst>
          </p:cNvPr>
          <p:cNvCxnSpPr>
            <a:stCxn id="329" idx="2"/>
            <a:endCxn id="116" idx="0"/>
          </p:cNvCxnSpPr>
          <p:nvPr/>
        </p:nvCxnSpPr>
        <p:spPr bwMode="auto">
          <a:xfrm rot="16200000" flipH="1">
            <a:off x="4923464" y="3867630"/>
            <a:ext cx="316938" cy="77595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 name="Connecteur droit 357">
            <a:extLst>
              <a:ext uri="{FF2B5EF4-FFF2-40B4-BE49-F238E27FC236}">
                <a16:creationId xmlns:a16="http://schemas.microsoft.com/office/drawing/2014/main" id="{2B7D1A44-4F67-4FB3-B7F3-C7EEC91724FF}"/>
              </a:ext>
            </a:extLst>
          </p:cNvPr>
          <p:cNvCxnSpPr>
            <a:stCxn id="329" idx="0"/>
            <a:endCxn id="323" idx="2"/>
          </p:cNvCxnSpPr>
          <p:nvPr/>
        </p:nvCxnSpPr>
        <p:spPr bwMode="auto">
          <a:xfrm flipH="1" flipV="1">
            <a:off x="4684200" y="3862159"/>
            <a:ext cx="9755" cy="755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0" name="Text Box 156">
            <a:extLst>
              <a:ext uri="{FF2B5EF4-FFF2-40B4-BE49-F238E27FC236}">
                <a16:creationId xmlns:a16="http://schemas.microsoft.com/office/drawing/2014/main" id="{05690203-08CC-4D56-A818-ECE6E01984A7}"/>
              </a:ext>
            </a:extLst>
          </p:cNvPr>
          <p:cNvSpPr txBox="1">
            <a:spLocks noChangeArrowheads="1"/>
          </p:cNvSpPr>
          <p:nvPr/>
        </p:nvSpPr>
        <p:spPr bwMode="auto">
          <a:xfrm>
            <a:off x="5344149" y="356237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361" name="Text Box 156">
            <a:extLst>
              <a:ext uri="{FF2B5EF4-FFF2-40B4-BE49-F238E27FC236}">
                <a16:creationId xmlns:a16="http://schemas.microsoft.com/office/drawing/2014/main" id="{EF00CB27-7F6C-4CC7-A5D3-5588C1959482}"/>
              </a:ext>
            </a:extLst>
          </p:cNvPr>
          <p:cNvSpPr txBox="1">
            <a:spLocks noChangeArrowheads="1"/>
          </p:cNvSpPr>
          <p:nvPr/>
        </p:nvSpPr>
        <p:spPr bwMode="auto">
          <a:xfrm>
            <a:off x="4858807" y="378634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sp>
        <p:nvSpPr>
          <p:cNvPr id="362" name="Text Box 157">
            <a:extLst>
              <a:ext uri="{FF2B5EF4-FFF2-40B4-BE49-F238E27FC236}">
                <a16:creationId xmlns:a16="http://schemas.microsoft.com/office/drawing/2014/main" id="{4A9EDCFA-A976-4D7E-A6E6-636699BF9CCD}"/>
              </a:ext>
            </a:extLst>
          </p:cNvPr>
          <p:cNvSpPr txBox="1">
            <a:spLocks noChangeArrowheads="1"/>
          </p:cNvSpPr>
          <p:nvPr/>
        </p:nvSpPr>
        <p:spPr bwMode="auto">
          <a:xfrm>
            <a:off x="3818958" y="356649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370" name="Connecteur : en angle 369">
            <a:extLst>
              <a:ext uri="{FF2B5EF4-FFF2-40B4-BE49-F238E27FC236}">
                <a16:creationId xmlns:a16="http://schemas.microsoft.com/office/drawing/2014/main" id="{A717B0CC-1299-4454-BBC6-35DE241048FA}"/>
              </a:ext>
            </a:extLst>
          </p:cNvPr>
          <p:cNvCxnSpPr>
            <a:stCxn id="323" idx="3"/>
            <a:endCxn id="328" idx="0"/>
          </p:cNvCxnSpPr>
          <p:nvPr/>
        </p:nvCxnSpPr>
        <p:spPr bwMode="auto">
          <a:xfrm>
            <a:off x="5215898" y="3703839"/>
            <a:ext cx="1034200" cy="23282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7" name="AutoShape 68">
            <a:hlinkClick r:id="rId4" action="ppaction://hlinksldjump"/>
            <a:extLst>
              <a:ext uri="{FF2B5EF4-FFF2-40B4-BE49-F238E27FC236}">
                <a16:creationId xmlns:a16="http://schemas.microsoft.com/office/drawing/2014/main" id="{44884933-68E6-4B8B-B36F-DF7A85DEB2E6}"/>
              </a:ext>
            </a:extLst>
          </p:cNvPr>
          <p:cNvSpPr>
            <a:spLocks noChangeArrowheads="1"/>
          </p:cNvSpPr>
          <p:nvPr/>
        </p:nvSpPr>
        <p:spPr bwMode="auto">
          <a:xfrm>
            <a:off x="3295800" y="2452572"/>
            <a:ext cx="781050" cy="268233"/>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ANC</a:t>
            </a:r>
          </a:p>
          <a:p>
            <a:pPr algn="ctr" eaLnBrk="0" hangingPunct="0">
              <a:defRPr/>
            </a:pPr>
            <a:r>
              <a:rPr lang="fr-FR" sz="600">
                <a:solidFill>
                  <a:schemeClr val="bg1"/>
                </a:solidFill>
                <a:ea typeface="ＭＳ Ｐゴシック" charset="0"/>
              </a:rPr>
              <a:t>FASTR</a:t>
            </a:r>
          </a:p>
        </p:txBody>
      </p:sp>
      <p:sp>
        <p:nvSpPr>
          <p:cNvPr id="378" name="AutoShape 14">
            <a:extLst>
              <a:ext uri="{FF2B5EF4-FFF2-40B4-BE49-F238E27FC236}">
                <a16:creationId xmlns:a16="http://schemas.microsoft.com/office/drawing/2014/main" id="{ED57BD3A-591B-49A8-91DE-D04FAD732853}"/>
              </a:ext>
            </a:extLst>
          </p:cNvPr>
          <p:cNvSpPr>
            <a:spLocks noChangeArrowheads="1"/>
          </p:cNvSpPr>
          <p:nvPr/>
        </p:nvSpPr>
        <p:spPr bwMode="auto">
          <a:xfrm>
            <a:off x="2980234" y="2867797"/>
            <a:ext cx="1414781" cy="1401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40200_ADMIN_AUTRE_BEB_ANC_NOK</a:t>
            </a:r>
          </a:p>
        </p:txBody>
      </p:sp>
      <p:sp>
        <p:nvSpPr>
          <p:cNvPr id="379" name="Text Box 157">
            <a:extLst>
              <a:ext uri="{FF2B5EF4-FFF2-40B4-BE49-F238E27FC236}">
                <a16:creationId xmlns:a16="http://schemas.microsoft.com/office/drawing/2014/main" id="{9695D691-5301-4655-9E93-649AE1ACF368}"/>
              </a:ext>
            </a:extLst>
          </p:cNvPr>
          <p:cNvSpPr txBox="1">
            <a:spLocks noChangeArrowheads="1"/>
          </p:cNvSpPr>
          <p:nvPr/>
        </p:nvSpPr>
        <p:spPr bwMode="auto">
          <a:xfrm>
            <a:off x="3916389" y="2397614"/>
            <a:ext cx="32092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380" name="Text Box 157">
            <a:extLst>
              <a:ext uri="{FF2B5EF4-FFF2-40B4-BE49-F238E27FC236}">
                <a16:creationId xmlns:a16="http://schemas.microsoft.com/office/drawing/2014/main" id="{A994E4A1-462A-4E1F-A98F-E221CD3380FD}"/>
              </a:ext>
            </a:extLst>
          </p:cNvPr>
          <p:cNvSpPr txBox="1">
            <a:spLocks noChangeArrowheads="1"/>
          </p:cNvSpPr>
          <p:nvPr/>
        </p:nvSpPr>
        <p:spPr bwMode="auto">
          <a:xfrm>
            <a:off x="3761865" y="267656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381" name="Text Box 157">
            <a:extLst>
              <a:ext uri="{FF2B5EF4-FFF2-40B4-BE49-F238E27FC236}">
                <a16:creationId xmlns:a16="http://schemas.microsoft.com/office/drawing/2014/main" id="{6AC91628-74C4-4B44-8C57-928338A43D53}"/>
              </a:ext>
            </a:extLst>
          </p:cNvPr>
          <p:cNvSpPr txBox="1">
            <a:spLocks noChangeArrowheads="1"/>
          </p:cNvSpPr>
          <p:nvPr/>
        </p:nvSpPr>
        <p:spPr bwMode="auto">
          <a:xfrm>
            <a:off x="2883345" y="240855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382" name="Connecteur droit 381">
            <a:extLst>
              <a:ext uri="{FF2B5EF4-FFF2-40B4-BE49-F238E27FC236}">
                <a16:creationId xmlns:a16="http://schemas.microsoft.com/office/drawing/2014/main" id="{FD4623B3-1ACD-44A1-96A5-8AC0E35FD6C8}"/>
              </a:ext>
            </a:extLst>
          </p:cNvPr>
          <p:cNvCxnSpPr>
            <a:stCxn id="377" idx="2"/>
            <a:endCxn id="378" idx="0"/>
          </p:cNvCxnSpPr>
          <p:nvPr/>
        </p:nvCxnSpPr>
        <p:spPr bwMode="auto">
          <a:xfrm>
            <a:off x="3686325" y="2720805"/>
            <a:ext cx="1300" cy="1469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3" name="AutoShape 14">
            <a:extLst>
              <a:ext uri="{FF2B5EF4-FFF2-40B4-BE49-F238E27FC236}">
                <a16:creationId xmlns:a16="http://schemas.microsoft.com/office/drawing/2014/main" id="{80B2B2B3-4E84-40A9-B689-97B1F21DC7EE}"/>
              </a:ext>
            </a:extLst>
          </p:cNvPr>
          <p:cNvSpPr>
            <a:spLocks noChangeArrowheads="1"/>
          </p:cNvSpPr>
          <p:nvPr/>
        </p:nvSpPr>
        <p:spPr bwMode="auto">
          <a:xfrm>
            <a:off x="2245512" y="3136257"/>
            <a:ext cx="1332411" cy="1420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40200_ADM_AUTRE_BEB_ANC_OFF</a:t>
            </a:r>
          </a:p>
        </p:txBody>
      </p:sp>
      <p:cxnSp>
        <p:nvCxnSpPr>
          <p:cNvPr id="384" name="Connecteur en angle 105">
            <a:extLst>
              <a:ext uri="{FF2B5EF4-FFF2-40B4-BE49-F238E27FC236}">
                <a16:creationId xmlns:a16="http://schemas.microsoft.com/office/drawing/2014/main" id="{0CDD45A5-DF52-483F-8BCD-15F2A65A5C07}"/>
              </a:ext>
            </a:extLst>
          </p:cNvPr>
          <p:cNvCxnSpPr>
            <a:stCxn id="377" idx="1"/>
            <a:endCxn id="383" idx="0"/>
          </p:cNvCxnSpPr>
          <p:nvPr/>
        </p:nvCxnSpPr>
        <p:spPr bwMode="auto">
          <a:xfrm rot="10800000" flipV="1">
            <a:off x="2911718" y="2586689"/>
            <a:ext cx="384082" cy="54956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8" name="Connecteur droit avec flèche 4107">
            <a:extLst>
              <a:ext uri="{FF2B5EF4-FFF2-40B4-BE49-F238E27FC236}">
                <a16:creationId xmlns:a16="http://schemas.microsoft.com/office/drawing/2014/main" id="{8180EED1-19EA-4915-AF4C-7F56080976E6}"/>
              </a:ext>
            </a:extLst>
          </p:cNvPr>
          <p:cNvCxnSpPr>
            <a:cxnSpLocks/>
            <a:stCxn id="182" idx="2"/>
            <a:endCxn id="377" idx="0"/>
          </p:cNvCxnSpPr>
          <p:nvPr/>
        </p:nvCxnSpPr>
        <p:spPr bwMode="auto">
          <a:xfrm>
            <a:off x="3680484" y="2306046"/>
            <a:ext cx="5841" cy="14652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1" name="Connecteur droit 390">
            <a:extLst>
              <a:ext uri="{FF2B5EF4-FFF2-40B4-BE49-F238E27FC236}">
                <a16:creationId xmlns:a16="http://schemas.microsoft.com/office/drawing/2014/main" id="{D4E1FF9C-305C-4653-B31B-9D12A30E0753}"/>
              </a:ext>
            </a:extLst>
          </p:cNvPr>
          <p:cNvCxnSpPr>
            <a:cxnSpLocks/>
            <a:stCxn id="377" idx="3"/>
            <a:endCxn id="294" idx="1"/>
          </p:cNvCxnSpPr>
          <p:nvPr/>
        </p:nvCxnSpPr>
        <p:spPr bwMode="auto">
          <a:xfrm flipV="1">
            <a:off x="4076850" y="2576656"/>
            <a:ext cx="266325" cy="100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3" name="Connecteur : en angle 392">
            <a:extLst>
              <a:ext uri="{FF2B5EF4-FFF2-40B4-BE49-F238E27FC236}">
                <a16:creationId xmlns:a16="http://schemas.microsoft.com/office/drawing/2014/main" id="{84D64FAB-20CA-4991-8495-790F00209B9D}"/>
              </a:ext>
            </a:extLst>
          </p:cNvPr>
          <p:cNvCxnSpPr>
            <a:stCxn id="294" idx="3"/>
            <a:endCxn id="303" idx="0"/>
          </p:cNvCxnSpPr>
          <p:nvPr/>
        </p:nvCxnSpPr>
        <p:spPr bwMode="auto">
          <a:xfrm>
            <a:off x="5763923" y="2576656"/>
            <a:ext cx="197049" cy="11880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1" name="AutoShape 87">
            <a:hlinkClick r:id="rId5" action="ppaction://hlinksldjump"/>
            <a:extLst>
              <a:ext uri="{FF2B5EF4-FFF2-40B4-BE49-F238E27FC236}">
                <a16:creationId xmlns:a16="http://schemas.microsoft.com/office/drawing/2014/main" id="{1A039863-AD28-455E-A821-CBB02CF436AD}"/>
              </a:ext>
            </a:extLst>
          </p:cNvPr>
          <p:cNvSpPr>
            <a:spLocks noChangeArrowheads="1"/>
          </p:cNvSpPr>
          <p:nvPr/>
        </p:nvSpPr>
        <p:spPr bwMode="auto">
          <a:xfrm rot="10800000">
            <a:off x="6238632" y="1442444"/>
            <a:ext cx="806550" cy="310478"/>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WCB DIGITAL</a:t>
            </a:r>
          </a:p>
        </p:txBody>
      </p:sp>
      <p:sp>
        <p:nvSpPr>
          <p:cNvPr id="432" name="AutoShape 42">
            <a:extLst>
              <a:ext uri="{FF2B5EF4-FFF2-40B4-BE49-F238E27FC236}">
                <a16:creationId xmlns:a16="http://schemas.microsoft.com/office/drawing/2014/main" id="{7F2851D4-E45D-4E7C-8BE6-E8C142AB8163}"/>
              </a:ext>
            </a:extLst>
          </p:cNvPr>
          <p:cNvSpPr>
            <a:spLocks noChangeArrowheads="1"/>
          </p:cNvSpPr>
          <p:nvPr/>
        </p:nvSpPr>
        <p:spPr bwMode="auto">
          <a:xfrm>
            <a:off x="6107358" y="1872934"/>
            <a:ext cx="1074297" cy="1092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40000_WCB_ADM_AUTRE</a:t>
            </a:r>
          </a:p>
        </p:txBody>
      </p:sp>
      <p:sp>
        <p:nvSpPr>
          <p:cNvPr id="433" name="Text Box 157">
            <a:extLst>
              <a:ext uri="{FF2B5EF4-FFF2-40B4-BE49-F238E27FC236}">
                <a16:creationId xmlns:a16="http://schemas.microsoft.com/office/drawing/2014/main" id="{84F2675C-548D-46B2-BD62-81C9FB3E3E60}"/>
              </a:ext>
            </a:extLst>
          </p:cNvPr>
          <p:cNvSpPr txBox="1">
            <a:spLocks noChangeArrowheads="1"/>
          </p:cNvSpPr>
          <p:nvPr/>
        </p:nvSpPr>
        <p:spPr bwMode="auto">
          <a:xfrm>
            <a:off x="5329076" y="2082875"/>
            <a:ext cx="139333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WCBDIGITAL = 1 ET MOTIFS = 05</a:t>
            </a:r>
          </a:p>
        </p:txBody>
      </p:sp>
      <p:sp>
        <p:nvSpPr>
          <p:cNvPr id="435" name="AutoShape 87">
            <a:hlinkClick r:id="rId6" action="ppaction://hlinksldjump"/>
            <a:extLst>
              <a:ext uri="{FF2B5EF4-FFF2-40B4-BE49-F238E27FC236}">
                <a16:creationId xmlns:a16="http://schemas.microsoft.com/office/drawing/2014/main" id="{0B74DD81-FB9D-41B5-898D-78D4C6FF8B32}"/>
              </a:ext>
            </a:extLst>
          </p:cNvPr>
          <p:cNvSpPr>
            <a:spLocks noChangeArrowheads="1"/>
          </p:cNvSpPr>
          <p:nvPr/>
        </p:nvSpPr>
        <p:spPr bwMode="auto">
          <a:xfrm rot="10800000">
            <a:off x="4748442" y="1495108"/>
            <a:ext cx="610055" cy="291110"/>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ROUTAGE MDP</a:t>
            </a:r>
          </a:p>
        </p:txBody>
      </p:sp>
      <p:cxnSp>
        <p:nvCxnSpPr>
          <p:cNvPr id="436" name="Connecteur droit 435">
            <a:extLst>
              <a:ext uri="{FF2B5EF4-FFF2-40B4-BE49-F238E27FC236}">
                <a16:creationId xmlns:a16="http://schemas.microsoft.com/office/drawing/2014/main" id="{87E738B0-6D23-4496-AF5E-4E7E78544851}"/>
              </a:ext>
            </a:extLst>
          </p:cNvPr>
          <p:cNvCxnSpPr>
            <a:cxnSpLocks/>
            <a:stCxn id="431" idx="0"/>
            <a:endCxn id="432" idx="0"/>
          </p:cNvCxnSpPr>
          <p:nvPr/>
        </p:nvCxnSpPr>
        <p:spPr bwMode="auto">
          <a:xfrm>
            <a:off x="6641907" y="1752922"/>
            <a:ext cx="2600" cy="1200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8" name="AutoShape 132">
            <a:extLst>
              <a:ext uri="{FF2B5EF4-FFF2-40B4-BE49-F238E27FC236}">
                <a16:creationId xmlns:a16="http://schemas.microsoft.com/office/drawing/2014/main" id="{59225397-C6A5-4EB6-B3B5-0F29BDB7C189}"/>
              </a:ext>
            </a:extLst>
          </p:cNvPr>
          <p:cNvCxnSpPr>
            <a:cxnSpLocks noChangeShapeType="1"/>
            <a:stCxn id="432" idx="2"/>
            <a:endCxn id="182" idx="3"/>
          </p:cNvCxnSpPr>
          <p:nvPr/>
        </p:nvCxnSpPr>
        <p:spPr bwMode="auto">
          <a:xfrm rot="5400000">
            <a:off x="5237503" y="830327"/>
            <a:ext cx="255137" cy="2558872"/>
          </a:xfrm>
          <a:prstGeom prst="bentConnector2">
            <a:avLst/>
          </a:prstGeom>
          <a:noFill/>
          <a:ln w="9525">
            <a:solidFill>
              <a:srgbClr val="3366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7" name="Connecteur : en angle 406">
            <a:extLst>
              <a:ext uri="{FF2B5EF4-FFF2-40B4-BE49-F238E27FC236}">
                <a16:creationId xmlns:a16="http://schemas.microsoft.com/office/drawing/2014/main" id="{FA8C7382-6484-495E-BD02-CB1DCF460D10}"/>
              </a:ext>
            </a:extLst>
          </p:cNvPr>
          <p:cNvCxnSpPr>
            <a:stCxn id="464" idx="2"/>
            <a:endCxn id="182" idx="3"/>
          </p:cNvCxnSpPr>
          <p:nvPr/>
        </p:nvCxnSpPr>
        <p:spPr bwMode="auto">
          <a:xfrm rot="5400000">
            <a:off x="4504551" y="1683942"/>
            <a:ext cx="134474" cy="97230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4" name="AutoShape 42">
            <a:extLst>
              <a:ext uri="{FF2B5EF4-FFF2-40B4-BE49-F238E27FC236}">
                <a16:creationId xmlns:a16="http://schemas.microsoft.com/office/drawing/2014/main" id="{165FA1FB-8772-497F-BF29-129C08853BA8}"/>
              </a:ext>
            </a:extLst>
          </p:cNvPr>
          <p:cNvSpPr>
            <a:spLocks noChangeArrowheads="1"/>
          </p:cNvSpPr>
          <p:nvPr/>
        </p:nvSpPr>
        <p:spPr bwMode="auto">
          <a:xfrm>
            <a:off x="4520792" y="1993597"/>
            <a:ext cx="1074297" cy="1092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40000_MDP_ADM_AUTRE</a:t>
            </a:r>
          </a:p>
        </p:txBody>
      </p:sp>
      <p:cxnSp>
        <p:nvCxnSpPr>
          <p:cNvPr id="452" name="Connecteur droit 451">
            <a:extLst>
              <a:ext uri="{FF2B5EF4-FFF2-40B4-BE49-F238E27FC236}">
                <a16:creationId xmlns:a16="http://schemas.microsoft.com/office/drawing/2014/main" id="{889D625F-A389-4931-A711-10D9033A52B4}"/>
              </a:ext>
            </a:extLst>
          </p:cNvPr>
          <p:cNvCxnSpPr>
            <a:stCxn id="435" idx="0"/>
            <a:endCxn id="464" idx="0"/>
          </p:cNvCxnSpPr>
          <p:nvPr/>
        </p:nvCxnSpPr>
        <p:spPr bwMode="auto">
          <a:xfrm>
            <a:off x="5053469" y="1786218"/>
            <a:ext cx="4472" cy="20737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31">
            <a:hlinkClick r:id="" action="ppaction://noaction"/>
            <a:extLst>
              <a:ext uri="{FF2B5EF4-FFF2-40B4-BE49-F238E27FC236}">
                <a16:creationId xmlns:a16="http://schemas.microsoft.com/office/drawing/2014/main" id="{8D40367A-F86D-5DD1-9AC6-046EC2C69476}"/>
              </a:ext>
            </a:extLst>
          </p:cNvPr>
          <p:cNvSpPr>
            <a:spLocks noChangeArrowheads="1"/>
          </p:cNvSpPr>
          <p:nvPr/>
        </p:nvSpPr>
        <p:spPr bwMode="auto">
          <a:xfrm>
            <a:off x="1869857" y="5143211"/>
            <a:ext cx="1319835" cy="15844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FIXE_ADMIN_AUTRE_BEB_COM</a:t>
            </a:r>
          </a:p>
        </p:txBody>
      </p:sp>
      <p:cxnSp>
        <p:nvCxnSpPr>
          <p:cNvPr id="8" name="Connecteur : en angle 7">
            <a:extLst>
              <a:ext uri="{FF2B5EF4-FFF2-40B4-BE49-F238E27FC236}">
                <a16:creationId xmlns:a16="http://schemas.microsoft.com/office/drawing/2014/main" id="{F0C88F7B-7A84-A3D4-807D-6D8AF2782AB8}"/>
              </a:ext>
            </a:extLst>
          </p:cNvPr>
          <p:cNvCxnSpPr>
            <a:stCxn id="81" idx="1"/>
            <a:endCxn id="100" idx="0"/>
          </p:cNvCxnSpPr>
          <p:nvPr/>
        </p:nvCxnSpPr>
        <p:spPr bwMode="auto">
          <a:xfrm rot="10800000">
            <a:off x="2529075" y="4917965"/>
            <a:ext cx="788561" cy="47253"/>
          </a:xfrm>
          <a:prstGeom prst="bentConnector4">
            <a:avLst>
              <a:gd name="adj1" fmla="val 10066"/>
              <a:gd name="adj2" fmla="val 27853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18">
            <a:extLst>
              <a:ext uri="{FF2B5EF4-FFF2-40B4-BE49-F238E27FC236}">
                <a16:creationId xmlns:a16="http://schemas.microsoft.com/office/drawing/2014/main" id="{22786F47-0BBB-C9C2-B740-558DD24196BC}"/>
              </a:ext>
            </a:extLst>
          </p:cNvPr>
          <p:cNvCxnSpPr>
            <a:stCxn id="3" idx="2"/>
            <a:endCxn id="108" idx="2"/>
          </p:cNvCxnSpPr>
          <p:nvPr/>
        </p:nvCxnSpPr>
        <p:spPr bwMode="auto">
          <a:xfrm flipH="1">
            <a:off x="2529074" y="5301652"/>
            <a:ext cx="701" cy="937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31">
            <a:hlinkClick r:id="" action="ppaction://noaction"/>
            <a:extLst>
              <a:ext uri="{FF2B5EF4-FFF2-40B4-BE49-F238E27FC236}">
                <a16:creationId xmlns:a16="http://schemas.microsoft.com/office/drawing/2014/main" id="{96B5F60A-A842-E756-724D-6E762CC84B2F}"/>
              </a:ext>
            </a:extLst>
          </p:cNvPr>
          <p:cNvSpPr>
            <a:spLocks noChangeArrowheads="1"/>
          </p:cNvSpPr>
          <p:nvPr/>
        </p:nvSpPr>
        <p:spPr bwMode="auto">
          <a:xfrm>
            <a:off x="2250583" y="3889785"/>
            <a:ext cx="1319835" cy="15844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FIXE_ADMIN_AUTRE_MC_ACTIV</a:t>
            </a:r>
            <a:endParaRPr lang="fr-FR" sz="600">
              <a:solidFill>
                <a:srgbClr val="FF0000"/>
              </a:solidFill>
            </a:endParaRPr>
          </a:p>
        </p:txBody>
      </p:sp>
      <p:cxnSp>
        <p:nvCxnSpPr>
          <p:cNvPr id="35" name="Connecteur droit 34">
            <a:extLst>
              <a:ext uri="{FF2B5EF4-FFF2-40B4-BE49-F238E27FC236}">
                <a16:creationId xmlns:a16="http://schemas.microsoft.com/office/drawing/2014/main" id="{E53BE2EB-AB8F-3B25-4013-5E54B00BA76A}"/>
              </a:ext>
            </a:extLst>
          </p:cNvPr>
          <p:cNvCxnSpPr>
            <a:cxnSpLocks/>
            <a:stCxn id="323" idx="1"/>
            <a:endCxn id="327" idx="3"/>
          </p:cNvCxnSpPr>
          <p:nvPr/>
        </p:nvCxnSpPr>
        <p:spPr bwMode="auto">
          <a:xfrm flipH="1" flipV="1">
            <a:off x="3641045" y="3694778"/>
            <a:ext cx="511457" cy="90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droit 49">
            <a:extLst>
              <a:ext uri="{FF2B5EF4-FFF2-40B4-BE49-F238E27FC236}">
                <a16:creationId xmlns:a16="http://schemas.microsoft.com/office/drawing/2014/main" id="{76AA2B2F-D2C8-ED68-4494-DDFCB1681941}"/>
              </a:ext>
            </a:extLst>
          </p:cNvPr>
          <p:cNvCxnSpPr>
            <a:cxnSpLocks/>
            <a:stCxn id="327" idx="2"/>
            <a:endCxn id="22" idx="0"/>
          </p:cNvCxnSpPr>
          <p:nvPr/>
        </p:nvCxnSpPr>
        <p:spPr bwMode="auto">
          <a:xfrm flipH="1">
            <a:off x="2910501" y="3774483"/>
            <a:ext cx="6200" cy="1153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4" name="Connecteur droit 493">
            <a:extLst>
              <a:ext uri="{FF2B5EF4-FFF2-40B4-BE49-F238E27FC236}">
                <a16:creationId xmlns:a16="http://schemas.microsoft.com/office/drawing/2014/main" id="{69F12DF0-7588-B00C-55B5-FBF8977230A1}"/>
              </a:ext>
            </a:extLst>
          </p:cNvPr>
          <p:cNvCxnSpPr>
            <a:cxnSpLocks/>
            <a:endCxn id="282" idx="0"/>
          </p:cNvCxnSpPr>
          <p:nvPr/>
        </p:nvCxnSpPr>
        <p:spPr bwMode="auto">
          <a:xfrm flipH="1" flipV="1">
            <a:off x="3669873" y="1143886"/>
            <a:ext cx="10250" cy="6875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8" name="AutoShape 131">
            <a:extLst>
              <a:ext uri="{FF2B5EF4-FFF2-40B4-BE49-F238E27FC236}">
                <a16:creationId xmlns:a16="http://schemas.microsoft.com/office/drawing/2014/main" id="{96604773-C32E-8A1A-E725-85ABBBF768E9}"/>
              </a:ext>
            </a:extLst>
          </p:cNvPr>
          <p:cNvSpPr>
            <a:spLocks noChangeArrowheads="1"/>
          </p:cNvSpPr>
          <p:nvPr/>
        </p:nvSpPr>
        <p:spPr bwMode="auto">
          <a:xfrm>
            <a:off x="7171336" y="5588733"/>
            <a:ext cx="475216" cy="307378"/>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AB TEST</a:t>
            </a:r>
          </a:p>
        </p:txBody>
      </p:sp>
      <p:sp>
        <p:nvSpPr>
          <p:cNvPr id="503" name="AutoShape 87">
            <a:hlinkClick r:id="rId7" action="ppaction://hlinksldjump"/>
            <a:extLst>
              <a:ext uri="{FF2B5EF4-FFF2-40B4-BE49-F238E27FC236}">
                <a16:creationId xmlns:a16="http://schemas.microsoft.com/office/drawing/2014/main" id="{EE485AAA-36E1-4B1A-0150-7F69E28DA9E0}"/>
              </a:ext>
            </a:extLst>
          </p:cNvPr>
          <p:cNvSpPr>
            <a:spLocks noChangeArrowheads="1"/>
          </p:cNvSpPr>
          <p:nvPr/>
        </p:nvSpPr>
        <p:spPr bwMode="auto">
          <a:xfrm rot="10800000">
            <a:off x="6196044" y="5930238"/>
            <a:ext cx="724344" cy="271898"/>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800">
                <a:ea typeface="ＭＳ Ｐゴシック" charset="0"/>
              </a:rPr>
              <a:t>Eligibilité LN CO</a:t>
            </a:r>
          </a:p>
        </p:txBody>
      </p:sp>
      <p:cxnSp>
        <p:nvCxnSpPr>
          <p:cNvPr id="98" name="Connecteur droit avec flèche 97">
            <a:extLst>
              <a:ext uri="{FF2B5EF4-FFF2-40B4-BE49-F238E27FC236}">
                <a16:creationId xmlns:a16="http://schemas.microsoft.com/office/drawing/2014/main" id="{37C72354-A113-31D5-4BBB-B7A4AB4239D5}"/>
              </a:ext>
            </a:extLst>
          </p:cNvPr>
          <p:cNvCxnSpPr>
            <a:cxnSpLocks/>
            <a:stCxn id="498" idx="2"/>
            <a:endCxn id="190" idx="2"/>
          </p:cNvCxnSpPr>
          <p:nvPr/>
        </p:nvCxnSpPr>
        <p:spPr bwMode="auto">
          <a:xfrm>
            <a:off x="7408944" y="5896111"/>
            <a:ext cx="1201" cy="30602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 Box 156">
            <a:extLst>
              <a:ext uri="{FF2B5EF4-FFF2-40B4-BE49-F238E27FC236}">
                <a16:creationId xmlns:a16="http://schemas.microsoft.com/office/drawing/2014/main" id="{4D5A6AB6-63ED-1DB6-2FF7-F2D9884F6A2B}"/>
              </a:ext>
            </a:extLst>
          </p:cNvPr>
          <p:cNvSpPr txBox="1">
            <a:spLocks noChangeArrowheads="1"/>
          </p:cNvSpPr>
          <p:nvPr/>
        </p:nvSpPr>
        <p:spPr bwMode="auto">
          <a:xfrm>
            <a:off x="7390645" y="5843632"/>
            <a:ext cx="364961" cy="169277"/>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500">
                <a:effectLst>
                  <a:outerShdw blurRad="38100" dist="38100" dir="2700000" algn="tl">
                    <a:srgbClr val="C0C0C0"/>
                  </a:outerShdw>
                </a:effectLst>
              </a:rPr>
              <a:t>NON</a:t>
            </a:r>
          </a:p>
        </p:txBody>
      </p:sp>
      <p:sp>
        <p:nvSpPr>
          <p:cNvPr id="105" name="Text Box 156">
            <a:extLst>
              <a:ext uri="{FF2B5EF4-FFF2-40B4-BE49-F238E27FC236}">
                <a16:creationId xmlns:a16="http://schemas.microsoft.com/office/drawing/2014/main" id="{5F0DF9C0-3E9B-1D82-5EB0-5DBBDFA100BF}"/>
              </a:ext>
            </a:extLst>
          </p:cNvPr>
          <p:cNvSpPr txBox="1">
            <a:spLocks noChangeArrowheads="1"/>
          </p:cNvSpPr>
          <p:nvPr/>
        </p:nvSpPr>
        <p:spPr bwMode="auto">
          <a:xfrm>
            <a:off x="6835115" y="5592571"/>
            <a:ext cx="331341" cy="169277"/>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500">
                <a:effectLst>
                  <a:outerShdw blurRad="38100" dist="38100" dir="2700000" algn="tl">
                    <a:srgbClr val="C0C0C0"/>
                  </a:outerShdw>
                </a:effectLst>
              </a:rPr>
              <a:t>OUI</a:t>
            </a:r>
          </a:p>
        </p:txBody>
      </p:sp>
      <p:cxnSp>
        <p:nvCxnSpPr>
          <p:cNvPr id="126" name="Connecteur : en angle 125">
            <a:extLst>
              <a:ext uri="{FF2B5EF4-FFF2-40B4-BE49-F238E27FC236}">
                <a16:creationId xmlns:a16="http://schemas.microsoft.com/office/drawing/2014/main" id="{8542A639-FAE9-40CB-61E5-0A5FD2F4EB56}"/>
              </a:ext>
            </a:extLst>
          </p:cNvPr>
          <p:cNvCxnSpPr>
            <a:cxnSpLocks/>
            <a:stCxn id="498" idx="1"/>
            <a:endCxn id="503" idx="2"/>
          </p:cNvCxnSpPr>
          <p:nvPr/>
        </p:nvCxnSpPr>
        <p:spPr bwMode="auto">
          <a:xfrm rot="10800000" flipV="1">
            <a:off x="6558216" y="5742422"/>
            <a:ext cx="613120" cy="18781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1" name="AutoShape 131">
            <a:extLst>
              <a:ext uri="{FF2B5EF4-FFF2-40B4-BE49-F238E27FC236}">
                <a16:creationId xmlns:a16="http://schemas.microsoft.com/office/drawing/2014/main" id="{4886FFAD-2941-58E7-20E6-3E3C645C9AB7}"/>
              </a:ext>
            </a:extLst>
          </p:cNvPr>
          <p:cNvSpPr>
            <a:spLocks noChangeArrowheads="1"/>
          </p:cNvSpPr>
          <p:nvPr/>
        </p:nvSpPr>
        <p:spPr bwMode="auto">
          <a:xfrm>
            <a:off x="7181655" y="5108586"/>
            <a:ext cx="454579" cy="306026"/>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dirty="0"/>
              <a:t>LN FULL</a:t>
            </a:r>
          </a:p>
        </p:txBody>
      </p:sp>
      <p:sp>
        <p:nvSpPr>
          <p:cNvPr id="462" name="AutoShape 219">
            <a:extLst>
              <a:ext uri="{FF2B5EF4-FFF2-40B4-BE49-F238E27FC236}">
                <a16:creationId xmlns:a16="http://schemas.microsoft.com/office/drawing/2014/main" id="{C1919605-6BC8-F115-6672-9AB08B39A331}"/>
              </a:ext>
            </a:extLst>
          </p:cNvPr>
          <p:cNvSpPr>
            <a:spLocks noChangeArrowheads="1"/>
          </p:cNvSpPr>
          <p:nvPr/>
        </p:nvSpPr>
        <p:spPr bwMode="auto">
          <a:xfrm>
            <a:off x="6098294" y="5208386"/>
            <a:ext cx="1013268" cy="11000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dirty="0"/>
              <a:t>40400_LN_FULL_OUI</a:t>
            </a:r>
          </a:p>
        </p:txBody>
      </p:sp>
      <p:sp>
        <p:nvSpPr>
          <p:cNvPr id="463" name="ZoneTexte 462">
            <a:extLst>
              <a:ext uri="{FF2B5EF4-FFF2-40B4-BE49-F238E27FC236}">
                <a16:creationId xmlns:a16="http://schemas.microsoft.com/office/drawing/2014/main" id="{73610DC5-DC47-86D6-6FBB-E999D2562226}"/>
              </a:ext>
            </a:extLst>
          </p:cNvPr>
          <p:cNvSpPr txBox="1"/>
          <p:nvPr/>
        </p:nvSpPr>
        <p:spPr>
          <a:xfrm>
            <a:off x="7015769" y="4985112"/>
            <a:ext cx="298480" cy="169277"/>
          </a:xfrm>
          <a:prstGeom prst="rect">
            <a:avLst/>
          </a:prstGeom>
          <a:noFill/>
        </p:spPr>
        <p:txBody>
          <a:bodyPr wrap="none" rtlCol="0">
            <a:spAutoFit/>
          </a:bodyPr>
          <a:lstStyle/>
          <a:p>
            <a:r>
              <a:rPr lang="fr-FR" sz="500"/>
              <a:t>OUI</a:t>
            </a:r>
          </a:p>
        </p:txBody>
      </p:sp>
      <p:cxnSp>
        <p:nvCxnSpPr>
          <p:cNvPr id="488" name="Connecteur : en angle 487">
            <a:extLst>
              <a:ext uri="{FF2B5EF4-FFF2-40B4-BE49-F238E27FC236}">
                <a16:creationId xmlns:a16="http://schemas.microsoft.com/office/drawing/2014/main" id="{64DC78CA-95E5-F6BC-2EF5-908653C2FD2E}"/>
              </a:ext>
            </a:extLst>
          </p:cNvPr>
          <p:cNvCxnSpPr>
            <a:cxnSpLocks/>
            <a:endCxn id="322" idx="1"/>
          </p:cNvCxnSpPr>
          <p:nvPr/>
        </p:nvCxnSpPr>
        <p:spPr bwMode="auto">
          <a:xfrm rot="16200000" flipH="1">
            <a:off x="5729949" y="4669313"/>
            <a:ext cx="255904" cy="19102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9" name="Connecteur droit 4098">
            <a:extLst>
              <a:ext uri="{FF2B5EF4-FFF2-40B4-BE49-F238E27FC236}">
                <a16:creationId xmlns:a16="http://schemas.microsoft.com/office/drawing/2014/main" id="{3D93E541-2C7F-405A-2CEA-553B040B162D}"/>
              </a:ext>
            </a:extLst>
          </p:cNvPr>
          <p:cNvCxnSpPr>
            <a:cxnSpLocks/>
            <a:stCxn id="498" idx="0"/>
            <a:endCxn id="461" idx="2"/>
          </p:cNvCxnSpPr>
          <p:nvPr/>
        </p:nvCxnSpPr>
        <p:spPr bwMode="auto">
          <a:xfrm flipV="1">
            <a:off x="7408944" y="5414612"/>
            <a:ext cx="1" cy="1741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9" name="Text Box 156">
            <a:extLst>
              <a:ext uri="{FF2B5EF4-FFF2-40B4-BE49-F238E27FC236}">
                <a16:creationId xmlns:a16="http://schemas.microsoft.com/office/drawing/2014/main" id="{08F0B240-FD8C-5A2F-3443-1FE3A71900BD}"/>
              </a:ext>
            </a:extLst>
          </p:cNvPr>
          <p:cNvSpPr txBox="1">
            <a:spLocks noChangeArrowheads="1"/>
          </p:cNvSpPr>
          <p:nvPr/>
        </p:nvSpPr>
        <p:spPr bwMode="auto">
          <a:xfrm>
            <a:off x="7414616" y="5461145"/>
            <a:ext cx="364961" cy="169277"/>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500" dirty="0">
                <a:effectLst>
                  <a:outerShdw blurRad="38100" dist="38100" dir="2700000" algn="tl">
                    <a:srgbClr val="C0C0C0"/>
                  </a:outerShdw>
                </a:effectLst>
              </a:rPr>
              <a:t>NON</a:t>
            </a:r>
          </a:p>
        </p:txBody>
      </p:sp>
      <p:cxnSp>
        <p:nvCxnSpPr>
          <p:cNvPr id="4111" name="Connecteur droit 4110">
            <a:extLst>
              <a:ext uri="{FF2B5EF4-FFF2-40B4-BE49-F238E27FC236}">
                <a16:creationId xmlns:a16="http://schemas.microsoft.com/office/drawing/2014/main" id="{45BB7A5F-FB14-5871-94E1-91E733093D55}"/>
              </a:ext>
            </a:extLst>
          </p:cNvPr>
          <p:cNvCxnSpPr>
            <a:cxnSpLocks/>
            <a:stCxn id="461" idx="1"/>
            <a:endCxn id="462" idx="3"/>
          </p:cNvCxnSpPr>
          <p:nvPr/>
        </p:nvCxnSpPr>
        <p:spPr bwMode="auto">
          <a:xfrm flipH="1">
            <a:off x="7111562" y="5261599"/>
            <a:ext cx="70093" cy="17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13" name="AutoShape 98">
            <a:hlinkClick r:id="rId8" action="ppaction://hlinksldjump"/>
            <a:extLst>
              <a:ext uri="{FF2B5EF4-FFF2-40B4-BE49-F238E27FC236}">
                <a16:creationId xmlns:a16="http://schemas.microsoft.com/office/drawing/2014/main" id="{9AC16DC5-2A5A-EBB1-A788-DB790A581696}"/>
              </a:ext>
            </a:extLst>
          </p:cNvPr>
          <p:cNvSpPr>
            <a:spLocks noChangeArrowheads="1"/>
          </p:cNvSpPr>
          <p:nvPr/>
        </p:nvSpPr>
        <p:spPr bwMode="auto">
          <a:xfrm rot="10800000">
            <a:off x="5266870" y="5431729"/>
            <a:ext cx="831424" cy="31698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dirty="0">
                <a:solidFill>
                  <a:srgbClr val="000000"/>
                </a:solidFill>
                <a:latin typeface="Arial"/>
                <a:ea typeface="ＭＳ Ｐゴシック" charset="0"/>
              </a:rPr>
              <a:t>ROUTAGE ADMIN 1 </a:t>
            </a:r>
          </a:p>
          <a:p>
            <a:pPr algn="ctr" eaLnBrk="0" hangingPunct="0"/>
            <a:r>
              <a:rPr lang="fr-FR" sz="600" dirty="0">
                <a:solidFill>
                  <a:srgbClr val="000000"/>
                </a:solidFill>
                <a:latin typeface="Arial"/>
                <a:ea typeface="ＭＳ Ｐゴシック" charset="0"/>
              </a:rPr>
              <a:t>(Suite)</a:t>
            </a:r>
            <a:endParaRPr lang="fr-FR" sz="600" i="1" dirty="0">
              <a:solidFill>
                <a:srgbClr val="000000"/>
              </a:solidFill>
              <a:latin typeface="Arial"/>
              <a:ea typeface="ＭＳ Ｐゴシック" charset="0"/>
            </a:endParaRPr>
          </a:p>
        </p:txBody>
      </p:sp>
      <p:cxnSp>
        <p:nvCxnSpPr>
          <p:cNvPr id="4115" name="Connecteur : en angle 4114">
            <a:extLst>
              <a:ext uri="{FF2B5EF4-FFF2-40B4-BE49-F238E27FC236}">
                <a16:creationId xmlns:a16="http://schemas.microsoft.com/office/drawing/2014/main" id="{8CF9A8CB-B16F-8052-815D-A9FC822C9E9B}"/>
              </a:ext>
            </a:extLst>
          </p:cNvPr>
          <p:cNvCxnSpPr>
            <a:cxnSpLocks/>
            <a:stCxn id="462" idx="1"/>
            <a:endCxn id="4113" idx="2"/>
          </p:cNvCxnSpPr>
          <p:nvPr/>
        </p:nvCxnSpPr>
        <p:spPr bwMode="auto">
          <a:xfrm rot="10800000" flipV="1">
            <a:off x="5682582" y="5263389"/>
            <a:ext cx="415712" cy="16833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2445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46</a:t>
            </a:fld>
            <a:endParaRPr lang="fr-FR">
              <a:solidFill>
                <a:srgbClr val="000000"/>
              </a:solidFill>
            </a:endParaRPr>
          </a:p>
        </p:txBody>
      </p: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ELIGIBILITE LN CO</a:t>
            </a:r>
            <a:endParaRPr lang="fr-FR"/>
          </a:p>
        </p:txBody>
      </p:sp>
      <p:sp>
        <p:nvSpPr>
          <p:cNvPr id="178" name="Text Box 157">
            <a:extLst>
              <a:ext uri="{FF2B5EF4-FFF2-40B4-BE49-F238E27FC236}">
                <a16:creationId xmlns:a16="http://schemas.microsoft.com/office/drawing/2014/main" id="{941B40C8-E7EB-43F5-B855-7C381F3342C5}"/>
              </a:ext>
            </a:extLst>
          </p:cNvPr>
          <p:cNvSpPr txBox="1">
            <a:spLocks noChangeArrowheads="1"/>
          </p:cNvSpPr>
          <p:nvPr/>
        </p:nvSpPr>
        <p:spPr bwMode="auto">
          <a:xfrm>
            <a:off x="4647190" y="202792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79" name="Text Box 157">
            <a:extLst>
              <a:ext uri="{FF2B5EF4-FFF2-40B4-BE49-F238E27FC236}">
                <a16:creationId xmlns:a16="http://schemas.microsoft.com/office/drawing/2014/main" id="{031313D5-0E9F-4B79-8FB0-10B0FAEB7569}"/>
              </a:ext>
            </a:extLst>
          </p:cNvPr>
          <p:cNvSpPr txBox="1">
            <a:spLocks noChangeArrowheads="1"/>
          </p:cNvSpPr>
          <p:nvPr/>
        </p:nvSpPr>
        <p:spPr bwMode="auto">
          <a:xfrm>
            <a:off x="3664061" y="3777933"/>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87" name="AutoShape 113">
            <a:extLst>
              <a:ext uri="{FF2B5EF4-FFF2-40B4-BE49-F238E27FC236}">
                <a16:creationId xmlns:a16="http://schemas.microsoft.com/office/drawing/2014/main" id="{1310295B-F5E4-495B-9B4A-FF2AFF96C2B8}"/>
              </a:ext>
            </a:extLst>
          </p:cNvPr>
          <p:cNvSpPr>
            <a:spLocks noChangeArrowheads="1"/>
          </p:cNvSpPr>
          <p:nvPr/>
        </p:nvSpPr>
        <p:spPr bwMode="auto">
          <a:xfrm>
            <a:off x="5177956" y="1762819"/>
            <a:ext cx="457200" cy="204244"/>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TABLE_LN</a:t>
            </a:r>
          </a:p>
        </p:txBody>
      </p:sp>
      <p:grpSp>
        <p:nvGrpSpPr>
          <p:cNvPr id="188" name="Group 188">
            <a:extLst>
              <a:ext uri="{FF2B5EF4-FFF2-40B4-BE49-F238E27FC236}">
                <a16:creationId xmlns:a16="http://schemas.microsoft.com/office/drawing/2014/main" id="{529B24CB-146E-43F9-8388-9BA82411E8D1}"/>
              </a:ext>
            </a:extLst>
          </p:cNvPr>
          <p:cNvGrpSpPr>
            <a:grpSpLocks/>
          </p:cNvGrpSpPr>
          <p:nvPr/>
        </p:nvGrpSpPr>
        <p:grpSpPr bwMode="auto">
          <a:xfrm rot="9089149">
            <a:off x="4866846" y="1885222"/>
            <a:ext cx="279400" cy="130175"/>
            <a:chOff x="1920" y="715"/>
            <a:chExt cx="270" cy="139"/>
          </a:xfrm>
          <a:effectLst>
            <a:outerShdw blurRad="50800" dist="38100" dir="2700000" algn="tl" rotWithShape="0">
              <a:prstClr val="black">
                <a:alpha val="40000"/>
              </a:prstClr>
            </a:outerShdw>
          </a:effectLst>
        </p:grpSpPr>
        <p:sp>
          <p:nvSpPr>
            <p:cNvPr id="189" name="AutoShape 189">
              <a:extLst>
                <a:ext uri="{FF2B5EF4-FFF2-40B4-BE49-F238E27FC236}">
                  <a16:creationId xmlns:a16="http://schemas.microsoft.com/office/drawing/2014/main" id="{8A4D5D5F-37D8-4ACF-ADFC-9B96E63EAC20}"/>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0" name="AutoShape 190">
              <a:extLst>
                <a:ext uri="{FF2B5EF4-FFF2-40B4-BE49-F238E27FC236}">
                  <a16:creationId xmlns:a16="http://schemas.microsoft.com/office/drawing/2014/main" id="{53F13339-73D5-4480-AE30-CF55B194C264}"/>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2" name="AutoShape 113">
            <a:extLst>
              <a:ext uri="{FF2B5EF4-FFF2-40B4-BE49-F238E27FC236}">
                <a16:creationId xmlns:a16="http://schemas.microsoft.com/office/drawing/2014/main" id="{570A6AFA-78A6-46DB-AF78-C0A5B5FB24F7}"/>
              </a:ext>
            </a:extLst>
          </p:cNvPr>
          <p:cNvSpPr>
            <a:spLocks noChangeArrowheads="1"/>
          </p:cNvSpPr>
          <p:nvPr/>
        </p:nvSpPr>
        <p:spPr bwMode="auto">
          <a:xfrm>
            <a:off x="2855526" y="2855806"/>
            <a:ext cx="69986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VOLUMETRIE LN</a:t>
            </a:r>
          </a:p>
        </p:txBody>
      </p:sp>
      <p:grpSp>
        <p:nvGrpSpPr>
          <p:cNvPr id="193" name="Group 188">
            <a:extLst>
              <a:ext uri="{FF2B5EF4-FFF2-40B4-BE49-F238E27FC236}">
                <a16:creationId xmlns:a16="http://schemas.microsoft.com/office/drawing/2014/main" id="{E9683096-E6A5-45AE-BAA6-6B528FB88472}"/>
              </a:ext>
            </a:extLst>
          </p:cNvPr>
          <p:cNvGrpSpPr>
            <a:grpSpLocks/>
          </p:cNvGrpSpPr>
          <p:nvPr/>
        </p:nvGrpSpPr>
        <p:grpSpPr bwMode="auto">
          <a:xfrm rot="1472689">
            <a:off x="3695928" y="3048871"/>
            <a:ext cx="288728" cy="172462"/>
            <a:chOff x="1920" y="715"/>
            <a:chExt cx="270" cy="139"/>
          </a:xfrm>
          <a:effectLst>
            <a:outerShdw blurRad="50800" dist="38100" dir="2700000" algn="tl" rotWithShape="0">
              <a:prstClr val="black">
                <a:alpha val="40000"/>
              </a:prstClr>
            </a:outerShdw>
          </a:effectLst>
        </p:grpSpPr>
        <p:sp>
          <p:nvSpPr>
            <p:cNvPr id="194" name="AutoShape 189">
              <a:extLst>
                <a:ext uri="{FF2B5EF4-FFF2-40B4-BE49-F238E27FC236}">
                  <a16:creationId xmlns:a16="http://schemas.microsoft.com/office/drawing/2014/main" id="{DF683EA3-5C95-48A6-9BE5-7C0C0D16CCF3}"/>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5" name="AutoShape 190">
              <a:extLst>
                <a:ext uri="{FF2B5EF4-FFF2-40B4-BE49-F238E27FC236}">
                  <a16:creationId xmlns:a16="http://schemas.microsoft.com/office/drawing/2014/main" id="{997B4D88-94B0-4A8F-9DCE-2492F937E0E8}"/>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7" name="Text Box 157">
            <a:extLst>
              <a:ext uri="{FF2B5EF4-FFF2-40B4-BE49-F238E27FC236}">
                <a16:creationId xmlns:a16="http://schemas.microsoft.com/office/drawing/2014/main" id="{5AC6CAE6-33FE-4D96-B019-441077446891}"/>
              </a:ext>
            </a:extLst>
          </p:cNvPr>
          <p:cNvSpPr txBox="1">
            <a:spLocks noChangeArrowheads="1"/>
          </p:cNvSpPr>
          <p:nvPr/>
        </p:nvSpPr>
        <p:spPr bwMode="auto">
          <a:xfrm>
            <a:off x="4937814" y="2268667"/>
            <a:ext cx="29527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HS</a:t>
            </a:r>
          </a:p>
        </p:txBody>
      </p:sp>
      <p:sp>
        <p:nvSpPr>
          <p:cNvPr id="198" name="Text Box 157">
            <a:extLst>
              <a:ext uri="{FF2B5EF4-FFF2-40B4-BE49-F238E27FC236}">
                <a16:creationId xmlns:a16="http://schemas.microsoft.com/office/drawing/2014/main" id="{7BFD2CB6-CA99-416A-8C0A-023B315ABC79}"/>
              </a:ext>
            </a:extLst>
          </p:cNvPr>
          <p:cNvSpPr txBox="1">
            <a:spLocks noChangeArrowheads="1"/>
          </p:cNvSpPr>
          <p:nvPr/>
        </p:nvSpPr>
        <p:spPr bwMode="auto">
          <a:xfrm>
            <a:off x="4703574" y="3151648"/>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202" name="AutoShape 41">
            <a:extLst>
              <a:ext uri="{FF2B5EF4-FFF2-40B4-BE49-F238E27FC236}">
                <a16:creationId xmlns:a16="http://schemas.microsoft.com/office/drawing/2014/main" id="{CA3D2309-2A56-4CF5-AF0D-5E57ECE008FC}"/>
              </a:ext>
            </a:extLst>
          </p:cNvPr>
          <p:cNvSpPr>
            <a:spLocks noChangeArrowheads="1"/>
          </p:cNvSpPr>
          <p:nvPr/>
        </p:nvSpPr>
        <p:spPr bwMode="auto">
          <a:xfrm>
            <a:off x="5284363" y="3732294"/>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43200_VOLUMETRIE_CO_LN_NON</a:t>
            </a:r>
          </a:p>
        </p:txBody>
      </p:sp>
      <p:sp>
        <p:nvSpPr>
          <p:cNvPr id="215" name="AutoShape 98">
            <a:hlinkClick r:id="rId3" action="ppaction://hlinksldjump"/>
            <a:extLst>
              <a:ext uri="{FF2B5EF4-FFF2-40B4-BE49-F238E27FC236}">
                <a16:creationId xmlns:a16="http://schemas.microsoft.com/office/drawing/2014/main" id="{09ACCFA0-C25C-453C-A29E-2C471D7742D2}"/>
              </a:ext>
            </a:extLst>
          </p:cNvPr>
          <p:cNvSpPr>
            <a:spLocks noChangeArrowheads="1"/>
          </p:cNvSpPr>
          <p:nvPr/>
        </p:nvSpPr>
        <p:spPr bwMode="auto">
          <a:xfrm rot="10800000">
            <a:off x="3689805" y="454467"/>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ADMINISTRATIF</a:t>
            </a:r>
          </a:p>
        </p:txBody>
      </p:sp>
      <p:sp>
        <p:nvSpPr>
          <p:cNvPr id="75" name="AutoShape 41">
            <a:extLst>
              <a:ext uri="{FF2B5EF4-FFF2-40B4-BE49-F238E27FC236}">
                <a16:creationId xmlns:a16="http://schemas.microsoft.com/office/drawing/2014/main" id="{ACFA7065-B4C9-4469-988E-9DAF915555F6}"/>
              </a:ext>
            </a:extLst>
          </p:cNvPr>
          <p:cNvSpPr>
            <a:spLocks noChangeArrowheads="1"/>
          </p:cNvSpPr>
          <p:nvPr/>
        </p:nvSpPr>
        <p:spPr bwMode="auto">
          <a:xfrm>
            <a:off x="4990381" y="2419506"/>
            <a:ext cx="1201035"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43200_TABLE_CO_LN_HS</a:t>
            </a:r>
          </a:p>
        </p:txBody>
      </p:sp>
      <p:sp>
        <p:nvSpPr>
          <p:cNvPr id="91" name="AutoShape 41">
            <a:extLst>
              <a:ext uri="{FF2B5EF4-FFF2-40B4-BE49-F238E27FC236}">
                <a16:creationId xmlns:a16="http://schemas.microsoft.com/office/drawing/2014/main" id="{3BB99F6C-61CC-4265-A162-2C6947AC49C2}"/>
              </a:ext>
            </a:extLst>
          </p:cNvPr>
          <p:cNvSpPr>
            <a:spLocks noChangeArrowheads="1"/>
          </p:cNvSpPr>
          <p:nvPr/>
        </p:nvSpPr>
        <p:spPr bwMode="auto">
          <a:xfrm>
            <a:off x="4992649" y="2714993"/>
            <a:ext cx="1300131" cy="1361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43200_TABLE_CO_LN_OFF</a:t>
            </a:r>
          </a:p>
        </p:txBody>
      </p:sp>
      <p:sp>
        <p:nvSpPr>
          <p:cNvPr id="94" name="Text Box 157">
            <a:extLst>
              <a:ext uri="{FF2B5EF4-FFF2-40B4-BE49-F238E27FC236}">
                <a16:creationId xmlns:a16="http://schemas.microsoft.com/office/drawing/2014/main" id="{12338EE6-1623-4D5D-AEDB-0E3815FB23DE}"/>
              </a:ext>
            </a:extLst>
          </p:cNvPr>
          <p:cNvSpPr txBox="1">
            <a:spLocks noChangeArrowheads="1"/>
          </p:cNvSpPr>
          <p:nvPr/>
        </p:nvSpPr>
        <p:spPr bwMode="auto">
          <a:xfrm>
            <a:off x="4890776" y="2570626"/>
            <a:ext cx="62068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117" name="AutoShape 41">
            <a:extLst>
              <a:ext uri="{FF2B5EF4-FFF2-40B4-BE49-F238E27FC236}">
                <a16:creationId xmlns:a16="http://schemas.microsoft.com/office/drawing/2014/main" id="{5B884DEC-49CC-467A-B364-F4DF4A3EAA62}"/>
              </a:ext>
            </a:extLst>
          </p:cNvPr>
          <p:cNvSpPr>
            <a:spLocks noChangeArrowheads="1"/>
          </p:cNvSpPr>
          <p:nvPr/>
        </p:nvSpPr>
        <p:spPr bwMode="auto">
          <a:xfrm>
            <a:off x="3723316" y="2525085"/>
            <a:ext cx="977151" cy="14485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43200_TABLE_CO_LN_OUI</a:t>
            </a:r>
          </a:p>
        </p:txBody>
      </p:sp>
      <p:sp>
        <p:nvSpPr>
          <p:cNvPr id="118" name="AutoShape 41">
            <a:extLst>
              <a:ext uri="{FF2B5EF4-FFF2-40B4-BE49-F238E27FC236}">
                <a16:creationId xmlns:a16="http://schemas.microsoft.com/office/drawing/2014/main" id="{17FCF58F-6E3D-4742-831A-88D017AFCA0E}"/>
              </a:ext>
            </a:extLst>
          </p:cNvPr>
          <p:cNvSpPr>
            <a:spLocks noChangeArrowheads="1"/>
          </p:cNvSpPr>
          <p:nvPr/>
        </p:nvSpPr>
        <p:spPr bwMode="auto">
          <a:xfrm>
            <a:off x="4937814" y="2114622"/>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43200_TABLE_CO_LN_NON</a:t>
            </a:r>
          </a:p>
        </p:txBody>
      </p:sp>
      <p:sp>
        <p:nvSpPr>
          <p:cNvPr id="144" name="AutoShape 41">
            <a:extLst>
              <a:ext uri="{FF2B5EF4-FFF2-40B4-BE49-F238E27FC236}">
                <a16:creationId xmlns:a16="http://schemas.microsoft.com/office/drawing/2014/main" id="{5B634D20-6D08-4524-A8F9-33D24AD6CA51}"/>
              </a:ext>
            </a:extLst>
          </p:cNvPr>
          <p:cNvSpPr>
            <a:spLocks noChangeArrowheads="1"/>
          </p:cNvSpPr>
          <p:nvPr/>
        </p:nvSpPr>
        <p:spPr bwMode="auto">
          <a:xfrm>
            <a:off x="3566973" y="3956604"/>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43200_VOLUMETRIE_CO_LN_OUI</a:t>
            </a:r>
          </a:p>
        </p:txBody>
      </p:sp>
      <p:sp>
        <p:nvSpPr>
          <p:cNvPr id="186" name="AutoShape 41">
            <a:extLst>
              <a:ext uri="{FF2B5EF4-FFF2-40B4-BE49-F238E27FC236}">
                <a16:creationId xmlns:a16="http://schemas.microsoft.com/office/drawing/2014/main" id="{B62A0579-5C9C-4DB6-9E31-DD7AA010BB72}"/>
              </a:ext>
            </a:extLst>
          </p:cNvPr>
          <p:cNvSpPr>
            <a:spLocks noChangeArrowheads="1"/>
          </p:cNvSpPr>
          <p:nvPr/>
        </p:nvSpPr>
        <p:spPr bwMode="auto">
          <a:xfrm>
            <a:off x="5270140" y="3487250"/>
            <a:ext cx="1300131" cy="1336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43200_VOLUMETRIE_CO_LN_HS</a:t>
            </a:r>
          </a:p>
        </p:txBody>
      </p:sp>
      <p:sp>
        <p:nvSpPr>
          <p:cNvPr id="203" name="AutoShape 41">
            <a:extLst>
              <a:ext uri="{FF2B5EF4-FFF2-40B4-BE49-F238E27FC236}">
                <a16:creationId xmlns:a16="http://schemas.microsoft.com/office/drawing/2014/main" id="{CD877C94-4871-4193-9B1C-7EB111850AED}"/>
              </a:ext>
            </a:extLst>
          </p:cNvPr>
          <p:cNvSpPr>
            <a:spLocks noChangeArrowheads="1"/>
          </p:cNvSpPr>
          <p:nvPr/>
        </p:nvSpPr>
        <p:spPr bwMode="auto">
          <a:xfrm>
            <a:off x="5247280" y="3233896"/>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43200_VOLUMETRIE_CO_LN_OFF</a:t>
            </a:r>
          </a:p>
        </p:txBody>
      </p:sp>
      <p:cxnSp>
        <p:nvCxnSpPr>
          <p:cNvPr id="500" name="Connecteur : en angle 499">
            <a:extLst>
              <a:ext uri="{FF2B5EF4-FFF2-40B4-BE49-F238E27FC236}">
                <a16:creationId xmlns:a16="http://schemas.microsoft.com/office/drawing/2014/main" id="{B2125145-7559-4788-91D2-2959DD706698}"/>
              </a:ext>
            </a:extLst>
          </p:cNvPr>
          <p:cNvCxnSpPr>
            <a:cxnSpLocks/>
            <a:stCxn id="9" idx="3"/>
            <a:endCxn id="203" idx="1"/>
          </p:cNvCxnSpPr>
          <p:nvPr/>
        </p:nvCxnSpPr>
        <p:spPr bwMode="auto">
          <a:xfrm flipV="1">
            <a:off x="4621361" y="3308539"/>
            <a:ext cx="625919" cy="11442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8" name="Connecteur : en angle 507">
            <a:extLst>
              <a:ext uri="{FF2B5EF4-FFF2-40B4-BE49-F238E27FC236}">
                <a16:creationId xmlns:a16="http://schemas.microsoft.com/office/drawing/2014/main" id="{DA57E9AE-F218-48B3-8612-FAA550C39D2D}"/>
              </a:ext>
            </a:extLst>
          </p:cNvPr>
          <p:cNvCxnSpPr>
            <a:cxnSpLocks/>
            <a:stCxn id="9" idx="3"/>
            <a:endCxn id="186" idx="1"/>
          </p:cNvCxnSpPr>
          <p:nvPr/>
        </p:nvCxnSpPr>
        <p:spPr bwMode="auto">
          <a:xfrm>
            <a:off x="4621361" y="3422966"/>
            <a:ext cx="648779" cy="13113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 name="AutoShape 98">
            <a:hlinkClick r:id="rId4" action="ppaction://hlinksldjump"/>
            <a:extLst>
              <a:ext uri="{FF2B5EF4-FFF2-40B4-BE49-F238E27FC236}">
                <a16:creationId xmlns:a16="http://schemas.microsoft.com/office/drawing/2014/main" id="{702046CF-2555-4A69-97F7-48C65F845FD2}"/>
              </a:ext>
            </a:extLst>
          </p:cNvPr>
          <p:cNvSpPr>
            <a:spLocks noChangeArrowheads="1"/>
          </p:cNvSpPr>
          <p:nvPr/>
        </p:nvSpPr>
        <p:spPr bwMode="auto">
          <a:xfrm rot="10800000">
            <a:off x="7095642" y="4605317"/>
            <a:ext cx="894082" cy="25781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ROUTAGE ADMIN 1</a:t>
            </a:r>
          </a:p>
        </p:txBody>
      </p:sp>
      <p:sp>
        <p:nvSpPr>
          <p:cNvPr id="231" name="Text Box 157">
            <a:extLst>
              <a:ext uri="{FF2B5EF4-FFF2-40B4-BE49-F238E27FC236}">
                <a16:creationId xmlns:a16="http://schemas.microsoft.com/office/drawing/2014/main" id="{5E734EBB-4DE3-4288-B139-DE10ADAB8070}"/>
              </a:ext>
            </a:extLst>
          </p:cNvPr>
          <p:cNvSpPr txBox="1">
            <a:spLocks noChangeArrowheads="1"/>
          </p:cNvSpPr>
          <p:nvPr/>
        </p:nvSpPr>
        <p:spPr bwMode="auto">
          <a:xfrm>
            <a:off x="4932357" y="3405276"/>
            <a:ext cx="29206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HS</a:t>
            </a:r>
          </a:p>
        </p:txBody>
      </p:sp>
      <p:sp>
        <p:nvSpPr>
          <p:cNvPr id="336" name="AutoShape 31">
            <a:hlinkClick r:id="" action="ppaction://noaction"/>
            <a:extLst>
              <a:ext uri="{FF2B5EF4-FFF2-40B4-BE49-F238E27FC236}">
                <a16:creationId xmlns:a16="http://schemas.microsoft.com/office/drawing/2014/main" id="{DC0F1EBC-E271-4A92-BBDF-630592E56A98}"/>
              </a:ext>
            </a:extLst>
          </p:cNvPr>
          <p:cNvSpPr>
            <a:spLocks noChangeArrowheads="1"/>
          </p:cNvSpPr>
          <p:nvPr/>
        </p:nvSpPr>
        <p:spPr bwMode="auto">
          <a:xfrm>
            <a:off x="3748529" y="2770850"/>
            <a:ext cx="926549" cy="1403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FIXE_TABLE_CO_LN_OUI</a:t>
            </a:r>
          </a:p>
        </p:txBody>
      </p:sp>
      <p:sp>
        <p:nvSpPr>
          <p:cNvPr id="109" name="AutoShape 31">
            <a:hlinkClick r:id="" action="ppaction://noaction"/>
            <a:extLst>
              <a:ext uri="{FF2B5EF4-FFF2-40B4-BE49-F238E27FC236}">
                <a16:creationId xmlns:a16="http://schemas.microsoft.com/office/drawing/2014/main" id="{397AB317-B0D0-4ABE-9A6F-73843F1931E2}"/>
              </a:ext>
            </a:extLst>
          </p:cNvPr>
          <p:cNvSpPr>
            <a:spLocks noChangeArrowheads="1"/>
          </p:cNvSpPr>
          <p:nvPr/>
        </p:nvSpPr>
        <p:spPr bwMode="auto">
          <a:xfrm>
            <a:off x="3681081" y="1555424"/>
            <a:ext cx="1041896" cy="184666"/>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FIXE_CO_LN_ELIGIBILITE</a:t>
            </a:r>
            <a:endParaRPr lang="fr-FR" sz="600">
              <a:solidFill>
                <a:srgbClr val="D31E05"/>
              </a:solidFill>
            </a:endParaRPr>
          </a:p>
        </p:txBody>
      </p:sp>
      <p:sp>
        <p:nvSpPr>
          <p:cNvPr id="110" name="Text Box 157">
            <a:extLst>
              <a:ext uri="{FF2B5EF4-FFF2-40B4-BE49-F238E27FC236}">
                <a16:creationId xmlns:a16="http://schemas.microsoft.com/office/drawing/2014/main" id="{1E04AEEE-C14B-47B3-9E35-2AD287409AD2}"/>
              </a:ext>
            </a:extLst>
          </p:cNvPr>
          <p:cNvSpPr txBox="1">
            <a:spLocks noChangeArrowheads="1"/>
          </p:cNvSpPr>
          <p:nvPr/>
        </p:nvSpPr>
        <p:spPr bwMode="auto">
          <a:xfrm>
            <a:off x="4358594" y="1388667"/>
            <a:ext cx="122661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Flash non présent pour l’appel</a:t>
            </a:r>
          </a:p>
        </p:txBody>
      </p:sp>
      <p:sp>
        <p:nvSpPr>
          <p:cNvPr id="112" name="Explosion 1 53">
            <a:extLst>
              <a:ext uri="{FF2B5EF4-FFF2-40B4-BE49-F238E27FC236}">
                <a16:creationId xmlns:a16="http://schemas.microsoft.com/office/drawing/2014/main" id="{869100C9-2CF3-4F6D-9C2B-D4E055C2034B}"/>
              </a:ext>
            </a:extLst>
          </p:cNvPr>
          <p:cNvSpPr/>
          <p:nvPr/>
        </p:nvSpPr>
        <p:spPr bwMode="auto">
          <a:xfrm>
            <a:off x="1788784" y="1288735"/>
            <a:ext cx="1732907" cy="979932"/>
          </a:xfrm>
          <a:prstGeom prst="irregularSeal1">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eaLnBrk="0" hangingPunct="0"/>
            <a:r>
              <a:rPr lang="fr-FR" sz="600" b="1"/>
              <a:t>FLASH</a:t>
            </a:r>
          </a:p>
          <a:p>
            <a:pPr algn="ctr" eaLnBrk="0" hangingPunct="0"/>
            <a:r>
              <a:rPr lang="fr-FR" sz="600" b="1" i="1">
                <a:solidFill>
                  <a:srgbClr val="00B050"/>
                </a:solidFill>
              </a:rPr>
              <a:t>Critère CRM : NDI DIGITS </a:t>
            </a:r>
          </a:p>
          <a:p>
            <a:pPr algn="ctr" eaLnBrk="0" hangingPunct="0"/>
            <a:r>
              <a:rPr lang="fr-FR" sz="600" b="1" i="1">
                <a:solidFill>
                  <a:srgbClr val="00B050"/>
                </a:solidFill>
              </a:rPr>
              <a:t>A confirmer nombres de digits</a:t>
            </a:r>
          </a:p>
        </p:txBody>
      </p:sp>
      <p:sp>
        <p:nvSpPr>
          <p:cNvPr id="114" name="Text Box 157">
            <a:extLst>
              <a:ext uri="{FF2B5EF4-FFF2-40B4-BE49-F238E27FC236}">
                <a16:creationId xmlns:a16="http://schemas.microsoft.com/office/drawing/2014/main" id="{D46CD994-A307-42B6-94FD-153E1E4BA818}"/>
              </a:ext>
            </a:extLst>
          </p:cNvPr>
          <p:cNvSpPr txBox="1">
            <a:spLocks noChangeArrowheads="1"/>
          </p:cNvSpPr>
          <p:nvPr/>
        </p:nvSpPr>
        <p:spPr bwMode="auto">
          <a:xfrm>
            <a:off x="2914989" y="1378672"/>
            <a:ext cx="110617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Flash OK pour l’appel</a:t>
            </a:r>
          </a:p>
        </p:txBody>
      </p:sp>
      <p:sp>
        <p:nvSpPr>
          <p:cNvPr id="164" name="AutoShape 41">
            <a:extLst>
              <a:ext uri="{FF2B5EF4-FFF2-40B4-BE49-F238E27FC236}">
                <a16:creationId xmlns:a16="http://schemas.microsoft.com/office/drawing/2014/main" id="{FF766FD4-7062-4339-B826-962B64926A61}"/>
              </a:ext>
            </a:extLst>
          </p:cNvPr>
          <p:cNvSpPr>
            <a:spLocks noChangeArrowheads="1"/>
          </p:cNvSpPr>
          <p:nvPr/>
        </p:nvSpPr>
        <p:spPr bwMode="auto">
          <a:xfrm>
            <a:off x="4982051" y="1566090"/>
            <a:ext cx="1515742" cy="15784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43200_FIXE_CO_LN_FLASH_NOK</a:t>
            </a:r>
          </a:p>
        </p:txBody>
      </p:sp>
      <p:sp>
        <p:nvSpPr>
          <p:cNvPr id="468" name="ZoneTexte 467">
            <a:extLst>
              <a:ext uri="{FF2B5EF4-FFF2-40B4-BE49-F238E27FC236}">
                <a16:creationId xmlns:a16="http://schemas.microsoft.com/office/drawing/2014/main" id="{D00AA840-9DA4-42DC-87AF-F57775E30518}"/>
              </a:ext>
            </a:extLst>
          </p:cNvPr>
          <p:cNvSpPr txBox="1"/>
          <p:nvPr/>
        </p:nvSpPr>
        <p:spPr>
          <a:xfrm>
            <a:off x="167482" y="3803378"/>
            <a:ext cx="1964508" cy="707886"/>
          </a:xfrm>
          <a:prstGeom prst="rect">
            <a:avLst/>
          </a:prstGeom>
          <a:noFill/>
          <a:ln>
            <a:solidFill>
              <a:schemeClr val="tx1"/>
            </a:solidFill>
          </a:ln>
        </p:spPr>
        <p:txBody>
          <a:bodyPr wrap="square" rtlCol="0">
            <a:spAutoFit/>
          </a:bodyPr>
          <a:lstStyle/>
          <a:p>
            <a:r>
              <a:rPr lang="fr-FR" sz="800" b="1"/>
              <a:t>Règle de la table volumétrie LN:</a:t>
            </a:r>
          </a:p>
          <a:p>
            <a:r>
              <a:rPr lang="fr-FR" sz="800" b="1"/>
              <a:t>1</a:t>
            </a:r>
            <a:r>
              <a:rPr lang="fr-FR" sz="800" b="1" baseline="30000"/>
              <a:t>er</a:t>
            </a:r>
            <a:r>
              <a:rPr lang="fr-FR" sz="800" b="1"/>
              <a:t> niveau </a:t>
            </a:r>
            <a:r>
              <a:rPr lang="fr-FR" sz="800"/>
              <a:t>Flash avec condition spécifique CRM sur les derniers digits</a:t>
            </a:r>
            <a:endParaRPr lang="fr-FR" sz="800" b="1"/>
          </a:p>
          <a:p>
            <a:r>
              <a:rPr lang="fr-FR" sz="800" b="1"/>
              <a:t>2</a:t>
            </a:r>
            <a:r>
              <a:rPr lang="fr-FR" sz="800" b="1" baseline="30000"/>
              <a:t>ème</a:t>
            </a:r>
            <a:r>
              <a:rPr lang="fr-FR" sz="800" b="1"/>
              <a:t> niveau </a:t>
            </a:r>
            <a:r>
              <a:rPr lang="fr-FR" sz="800"/>
              <a:t>pourcentage paramétrable dans Iris pour arriver au 3500 appels</a:t>
            </a:r>
          </a:p>
        </p:txBody>
      </p:sp>
      <p:sp>
        <p:nvSpPr>
          <p:cNvPr id="181" name="AutoShape 68">
            <a:hlinkClick r:id="rId5" action="ppaction://hlinksldjump"/>
            <a:extLst>
              <a:ext uri="{FF2B5EF4-FFF2-40B4-BE49-F238E27FC236}">
                <a16:creationId xmlns:a16="http://schemas.microsoft.com/office/drawing/2014/main" id="{CB518CDF-4DE9-46F2-9E86-EC1AF912ACAF}"/>
              </a:ext>
            </a:extLst>
          </p:cNvPr>
          <p:cNvSpPr>
            <a:spLocks noChangeArrowheads="1"/>
          </p:cNvSpPr>
          <p:nvPr/>
        </p:nvSpPr>
        <p:spPr bwMode="auto">
          <a:xfrm>
            <a:off x="3808373" y="202513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LN</a:t>
            </a:r>
            <a:r>
              <a:rPr lang="fr-FR" sz="600">
                <a:solidFill>
                  <a:srgbClr val="FFFFFF"/>
                </a:solidFill>
                <a:ea typeface="ＭＳ Ｐゴシック" charset="0"/>
              </a:rPr>
              <a:t> Client</a:t>
            </a:r>
          </a:p>
          <a:p>
            <a:pPr algn="ctr" eaLnBrk="0" hangingPunct="0">
              <a:defRPr/>
            </a:pPr>
            <a:r>
              <a:rPr lang="fr-FR" sz="600">
                <a:solidFill>
                  <a:srgbClr val="FFFFFF"/>
                </a:solidFill>
                <a:ea typeface="ＭＳ Ｐゴシック" charset="0"/>
              </a:rPr>
              <a:t> « TABLE » ?</a:t>
            </a:r>
          </a:p>
        </p:txBody>
      </p:sp>
      <p:cxnSp>
        <p:nvCxnSpPr>
          <p:cNvPr id="505" name="Connecteur droit 504">
            <a:extLst>
              <a:ext uri="{FF2B5EF4-FFF2-40B4-BE49-F238E27FC236}">
                <a16:creationId xmlns:a16="http://schemas.microsoft.com/office/drawing/2014/main" id="{FD55486D-BCA5-427C-A1D5-962AA4765CF8}"/>
              </a:ext>
            </a:extLst>
          </p:cNvPr>
          <p:cNvCxnSpPr>
            <a:cxnSpLocks/>
            <a:stCxn id="365" idx="2"/>
            <a:endCxn id="181" idx="0"/>
          </p:cNvCxnSpPr>
          <p:nvPr/>
        </p:nvCxnSpPr>
        <p:spPr bwMode="auto">
          <a:xfrm flipH="1">
            <a:off x="4198898" y="1942430"/>
            <a:ext cx="3526" cy="827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0" name="Connecteur droit 4129">
            <a:extLst>
              <a:ext uri="{FF2B5EF4-FFF2-40B4-BE49-F238E27FC236}">
                <a16:creationId xmlns:a16="http://schemas.microsoft.com/office/drawing/2014/main" id="{7E8ED50E-5B3E-4082-84E9-D0A3662E000D}"/>
              </a:ext>
            </a:extLst>
          </p:cNvPr>
          <p:cNvCxnSpPr>
            <a:cxnSpLocks/>
            <a:stCxn id="181" idx="2"/>
            <a:endCxn id="117" idx="0"/>
          </p:cNvCxnSpPr>
          <p:nvPr/>
        </p:nvCxnSpPr>
        <p:spPr bwMode="auto">
          <a:xfrm>
            <a:off x="4198898" y="2345807"/>
            <a:ext cx="12994" cy="1792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4" name="Connecteur droit 4133">
            <a:extLst>
              <a:ext uri="{FF2B5EF4-FFF2-40B4-BE49-F238E27FC236}">
                <a16:creationId xmlns:a16="http://schemas.microsoft.com/office/drawing/2014/main" id="{DC76A05B-F4B7-4822-90E2-20328DEE4C99}"/>
              </a:ext>
            </a:extLst>
          </p:cNvPr>
          <p:cNvCxnSpPr>
            <a:cxnSpLocks/>
            <a:stCxn id="117" idx="2"/>
            <a:endCxn id="336" idx="0"/>
          </p:cNvCxnSpPr>
          <p:nvPr/>
        </p:nvCxnSpPr>
        <p:spPr bwMode="auto">
          <a:xfrm flipH="1">
            <a:off x="4211804" y="2669941"/>
            <a:ext cx="88" cy="1009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Connecteur droit 87">
            <a:extLst>
              <a:ext uri="{FF2B5EF4-FFF2-40B4-BE49-F238E27FC236}">
                <a16:creationId xmlns:a16="http://schemas.microsoft.com/office/drawing/2014/main" id="{B0D92341-1C6D-475A-93FF-A13231DEAEB9}"/>
              </a:ext>
            </a:extLst>
          </p:cNvPr>
          <p:cNvCxnSpPr>
            <a:stCxn id="181" idx="3"/>
            <a:endCxn id="118" idx="1"/>
          </p:cNvCxnSpPr>
          <p:nvPr/>
        </p:nvCxnSpPr>
        <p:spPr bwMode="auto">
          <a:xfrm>
            <a:off x="4589423" y="2185470"/>
            <a:ext cx="348391" cy="37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Connecteur droit 92">
            <a:extLst>
              <a:ext uri="{FF2B5EF4-FFF2-40B4-BE49-F238E27FC236}">
                <a16:creationId xmlns:a16="http://schemas.microsoft.com/office/drawing/2014/main" id="{12251DD7-41D8-4055-A77B-CF115372B5B5}"/>
              </a:ext>
            </a:extLst>
          </p:cNvPr>
          <p:cNvCxnSpPr>
            <a:cxnSpLocks/>
            <a:stCxn id="336" idx="2"/>
            <a:endCxn id="9" idx="0"/>
          </p:cNvCxnSpPr>
          <p:nvPr/>
        </p:nvCxnSpPr>
        <p:spPr bwMode="auto">
          <a:xfrm>
            <a:off x="4211804" y="2911165"/>
            <a:ext cx="19032" cy="3514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droit 119">
            <a:extLst>
              <a:ext uri="{FF2B5EF4-FFF2-40B4-BE49-F238E27FC236}">
                <a16:creationId xmlns:a16="http://schemas.microsoft.com/office/drawing/2014/main" id="{1F339D4F-B653-4E9C-A807-1AF593BB677C}"/>
              </a:ext>
            </a:extLst>
          </p:cNvPr>
          <p:cNvCxnSpPr>
            <a:cxnSpLocks/>
            <a:stCxn id="109" idx="3"/>
            <a:endCxn id="164" idx="1"/>
          </p:cNvCxnSpPr>
          <p:nvPr/>
        </p:nvCxnSpPr>
        <p:spPr bwMode="auto">
          <a:xfrm flipV="1">
            <a:off x="4722977" y="1645015"/>
            <a:ext cx="259074" cy="27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Connecteur : en angle 126">
            <a:extLst>
              <a:ext uri="{FF2B5EF4-FFF2-40B4-BE49-F238E27FC236}">
                <a16:creationId xmlns:a16="http://schemas.microsoft.com/office/drawing/2014/main" id="{CE57532F-648A-4A06-8B1C-D605F32EF74E}"/>
              </a:ext>
            </a:extLst>
          </p:cNvPr>
          <p:cNvCxnSpPr>
            <a:cxnSpLocks/>
            <a:stCxn id="109" idx="1"/>
            <a:endCxn id="112" idx="0"/>
          </p:cNvCxnSpPr>
          <p:nvPr/>
        </p:nvCxnSpPr>
        <p:spPr bwMode="auto">
          <a:xfrm rot="10800000">
            <a:off x="2953843" y="1288735"/>
            <a:ext cx="727238" cy="359022"/>
          </a:xfrm>
          <a:prstGeom prst="bentConnector4">
            <a:avLst>
              <a:gd name="adj1" fmla="val 10959"/>
              <a:gd name="adj2" fmla="val 14152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Connecteur droit 217">
            <a:extLst>
              <a:ext uri="{FF2B5EF4-FFF2-40B4-BE49-F238E27FC236}">
                <a16:creationId xmlns:a16="http://schemas.microsoft.com/office/drawing/2014/main" id="{5B443A04-5315-442F-AB98-59BABCE828D5}"/>
              </a:ext>
            </a:extLst>
          </p:cNvPr>
          <p:cNvCxnSpPr>
            <a:cxnSpLocks/>
            <a:endCxn id="144" idx="0"/>
          </p:cNvCxnSpPr>
          <p:nvPr/>
        </p:nvCxnSpPr>
        <p:spPr bwMode="auto">
          <a:xfrm flipH="1">
            <a:off x="4217039" y="3569682"/>
            <a:ext cx="16020" cy="3869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5" name="AutoShape 41">
            <a:extLst>
              <a:ext uri="{FF2B5EF4-FFF2-40B4-BE49-F238E27FC236}">
                <a16:creationId xmlns:a16="http://schemas.microsoft.com/office/drawing/2014/main" id="{19604244-644D-4B00-9A73-0DD1EF39A2BD}"/>
              </a:ext>
            </a:extLst>
          </p:cNvPr>
          <p:cNvSpPr>
            <a:spLocks noChangeArrowheads="1"/>
          </p:cNvSpPr>
          <p:nvPr/>
        </p:nvSpPr>
        <p:spPr bwMode="auto">
          <a:xfrm>
            <a:off x="3550872" y="1802178"/>
            <a:ext cx="1303104" cy="14025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43200_FIXE_CO_LN_FLASH_OK</a:t>
            </a:r>
          </a:p>
        </p:txBody>
      </p:sp>
      <p:cxnSp>
        <p:nvCxnSpPr>
          <p:cNvPr id="245" name="Connecteur droit 244">
            <a:extLst>
              <a:ext uri="{FF2B5EF4-FFF2-40B4-BE49-F238E27FC236}">
                <a16:creationId xmlns:a16="http://schemas.microsoft.com/office/drawing/2014/main" id="{AD29E422-0F8B-413A-9FBB-3110E9D516E2}"/>
              </a:ext>
            </a:extLst>
          </p:cNvPr>
          <p:cNvCxnSpPr>
            <a:cxnSpLocks/>
            <a:stCxn id="109" idx="2"/>
            <a:endCxn id="365" idx="0"/>
          </p:cNvCxnSpPr>
          <p:nvPr/>
        </p:nvCxnSpPr>
        <p:spPr bwMode="auto">
          <a:xfrm>
            <a:off x="4202029" y="1740090"/>
            <a:ext cx="395" cy="620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157">
            <a:extLst>
              <a:ext uri="{FF2B5EF4-FFF2-40B4-BE49-F238E27FC236}">
                <a16:creationId xmlns:a16="http://schemas.microsoft.com/office/drawing/2014/main" id="{07132889-2878-438E-A7DC-17155456BF78}"/>
              </a:ext>
            </a:extLst>
          </p:cNvPr>
          <p:cNvSpPr txBox="1">
            <a:spLocks noChangeArrowheads="1"/>
          </p:cNvSpPr>
          <p:nvPr/>
        </p:nvSpPr>
        <p:spPr bwMode="auto">
          <a:xfrm>
            <a:off x="3722653" y="2300868"/>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41" name="Text Box 157">
            <a:extLst>
              <a:ext uri="{FF2B5EF4-FFF2-40B4-BE49-F238E27FC236}">
                <a16:creationId xmlns:a16="http://schemas.microsoft.com/office/drawing/2014/main" id="{079EF544-D014-4FE1-952F-1D4DD19A11BE}"/>
              </a:ext>
            </a:extLst>
          </p:cNvPr>
          <p:cNvSpPr txBox="1">
            <a:spLocks noChangeArrowheads="1"/>
          </p:cNvSpPr>
          <p:nvPr/>
        </p:nvSpPr>
        <p:spPr bwMode="auto">
          <a:xfrm>
            <a:off x="4818442" y="3621892"/>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32" name="ZoneTexte 31">
            <a:extLst>
              <a:ext uri="{FF2B5EF4-FFF2-40B4-BE49-F238E27FC236}">
                <a16:creationId xmlns:a16="http://schemas.microsoft.com/office/drawing/2014/main" id="{453626F4-44B4-4DF2-B7D1-91D9B3B89AD1}"/>
              </a:ext>
            </a:extLst>
          </p:cNvPr>
          <p:cNvSpPr txBox="1"/>
          <p:nvPr/>
        </p:nvSpPr>
        <p:spPr>
          <a:xfrm>
            <a:off x="2382977" y="2246017"/>
            <a:ext cx="1687122" cy="276999"/>
          </a:xfrm>
          <a:prstGeom prst="rect">
            <a:avLst/>
          </a:prstGeom>
          <a:noFill/>
        </p:spPr>
        <p:txBody>
          <a:bodyPr wrap="square" rtlCol="0">
            <a:spAutoFit/>
          </a:bodyPr>
          <a:lstStyle/>
          <a:p>
            <a:r>
              <a:rPr lang="fr-FR" sz="600">
                <a:effectLst/>
                <a:latin typeface="Calibri" panose="020F0502020204030204" pitchFamily="34" charset="0"/>
                <a:ea typeface="Calibri" panose="020F0502020204030204" pitchFamily="34" charset="0"/>
                <a:cs typeface="Times New Roman" panose="02020603050405020304" pitchFamily="18" charset="0"/>
              </a:rPr>
              <a:t>OUI pas d’abandon sur le LN ou pas sortie par une intention par </a:t>
            </a:r>
            <a:r>
              <a:rPr lang="fr-FR" sz="600" err="1">
                <a:effectLst/>
                <a:latin typeface="Calibri" panose="020F0502020204030204" pitchFamily="34" charset="0"/>
                <a:ea typeface="Calibri" panose="020F0502020204030204" pitchFamily="34" charset="0"/>
                <a:cs typeface="Times New Roman" panose="02020603050405020304" pitchFamily="18" charset="0"/>
              </a:rPr>
              <a:t>defaut</a:t>
            </a:r>
            <a:r>
              <a:rPr lang="fr-FR" sz="600">
                <a:effectLst/>
                <a:latin typeface="Calibri" panose="020F0502020204030204" pitchFamily="34" charset="0"/>
                <a:ea typeface="Calibri" panose="020F0502020204030204" pitchFamily="34" charset="0"/>
                <a:cs typeface="Times New Roman" panose="02020603050405020304" pitchFamily="18" charset="0"/>
              </a:rPr>
              <a:t> ou primo LN</a:t>
            </a:r>
            <a:endParaRPr lang="fr-FR" sz="600"/>
          </a:p>
        </p:txBody>
      </p:sp>
      <p:sp>
        <p:nvSpPr>
          <p:cNvPr id="5" name="ZoneTexte 4">
            <a:extLst>
              <a:ext uri="{FF2B5EF4-FFF2-40B4-BE49-F238E27FC236}">
                <a16:creationId xmlns:a16="http://schemas.microsoft.com/office/drawing/2014/main" id="{7E9EE7AB-3CCF-EF0E-71B9-AC601578641A}"/>
              </a:ext>
            </a:extLst>
          </p:cNvPr>
          <p:cNvSpPr txBox="1"/>
          <p:nvPr/>
        </p:nvSpPr>
        <p:spPr>
          <a:xfrm>
            <a:off x="5596804" y="35825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33" name="AutoShape 221">
            <a:extLst>
              <a:ext uri="{FF2B5EF4-FFF2-40B4-BE49-F238E27FC236}">
                <a16:creationId xmlns:a16="http://schemas.microsoft.com/office/drawing/2014/main" id="{8820C252-148A-2A2F-8B34-793CBF68B8EB}"/>
              </a:ext>
            </a:extLst>
          </p:cNvPr>
          <p:cNvSpPr>
            <a:spLocks noChangeArrowheads="1"/>
          </p:cNvSpPr>
          <p:nvPr/>
        </p:nvSpPr>
        <p:spPr bwMode="auto">
          <a:xfrm rot="10800000">
            <a:off x="3829233" y="4378567"/>
            <a:ext cx="778340" cy="31887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9" name="AutoShape 68">
            <a:hlinkClick r:id="rId5" action="ppaction://hlinksldjump"/>
            <a:extLst>
              <a:ext uri="{FF2B5EF4-FFF2-40B4-BE49-F238E27FC236}">
                <a16:creationId xmlns:a16="http://schemas.microsoft.com/office/drawing/2014/main" id="{896A6D57-ECA5-A096-24E9-33CAFA0719A3}"/>
              </a:ext>
            </a:extLst>
          </p:cNvPr>
          <p:cNvSpPr>
            <a:spLocks noChangeArrowheads="1"/>
          </p:cNvSpPr>
          <p:nvPr/>
        </p:nvSpPr>
        <p:spPr bwMode="auto">
          <a:xfrm>
            <a:off x="3840311" y="3262628"/>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LN Volumétrie </a:t>
            </a:r>
          </a:p>
          <a:p>
            <a:pPr algn="ctr" eaLnBrk="0" hangingPunct="0">
              <a:defRPr/>
            </a:pPr>
            <a:r>
              <a:rPr lang="fr-FR" sz="600">
                <a:solidFill>
                  <a:schemeClr val="bg1"/>
                </a:solidFill>
                <a:ea typeface="ＭＳ Ｐゴシック" charset="0"/>
              </a:rPr>
              <a:t>COM</a:t>
            </a:r>
          </a:p>
        </p:txBody>
      </p:sp>
      <p:sp>
        <p:nvSpPr>
          <p:cNvPr id="8" name="ZoneTexte 7">
            <a:extLst>
              <a:ext uri="{FF2B5EF4-FFF2-40B4-BE49-F238E27FC236}">
                <a16:creationId xmlns:a16="http://schemas.microsoft.com/office/drawing/2014/main" id="{2B11FFC9-93E7-B8DE-F9AF-EA70FF66F3EC}"/>
              </a:ext>
            </a:extLst>
          </p:cNvPr>
          <p:cNvSpPr txBox="1"/>
          <p:nvPr/>
        </p:nvSpPr>
        <p:spPr>
          <a:xfrm>
            <a:off x="167482" y="6135317"/>
            <a:ext cx="3873962" cy="430887"/>
          </a:xfrm>
          <a:prstGeom prst="rect">
            <a:avLst/>
          </a:prstGeom>
          <a:noFill/>
        </p:spPr>
        <p:txBody>
          <a:bodyPr wrap="square" rtlCol="0">
            <a:spAutoFit/>
          </a:bodyPr>
          <a:lstStyle/>
          <a:p>
            <a:r>
              <a:rPr lang="fr-FR" sz="1100"/>
              <a:t>Le filtre TABLE, est commun à l’ensemble des activités (1 seule table pour ABO et FIXE + activité)</a:t>
            </a:r>
          </a:p>
        </p:txBody>
      </p:sp>
      <p:cxnSp>
        <p:nvCxnSpPr>
          <p:cNvPr id="503" name="Connecteur : en angle 502">
            <a:extLst>
              <a:ext uri="{FF2B5EF4-FFF2-40B4-BE49-F238E27FC236}">
                <a16:creationId xmlns:a16="http://schemas.microsoft.com/office/drawing/2014/main" id="{284DE0BA-7C4C-0582-61BF-1319013AAB8A}"/>
              </a:ext>
            </a:extLst>
          </p:cNvPr>
          <p:cNvCxnSpPr>
            <a:stCxn id="181" idx="3"/>
            <a:endCxn id="75" idx="1"/>
          </p:cNvCxnSpPr>
          <p:nvPr/>
        </p:nvCxnSpPr>
        <p:spPr bwMode="auto">
          <a:xfrm>
            <a:off x="4589423" y="2185470"/>
            <a:ext cx="400958" cy="30867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6" name="Connecteur : en angle 505">
            <a:extLst>
              <a:ext uri="{FF2B5EF4-FFF2-40B4-BE49-F238E27FC236}">
                <a16:creationId xmlns:a16="http://schemas.microsoft.com/office/drawing/2014/main" id="{5B8D50CF-EC40-2A74-1DB9-F3FFF452C5BF}"/>
              </a:ext>
            </a:extLst>
          </p:cNvPr>
          <p:cNvCxnSpPr>
            <a:stCxn id="181" idx="3"/>
            <a:endCxn id="91" idx="1"/>
          </p:cNvCxnSpPr>
          <p:nvPr/>
        </p:nvCxnSpPr>
        <p:spPr bwMode="auto">
          <a:xfrm>
            <a:off x="4589423" y="2185470"/>
            <a:ext cx="403226" cy="59762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8" name="Connecteur : en angle 4107">
            <a:extLst>
              <a:ext uri="{FF2B5EF4-FFF2-40B4-BE49-F238E27FC236}">
                <a16:creationId xmlns:a16="http://schemas.microsoft.com/office/drawing/2014/main" id="{7D8EA858-4562-F696-B44F-D28F98D8778E}"/>
              </a:ext>
            </a:extLst>
          </p:cNvPr>
          <p:cNvCxnSpPr>
            <a:stCxn id="9" idx="3"/>
            <a:endCxn id="202" idx="1"/>
          </p:cNvCxnSpPr>
          <p:nvPr/>
        </p:nvCxnSpPr>
        <p:spPr bwMode="auto">
          <a:xfrm>
            <a:off x="4621361" y="3422966"/>
            <a:ext cx="663002" cy="38397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7" name="Connecteur droit avec flèche 4116">
            <a:extLst>
              <a:ext uri="{FF2B5EF4-FFF2-40B4-BE49-F238E27FC236}">
                <a16:creationId xmlns:a16="http://schemas.microsoft.com/office/drawing/2014/main" id="{57D3EEE9-7CBF-A49C-68BF-D6D9957D7E65}"/>
              </a:ext>
            </a:extLst>
          </p:cNvPr>
          <p:cNvCxnSpPr>
            <a:stCxn id="144" idx="2"/>
            <a:endCxn id="33" idx="2"/>
          </p:cNvCxnSpPr>
          <p:nvPr/>
        </p:nvCxnSpPr>
        <p:spPr bwMode="auto">
          <a:xfrm>
            <a:off x="4217039" y="4105890"/>
            <a:ext cx="1364" cy="27267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23" name="AutoShape 68">
            <a:hlinkClick r:id="rId5" action="ppaction://hlinksldjump"/>
            <a:extLst>
              <a:ext uri="{FF2B5EF4-FFF2-40B4-BE49-F238E27FC236}">
                <a16:creationId xmlns:a16="http://schemas.microsoft.com/office/drawing/2014/main" id="{EE465286-54AA-2DF4-F043-41A5CA1BFF1A}"/>
              </a:ext>
            </a:extLst>
          </p:cNvPr>
          <p:cNvSpPr>
            <a:spLocks noChangeArrowheads="1"/>
          </p:cNvSpPr>
          <p:nvPr/>
        </p:nvSpPr>
        <p:spPr bwMode="auto">
          <a:xfrm>
            <a:off x="3803279" y="834195"/>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LN COM</a:t>
            </a:r>
          </a:p>
        </p:txBody>
      </p:sp>
      <p:cxnSp>
        <p:nvCxnSpPr>
          <p:cNvPr id="4127" name="Connecteur droit 4126">
            <a:extLst>
              <a:ext uri="{FF2B5EF4-FFF2-40B4-BE49-F238E27FC236}">
                <a16:creationId xmlns:a16="http://schemas.microsoft.com/office/drawing/2014/main" id="{9C21F87C-B343-2E4F-D4C7-E196C055313E}"/>
              </a:ext>
            </a:extLst>
          </p:cNvPr>
          <p:cNvCxnSpPr>
            <a:stCxn id="215" idx="0"/>
            <a:endCxn id="4123" idx="0"/>
          </p:cNvCxnSpPr>
          <p:nvPr/>
        </p:nvCxnSpPr>
        <p:spPr bwMode="auto">
          <a:xfrm>
            <a:off x="4193804" y="720850"/>
            <a:ext cx="0" cy="1133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1" name="Connecteur droit 4130">
            <a:extLst>
              <a:ext uri="{FF2B5EF4-FFF2-40B4-BE49-F238E27FC236}">
                <a16:creationId xmlns:a16="http://schemas.microsoft.com/office/drawing/2014/main" id="{E1781A70-548C-576A-9B4A-6087A346C28E}"/>
              </a:ext>
            </a:extLst>
          </p:cNvPr>
          <p:cNvCxnSpPr>
            <a:stCxn id="4123" idx="2"/>
            <a:endCxn id="109" idx="0"/>
          </p:cNvCxnSpPr>
          <p:nvPr/>
        </p:nvCxnSpPr>
        <p:spPr bwMode="auto">
          <a:xfrm>
            <a:off x="4193804" y="1154870"/>
            <a:ext cx="8225" cy="4005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2" name="Text Box 157">
            <a:extLst>
              <a:ext uri="{FF2B5EF4-FFF2-40B4-BE49-F238E27FC236}">
                <a16:creationId xmlns:a16="http://schemas.microsoft.com/office/drawing/2014/main" id="{5ABEAD91-C123-3989-96FD-55D0DA2A5D17}"/>
              </a:ext>
            </a:extLst>
          </p:cNvPr>
          <p:cNvSpPr txBox="1">
            <a:spLocks noChangeArrowheads="1"/>
          </p:cNvSpPr>
          <p:nvPr/>
        </p:nvSpPr>
        <p:spPr bwMode="auto">
          <a:xfrm>
            <a:off x="4358120" y="761152"/>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4133" name="Text Box 157">
            <a:extLst>
              <a:ext uri="{FF2B5EF4-FFF2-40B4-BE49-F238E27FC236}">
                <a16:creationId xmlns:a16="http://schemas.microsoft.com/office/drawing/2014/main" id="{A45FD4C4-B818-C9BC-50C7-A85C21CFEF4B}"/>
              </a:ext>
            </a:extLst>
          </p:cNvPr>
          <p:cNvSpPr txBox="1">
            <a:spLocks noChangeArrowheads="1"/>
          </p:cNvSpPr>
          <p:nvPr/>
        </p:nvSpPr>
        <p:spPr bwMode="auto">
          <a:xfrm>
            <a:off x="3664061" y="1145239"/>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ACTIVE</a:t>
            </a:r>
          </a:p>
        </p:txBody>
      </p:sp>
      <p:sp>
        <p:nvSpPr>
          <p:cNvPr id="4135" name="AutoShape 41">
            <a:extLst>
              <a:ext uri="{FF2B5EF4-FFF2-40B4-BE49-F238E27FC236}">
                <a16:creationId xmlns:a16="http://schemas.microsoft.com/office/drawing/2014/main" id="{426F5750-6E67-F2F2-5258-6072DC8B95FF}"/>
              </a:ext>
            </a:extLst>
          </p:cNvPr>
          <p:cNvSpPr>
            <a:spLocks noChangeArrowheads="1"/>
          </p:cNvSpPr>
          <p:nvPr/>
        </p:nvSpPr>
        <p:spPr bwMode="auto">
          <a:xfrm>
            <a:off x="4722203" y="928633"/>
            <a:ext cx="1339326" cy="1343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43200_FIXE_CO_LN_OFF</a:t>
            </a:r>
          </a:p>
        </p:txBody>
      </p:sp>
      <p:cxnSp>
        <p:nvCxnSpPr>
          <p:cNvPr id="4151" name="Connecteur droit 4150">
            <a:extLst>
              <a:ext uri="{FF2B5EF4-FFF2-40B4-BE49-F238E27FC236}">
                <a16:creationId xmlns:a16="http://schemas.microsoft.com/office/drawing/2014/main" id="{4D8DE356-0C17-A814-04DF-C59F3E270480}"/>
              </a:ext>
            </a:extLst>
          </p:cNvPr>
          <p:cNvCxnSpPr>
            <a:stCxn id="4123" idx="3"/>
            <a:endCxn id="4135" idx="1"/>
          </p:cNvCxnSpPr>
          <p:nvPr/>
        </p:nvCxnSpPr>
        <p:spPr bwMode="auto">
          <a:xfrm>
            <a:off x="4584329" y="994533"/>
            <a:ext cx="137874" cy="12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AutoShape 221">
            <a:extLst>
              <a:ext uri="{FF2B5EF4-FFF2-40B4-BE49-F238E27FC236}">
                <a16:creationId xmlns:a16="http://schemas.microsoft.com/office/drawing/2014/main" id="{8ECFFBC1-E7EC-9A7A-8B7B-6FD97990A1B2}"/>
              </a:ext>
            </a:extLst>
          </p:cNvPr>
          <p:cNvSpPr>
            <a:spLocks noChangeArrowheads="1"/>
          </p:cNvSpPr>
          <p:nvPr/>
        </p:nvSpPr>
        <p:spPr bwMode="auto">
          <a:xfrm rot="10800000">
            <a:off x="5529073" y="4508967"/>
            <a:ext cx="863995" cy="366155"/>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2" name="AutoShape 98">
            <a:hlinkClick r:id="rId6" action="ppaction://hlinksldjump"/>
            <a:extLst>
              <a:ext uri="{FF2B5EF4-FFF2-40B4-BE49-F238E27FC236}">
                <a16:creationId xmlns:a16="http://schemas.microsoft.com/office/drawing/2014/main" id="{6DF74346-E930-7C57-7124-34D5B6E2668D}"/>
              </a:ext>
            </a:extLst>
          </p:cNvPr>
          <p:cNvSpPr>
            <a:spLocks noChangeArrowheads="1"/>
          </p:cNvSpPr>
          <p:nvPr/>
        </p:nvSpPr>
        <p:spPr bwMode="auto">
          <a:xfrm rot="10800000">
            <a:off x="5457069" y="5412562"/>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ROUTAGE LN CO</a:t>
            </a:r>
          </a:p>
        </p:txBody>
      </p:sp>
      <p:sp>
        <p:nvSpPr>
          <p:cNvPr id="6" name="AutoShape 31">
            <a:hlinkClick r:id="" action="ppaction://noaction"/>
            <a:extLst>
              <a:ext uri="{FF2B5EF4-FFF2-40B4-BE49-F238E27FC236}">
                <a16:creationId xmlns:a16="http://schemas.microsoft.com/office/drawing/2014/main" id="{940B2D67-BDCD-ABEE-DF31-C57ABC4EB75D}"/>
              </a:ext>
            </a:extLst>
          </p:cNvPr>
          <p:cNvSpPr>
            <a:spLocks noChangeArrowheads="1"/>
          </p:cNvSpPr>
          <p:nvPr/>
        </p:nvSpPr>
        <p:spPr bwMode="auto">
          <a:xfrm>
            <a:off x="6848398" y="4151522"/>
            <a:ext cx="1370374" cy="15012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FIXE_CO_LN_NON_ELIGIBLE</a:t>
            </a:r>
          </a:p>
        </p:txBody>
      </p:sp>
      <p:cxnSp>
        <p:nvCxnSpPr>
          <p:cNvPr id="12" name="Connecteur : en angle 11">
            <a:extLst>
              <a:ext uri="{FF2B5EF4-FFF2-40B4-BE49-F238E27FC236}">
                <a16:creationId xmlns:a16="http://schemas.microsoft.com/office/drawing/2014/main" id="{017C05CF-A902-5C3D-CE47-4C9E9583D45F}"/>
              </a:ext>
            </a:extLst>
          </p:cNvPr>
          <p:cNvCxnSpPr>
            <a:cxnSpLocks/>
            <a:stCxn id="4135" idx="3"/>
            <a:endCxn id="6" idx="0"/>
          </p:cNvCxnSpPr>
          <p:nvPr/>
        </p:nvCxnSpPr>
        <p:spPr bwMode="auto">
          <a:xfrm>
            <a:off x="6061529" y="995788"/>
            <a:ext cx="1472056" cy="31557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 en angle 14">
            <a:extLst>
              <a:ext uri="{FF2B5EF4-FFF2-40B4-BE49-F238E27FC236}">
                <a16:creationId xmlns:a16="http://schemas.microsoft.com/office/drawing/2014/main" id="{3588E137-B03A-4DC7-659B-D22E7A888687}"/>
              </a:ext>
            </a:extLst>
          </p:cNvPr>
          <p:cNvCxnSpPr>
            <a:cxnSpLocks/>
            <a:stCxn id="164" idx="3"/>
            <a:endCxn id="6" idx="0"/>
          </p:cNvCxnSpPr>
          <p:nvPr/>
        </p:nvCxnSpPr>
        <p:spPr bwMode="auto">
          <a:xfrm>
            <a:off x="6497793" y="1645015"/>
            <a:ext cx="1035792" cy="250650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 en angle 17">
            <a:extLst>
              <a:ext uri="{FF2B5EF4-FFF2-40B4-BE49-F238E27FC236}">
                <a16:creationId xmlns:a16="http://schemas.microsoft.com/office/drawing/2014/main" id="{63F6781F-2149-4888-C94E-B389968DA38A}"/>
              </a:ext>
            </a:extLst>
          </p:cNvPr>
          <p:cNvCxnSpPr>
            <a:cxnSpLocks/>
            <a:stCxn id="118" idx="3"/>
            <a:endCxn id="6" idx="0"/>
          </p:cNvCxnSpPr>
          <p:nvPr/>
        </p:nvCxnSpPr>
        <p:spPr bwMode="auto">
          <a:xfrm>
            <a:off x="6237945" y="2189265"/>
            <a:ext cx="1295640" cy="196225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 en angle 19">
            <a:extLst>
              <a:ext uri="{FF2B5EF4-FFF2-40B4-BE49-F238E27FC236}">
                <a16:creationId xmlns:a16="http://schemas.microsoft.com/office/drawing/2014/main" id="{CF316953-9D5A-2926-CDC2-BE1ADE559782}"/>
              </a:ext>
            </a:extLst>
          </p:cNvPr>
          <p:cNvCxnSpPr>
            <a:cxnSpLocks/>
            <a:stCxn id="75" idx="3"/>
            <a:endCxn id="6" idx="0"/>
          </p:cNvCxnSpPr>
          <p:nvPr/>
        </p:nvCxnSpPr>
        <p:spPr bwMode="auto">
          <a:xfrm>
            <a:off x="6191416" y="2494149"/>
            <a:ext cx="1342169" cy="165737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 en angle 21">
            <a:extLst>
              <a:ext uri="{FF2B5EF4-FFF2-40B4-BE49-F238E27FC236}">
                <a16:creationId xmlns:a16="http://schemas.microsoft.com/office/drawing/2014/main" id="{718D22CA-20A5-6703-CBB8-65D628D80CCE}"/>
              </a:ext>
            </a:extLst>
          </p:cNvPr>
          <p:cNvCxnSpPr>
            <a:cxnSpLocks/>
            <a:stCxn id="91" idx="3"/>
            <a:endCxn id="6" idx="0"/>
          </p:cNvCxnSpPr>
          <p:nvPr/>
        </p:nvCxnSpPr>
        <p:spPr bwMode="auto">
          <a:xfrm>
            <a:off x="6292780" y="2783091"/>
            <a:ext cx="1240805" cy="136843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 en angle 23">
            <a:extLst>
              <a:ext uri="{FF2B5EF4-FFF2-40B4-BE49-F238E27FC236}">
                <a16:creationId xmlns:a16="http://schemas.microsoft.com/office/drawing/2014/main" id="{BB8648C1-978A-B86A-9D64-D576F1876ADC}"/>
              </a:ext>
            </a:extLst>
          </p:cNvPr>
          <p:cNvCxnSpPr>
            <a:cxnSpLocks/>
            <a:stCxn id="203" idx="3"/>
            <a:endCxn id="6" idx="0"/>
          </p:cNvCxnSpPr>
          <p:nvPr/>
        </p:nvCxnSpPr>
        <p:spPr bwMode="auto">
          <a:xfrm>
            <a:off x="6547411" y="3308539"/>
            <a:ext cx="986174" cy="84298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 en angle 26">
            <a:extLst>
              <a:ext uri="{FF2B5EF4-FFF2-40B4-BE49-F238E27FC236}">
                <a16:creationId xmlns:a16="http://schemas.microsoft.com/office/drawing/2014/main" id="{C7B09BA6-29A2-782D-D63D-EBB5526EE754}"/>
              </a:ext>
            </a:extLst>
          </p:cNvPr>
          <p:cNvCxnSpPr>
            <a:cxnSpLocks/>
            <a:stCxn id="186" idx="3"/>
            <a:endCxn id="6" idx="0"/>
          </p:cNvCxnSpPr>
          <p:nvPr/>
        </p:nvCxnSpPr>
        <p:spPr bwMode="auto">
          <a:xfrm>
            <a:off x="6570271" y="3554097"/>
            <a:ext cx="963314" cy="59742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 en angle 29">
            <a:extLst>
              <a:ext uri="{FF2B5EF4-FFF2-40B4-BE49-F238E27FC236}">
                <a16:creationId xmlns:a16="http://schemas.microsoft.com/office/drawing/2014/main" id="{398CE716-70BD-B3AB-D0FD-8F314DE8DB7A}"/>
              </a:ext>
            </a:extLst>
          </p:cNvPr>
          <p:cNvCxnSpPr>
            <a:cxnSpLocks/>
            <a:stCxn id="202" idx="3"/>
            <a:endCxn id="6" idx="0"/>
          </p:cNvCxnSpPr>
          <p:nvPr/>
        </p:nvCxnSpPr>
        <p:spPr bwMode="auto">
          <a:xfrm>
            <a:off x="6584494" y="3806937"/>
            <a:ext cx="949091" cy="3445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Connecteur droit avec flèche 43">
            <a:extLst>
              <a:ext uri="{FF2B5EF4-FFF2-40B4-BE49-F238E27FC236}">
                <a16:creationId xmlns:a16="http://schemas.microsoft.com/office/drawing/2014/main" id="{E55FBBDC-A113-EEE5-D11C-B4EF74EBBED8}"/>
              </a:ext>
            </a:extLst>
          </p:cNvPr>
          <p:cNvCxnSpPr>
            <a:stCxn id="6" idx="2"/>
            <a:endCxn id="204" idx="2"/>
          </p:cNvCxnSpPr>
          <p:nvPr/>
        </p:nvCxnSpPr>
        <p:spPr bwMode="auto">
          <a:xfrm>
            <a:off x="7533585" y="4301647"/>
            <a:ext cx="9098" cy="30367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208">
            <a:extLst>
              <a:ext uri="{FF2B5EF4-FFF2-40B4-BE49-F238E27FC236}">
                <a16:creationId xmlns:a16="http://schemas.microsoft.com/office/drawing/2014/main" id="{22C9AD22-B5D9-6194-0F97-07E13918C111}"/>
              </a:ext>
            </a:extLst>
          </p:cNvPr>
          <p:cNvSpPr>
            <a:spLocks noChangeArrowheads="1"/>
          </p:cNvSpPr>
          <p:nvPr/>
        </p:nvSpPr>
        <p:spPr bwMode="auto">
          <a:xfrm>
            <a:off x="5180439" y="4973339"/>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43200_FCT_LN_[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cxnSp>
        <p:nvCxnSpPr>
          <p:cNvPr id="16" name="Connecteur droit 15">
            <a:extLst>
              <a:ext uri="{FF2B5EF4-FFF2-40B4-BE49-F238E27FC236}">
                <a16:creationId xmlns:a16="http://schemas.microsoft.com/office/drawing/2014/main" id="{64E4E637-EC3B-A425-1196-CF789A71C379}"/>
              </a:ext>
            </a:extLst>
          </p:cNvPr>
          <p:cNvCxnSpPr>
            <a:stCxn id="14" idx="0"/>
            <a:endCxn id="7" idx="0"/>
          </p:cNvCxnSpPr>
          <p:nvPr/>
        </p:nvCxnSpPr>
        <p:spPr bwMode="auto">
          <a:xfrm>
            <a:off x="5961070" y="4875122"/>
            <a:ext cx="0" cy="9821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droit avec flèche 25">
            <a:extLst>
              <a:ext uri="{FF2B5EF4-FFF2-40B4-BE49-F238E27FC236}">
                <a16:creationId xmlns:a16="http://schemas.microsoft.com/office/drawing/2014/main" id="{F6D7B00B-26A8-92CD-B085-3153F8698E7C}"/>
              </a:ext>
            </a:extLst>
          </p:cNvPr>
          <p:cNvCxnSpPr>
            <a:endCxn id="2" idx="2"/>
          </p:cNvCxnSpPr>
          <p:nvPr/>
        </p:nvCxnSpPr>
        <p:spPr bwMode="auto">
          <a:xfrm flipH="1">
            <a:off x="5961068" y="5133524"/>
            <a:ext cx="2" cy="27903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3DBC7639-2522-CF73-4AD1-11E65A36A59E}"/>
              </a:ext>
            </a:extLst>
          </p:cNvPr>
          <p:cNvSpPr txBox="1"/>
          <p:nvPr/>
        </p:nvSpPr>
        <p:spPr>
          <a:xfrm>
            <a:off x="1121149" y="2523016"/>
            <a:ext cx="1687122" cy="369332"/>
          </a:xfrm>
          <a:prstGeom prst="rect">
            <a:avLst/>
          </a:prstGeom>
          <a:noFill/>
          <a:ln>
            <a:solidFill>
              <a:schemeClr val="tx1"/>
            </a:solidFill>
          </a:ln>
        </p:spPr>
        <p:txBody>
          <a:bodyPr wrap="square" rtlCol="0">
            <a:spAutoFit/>
          </a:bodyPr>
          <a:lstStyle/>
          <a:p>
            <a:r>
              <a:rPr lang="fr-FR" sz="600">
                <a:effectLst/>
                <a:latin typeface="Calibri" panose="020F0502020204030204" pitchFamily="34" charset="0"/>
                <a:ea typeface="Calibri" panose="020F0502020204030204" pitchFamily="34" charset="0"/>
                <a:cs typeface="Times New Roman" panose="02020603050405020304" pitchFamily="18" charset="0"/>
              </a:rPr>
              <a:t>OUI = Pas d’abandon sur le LN </a:t>
            </a:r>
            <a:r>
              <a:rPr lang="fr-FR" sz="600">
                <a:latin typeface="Calibri" panose="020F0502020204030204" pitchFamily="34" charset="0"/>
                <a:ea typeface="Calibri" panose="020F0502020204030204" pitchFamily="34" charset="0"/>
                <a:cs typeface="Times New Roman" panose="02020603050405020304" pitchFamily="18" charset="0"/>
              </a:rPr>
              <a:t>OU</a:t>
            </a:r>
            <a:r>
              <a:rPr lang="fr-FR" sz="600">
                <a:effectLst/>
                <a:latin typeface="Calibri" panose="020F0502020204030204" pitchFamily="34" charset="0"/>
                <a:ea typeface="Calibri" panose="020F0502020204030204" pitchFamily="34" charset="0"/>
                <a:cs typeface="Times New Roman" panose="02020603050405020304" pitchFamily="18" charset="0"/>
              </a:rPr>
              <a:t> </a:t>
            </a:r>
            <a:r>
              <a:rPr lang="fr-FR" sz="600">
                <a:latin typeface="Calibri" panose="020F0502020204030204" pitchFamily="34" charset="0"/>
                <a:ea typeface="Calibri" panose="020F0502020204030204" pitchFamily="34" charset="0"/>
                <a:cs typeface="Times New Roman" panose="02020603050405020304" pitchFamily="18" charset="0"/>
              </a:rPr>
              <a:t>n’est pas</a:t>
            </a:r>
            <a:r>
              <a:rPr lang="fr-FR" sz="600">
                <a:effectLst/>
                <a:latin typeface="Calibri" panose="020F0502020204030204" pitchFamily="34" charset="0"/>
                <a:ea typeface="Calibri" panose="020F0502020204030204" pitchFamily="34" charset="0"/>
                <a:cs typeface="Times New Roman" panose="02020603050405020304" pitchFamily="18" charset="0"/>
              </a:rPr>
              <a:t> sortie par une intention paramétrée dans le tableau IRIS (Tableau sortie GIA)</a:t>
            </a:r>
          </a:p>
        </p:txBody>
      </p:sp>
      <p:cxnSp>
        <p:nvCxnSpPr>
          <p:cNvPr id="11" name="Connecteur droit 10">
            <a:extLst>
              <a:ext uri="{FF2B5EF4-FFF2-40B4-BE49-F238E27FC236}">
                <a16:creationId xmlns:a16="http://schemas.microsoft.com/office/drawing/2014/main" id="{AFE793C2-5AA6-D52D-6C41-4EE2A2745043}"/>
              </a:ext>
            </a:extLst>
          </p:cNvPr>
          <p:cNvCxnSpPr/>
          <p:nvPr/>
        </p:nvCxnSpPr>
        <p:spPr bwMode="auto">
          <a:xfrm>
            <a:off x="2432756" y="2268667"/>
            <a:ext cx="1289897" cy="184666"/>
          </a:xfrm>
          <a:prstGeom prst="line">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38056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47</a:t>
            </a:fld>
            <a:endParaRPr lang="fr-FR">
              <a:solidFill>
                <a:srgbClr val="000000"/>
              </a:solidFill>
            </a:endParaRPr>
          </a:p>
        </p:txBody>
      </p:sp>
      <p:sp>
        <p:nvSpPr>
          <p:cNvPr id="126" name="AutoShape 98">
            <a:hlinkClick r:id="rId3" action="ppaction://hlinksldjump"/>
          </p:cNvPr>
          <p:cNvSpPr>
            <a:spLocks noChangeArrowheads="1"/>
          </p:cNvSpPr>
          <p:nvPr/>
        </p:nvSpPr>
        <p:spPr bwMode="auto">
          <a:xfrm rot="10800000">
            <a:off x="516914" y="885667"/>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ELIGIBILITE LN CO</a:t>
            </a:r>
          </a:p>
        </p:txBody>
      </p:sp>
      <p:sp>
        <p:nvSpPr>
          <p:cNvPr id="22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ROUTAGE LN CO</a:t>
            </a:r>
            <a:endParaRPr lang="fr-FR"/>
          </a:p>
        </p:txBody>
      </p:sp>
      <p:sp>
        <p:nvSpPr>
          <p:cNvPr id="15" name="AutoShape 208">
            <a:extLst>
              <a:ext uri="{FF2B5EF4-FFF2-40B4-BE49-F238E27FC236}">
                <a16:creationId xmlns:a16="http://schemas.microsoft.com/office/drawing/2014/main" id="{2AFEBD3E-D5BB-25E5-C870-420766826F32}"/>
              </a:ext>
            </a:extLst>
          </p:cNvPr>
          <p:cNvSpPr>
            <a:spLocks noChangeArrowheads="1"/>
          </p:cNvSpPr>
          <p:nvPr/>
        </p:nvSpPr>
        <p:spPr bwMode="auto">
          <a:xfrm>
            <a:off x="1902229" y="1564201"/>
            <a:ext cx="1691701" cy="12068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t>43000_FCT</a:t>
            </a:r>
            <a:r>
              <a:rPr lang="fr-FR" sz="500">
                <a:solidFill>
                  <a:srgbClr val="000000"/>
                </a:solidFill>
              </a:rPr>
              <a:t>_LN_Tech_FIXE_[</a:t>
            </a:r>
            <a:r>
              <a:rPr lang="fr-FR" sz="500" i="1">
                <a:solidFill>
                  <a:srgbClr val="000000"/>
                </a:solidFill>
              </a:rPr>
              <a:t>INTENTION</a:t>
            </a:r>
            <a:r>
              <a:rPr lang="fr-FR" sz="500">
                <a:solidFill>
                  <a:srgbClr val="000000"/>
                </a:solidFill>
              </a:rPr>
              <a:t>]_[</a:t>
            </a:r>
            <a:r>
              <a:rPr lang="fr-FR" sz="500" i="1">
                <a:solidFill>
                  <a:srgbClr val="000000"/>
                </a:solidFill>
              </a:rPr>
              <a:t>TECHNO</a:t>
            </a:r>
            <a:r>
              <a:rPr lang="fr-FR" sz="500">
                <a:solidFill>
                  <a:srgbClr val="000000"/>
                </a:solidFill>
              </a:rPr>
              <a:t>]</a:t>
            </a:r>
          </a:p>
        </p:txBody>
      </p:sp>
      <p:sp>
        <p:nvSpPr>
          <p:cNvPr id="16" name="AutoShape 208">
            <a:extLst>
              <a:ext uri="{FF2B5EF4-FFF2-40B4-BE49-F238E27FC236}">
                <a16:creationId xmlns:a16="http://schemas.microsoft.com/office/drawing/2014/main" id="{227F6131-FF0E-31D2-88EA-23E272351ED8}"/>
              </a:ext>
            </a:extLst>
          </p:cNvPr>
          <p:cNvSpPr>
            <a:spLocks noChangeArrowheads="1"/>
          </p:cNvSpPr>
          <p:nvPr/>
        </p:nvSpPr>
        <p:spPr bwMode="auto">
          <a:xfrm>
            <a:off x="1847853" y="2446887"/>
            <a:ext cx="1811561" cy="13378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43000_FCT_LN_Retention_</a:t>
            </a:r>
            <a:r>
              <a:rPr lang="fr-FR" sz="500" i="1">
                <a:solidFill>
                  <a:srgbClr val="000000"/>
                </a:solidFill>
              </a:rPr>
              <a:t>[INTENTION</a:t>
            </a:r>
            <a:r>
              <a:rPr lang="fr-FR" sz="500">
                <a:solidFill>
                  <a:srgbClr val="000000"/>
                </a:solidFill>
              </a:rPr>
              <a:t>]_[</a:t>
            </a:r>
            <a:r>
              <a:rPr lang="fr-FR" sz="500" i="1">
                <a:solidFill>
                  <a:srgbClr val="000000"/>
                </a:solidFill>
              </a:rPr>
              <a:t>TECHNO</a:t>
            </a:r>
            <a:r>
              <a:rPr lang="fr-FR" sz="500">
                <a:solidFill>
                  <a:srgbClr val="000000"/>
                </a:solidFill>
              </a:rPr>
              <a:t>]</a:t>
            </a:r>
          </a:p>
        </p:txBody>
      </p:sp>
      <p:sp>
        <p:nvSpPr>
          <p:cNvPr id="21" name="AutoShape 68">
            <a:hlinkClick r:id="rId4" action="ppaction://hlinksldjump"/>
            <a:extLst>
              <a:ext uri="{FF2B5EF4-FFF2-40B4-BE49-F238E27FC236}">
                <a16:creationId xmlns:a16="http://schemas.microsoft.com/office/drawing/2014/main" id="{CCFBEF6F-68E9-01FC-B5B2-C50E620C71D9}"/>
              </a:ext>
            </a:extLst>
          </p:cNvPr>
          <p:cNvSpPr>
            <a:spLocks noChangeArrowheads="1"/>
          </p:cNvSpPr>
          <p:nvPr/>
        </p:nvSpPr>
        <p:spPr bwMode="auto">
          <a:xfrm>
            <a:off x="1308345" y="1469072"/>
            <a:ext cx="470432" cy="314386"/>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LN_TECH_</a:t>
            </a:r>
          </a:p>
          <a:p>
            <a:pPr algn="ctr" eaLnBrk="0" hangingPunct="0">
              <a:defRPr/>
            </a:pPr>
            <a:r>
              <a:rPr lang="fr-FR" sz="500">
                <a:solidFill>
                  <a:schemeClr val="bg1"/>
                </a:solidFill>
                <a:ea typeface="ＭＳ Ｐゴシック" charset="0"/>
              </a:rPr>
              <a:t>ROUTAGE</a:t>
            </a:r>
          </a:p>
        </p:txBody>
      </p:sp>
      <p:sp>
        <p:nvSpPr>
          <p:cNvPr id="22" name="AutoShape 68">
            <a:hlinkClick r:id="rId4" action="ppaction://hlinksldjump"/>
            <a:extLst>
              <a:ext uri="{FF2B5EF4-FFF2-40B4-BE49-F238E27FC236}">
                <a16:creationId xmlns:a16="http://schemas.microsoft.com/office/drawing/2014/main" id="{CB4B336A-B728-2689-097E-71B5DB9F9AF3}"/>
              </a:ext>
            </a:extLst>
          </p:cNvPr>
          <p:cNvSpPr>
            <a:spLocks noChangeArrowheads="1"/>
          </p:cNvSpPr>
          <p:nvPr/>
        </p:nvSpPr>
        <p:spPr bwMode="auto">
          <a:xfrm>
            <a:off x="1089717" y="2322811"/>
            <a:ext cx="643276" cy="381931"/>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LN_CO_RET_</a:t>
            </a:r>
          </a:p>
          <a:p>
            <a:pPr algn="ctr" eaLnBrk="0" hangingPunct="0">
              <a:defRPr/>
            </a:pPr>
            <a:r>
              <a:rPr lang="fr-FR" sz="600">
                <a:solidFill>
                  <a:schemeClr val="bg1"/>
                </a:solidFill>
                <a:ea typeface="ＭＳ Ｐゴシック" charset="0"/>
              </a:rPr>
              <a:t>ROUTAGE</a:t>
            </a:r>
          </a:p>
        </p:txBody>
      </p:sp>
      <p:sp>
        <p:nvSpPr>
          <p:cNvPr id="23" name="AutoShape 23">
            <a:extLst>
              <a:ext uri="{FF2B5EF4-FFF2-40B4-BE49-F238E27FC236}">
                <a16:creationId xmlns:a16="http://schemas.microsoft.com/office/drawing/2014/main" id="{DDBDF436-F3A6-9E0C-CE12-502B0C4CBCAF}"/>
              </a:ext>
            </a:extLst>
          </p:cNvPr>
          <p:cNvSpPr>
            <a:spLocks noChangeArrowheads="1"/>
          </p:cNvSpPr>
          <p:nvPr/>
        </p:nvSpPr>
        <p:spPr bwMode="auto">
          <a:xfrm>
            <a:off x="6853358" y="1112858"/>
            <a:ext cx="1941391" cy="938719"/>
          </a:xfrm>
          <a:prstGeom prst="flowChartPunchedTape">
            <a:avLst/>
          </a:prstGeom>
          <a:solidFill>
            <a:srgbClr val="CCFFCC"/>
          </a:solidFill>
          <a:ln w="9525">
            <a:noFill/>
            <a:miter lim="800000"/>
            <a:headEnd/>
            <a:tailEnd/>
          </a:ln>
          <a:effectLst>
            <a:outerShdw blurRad="50800" dist="38100" dir="2700000" algn="tl" rotWithShape="0">
              <a:prstClr val="black">
                <a:alpha val="40000"/>
              </a:prstClr>
            </a:outerShdw>
          </a:effectLst>
        </p:spPr>
        <p:txBody>
          <a:bodyPr wrap="square" anchor="ctr">
            <a:normAutofit/>
          </a:bodyPr>
          <a:lstStyle/>
          <a:p>
            <a:pPr algn="ctr" eaLnBrk="0" hangingPunct="0"/>
            <a:r>
              <a:rPr lang="fr-FR" sz="600" b="1"/>
              <a:t>Mise à jour « table » permettant de collecter les numéros de téléphone des clients à qui il est proposé du Langage Naturel et qui raccroche au moment où il lui est demandé de s’exprimer oralement.</a:t>
            </a:r>
          </a:p>
        </p:txBody>
      </p:sp>
      <p:cxnSp>
        <p:nvCxnSpPr>
          <p:cNvPr id="33" name="Connecteur : en angle 32">
            <a:extLst>
              <a:ext uri="{FF2B5EF4-FFF2-40B4-BE49-F238E27FC236}">
                <a16:creationId xmlns:a16="http://schemas.microsoft.com/office/drawing/2014/main" id="{4735B914-1C61-C8A1-A4D1-E66E4A49E745}"/>
              </a:ext>
            </a:extLst>
          </p:cNvPr>
          <p:cNvCxnSpPr>
            <a:cxnSpLocks/>
            <a:stCxn id="126" idx="0"/>
            <a:endCxn id="21" idx="1"/>
          </p:cNvCxnSpPr>
          <p:nvPr/>
        </p:nvCxnSpPr>
        <p:spPr bwMode="auto">
          <a:xfrm rot="16200000" flipH="1">
            <a:off x="967179" y="1285098"/>
            <a:ext cx="383977" cy="29835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Connecteur droit 34">
            <a:extLst>
              <a:ext uri="{FF2B5EF4-FFF2-40B4-BE49-F238E27FC236}">
                <a16:creationId xmlns:a16="http://schemas.microsoft.com/office/drawing/2014/main" id="{AB7BF133-90ED-4762-1F7A-92B5439100B5}"/>
              </a:ext>
            </a:extLst>
          </p:cNvPr>
          <p:cNvCxnSpPr>
            <a:cxnSpLocks/>
            <a:stCxn id="21" idx="3"/>
            <a:endCxn id="15" idx="1"/>
          </p:cNvCxnSpPr>
          <p:nvPr/>
        </p:nvCxnSpPr>
        <p:spPr bwMode="auto">
          <a:xfrm flipV="1">
            <a:off x="1778777" y="1624542"/>
            <a:ext cx="123452" cy="17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Connecteur : en angle 41">
            <a:extLst>
              <a:ext uri="{FF2B5EF4-FFF2-40B4-BE49-F238E27FC236}">
                <a16:creationId xmlns:a16="http://schemas.microsoft.com/office/drawing/2014/main" id="{3D867F26-D587-8413-7E87-A2EE499762D0}"/>
              </a:ext>
            </a:extLst>
          </p:cNvPr>
          <p:cNvCxnSpPr>
            <a:cxnSpLocks/>
            <a:stCxn id="126" idx="0"/>
            <a:endCxn id="22" idx="1"/>
          </p:cNvCxnSpPr>
          <p:nvPr/>
        </p:nvCxnSpPr>
        <p:spPr bwMode="auto">
          <a:xfrm rot="16200000" flipH="1">
            <a:off x="414109" y="1838168"/>
            <a:ext cx="1271489" cy="7972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7">
            <a:extLst>
              <a:ext uri="{FF2B5EF4-FFF2-40B4-BE49-F238E27FC236}">
                <a16:creationId xmlns:a16="http://schemas.microsoft.com/office/drawing/2014/main" id="{D92FF4FD-5ED0-C255-ADAD-6EEF7F981EEB}"/>
              </a:ext>
            </a:extLst>
          </p:cNvPr>
          <p:cNvSpPr txBox="1">
            <a:spLocks noChangeArrowheads="1"/>
          </p:cNvSpPr>
          <p:nvPr/>
        </p:nvSpPr>
        <p:spPr bwMode="auto">
          <a:xfrm>
            <a:off x="1572741" y="135460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57" name="Text Box 157">
            <a:extLst>
              <a:ext uri="{FF2B5EF4-FFF2-40B4-BE49-F238E27FC236}">
                <a16:creationId xmlns:a16="http://schemas.microsoft.com/office/drawing/2014/main" id="{7081B1A4-EF65-6935-B14D-67AB30A7FE0D}"/>
              </a:ext>
            </a:extLst>
          </p:cNvPr>
          <p:cNvSpPr txBox="1">
            <a:spLocks noChangeArrowheads="1"/>
          </p:cNvSpPr>
          <p:nvPr/>
        </p:nvSpPr>
        <p:spPr bwMode="auto">
          <a:xfrm>
            <a:off x="1602099" y="2255923"/>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cxnSp>
        <p:nvCxnSpPr>
          <p:cNvPr id="59" name="Connecteur droit 58">
            <a:extLst>
              <a:ext uri="{FF2B5EF4-FFF2-40B4-BE49-F238E27FC236}">
                <a16:creationId xmlns:a16="http://schemas.microsoft.com/office/drawing/2014/main" id="{B81AF145-4248-77B1-09FF-55414CBD820B}"/>
              </a:ext>
            </a:extLst>
          </p:cNvPr>
          <p:cNvCxnSpPr>
            <a:cxnSpLocks/>
            <a:stCxn id="22" idx="3"/>
            <a:endCxn id="16" idx="1"/>
          </p:cNvCxnSpPr>
          <p:nvPr/>
        </p:nvCxnSpPr>
        <p:spPr bwMode="auto">
          <a:xfrm>
            <a:off x="1732993" y="2513777"/>
            <a:ext cx="114860"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5" name="AutoShape 98">
            <a:hlinkClick r:id="rId5" action="ppaction://hlinksldjump"/>
            <a:extLst>
              <a:ext uri="{FF2B5EF4-FFF2-40B4-BE49-F238E27FC236}">
                <a16:creationId xmlns:a16="http://schemas.microsoft.com/office/drawing/2014/main" id="{45811E25-C4F3-10E6-45D1-0CFBA0497296}"/>
              </a:ext>
            </a:extLst>
          </p:cNvPr>
          <p:cNvSpPr>
            <a:spLocks noChangeArrowheads="1"/>
          </p:cNvSpPr>
          <p:nvPr/>
        </p:nvSpPr>
        <p:spPr bwMode="auto">
          <a:xfrm rot="10800000">
            <a:off x="5632799" y="1883127"/>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effectLst>
                  <a:outerShdw blurRad="38100" dist="38100" dir="2700000" algn="tl">
                    <a:srgbClr val="000000">
                      <a:alpha val="43137"/>
                    </a:srgbClr>
                  </a:outerShdw>
                </a:effectLst>
              </a:rPr>
              <a:t>TECHNIQUE</a:t>
            </a:r>
          </a:p>
        </p:txBody>
      </p:sp>
      <p:sp>
        <p:nvSpPr>
          <p:cNvPr id="5" name="AutoShape 98">
            <a:hlinkClick r:id="rId6" action="ppaction://hlinksldjump"/>
            <a:extLst>
              <a:ext uri="{FF2B5EF4-FFF2-40B4-BE49-F238E27FC236}">
                <a16:creationId xmlns:a16="http://schemas.microsoft.com/office/drawing/2014/main" id="{65D09DE5-F5DF-ED48-B886-585E6AC73AAD}"/>
              </a:ext>
            </a:extLst>
          </p:cNvPr>
          <p:cNvSpPr>
            <a:spLocks noChangeArrowheads="1"/>
          </p:cNvSpPr>
          <p:nvPr/>
        </p:nvSpPr>
        <p:spPr bwMode="auto">
          <a:xfrm rot="10800000">
            <a:off x="5565949" y="2912295"/>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effectLst>
                  <a:outerShdw blurRad="38100" dist="38100" dir="2700000" algn="tl">
                    <a:srgbClr val="000000">
                      <a:alpha val="43137"/>
                    </a:srgbClr>
                  </a:outerShdw>
                </a:effectLst>
              </a:rPr>
              <a:t>ADMINISTRATIF</a:t>
            </a:r>
          </a:p>
          <a:p>
            <a:pPr algn="ctr" eaLnBrk="0" hangingPunct="0"/>
            <a:r>
              <a:rPr lang="fr-FR" sz="600">
                <a:effectLst>
                  <a:outerShdw blurRad="38100" dist="38100" dir="2700000" algn="tl">
                    <a:srgbClr val="000000">
                      <a:alpha val="43137"/>
                    </a:srgbClr>
                  </a:outerShdw>
                </a:effectLst>
              </a:rPr>
              <a:t>(RET)</a:t>
            </a:r>
          </a:p>
        </p:txBody>
      </p:sp>
      <p:sp>
        <p:nvSpPr>
          <p:cNvPr id="20" name="AutoShape 31">
            <a:hlinkClick r:id="" action="ppaction://noaction"/>
            <a:extLst>
              <a:ext uri="{FF2B5EF4-FFF2-40B4-BE49-F238E27FC236}">
                <a16:creationId xmlns:a16="http://schemas.microsoft.com/office/drawing/2014/main" id="{232D51AE-6456-5425-59CD-C7E133FBC383}"/>
              </a:ext>
            </a:extLst>
          </p:cNvPr>
          <p:cNvSpPr>
            <a:spLocks noChangeArrowheads="1"/>
          </p:cNvSpPr>
          <p:nvPr/>
        </p:nvSpPr>
        <p:spPr bwMode="auto">
          <a:xfrm>
            <a:off x="3783245" y="1555753"/>
            <a:ext cx="742721" cy="14561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LN_CO_TECH_FIXE</a:t>
            </a:r>
          </a:p>
        </p:txBody>
      </p:sp>
      <p:sp>
        <p:nvSpPr>
          <p:cNvPr id="29" name="AutoShape 31">
            <a:hlinkClick r:id="" action="ppaction://noaction"/>
            <a:extLst>
              <a:ext uri="{FF2B5EF4-FFF2-40B4-BE49-F238E27FC236}">
                <a16:creationId xmlns:a16="http://schemas.microsoft.com/office/drawing/2014/main" id="{AE568551-E30D-EF8A-3874-C1AE50591FCA}"/>
              </a:ext>
            </a:extLst>
          </p:cNvPr>
          <p:cNvSpPr>
            <a:spLocks noChangeArrowheads="1"/>
          </p:cNvSpPr>
          <p:nvPr/>
        </p:nvSpPr>
        <p:spPr bwMode="auto">
          <a:xfrm>
            <a:off x="3902204" y="2443461"/>
            <a:ext cx="742721" cy="14561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LN_CO_RET</a:t>
            </a:r>
          </a:p>
        </p:txBody>
      </p:sp>
      <p:cxnSp>
        <p:nvCxnSpPr>
          <p:cNvPr id="37" name="Connecteur droit 36">
            <a:extLst>
              <a:ext uri="{FF2B5EF4-FFF2-40B4-BE49-F238E27FC236}">
                <a16:creationId xmlns:a16="http://schemas.microsoft.com/office/drawing/2014/main" id="{760EEDD3-88BF-DD34-AA38-9B536B63991C}"/>
              </a:ext>
            </a:extLst>
          </p:cNvPr>
          <p:cNvCxnSpPr>
            <a:cxnSpLocks/>
            <a:stCxn id="15" idx="3"/>
            <a:endCxn id="20" idx="1"/>
          </p:cNvCxnSpPr>
          <p:nvPr/>
        </p:nvCxnSpPr>
        <p:spPr bwMode="auto">
          <a:xfrm>
            <a:off x="3593930" y="1624542"/>
            <a:ext cx="189315" cy="4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B4AFCBB2-C957-D1FB-4BA6-6ED9951834B8}"/>
              </a:ext>
            </a:extLst>
          </p:cNvPr>
          <p:cNvCxnSpPr>
            <a:cxnSpLocks/>
            <a:stCxn id="20" idx="3"/>
            <a:endCxn id="4105" idx="2"/>
          </p:cNvCxnSpPr>
          <p:nvPr/>
        </p:nvCxnSpPr>
        <p:spPr bwMode="auto">
          <a:xfrm>
            <a:off x="4525966" y="1628560"/>
            <a:ext cx="1599909" cy="25456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droit 44">
            <a:extLst>
              <a:ext uri="{FF2B5EF4-FFF2-40B4-BE49-F238E27FC236}">
                <a16:creationId xmlns:a16="http://schemas.microsoft.com/office/drawing/2014/main" id="{FEC74A6D-F42F-ECF9-6243-2BD09BC7B052}"/>
              </a:ext>
            </a:extLst>
          </p:cNvPr>
          <p:cNvCxnSpPr>
            <a:cxnSpLocks/>
            <a:stCxn id="16" idx="3"/>
            <a:endCxn id="29" idx="1"/>
          </p:cNvCxnSpPr>
          <p:nvPr/>
        </p:nvCxnSpPr>
        <p:spPr bwMode="auto">
          <a:xfrm>
            <a:off x="3659414" y="2513778"/>
            <a:ext cx="242790" cy="24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Connecteur : en angle 51">
            <a:extLst>
              <a:ext uri="{FF2B5EF4-FFF2-40B4-BE49-F238E27FC236}">
                <a16:creationId xmlns:a16="http://schemas.microsoft.com/office/drawing/2014/main" id="{538F7151-8CDD-C219-2A00-D0127BFB236F}"/>
              </a:ext>
            </a:extLst>
          </p:cNvPr>
          <p:cNvCxnSpPr>
            <a:stCxn id="29" idx="3"/>
            <a:endCxn id="5" idx="2"/>
          </p:cNvCxnSpPr>
          <p:nvPr/>
        </p:nvCxnSpPr>
        <p:spPr bwMode="auto">
          <a:xfrm>
            <a:off x="4644925" y="2516268"/>
            <a:ext cx="1414100" cy="39602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1" name="AutoShape 208">
            <a:extLst>
              <a:ext uri="{FF2B5EF4-FFF2-40B4-BE49-F238E27FC236}">
                <a16:creationId xmlns:a16="http://schemas.microsoft.com/office/drawing/2014/main" id="{CC88970F-44DC-A44D-0257-D37E077D2365}"/>
              </a:ext>
            </a:extLst>
          </p:cNvPr>
          <p:cNvSpPr>
            <a:spLocks noChangeArrowheads="1"/>
          </p:cNvSpPr>
          <p:nvPr/>
        </p:nvSpPr>
        <p:spPr bwMode="auto">
          <a:xfrm>
            <a:off x="1477737" y="3140082"/>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43000_FCT_LN_[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4132" name="AutoShape 142">
            <a:extLst>
              <a:ext uri="{FF2B5EF4-FFF2-40B4-BE49-F238E27FC236}">
                <a16:creationId xmlns:a16="http://schemas.microsoft.com/office/drawing/2014/main" id="{9A24CB78-9BBB-6DDA-63FF-CEBD071BF2F7}"/>
              </a:ext>
            </a:extLst>
          </p:cNvPr>
          <p:cNvSpPr>
            <a:spLocks noChangeArrowheads="1"/>
          </p:cNvSpPr>
          <p:nvPr/>
        </p:nvSpPr>
        <p:spPr bwMode="auto">
          <a:xfrm>
            <a:off x="3450917" y="3099381"/>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cxnSp>
        <p:nvCxnSpPr>
          <p:cNvPr id="4134" name="Connecteur : en angle 4133">
            <a:extLst>
              <a:ext uri="{FF2B5EF4-FFF2-40B4-BE49-F238E27FC236}">
                <a16:creationId xmlns:a16="http://schemas.microsoft.com/office/drawing/2014/main" id="{54B6EA13-7326-EC2D-A248-F339DEDEA2B8}"/>
              </a:ext>
            </a:extLst>
          </p:cNvPr>
          <p:cNvCxnSpPr>
            <a:stCxn id="126" idx="0"/>
            <a:endCxn id="4131" idx="1"/>
          </p:cNvCxnSpPr>
          <p:nvPr/>
        </p:nvCxnSpPr>
        <p:spPr bwMode="auto">
          <a:xfrm rot="16200000" flipH="1">
            <a:off x="255006" y="1997271"/>
            <a:ext cx="1977714" cy="46774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6" name="Connecteur droit avec flèche 4135">
            <a:extLst>
              <a:ext uri="{FF2B5EF4-FFF2-40B4-BE49-F238E27FC236}">
                <a16:creationId xmlns:a16="http://schemas.microsoft.com/office/drawing/2014/main" id="{683E6E3C-C0A9-2DA1-601D-B1DEAD0962EE}"/>
              </a:ext>
            </a:extLst>
          </p:cNvPr>
          <p:cNvCxnSpPr>
            <a:cxnSpLocks/>
            <a:stCxn id="4131" idx="3"/>
            <a:endCxn id="4132" idx="1"/>
          </p:cNvCxnSpPr>
          <p:nvPr/>
        </p:nvCxnSpPr>
        <p:spPr bwMode="auto">
          <a:xfrm>
            <a:off x="3038998" y="3220002"/>
            <a:ext cx="411919"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8" name="Text Box 157">
            <a:extLst>
              <a:ext uri="{FF2B5EF4-FFF2-40B4-BE49-F238E27FC236}">
                <a16:creationId xmlns:a16="http://schemas.microsoft.com/office/drawing/2014/main" id="{E29F07E1-EADB-36A5-C889-D59D5A89CEB8}"/>
              </a:ext>
            </a:extLst>
          </p:cNvPr>
          <p:cNvSpPr txBox="1">
            <a:spLocks noChangeArrowheads="1"/>
          </p:cNvSpPr>
          <p:nvPr/>
        </p:nvSpPr>
        <p:spPr bwMode="auto">
          <a:xfrm>
            <a:off x="43815" y="3073784"/>
            <a:ext cx="912146" cy="276999"/>
          </a:xfrm>
          <a:prstGeom prst="rect">
            <a:avLst/>
          </a:prstGeom>
          <a:noFill/>
          <a:ln>
            <a:solidFill>
              <a:schemeClr val="tx1"/>
            </a:solid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000000"/>
                </a:solidFill>
                <a:effectLst>
                  <a:outerShdw blurRad="38100" dist="38100" dir="2700000" algn="tl">
                    <a:srgbClr val="C0C0C0"/>
                  </a:outerShdw>
                </a:effectLst>
              </a:rPr>
              <a:t>Si paramétrage dans IRIS actif</a:t>
            </a:r>
          </a:p>
        </p:txBody>
      </p:sp>
      <p:sp>
        <p:nvSpPr>
          <p:cNvPr id="4130" name="AutoShape 208">
            <a:extLst>
              <a:ext uri="{FF2B5EF4-FFF2-40B4-BE49-F238E27FC236}">
                <a16:creationId xmlns:a16="http://schemas.microsoft.com/office/drawing/2014/main" id="{AE18C353-1D36-DB9A-145E-984349BE6B4E}"/>
              </a:ext>
            </a:extLst>
          </p:cNvPr>
          <p:cNvSpPr>
            <a:spLocks noChangeArrowheads="1"/>
          </p:cNvSpPr>
          <p:nvPr/>
        </p:nvSpPr>
        <p:spPr bwMode="auto">
          <a:xfrm>
            <a:off x="1477736" y="3639807"/>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43000_FCT_LN_DEFAUT_[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4133" name="AutoShape 142">
            <a:extLst>
              <a:ext uri="{FF2B5EF4-FFF2-40B4-BE49-F238E27FC236}">
                <a16:creationId xmlns:a16="http://schemas.microsoft.com/office/drawing/2014/main" id="{A87EC7C6-29BA-4561-4664-26CBA7CD0D0E}"/>
              </a:ext>
            </a:extLst>
          </p:cNvPr>
          <p:cNvSpPr>
            <a:spLocks noChangeArrowheads="1"/>
          </p:cNvSpPr>
          <p:nvPr/>
        </p:nvSpPr>
        <p:spPr bwMode="auto">
          <a:xfrm>
            <a:off x="3463411" y="3599106"/>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LN_FCT_FIXE</a:t>
            </a:r>
          </a:p>
        </p:txBody>
      </p:sp>
      <p:cxnSp>
        <p:nvCxnSpPr>
          <p:cNvPr id="4140" name="Connecteur : en angle 4139">
            <a:extLst>
              <a:ext uri="{FF2B5EF4-FFF2-40B4-BE49-F238E27FC236}">
                <a16:creationId xmlns:a16="http://schemas.microsoft.com/office/drawing/2014/main" id="{397D4BDF-56B0-57AB-3F92-CBA5A2E90194}"/>
              </a:ext>
            </a:extLst>
          </p:cNvPr>
          <p:cNvCxnSpPr>
            <a:stCxn id="126" idx="0"/>
            <a:endCxn id="4130" idx="1"/>
          </p:cNvCxnSpPr>
          <p:nvPr/>
        </p:nvCxnSpPr>
        <p:spPr bwMode="auto">
          <a:xfrm rot="16200000" flipH="1">
            <a:off x="5144" y="2247134"/>
            <a:ext cx="2477439" cy="46774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3" name="Connecteur droit avec flèche 4142">
            <a:extLst>
              <a:ext uri="{FF2B5EF4-FFF2-40B4-BE49-F238E27FC236}">
                <a16:creationId xmlns:a16="http://schemas.microsoft.com/office/drawing/2014/main" id="{51E5E2FF-E339-E2D9-E21F-6CA911CC2698}"/>
              </a:ext>
            </a:extLst>
          </p:cNvPr>
          <p:cNvCxnSpPr>
            <a:cxnSpLocks/>
            <a:stCxn id="4130" idx="3"/>
            <a:endCxn id="4133" idx="1"/>
          </p:cNvCxnSpPr>
          <p:nvPr/>
        </p:nvCxnSpPr>
        <p:spPr bwMode="auto">
          <a:xfrm>
            <a:off x="3038997" y="3719727"/>
            <a:ext cx="424414"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 Box 157">
            <a:extLst>
              <a:ext uri="{FF2B5EF4-FFF2-40B4-BE49-F238E27FC236}">
                <a16:creationId xmlns:a16="http://schemas.microsoft.com/office/drawing/2014/main" id="{763F24B1-4878-280F-5379-EA41BBDAB7E8}"/>
              </a:ext>
            </a:extLst>
          </p:cNvPr>
          <p:cNvSpPr txBox="1">
            <a:spLocks noChangeArrowheads="1"/>
          </p:cNvSpPr>
          <p:nvPr/>
        </p:nvSpPr>
        <p:spPr bwMode="auto">
          <a:xfrm>
            <a:off x="6647016" y="2391445"/>
            <a:ext cx="2438025" cy="954107"/>
          </a:xfrm>
          <a:prstGeom prst="rect">
            <a:avLst/>
          </a:prstGeom>
          <a:noFill/>
          <a:ln>
            <a:solidFill>
              <a:schemeClr val="tx1"/>
            </a:solid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800" b="1" u="sng">
                <a:solidFill>
                  <a:srgbClr val="000000"/>
                </a:solidFill>
              </a:rPr>
              <a:t>Règles de routage vers ASCIAN</a:t>
            </a:r>
          </a:p>
          <a:p>
            <a:pPr eaLnBrk="1" hangingPunct="1">
              <a:defRPr/>
            </a:pPr>
            <a:r>
              <a:rPr lang="fr-FR" sz="800">
                <a:solidFill>
                  <a:srgbClr val="000000"/>
                </a:solidFill>
                <a:effectLst>
                  <a:outerShdw blurRad="38100" dist="38100" dir="2700000" algn="tl">
                    <a:srgbClr val="C0C0C0"/>
                  </a:outerShdw>
                </a:effectLst>
              </a:rPr>
              <a:t>Utiliser le champ   "</a:t>
            </a:r>
            <a:r>
              <a:rPr lang="fr-FR" sz="800" err="1">
                <a:solidFill>
                  <a:srgbClr val="000000"/>
                </a:solidFill>
                <a:effectLst>
                  <a:outerShdw blurRad="38100" dist="38100" dir="2700000" algn="tl">
                    <a:srgbClr val="C0C0C0"/>
                  </a:outerShdw>
                </a:effectLst>
              </a:rPr>
              <a:t>category</a:t>
            </a:r>
            <a:r>
              <a:rPr lang="fr-FR" sz="800">
                <a:solidFill>
                  <a:srgbClr val="000000"/>
                </a:solidFill>
                <a:effectLst>
                  <a:outerShdw blurRad="38100" dist="38100" dir="2700000" algn="tl">
                    <a:srgbClr val="C0C0C0"/>
                  </a:outerShdw>
                </a:effectLst>
              </a:rPr>
              <a:t> " retourné par ASCIAN pour réaliser la vérification des filtres et des règles paramétrées dans IRIS</a:t>
            </a:r>
          </a:p>
          <a:p>
            <a:pPr eaLnBrk="1" hangingPunct="1">
              <a:defRPr/>
            </a:pPr>
            <a:r>
              <a:rPr lang="fr-FR" sz="800">
                <a:solidFill>
                  <a:srgbClr val="000000"/>
                </a:solidFill>
                <a:effectLst>
                  <a:outerShdw blurRad="38100" dist="38100" dir="2700000" algn="tl">
                    <a:srgbClr val="C0C0C0"/>
                  </a:outerShdw>
                </a:effectLst>
              </a:rPr>
              <a:t>Eléments présents dans la balise = </a:t>
            </a:r>
          </a:p>
          <a:p>
            <a:pPr eaLnBrk="1" hangingPunct="1">
              <a:defRPr/>
            </a:pPr>
            <a:r>
              <a:rPr lang="fr-FR" sz="800">
                <a:solidFill>
                  <a:srgbClr val="000000"/>
                </a:solidFill>
              </a:rPr>
              <a:t>20100_TECH_LN_[CATEGORY]_[</a:t>
            </a:r>
            <a:r>
              <a:rPr lang="fr-FR" sz="800" i="1">
                <a:solidFill>
                  <a:srgbClr val="000000"/>
                </a:solidFill>
              </a:rPr>
              <a:t>INTENTION]</a:t>
            </a:r>
          </a:p>
          <a:p>
            <a:pPr eaLnBrk="1" hangingPunct="1">
              <a:defRPr/>
            </a:pPr>
            <a:r>
              <a:rPr lang="fr-FR" sz="800" i="1">
                <a:solidFill>
                  <a:srgbClr val="000000"/>
                </a:solidFill>
              </a:rPr>
              <a:t>Exemple : &lt;</a:t>
            </a:r>
            <a:r>
              <a:rPr lang="fr-FR" sz="800" i="1" err="1">
                <a:solidFill>
                  <a:srgbClr val="000000"/>
                </a:solidFill>
              </a:rPr>
              <a:t>category</a:t>
            </a:r>
            <a:r>
              <a:rPr lang="fr-FR" sz="800" i="1">
                <a:solidFill>
                  <a:srgbClr val="000000"/>
                </a:solidFill>
              </a:rPr>
              <a:t>&gt; = </a:t>
            </a:r>
            <a:r>
              <a:rPr lang="fr-FR" sz="800" i="1" err="1">
                <a:solidFill>
                  <a:srgbClr val="000000"/>
                </a:solidFill>
              </a:rPr>
              <a:t>Tech_FIXE</a:t>
            </a:r>
            <a:endParaRPr lang="fr-FR" sz="800" i="1">
              <a:solidFill>
                <a:srgbClr val="000000"/>
              </a:solidFill>
            </a:endParaRPr>
          </a:p>
        </p:txBody>
      </p:sp>
      <p:sp>
        <p:nvSpPr>
          <p:cNvPr id="2" name="Text Box 157">
            <a:extLst>
              <a:ext uri="{FF2B5EF4-FFF2-40B4-BE49-F238E27FC236}">
                <a16:creationId xmlns:a16="http://schemas.microsoft.com/office/drawing/2014/main" id="{7D3B6173-7DD6-1E79-04AB-717ED973D637}"/>
              </a:ext>
            </a:extLst>
          </p:cNvPr>
          <p:cNvSpPr txBox="1">
            <a:spLocks noChangeArrowheads="1"/>
          </p:cNvSpPr>
          <p:nvPr/>
        </p:nvSpPr>
        <p:spPr bwMode="auto">
          <a:xfrm>
            <a:off x="899307" y="3833589"/>
            <a:ext cx="2013453"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000000"/>
                </a:solidFill>
                <a:effectLst>
                  <a:outerShdw blurRad="38100" dist="38100" dir="2700000" algn="tl">
                    <a:srgbClr val="C0C0C0"/>
                  </a:outerShdw>
                </a:effectLst>
              </a:rPr>
              <a:t>Routage par défaut si catégorie non paramétrée dans IRIS</a:t>
            </a:r>
          </a:p>
        </p:txBody>
      </p:sp>
      <p:sp>
        <p:nvSpPr>
          <p:cNvPr id="7" name="ZoneTexte 6">
            <a:extLst>
              <a:ext uri="{FF2B5EF4-FFF2-40B4-BE49-F238E27FC236}">
                <a16:creationId xmlns:a16="http://schemas.microsoft.com/office/drawing/2014/main" id="{72676BA1-395F-200E-B4B6-C45A4F0E27E9}"/>
              </a:ext>
            </a:extLst>
          </p:cNvPr>
          <p:cNvSpPr txBox="1"/>
          <p:nvPr/>
        </p:nvSpPr>
        <p:spPr>
          <a:xfrm>
            <a:off x="338835" y="1449837"/>
            <a:ext cx="907119" cy="338554"/>
          </a:xfrm>
          <a:prstGeom prst="rect">
            <a:avLst/>
          </a:prstGeom>
          <a:noFill/>
        </p:spPr>
        <p:txBody>
          <a:bodyPr wrap="square">
            <a:spAutoFit/>
          </a:bodyPr>
          <a:lstStyle/>
          <a:p>
            <a:r>
              <a:rPr lang="fr-FR" sz="800" err="1">
                <a:solidFill>
                  <a:srgbClr val="000000"/>
                </a:solidFill>
              </a:rPr>
              <a:t>category</a:t>
            </a:r>
            <a:r>
              <a:rPr lang="fr-FR" sz="800">
                <a:solidFill>
                  <a:srgbClr val="000000"/>
                </a:solidFill>
              </a:rPr>
              <a:t> = </a:t>
            </a:r>
            <a:r>
              <a:rPr lang="fr-FR" sz="800" err="1">
                <a:solidFill>
                  <a:srgbClr val="000000"/>
                </a:solidFill>
              </a:rPr>
              <a:t>Tech_FIXE</a:t>
            </a:r>
            <a:endParaRPr lang="fr-FR"/>
          </a:p>
        </p:txBody>
      </p:sp>
      <p:sp>
        <p:nvSpPr>
          <p:cNvPr id="9" name="ZoneTexte 8">
            <a:extLst>
              <a:ext uri="{FF2B5EF4-FFF2-40B4-BE49-F238E27FC236}">
                <a16:creationId xmlns:a16="http://schemas.microsoft.com/office/drawing/2014/main" id="{AB86095F-FCBD-13BD-F4B8-C513F7F6BA31}"/>
              </a:ext>
            </a:extLst>
          </p:cNvPr>
          <p:cNvSpPr txBox="1"/>
          <p:nvPr/>
        </p:nvSpPr>
        <p:spPr>
          <a:xfrm>
            <a:off x="363597" y="2346919"/>
            <a:ext cx="907119" cy="338554"/>
          </a:xfrm>
          <a:prstGeom prst="rect">
            <a:avLst/>
          </a:prstGeom>
          <a:noFill/>
        </p:spPr>
        <p:txBody>
          <a:bodyPr wrap="square">
            <a:spAutoFit/>
          </a:bodyPr>
          <a:lstStyle/>
          <a:p>
            <a:r>
              <a:rPr lang="fr-FR" sz="800" err="1">
                <a:solidFill>
                  <a:srgbClr val="000000"/>
                </a:solidFill>
              </a:rPr>
              <a:t>category</a:t>
            </a:r>
            <a:r>
              <a:rPr lang="fr-FR" sz="800">
                <a:solidFill>
                  <a:srgbClr val="000000"/>
                </a:solidFill>
              </a:rPr>
              <a:t> = </a:t>
            </a:r>
            <a:r>
              <a:rPr lang="fr-FR" sz="800" err="1">
                <a:solidFill>
                  <a:srgbClr val="000000"/>
                </a:solidFill>
              </a:rPr>
              <a:t>Retention</a:t>
            </a:r>
            <a:endParaRPr lang="fr-FR"/>
          </a:p>
        </p:txBody>
      </p:sp>
    </p:spTree>
    <p:extLst>
      <p:ext uri="{BB962C8B-B14F-4D97-AF65-F5344CB8AC3E}">
        <p14:creationId xmlns:p14="http://schemas.microsoft.com/office/powerpoint/2010/main" val="27584927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necteur en angle 5"/>
          <p:cNvCxnSpPr>
            <a:stCxn id="144" idx="2"/>
            <a:endCxn id="61" idx="0"/>
          </p:cNvCxnSpPr>
          <p:nvPr/>
        </p:nvCxnSpPr>
        <p:spPr bwMode="auto">
          <a:xfrm rot="5400000">
            <a:off x="7778806" y="4467363"/>
            <a:ext cx="346780" cy="998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xfrm>
            <a:off x="8638923" y="357065"/>
            <a:ext cx="476250" cy="1376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48</a:t>
            </a:fld>
            <a:endParaRPr lang="fr-FR"/>
          </a:p>
        </p:txBody>
      </p:sp>
      <p:sp>
        <p:nvSpPr>
          <p:cNvPr id="223" name="AutoShape 87">
            <a:hlinkClick r:id="rId3" action="ppaction://hlinksldjump"/>
          </p:cNvPr>
          <p:cNvSpPr>
            <a:spLocks noChangeArrowheads="1"/>
          </p:cNvSpPr>
          <p:nvPr/>
        </p:nvSpPr>
        <p:spPr bwMode="auto">
          <a:xfrm rot="10800000">
            <a:off x="4962210" y="609874"/>
            <a:ext cx="1253466"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ADMINSITRATIF</a:t>
            </a:r>
          </a:p>
          <a:p>
            <a:pPr algn="ctr" eaLnBrk="0" hangingPunct="0">
              <a:defRPr/>
            </a:pPr>
            <a:r>
              <a:rPr lang="fr-FR" sz="600" b="1">
                <a:ea typeface="ＭＳ Ｐゴシック" charset="0"/>
              </a:rPr>
              <a:t>« ROUTAGE ADMIN 1 </a:t>
            </a:r>
            <a:r>
              <a:rPr lang="fr-FR" sz="600" i="1">
                <a:ea typeface="ＭＳ Ｐゴシック" charset="0"/>
              </a:rPr>
              <a:t>(FCT) »</a:t>
            </a:r>
          </a:p>
        </p:txBody>
      </p:sp>
      <p:cxnSp>
        <p:nvCxnSpPr>
          <p:cNvPr id="268" name="AutoShape 132"/>
          <p:cNvCxnSpPr>
            <a:cxnSpLocks noChangeShapeType="1"/>
            <a:stCxn id="116" idx="2"/>
            <a:endCxn id="182" idx="2"/>
          </p:cNvCxnSpPr>
          <p:nvPr/>
        </p:nvCxnSpPr>
        <p:spPr bwMode="auto">
          <a:xfrm rot="5400000">
            <a:off x="2918167" y="5782343"/>
            <a:ext cx="228023" cy="371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AutoShape 42"/>
          <p:cNvSpPr>
            <a:spLocks noChangeArrowheads="1"/>
          </p:cNvSpPr>
          <p:nvPr/>
        </p:nvSpPr>
        <p:spPr bwMode="auto">
          <a:xfrm>
            <a:off x="2465241" y="5282295"/>
            <a:ext cx="1140164" cy="14242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42000_ADM_AUTRE_2</a:t>
            </a:r>
          </a:p>
        </p:txBody>
      </p:sp>
      <p:sp>
        <p:nvSpPr>
          <p:cNvPr id="116" name="AutoShape 31">
            <a:hlinkClick r:id="" action="ppaction://noaction"/>
          </p:cNvPr>
          <p:cNvSpPr>
            <a:spLocks noChangeArrowheads="1"/>
          </p:cNvSpPr>
          <p:nvPr/>
        </p:nvSpPr>
        <p:spPr bwMode="auto">
          <a:xfrm>
            <a:off x="2520883" y="5515848"/>
            <a:ext cx="1026306" cy="15434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a:t>
            </a:r>
            <a:r>
              <a:rPr lang="fr-FR" sz="600">
                <a:solidFill>
                  <a:srgbClr val="FF0000"/>
                </a:solidFill>
              </a:rPr>
              <a:t>_ADM_AUTRE_2</a:t>
            </a:r>
          </a:p>
        </p:txBody>
      </p:sp>
      <p:sp>
        <p:nvSpPr>
          <p:cNvPr id="117" name="Text Box 157"/>
          <p:cNvSpPr txBox="1">
            <a:spLocks noChangeArrowheads="1"/>
          </p:cNvSpPr>
          <p:nvPr/>
        </p:nvSpPr>
        <p:spPr bwMode="auto">
          <a:xfrm>
            <a:off x="6484495" y="1703796"/>
            <a:ext cx="175561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 ET != </a:t>
            </a:r>
            <a:r>
              <a:rPr lang="fr-FR" sz="600">
                <a:solidFill>
                  <a:srgbClr val="3333FF"/>
                </a:solidFill>
              </a:rPr>
              <a:t>WCBDIGITAL = 1 ET MOTIFS = 05</a:t>
            </a:r>
            <a:endParaRPr lang="fr-FR" sz="600">
              <a:effectLst>
                <a:outerShdw blurRad="38100" dist="38100" dir="2700000" algn="tl">
                  <a:srgbClr val="C0C0C0"/>
                </a:outerShdw>
              </a:effectLst>
            </a:endParaRPr>
          </a:p>
        </p:txBody>
      </p:sp>
      <p:cxnSp>
        <p:nvCxnSpPr>
          <p:cNvPr id="149" name="AutoShape 132"/>
          <p:cNvCxnSpPr>
            <a:cxnSpLocks noChangeShapeType="1"/>
            <a:stCxn id="223" idx="0"/>
            <a:endCxn id="175" idx="0"/>
          </p:cNvCxnSpPr>
          <p:nvPr/>
        </p:nvCxnSpPr>
        <p:spPr bwMode="auto">
          <a:xfrm rot="16200000" flipH="1">
            <a:off x="5392155" y="1190714"/>
            <a:ext cx="650957" cy="25738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AutoShape 132"/>
          <p:cNvCxnSpPr>
            <a:cxnSpLocks noChangeShapeType="1"/>
            <a:stCxn id="115" idx="2"/>
            <a:endCxn id="116" idx="0"/>
          </p:cNvCxnSpPr>
          <p:nvPr/>
        </p:nvCxnSpPr>
        <p:spPr bwMode="auto">
          <a:xfrm rot="5400000">
            <a:off x="2989116" y="5469640"/>
            <a:ext cx="91129" cy="1287"/>
          </a:xfrm>
          <a:prstGeom prst="bentConnector3">
            <a:avLst>
              <a:gd name="adj1" fmla="val 50000"/>
            </a:avLst>
          </a:prstGeom>
          <a:noFill/>
          <a:ln w="9525">
            <a:solidFill>
              <a:schemeClr val="tx1"/>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ROUTAGE ADMIN 1</a:t>
            </a:r>
          </a:p>
        </p:txBody>
      </p:sp>
      <p:sp>
        <p:nvSpPr>
          <p:cNvPr id="134" name="Text Box 157"/>
          <p:cNvSpPr txBox="1">
            <a:spLocks noChangeArrowheads="1"/>
          </p:cNvSpPr>
          <p:nvPr/>
        </p:nvSpPr>
        <p:spPr bwMode="auto">
          <a:xfrm>
            <a:off x="3605405" y="1582687"/>
            <a:ext cx="169309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NON ou WCBDIGITAL = 1 ET MOTIFS = 05</a:t>
            </a:r>
          </a:p>
        </p:txBody>
      </p:sp>
      <p:sp>
        <p:nvSpPr>
          <p:cNvPr id="138" name="AutoShape 87">
            <a:hlinkClick r:id="" action="ppaction://noaction"/>
          </p:cNvPr>
          <p:cNvSpPr>
            <a:spLocks noChangeArrowheads="1"/>
          </p:cNvSpPr>
          <p:nvPr/>
        </p:nvSpPr>
        <p:spPr bwMode="auto">
          <a:xfrm rot="10800000">
            <a:off x="6138883" y="5970143"/>
            <a:ext cx="801330" cy="319943"/>
          </a:xfrm>
          <a:prstGeom prst="upArrowCallout">
            <a:avLst>
              <a:gd name="adj1" fmla="val 56438"/>
              <a:gd name="adj2" fmla="val 56438"/>
              <a:gd name="adj3" fmla="val 16667"/>
              <a:gd name="adj4" fmla="val 66667"/>
            </a:avLst>
          </a:prstGeom>
          <a:solidFill>
            <a:srgbClr val="00B050"/>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MODE CONTINU</a:t>
            </a:r>
          </a:p>
        </p:txBody>
      </p:sp>
      <p:sp>
        <p:nvSpPr>
          <p:cNvPr id="139" name="AutoShape 208"/>
          <p:cNvSpPr>
            <a:spLocks noChangeArrowheads="1"/>
          </p:cNvSpPr>
          <p:nvPr/>
        </p:nvSpPr>
        <p:spPr bwMode="auto">
          <a:xfrm>
            <a:off x="7576518" y="4361927"/>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41000_MC_OK_2</a:t>
            </a:r>
          </a:p>
        </p:txBody>
      </p:sp>
      <p:sp>
        <p:nvSpPr>
          <p:cNvPr id="141" name="Rectangle 5"/>
          <p:cNvSpPr>
            <a:spLocks noChangeArrowheads="1"/>
          </p:cNvSpPr>
          <p:nvPr/>
        </p:nvSpPr>
        <p:spPr bwMode="auto">
          <a:xfrm>
            <a:off x="5588943" y="2849486"/>
            <a:ext cx="2876595" cy="615553"/>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CHECK ST EN COURS</a:t>
            </a:r>
            <a:endParaRPr lang="fr-FR" sz="700">
              <a:ea typeface="ＭＳ Ｐゴシック" pitchFamily="-80" charset="-128"/>
            </a:endParaRPr>
          </a:p>
          <a:p>
            <a:pPr algn="ctr"/>
            <a:r>
              <a:rPr lang="fr-FR" sz="700">
                <a:ea typeface="ＭＳ Ｐゴシック" pitchFamily="-80" charset="-128"/>
              </a:rPr>
              <a:t>Nous constatons que vous nous avez signalé un dysfonctionnement technique sur votre ligne fixe, qui est toujours en cours de suivi. </a:t>
            </a:r>
          </a:p>
          <a:p>
            <a:pPr algn="ctr"/>
            <a:r>
              <a:rPr lang="fr-FR" sz="700">
                <a:ea typeface="ＭＳ Ｐゴシック" pitchFamily="-80" charset="-128"/>
              </a:rPr>
              <a:t>Si votre appel concerne la même problématique, tapez 1.</a:t>
            </a:r>
          </a:p>
          <a:p>
            <a:pPr algn="ctr"/>
            <a:r>
              <a:rPr lang="fr-FR" sz="700">
                <a:ea typeface="ＭＳ Ｐゴシック" pitchFamily="-80" charset="-128"/>
              </a:rPr>
              <a:t>Sinon tapez 2.</a:t>
            </a:r>
          </a:p>
        </p:txBody>
      </p:sp>
      <p:sp>
        <p:nvSpPr>
          <p:cNvPr id="142" name="AutoShape 52"/>
          <p:cNvSpPr>
            <a:spLocks noChangeArrowheads="1"/>
          </p:cNvSpPr>
          <p:nvPr/>
        </p:nvSpPr>
        <p:spPr bwMode="auto">
          <a:xfrm>
            <a:off x="6766097" y="3623121"/>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800">
                <a:ea typeface="ＭＳ Ｐゴシック" charset="0"/>
              </a:rPr>
              <a:t>Choix</a:t>
            </a:r>
          </a:p>
        </p:txBody>
      </p:sp>
      <p:sp>
        <p:nvSpPr>
          <p:cNvPr id="143" name="AutoShape 17"/>
          <p:cNvSpPr>
            <a:spLocks noChangeArrowheads="1"/>
          </p:cNvSpPr>
          <p:nvPr/>
        </p:nvSpPr>
        <p:spPr bwMode="auto">
          <a:xfrm>
            <a:off x="6919290" y="412275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t>2</a:t>
            </a:r>
          </a:p>
        </p:txBody>
      </p:sp>
      <p:sp>
        <p:nvSpPr>
          <p:cNvPr id="144" name="AutoShape 17"/>
          <p:cNvSpPr>
            <a:spLocks noChangeArrowheads="1"/>
          </p:cNvSpPr>
          <p:nvPr/>
        </p:nvSpPr>
        <p:spPr bwMode="auto">
          <a:xfrm>
            <a:off x="7849236" y="412275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t>1</a:t>
            </a:r>
          </a:p>
        </p:txBody>
      </p:sp>
      <p:sp>
        <p:nvSpPr>
          <p:cNvPr id="146" name="AutoShape 27"/>
          <p:cNvSpPr>
            <a:spLocks noChangeArrowheads="1"/>
          </p:cNvSpPr>
          <p:nvPr/>
        </p:nvSpPr>
        <p:spPr bwMode="auto">
          <a:xfrm>
            <a:off x="5652600" y="3646933"/>
            <a:ext cx="660400"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 NI &gt; 1</a:t>
            </a:r>
          </a:p>
        </p:txBody>
      </p:sp>
      <p:sp>
        <p:nvSpPr>
          <p:cNvPr id="147" name="AutoShape 37"/>
          <p:cNvSpPr>
            <a:spLocks noChangeArrowheads="1"/>
          </p:cNvSpPr>
          <p:nvPr/>
        </p:nvSpPr>
        <p:spPr bwMode="auto">
          <a:xfrm>
            <a:off x="4282386" y="3655267"/>
            <a:ext cx="761816" cy="18494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41000_ST_NMNI</a:t>
            </a:r>
          </a:p>
        </p:txBody>
      </p:sp>
      <p:cxnSp>
        <p:nvCxnSpPr>
          <p:cNvPr id="148" name="AutoShape 13"/>
          <p:cNvCxnSpPr>
            <a:cxnSpLocks noChangeShapeType="1"/>
            <a:stCxn id="154" idx="3"/>
            <a:endCxn id="141" idx="1"/>
          </p:cNvCxnSpPr>
          <p:nvPr/>
        </p:nvCxnSpPr>
        <p:spPr bwMode="auto">
          <a:xfrm>
            <a:off x="5285037" y="3154560"/>
            <a:ext cx="303906" cy="2703"/>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1" name="AutoShape 69"/>
          <p:cNvCxnSpPr>
            <a:cxnSpLocks noChangeShapeType="1"/>
            <a:stCxn id="154" idx="2"/>
            <a:endCxn id="147" idx="0"/>
          </p:cNvCxnSpPr>
          <p:nvPr/>
        </p:nvCxnSpPr>
        <p:spPr bwMode="auto">
          <a:xfrm rot="5400000">
            <a:off x="4539899" y="3531871"/>
            <a:ext cx="246792"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Rectangle 68"/>
          <p:cNvSpPr>
            <a:spLocks noChangeArrowheads="1"/>
          </p:cNvSpPr>
          <p:nvPr/>
        </p:nvSpPr>
        <p:spPr bwMode="auto">
          <a:xfrm>
            <a:off x="4041552" y="2900644"/>
            <a:ext cx="124348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cxnSp>
        <p:nvCxnSpPr>
          <p:cNvPr id="155" name="Connecteur en angle 239"/>
          <p:cNvCxnSpPr>
            <a:stCxn id="141" idx="2"/>
            <a:endCxn id="142" idx="0"/>
          </p:cNvCxnSpPr>
          <p:nvPr/>
        </p:nvCxnSpPr>
        <p:spPr bwMode="auto">
          <a:xfrm>
            <a:off x="7027241" y="3465039"/>
            <a:ext cx="0" cy="15808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AutoShape 10"/>
          <p:cNvCxnSpPr>
            <a:cxnSpLocks noChangeShapeType="1"/>
            <a:stCxn id="146" idx="4"/>
            <a:endCxn id="147" idx="3"/>
          </p:cNvCxnSpPr>
          <p:nvPr/>
        </p:nvCxnSpPr>
        <p:spPr bwMode="auto">
          <a:xfrm flipH="1">
            <a:off x="5044202" y="3747739"/>
            <a:ext cx="608398" cy="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AutoShape 208"/>
          <p:cNvSpPr>
            <a:spLocks noChangeArrowheads="1"/>
          </p:cNvSpPr>
          <p:nvPr/>
        </p:nvSpPr>
        <p:spPr bwMode="auto">
          <a:xfrm>
            <a:off x="4285973" y="4430687"/>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42000_NO_MC</a:t>
            </a:r>
          </a:p>
        </p:txBody>
      </p:sp>
      <p:sp>
        <p:nvSpPr>
          <p:cNvPr id="161" name="Text Box 157"/>
          <p:cNvSpPr txBox="1">
            <a:spLocks noChangeArrowheads="1"/>
          </p:cNvSpPr>
          <p:nvPr/>
        </p:nvSpPr>
        <p:spPr bwMode="auto">
          <a:xfrm>
            <a:off x="5693287" y="3892619"/>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62" name="Text Box 157"/>
          <p:cNvSpPr txBox="1">
            <a:spLocks noChangeArrowheads="1"/>
          </p:cNvSpPr>
          <p:nvPr/>
        </p:nvSpPr>
        <p:spPr bwMode="auto">
          <a:xfrm>
            <a:off x="5296411" y="357801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164" name="AutoShape 10"/>
          <p:cNvCxnSpPr>
            <a:cxnSpLocks noChangeShapeType="1"/>
            <a:stCxn id="160" idx="3"/>
            <a:endCxn id="146" idx="2"/>
          </p:cNvCxnSpPr>
          <p:nvPr/>
        </p:nvCxnSpPr>
        <p:spPr bwMode="auto">
          <a:xfrm flipV="1">
            <a:off x="5057343" y="3848545"/>
            <a:ext cx="925457" cy="65437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AutoShape 10"/>
          <p:cNvCxnSpPr>
            <a:cxnSpLocks noChangeShapeType="1"/>
            <a:stCxn id="160" idx="3"/>
            <a:endCxn id="143" idx="2"/>
          </p:cNvCxnSpPr>
          <p:nvPr/>
        </p:nvCxnSpPr>
        <p:spPr bwMode="auto">
          <a:xfrm flipV="1">
            <a:off x="5057343" y="4298963"/>
            <a:ext cx="1969897" cy="203955"/>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AutoShape 87">
            <a:hlinkClick r:id="rId4" action="ppaction://hlinksldjump"/>
          </p:cNvPr>
          <p:cNvSpPr>
            <a:spLocks noChangeArrowheads="1"/>
          </p:cNvSpPr>
          <p:nvPr/>
        </p:nvSpPr>
        <p:spPr bwMode="auto">
          <a:xfrm rot="10800000">
            <a:off x="6129673" y="6407718"/>
            <a:ext cx="828232" cy="319944"/>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TECHNIQUE 1</a:t>
            </a:r>
          </a:p>
        </p:txBody>
      </p:sp>
      <p:cxnSp>
        <p:nvCxnSpPr>
          <p:cNvPr id="167" name="Connecteur en angle 239"/>
          <p:cNvCxnSpPr>
            <a:cxnSpLocks/>
            <a:stCxn id="138" idx="0"/>
            <a:endCxn id="166" idx="2"/>
          </p:cNvCxnSpPr>
          <p:nvPr/>
        </p:nvCxnSpPr>
        <p:spPr bwMode="auto">
          <a:xfrm>
            <a:off x="6539548" y="6290086"/>
            <a:ext cx="4241" cy="11763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9" name="Group 8"/>
          <p:cNvGrpSpPr>
            <a:grpSpLocks/>
          </p:cNvGrpSpPr>
          <p:nvPr/>
        </p:nvGrpSpPr>
        <p:grpSpPr bwMode="auto">
          <a:xfrm rot="20660044">
            <a:off x="6191297" y="1467172"/>
            <a:ext cx="408090" cy="251234"/>
            <a:chOff x="1920" y="715"/>
            <a:chExt cx="270" cy="139"/>
          </a:xfrm>
        </p:grpSpPr>
        <p:sp>
          <p:nvSpPr>
            <p:cNvPr id="171"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74"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175" name="AutoShape 73"/>
          <p:cNvSpPr>
            <a:spLocks noChangeArrowheads="1"/>
          </p:cNvSpPr>
          <p:nvPr/>
        </p:nvSpPr>
        <p:spPr bwMode="auto">
          <a:xfrm>
            <a:off x="5360804" y="1644883"/>
            <a:ext cx="971037" cy="388299"/>
          </a:xfrm>
          <a:prstGeom prst="flowChartDecision">
            <a:avLst/>
          </a:prstGeom>
          <a:solidFill>
            <a:srgbClr val="3366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solidFill>
                  <a:schemeClr val="bg1"/>
                </a:solidFill>
              </a:rPr>
              <a:t>MODE CONTINU TECH</a:t>
            </a:r>
          </a:p>
        </p:txBody>
      </p:sp>
      <p:cxnSp>
        <p:nvCxnSpPr>
          <p:cNvPr id="179" name="AutoShape 132"/>
          <p:cNvCxnSpPr>
            <a:cxnSpLocks noChangeShapeType="1"/>
            <a:stCxn id="160" idx="1"/>
            <a:endCxn id="115" idx="0"/>
          </p:cNvCxnSpPr>
          <p:nvPr/>
        </p:nvCxnSpPr>
        <p:spPr bwMode="auto">
          <a:xfrm rot="10800000" flipV="1">
            <a:off x="3035323" y="4502917"/>
            <a:ext cx="1250650" cy="779377"/>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2" name="AutoShape 87">
            <a:hlinkClick r:id="rId5" action="ppaction://hlinksldjump"/>
          </p:cNvPr>
          <p:cNvSpPr>
            <a:spLocks noChangeArrowheads="1"/>
          </p:cNvSpPr>
          <p:nvPr/>
        </p:nvSpPr>
        <p:spPr bwMode="auto">
          <a:xfrm rot="10800000">
            <a:off x="2531340" y="5898213"/>
            <a:ext cx="997959" cy="38430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ROUTAGE ADMIN 1 SUITE</a:t>
            </a:r>
          </a:p>
        </p:txBody>
      </p:sp>
      <p:cxnSp>
        <p:nvCxnSpPr>
          <p:cNvPr id="18" name="Connecteur droit avec flèche 17"/>
          <p:cNvCxnSpPr>
            <a:stCxn id="142" idx="1"/>
            <a:endCxn id="146" idx="0"/>
          </p:cNvCxnSpPr>
          <p:nvPr/>
        </p:nvCxnSpPr>
        <p:spPr bwMode="auto">
          <a:xfrm flipH="1" flipV="1">
            <a:off x="6313000" y="3747739"/>
            <a:ext cx="453097" cy="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avec flèche 19"/>
          <p:cNvCxnSpPr>
            <a:stCxn id="142" idx="2"/>
            <a:endCxn id="143" idx="7"/>
          </p:cNvCxnSpPr>
          <p:nvPr/>
        </p:nvCxnSpPr>
        <p:spPr bwMode="auto">
          <a:xfrm flipH="1">
            <a:off x="7027240" y="3872358"/>
            <a:ext cx="1" cy="27241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en angle 23"/>
          <p:cNvCxnSpPr>
            <a:stCxn id="142" idx="3"/>
            <a:endCxn id="144" idx="6"/>
          </p:cNvCxnSpPr>
          <p:nvPr/>
        </p:nvCxnSpPr>
        <p:spPr bwMode="auto">
          <a:xfrm>
            <a:off x="7288384" y="3747740"/>
            <a:ext cx="668802" cy="37501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ZoneTexte 69"/>
          <p:cNvSpPr txBox="1"/>
          <p:nvPr/>
        </p:nvSpPr>
        <p:spPr>
          <a:xfrm>
            <a:off x="43815" y="577249"/>
            <a:ext cx="3445029" cy="846386"/>
          </a:xfrm>
          <a:prstGeom prst="rect">
            <a:avLst/>
          </a:prstGeom>
          <a:solidFill>
            <a:schemeClr val="bg1">
              <a:lumMod val="95000"/>
            </a:schemeClr>
          </a:solidFill>
          <a:ln>
            <a:noFill/>
          </a:ln>
          <a:effectLst>
            <a:outerShdw blurRad="50800" dist="38100" dir="2700000" algn="tl" rotWithShape="0">
              <a:prstClr val="black">
                <a:alpha val="40000"/>
              </a:prstClr>
            </a:outerShdw>
          </a:effectLst>
        </p:spPr>
        <p:txBody>
          <a:bodyPr wrap="square" rtlCol="0">
            <a:spAutoFit/>
          </a:bodyPr>
          <a:lstStyle/>
          <a:p>
            <a:r>
              <a:rPr lang="fr-FR" sz="700" b="1" u="sng"/>
              <a:t>CLIENT RECENT (</a:t>
            </a:r>
            <a:r>
              <a:rPr lang="fr-FR" sz="700" b="1" u="sng">
                <a:solidFill>
                  <a:srgbClr val="3333FF"/>
                </a:solidFill>
              </a:rPr>
              <a:t>DEXTER</a:t>
            </a:r>
            <a:r>
              <a:rPr lang="fr-FR" sz="700" b="1" u="sng"/>
              <a:t>) :</a:t>
            </a:r>
          </a:p>
          <a:p>
            <a:r>
              <a:rPr lang="fr-FR" sz="700" b="1"/>
              <a:t>FCT CABLE RECENT</a:t>
            </a:r>
            <a:r>
              <a:rPr lang="fr-FR" sz="700"/>
              <a:t>: OFFRE = FTTB ET </a:t>
            </a:r>
            <a:r>
              <a:rPr lang="fr-FR" sz="700" b="1">
                <a:solidFill>
                  <a:srgbClr val="3333FF"/>
                </a:solidFill>
              </a:rPr>
              <a:t>DATE_MISE_EN_SERVICE</a:t>
            </a:r>
            <a:r>
              <a:rPr lang="fr-FR" sz="700"/>
              <a:t> &lt; Seuil « Client Récent FTTB » </a:t>
            </a:r>
          </a:p>
          <a:p>
            <a:r>
              <a:rPr lang="fr-FR" sz="700" b="1"/>
              <a:t>FCT CLIENT RECENT</a:t>
            </a:r>
            <a:r>
              <a:rPr lang="fr-FR" sz="700"/>
              <a:t>: OFFRE  = ADSL ET </a:t>
            </a:r>
            <a:r>
              <a:rPr lang="fr-FR" sz="700" b="1">
                <a:solidFill>
                  <a:srgbClr val="3333FF"/>
                </a:solidFill>
              </a:rPr>
              <a:t>DATE_MISE_EN_SERVICE</a:t>
            </a:r>
            <a:r>
              <a:rPr lang="fr-FR" sz="700"/>
              <a:t> &lt; Seuil « Client Récent ADSL Co »</a:t>
            </a:r>
          </a:p>
          <a:p>
            <a:r>
              <a:rPr lang="fr-FR" sz="700" b="1"/>
              <a:t>FCT FTTH RECENT</a:t>
            </a:r>
            <a:r>
              <a:rPr lang="fr-FR" sz="700"/>
              <a:t>: OFFRE = </a:t>
            </a:r>
            <a:r>
              <a:rPr lang="fr-FR" sz="700" b="1"/>
              <a:t>FTTH</a:t>
            </a:r>
            <a:r>
              <a:rPr lang="fr-FR" sz="700"/>
              <a:t> ET </a:t>
            </a:r>
            <a:r>
              <a:rPr lang="fr-FR" sz="700" b="1">
                <a:solidFill>
                  <a:srgbClr val="3333FF"/>
                </a:solidFill>
              </a:rPr>
              <a:t>DATE_MISE_EN_SERVICE</a:t>
            </a:r>
            <a:r>
              <a:rPr lang="fr-FR" sz="700"/>
              <a:t> &lt; Seuil « Client Récent FTTH »</a:t>
            </a:r>
          </a:p>
        </p:txBody>
      </p:sp>
      <p:sp>
        <p:nvSpPr>
          <p:cNvPr id="81" name="AutoShape 113"/>
          <p:cNvSpPr>
            <a:spLocks noChangeArrowheads="1"/>
          </p:cNvSpPr>
          <p:nvPr/>
        </p:nvSpPr>
        <p:spPr bwMode="auto">
          <a:xfrm>
            <a:off x="6754868" y="1295978"/>
            <a:ext cx="706901" cy="345818"/>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000000"/>
                </a:solidFill>
                <a:ea typeface="ＭＳ Ｐゴシック" charset="0"/>
              </a:rPr>
              <a:t>WS MC TECH</a:t>
            </a:r>
          </a:p>
          <a:p>
            <a:pPr algn="ctr" eaLnBrk="0" hangingPunct="0">
              <a:defRPr/>
            </a:pPr>
            <a:r>
              <a:rPr lang="fr-FR" sz="600">
                <a:solidFill>
                  <a:srgbClr val="000000"/>
                </a:solidFill>
                <a:ea typeface="ＭＳ Ｐゴシック" charset="0"/>
              </a:rPr>
              <a:t>PF_SVI_TECH</a:t>
            </a:r>
          </a:p>
        </p:txBody>
      </p:sp>
      <p:sp>
        <p:nvSpPr>
          <p:cNvPr id="73" name="AutoShape 42"/>
          <p:cNvSpPr>
            <a:spLocks noChangeArrowheads="1"/>
          </p:cNvSpPr>
          <p:nvPr/>
        </p:nvSpPr>
        <p:spPr bwMode="auto">
          <a:xfrm>
            <a:off x="6510094" y="2471100"/>
            <a:ext cx="1101314" cy="1277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40500_MC_OK</a:t>
            </a:r>
          </a:p>
        </p:txBody>
      </p:sp>
      <p:sp>
        <p:nvSpPr>
          <p:cNvPr id="113" name="AutoShape 42"/>
          <p:cNvSpPr>
            <a:spLocks noChangeArrowheads="1"/>
          </p:cNvSpPr>
          <p:nvPr/>
        </p:nvSpPr>
        <p:spPr bwMode="auto">
          <a:xfrm>
            <a:off x="4047965" y="1766594"/>
            <a:ext cx="1101314" cy="1277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dirty="0"/>
              <a:t>40500_MC_NOK</a:t>
            </a:r>
          </a:p>
        </p:txBody>
      </p:sp>
      <p:sp>
        <p:nvSpPr>
          <p:cNvPr id="61" name="AutoShape 73"/>
          <p:cNvSpPr>
            <a:spLocks noChangeArrowheads="1"/>
          </p:cNvSpPr>
          <p:nvPr/>
        </p:nvSpPr>
        <p:spPr bwMode="auto">
          <a:xfrm>
            <a:off x="7507957" y="4645743"/>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sp>
        <p:nvSpPr>
          <p:cNvPr id="63" name="AutoShape 14"/>
          <p:cNvSpPr>
            <a:spLocks noChangeArrowheads="1"/>
          </p:cNvSpPr>
          <p:nvPr/>
        </p:nvSpPr>
        <p:spPr bwMode="auto">
          <a:xfrm>
            <a:off x="7947206" y="5153552"/>
            <a:ext cx="1159839" cy="12009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41000_MC_OK_HNO_TECH</a:t>
            </a:r>
          </a:p>
        </p:txBody>
      </p:sp>
      <p:cxnSp>
        <p:nvCxnSpPr>
          <p:cNvPr id="64" name="Connecteur droit 63"/>
          <p:cNvCxnSpPr>
            <a:stCxn id="63" idx="2"/>
            <a:endCxn id="65" idx="2"/>
          </p:cNvCxnSpPr>
          <p:nvPr/>
        </p:nvCxnSpPr>
        <p:spPr bwMode="auto">
          <a:xfrm flipH="1">
            <a:off x="8525267" y="5273643"/>
            <a:ext cx="1859" cy="151521"/>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AutoShape 11">
            <a:hlinkClick r:id="rId6" action="ppaction://hlinksldjump"/>
          </p:cNvPr>
          <p:cNvSpPr>
            <a:spLocks noChangeArrowheads="1"/>
          </p:cNvSpPr>
          <p:nvPr/>
        </p:nvSpPr>
        <p:spPr bwMode="auto">
          <a:xfrm rot="10800000">
            <a:off x="8228026" y="5425164"/>
            <a:ext cx="594482" cy="27038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cxnSp>
        <p:nvCxnSpPr>
          <p:cNvPr id="66" name="Connecteur en angle 65"/>
          <p:cNvCxnSpPr>
            <a:stCxn id="61" idx="3"/>
            <a:endCxn id="63" idx="0"/>
          </p:cNvCxnSpPr>
          <p:nvPr/>
        </p:nvCxnSpPr>
        <p:spPr bwMode="auto">
          <a:xfrm>
            <a:off x="8386454" y="4837550"/>
            <a:ext cx="140672" cy="31600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Text Box 157"/>
          <p:cNvSpPr txBox="1">
            <a:spLocks noChangeArrowheads="1"/>
          </p:cNvSpPr>
          <p:nvPr/>
        </p:nvSpPr>
        <p:spPr bwMode="auto">
          <a:xfrm>
            <a:off x="7420856" y="4607176"/>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72" name="Text Box 157"/>
          <p:cNvSpPr txBox="1">
            <a:spLocks noChangeArrowheads="1"/>
          </p:cNvSpPr>
          <p:nvPr/>
        </p:nvSpPr>
        <p:spPr bwMode="auto">
          <a:xfrm>
            <a:off x="8310298" y="462102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74" name="AutoShape 31">
            <a:hlinkClick r:id="" action="ppaction://noaction"/>
          </p:cNvPr>
          <p:cNvSpPr>
            <a:spLocks noChangeArrowheads="1"/>
          </p:cNvSpPr>
          <p:nvPr/>
        </p:nvSpPr>
        <p:spPr bwMode="auto">
          <a:xfrm>
            <a:off x="5830042" y="5120813"/>
            <a:ext cx="1345783" cy="144650"/>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FIXE_INCIDENT_TECH_INTERNET</a:t>
            </a:r>
          </a:p>
        </p:txBody>
      </p:sp>
      <p:sp>
        <p:nvSpPr>
          <p:cNvPr id="75" name="AutoShape 31">
            <a:hlinkClick r:id="" action="ppaction://noaction"/>
          </p:cNvPr>
          <p:cNvSpPr>
            <a:spLocks noChangeArrowheads="1"/>
          </p:cNvSpPr>
          <p:nvPr/>
        </p:nvSpPr>
        <p:spPr bwMode="auto">
          <a:xfrm>
            <a:off x="5936530" y="5333260"/>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FIXE_INCIDENT_TECH_TV</a:t>
            </a:r>
          </a:p>
        </p:txBody>
      </p:sp>
      <p:sp>
        <p:nvSpPr>
          <p:cNvPr id="76" name="AutoShape 31">
            <a:hlinkClick r:id="" action="ppaction://noaction"/>
          </p:cNvPr>
          <p:cNvSpPr>
            <a:spLocks noChangeArrowheads="1"/>
          </p:cNvSpPr>
          <p:nvPr/>
        </p:nvSpPr>
        <p:spPr bwMode="auto">
          <a:xfrm>
            <a:off x="5940824" y="5522822"/>
            <a:ext cx="1124221" cy="126836"/>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FIXE_INCIDENT_TECH_AUTRE</a:t>
            </a:r>
          </a:p>
        </p:txBody>
      </p:sp>
      <p:sp>
        <p:nvSpPr>
          <p:cNvPr id="80" name="AutoShape 14"/>
          <p:cNvSpPr>
            <a:spLocks noChangeArrowheads="1"/>
          </p:cNvSpPr>
          <p:nvPr/>
        </p:nvSpPr>
        <p:spPr bwMode="auto">
          <a:xfrm>
            <a:off x="5993708" y="4786503"/>
            <a:ext cx="1042871" cy="1020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41000_MC_OK_HO_TECH</a:t>
            </a:r>
          </a:p>
        </p:txBody>
      </p:sp>
      <p:sp>
        <p:nvSpPr>
          <p:cNvPr id="82" name="AutoShape 31">
            <a:hlinkClick r:id="" action="ppaction://noaction"/>
          </p:cNvPr>
          <p:cNvSpPr>
            <a:spLocks noChangeArrowheads="1"/>
          </p:cNvSpPr>
          <p:nvPr/>
        </p:nvSpPr>
        <p:spPr bwMode="auto">
          <a:xfrm>
            <a:off x="6003034" y="4948957"/>
            <a:ext cx="1013723" cy="120131"/>
          </a:xfrm>
          <a:prstGeom prst="roundRect">
            <a:avLst>
              <a:gd name="adj" fmla="val 16667"/>
            </a:avLst>
          </a:prstGeom>
          <a:solidFill>
            <a:srgbClr val="CC99FF"/>
          </a:solidFill>
          <a:ln w="9525">
            <a:solidFill>
              <a:srgbClr val="3333FF"/>
            </a:solidFill>
            <a:round/>
            <a:headEnd/>
            <a:tailEnd/>
          </a:ln>
          <a:effectLst>
            <a:outerShdw blurRad="63500" dist="38099" dir="2700000" algn="ctr" rotWithShape="0">
              <a:srgbClr val="000000">
                <a:alpha val="74998"/>
              </a:srgbClr>
            </a:outerShdw>
          </a:effectLst>
        </p:spPr>
        <p:txBody>
          <a:bodyPr wrap="none" anchor="ctr"/>
          <a:lstStyle/>
          <a:p>
            <a:pPr algn="ctr" defTabSz="379413" eaLnBrk="0" hangingPunct="0">
              <a:defRPr/>
            </a:pPr>
            <a:r>
              <a:rPr lang="fr-FR" sz="600" b="1">
                <a:solidFill>
                  <a:srgbClr val="3333FF"/>
                </a:solidFill>
                <a:ea typeface="ＭＳ Ｐゴシック" charset="0"/>
              </a:rPr>
              <a:t>FIXE_INCIDENT_TECH</a:t>
            </a:r>
          </a:p>
        </p:txBody>
      </p:sp>
      <p:cxnSp>
        <p:nvCxnSpPr>
          <p:cNvPr id="14" name="Connecteur droit 13"/>
          <p:cNvCxnSpPr>
            <a:stCxn id="113" idx="3"/>
            <a:endCxn id="175" idx="1"/>
          </p:cNvCxnSpPr>
          <p:nvPr/>
        </p:nvCxnSpPr>
        <p:spPr bwMode="auto">
          <a:xfrm>
            <a:off x="5149279" y="1830457"/>
            <a:ext cx="211525" cy="85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 en angle 12">
            <a:extLst>
              <a:ext uri="{FF2B5EF4-FFF2-40B4-BE49-F238E27FC236}">
                <a16:creationId xmlns:a16="http://schemas.microsoft.com/office/drawing/2014/main" id="{5F60EFE2-9CBB-49F1-B0DE-DA61B168DAB0}"/>
              </a:ext>
            </a:extLst>
          </p:cNvPr>
          <p:cNvCxnSpPr>
            <a:stCxn id="175" idx="3"/>
            <a:endCxn id="73" idx="0"/>
          </p:cNvCxnSpPr>
          <p:nvPr/>
        </p:nvCxnSpPr>
        <p:spPr bwMode="auto">
          <a:xfrm>
            <a:off x="6331841" y="1839033"/>
            <a:ext cx="728910" cy="63206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avec flèche 16">
            <a:extLst>
              <a:ext uri="{FF2B5EF4-FFF2-40B4-BE49-F238E27FC236}">
                <a16:creationId xmlns:a16="http://schemas.microsoft.com/office/drawing/2014/main" id="{340F49DD-CABF-4FF9-85EE-A50BB6B921E3}"/>
              </a:ext>
            </a:extLst>
          </p:cNvPr>
          <p:cNvCxnSpPr>
            <a:stCxn id="73" idx="2"/>
            <a:endCxn id="141" idx="0"/>
          </p:cNvCxnSpPr>
          <p:nvPr/>
        </p:nvCxnSpPr>
        <p:spPr bwMode="auto">
          <a:xfrm flipH="1">
            <a:off x="7027241" y="2598825"/>
            <a:ext cx="33510" cy="25066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Connecteur : en angle 24">
            <a:extLst>
              <a:ext uri="{FF2B5EF4-FFF2-40B4-BE49-F238E27FC236}">
                <a16:creationId xmlns:a16="http://schemas.microsoft.com/office/drawing/2014/main" id="{35E86102-4EE6-4916-BAB7-0A621B9F4DAF}"/>
              </a:ext>
            </a:extLst>
          </p:cNvPr>
          <p:cNvCxnSpPr>
            <a:stCxn id="113" idx="1"/>
            <a:endCxn id="115" idx="0"/>
          </p:cNvCxnSpPr>
          <p:nvPr/>
        </p:nvCxnSpPr>
        <p:spPr bwMode="auto">
          <a:xfrm rot="10800000" flipV="1">
            <a:off x="3035323" y="1830457"/>
            <a:ext cx="1012642" cy="345183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Connecteur droit 257">
            <a:extLst>
              <a:ext uri="{FF2B5EF4-FFF2-40B4-BE49-F238E27FC236}">
                <a16:creationId xmlns:a16="http://schemas.microsoft.com/office/drawing/2014/main" id="{7B425981-D207-4434-9DD0-97E497E2709B}"/>
              </a:ext>
            </a:extLst>
          </p:cNvPr>
          <p:cNvCxnSpPr>
            <a:stCxn id="61" idx="1"/>
            <a:endCxn id="80" idx="3"/>
          </p:cNvCxnSpPr>
          <p:nvPr/>
        </p:nvCxnSpPr>
        <p:spPr bwMode="auto">
          <a:xfrm flipH="1">
            <a:off x="7036579" y="4837550"/>
            <a:ext cx="47137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Connecteur droit 259">
            <a:extLst>
              <a:ext uri="{FF2B5EF4-FFF2-40B4-BE49-F238E27FC236}">
                <a16:creationId xmlns:a16="http://schemas.microsoft.com/office/drawing/2014/main" id="{12F22137-3477-465C-BA54-C5FE1A661851}"/>
              </a:ext>
            </a:extLst>
          </p:cNvPr>
          <p:cNvCxnSpPr>
            <a:stCxn id="82" idx="2"/>
            <a:endCxn id="74" idx="0"/>
          </p:cNvCxnSpPr>
          <p:nvPr/>
        </p:nvCxnSpPr>
        <p:spPr bwMode="auto">
          <a:xfrm flipH="1">
            <a:off x="6502934" y="5069088"/>
            <a:ext cx="6962" cy="517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Connecteur droit 261">
            <a:extLst>
              <a:ext uri="{FF2B5EF4-FFF2-40B4-BE49-F238E27FC236}">
                <a16:creationId xmlns:a16="http://schemas.microsoft.com/office/drawing/2014/main" id="{9A361EE8-54BE-40E4-A3B0-769B2F74DF5E}"/>
              </a:ext>
            </a:extLst>
          </p:cNvPr>
          <p:cNvCxnSpPr>
            <a:stCxn id="74" idx="2"/>
            <a:endCxn id="75" idx="0"/>
          </p:cNvCxnSpPr>
          <p:nvPr/>
        </p:nvCxnSpPr>
        <p:spPr bwMode="auto">
          <a:xfrm flipH="1">
            <a:off x="6498641" y="5265463"/>
            <a:ext cx="4293" cy="677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Connecteur droit 263">
            <a:extLst>
              <a:ext uri="{FF2B5EF4-FFF2-40B4-BE49-F238E27FC236}">
                <a16:creationId xmlns:a16="http://schemas.microsoft.com/office/drawing/2014/main" id="{91F3527B-A8F3-4872-9811-99C2C5029852}"/>
              </a:ext>
            </a:extLst>
          </p:cNvPr>
          <p:cNvCxnSpPr>
            <a:stCxn id="75" idx="2"/>
            <a:endCxn id="76" idx="0"/>
          </p:cNvCxnSpPr>
          <p:nvPr/>
        </p:nvCxnSpPr>
        <p:spPr bwMode="auto">
          <a:xfrm>
            <a:off x="6498641" y="5460096"/>
            <a:ext cx="4294" cy="627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Connecteur droit avec flèche 265">
            <a:extLst>
              <a:ext uri="{FF2B5EF4-FFF2-40B4-BE49-F238E27FC236}">
                <a16:creationId xmlns:a16="http://schemas.microsoft.com/office/drawing/2014/main" id="{9886B922-EA82-48EB-82D2-0F21F77243AB}"/>
              </a:ext>
            </a:extLst>
          </p:cNvPr>
          <p:cNvCxnSpPr>
            <a:cxnSpLocks/>
            <a:stCxn id="158" idx="2"/>
            <a:endCxn id="138" idx="2"/>
          </p:cNvCxnSpPr>
          <p:nvPr/>
        </p:nvCxnSpPr>
        <p:spPr bwMode="auto">
          <a:xfrm>
            <a:off x="6532764" y="5856840"/>
            <a:ext cx="6784" cy="11330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AutoShape 31">
            <a:hlinkClick r:id="" action="ppaction://noaction"/>
            <a:extLst>
              <a:ext uri="{FF2B5EF4-FFF2-40B4-BE49-F238E27FC236}">
                <a16:creationId xmlns:a16="http://schemas.microsoft.com/office/drawing/2014/main" id="{158C38F0-7194-49C9-827D-9D2D174DE847}"/>
              </a:ext>
            </a:extLst>
          </p:cNvPr>
          <p:cNvSpPr>
            <a:spLocks noChangeArrowheads="1"/>
          </p:cNvSpPr>
          <p:nvPr/>
        </p:nvSpPr>
        <p:spPr bwMode="auto">
          <a:xfrm>
            <a:off x="6019611" y="5702498"/>
            <a:ext cx="1026306" cy="15434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a:t>
            </a:r>
            <a:r>
              <a:rPr lang="fr-FR" sz="600">
                <a:solidFill>
                  <a:srgbClr val="FF0000"/>
                </a:solidFill>
              </a:rPr>
              <a:t>_ADM_AUTRE_MC</a:t>
            </a:r>
          </a:p>
        </p:txBody>
      </p:sp>
      <p:cxnSp>
        <p:nvCxnSpPr>
          <p:cNvPr id="278" name="Connecteur droit 277">
            <a:extLst>
              <a:ext uri="{FF2B5EF4-FFF2-40B4-BE49-F238E27FC236}">
                <a16:creationId xmlns:a16="http://schemas.microsoft.com/office/drawing/2014/main" id="{6C2FE137-F353-4F70-A02C-B9D912CA90CD}"/>
              </a:ext>
            </a:extLst>
          </p:cNvPr>
          <p:cNvCxnSpPr>
            <a:stCxn id="76" idx="2"/>
            <a:endCxn id="158" idx="0"/>
          </p:cNvCxnSpPr>
          <p:nvPr/>
        </p:nvCxnSpPr>
        <p:spPr bwMode="auto">
          <a:xfrm>
            <a:off x="6502935" y="5649658"/>
            <a:ext cx="29829" cy="528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0" name="Connecteur droit 279">
            <a:extLst>
              <a:ext uri="{FF2B5EF4-FFF2-40B4-BE49-F238E27FC236}">
                <a16:creationId xmlns:a16="http://schemas.microsoft.com/office/drawing/2014/main" id="{C1F64B0D-87D0-4369-9878-03E2DE2E803A}"/>
              </a:ext>
            </a:extLst>
          </p:cNvPr>
          <p:cNvCxnSpPr>
            <a:stCxn id="82" idx="0"/>
            <a:endCxn id="80" idx="2"/>
          </p:cNvCxnSpPr>
          <p:nvPr/>
        </p:nvCxnSpPr>
        <p:spPr bwMode="auto">
          <a:xfrm flipV="1">
            <a:off x="6509896" y="4888596"/>
            <a:ext cx="5248" cy="603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ZoneTexte 4">
            <a:extLst>
              <a:ext uri="{FF2B5EF4-FFF2-40B4-BE49-F238E27FC236}">
                <a16:creationId xmlns:a16="http://schemas.microsoft.com/office/drawing/2014/main" id="{92524F38-4C47-8E64-41AC-B79626C576BF}"/>
              </a:ext>
            </a:extLst>
          </p:cNvPr>
          <p:cNvSpPr txBox="1"/>
          <p:nvPr/>
        </p:nvSpPr>
        <p:spPr>
          <a:xfrm>
            <a:off x="6577200" y="563329"/>
            <a:ext cx="2522985" cy="507831"/>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3" name="AutoShape 87">
            <a:hlinkClick r:id="rId7" action="ppaction://hlinksldjump"/>
            <a:extLst>
              <a:ext uri="{FF2B5EF4-FFF2-40B4-BE49-F238E27FC236}">
                <a16:creationId xmlns:a16="http://schemas.microsoft.com/office/drawing/2014/main" id="{33B69191-86F6-E7F7-9FEB-4110D62EDA2A}"/>
              </a:ext>
            </a:extLst>
          </p:cNvPr>
          <p:cNvSpPr>
            <a:spLocks noChangeArrowheads="1"/>
          </p:cNvSpPr>
          <p:nvPr/>
        </p:nvSpPr>
        <p:spPr bwMode="auto">
          <a:xfrm rot="10800000">
            <a:off x="3899977" y="649965"/>
            <a:ext cx="948163" cy="350477"/>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a:ea typeface="ＭＳ Ｐゴシック" charset="0"/>
              </a:rPr>
              <a:t>Eligibilité LN CO</a:t>
            </a:r>
          </a:p>
        </p:txBody>
      </p:sp>
      <p:cxnSp>
        <p:nvCxnSpPr>
          <p:cNvPr id="7" name="Connecteur : en angle 6">
            <a:extLst>
              <a:ext uri="{FF2B5EF4-FFF2-40B4-BE49-F238E27FC236}">
                <a16:creationId xmlns:a16="http://schemas.microsoft.com/office/drawing/2014/main" id="{2940CEB5-F385-08C5-2058-E8F4C88B0C2B}"/>
              </a:ext>
            </a:extLst>
          </p:cNvPr>
          <p:cNvCxnSpPr>
            <a:stCxn id="3" idx="0"/>
            <a:endCxn id="175" idx="0"/>
          </p:cNvCxnSpPr>
          <p:nvPr/>
        </p:nvCxnSpPr>
        <p:spPr bwMode="auto">
          <a:xfrm rot="16200000" flipH="1">
            <a:off x="4787970" y="586529"/>
            <a:ext cx="644441" cy="147226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86174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1" name="Connecteur en angle 240"/>
          <p:cNvCxnSpPr>
            <a:stCxn id="204" idx="2"/>
            <a:endCxn id="201" idx="1"/>
          </p:cNvCxnSpPr>
          <p:nvPr/>
        </p:nvCxnSpPr>
        <p:spPr bwMode="auto">
          <a:xfrm rot="16200000" flipH="1">
            <a:off x="4787966" y="4032767"/>
            <a:ext cx="2235091" cy="54797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Connecteur en angle 242"/>
          <p:cNvCxnSpPr>
            <a:stCxn id="204" idx="2"/>
            <a:endCxn id="195" idx="1"/>
          </p:cNvCxnSpPr>
          <p:nvPr/>
        </p:nvCxnSpPr>
        <p:spPr bwMode="auto">
          <a:xfrm rot="16200000" flipH="1">
            <a:off x="4938611" y="3882122"/>
            <a:ext cx="1925972" cy="54014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Connecteur en angle 244"/>
          <p:cNvCxnSpPr>
            <a:stCxn id="204" idx="2"/>
            <a:endCxn id="197" idx="1"/>
          </p:cNvCxnSpPr>
          <p:nvPr/>
        </p:nvCxnSpPr>
        <p:spPr bwMode="auto">
          <a:xfrm rot="16200000" flipH="1">
            <a:off x="5097734" y="3722999"/>
            <a:ext cx="1607726" cy="54014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Connecteur en angle 247"/>
          <p:cNvCxnSpPr>
            <a:stCxn id="204" idx="2"/>
            <a:endCxn id="192" idx="1"/>
          </p:cNvCxnSpPr>
          <p:nvPr/>
        </p:nvCxnSpPr>
        <p:spPr bwMode="auto">
          <a:xfrm rot="16200000" flipH="1">
            <a:off x="5236282" y="3584450"/>
            <a:ext cx="1330631" cy="54014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AutoShape 132"/>
          <p:cNvCxnSpPr>
            <a:cxnSpLocks noChangeShapeType="1"/>
            <a:stCxn id="168" idx="0"/>
            <a:endCxn id="128" idx="0"/>
          </p:cNvCxnSpPr>
          <p:nvPr/>
        </p:nvCxnSpPr>
        <p:spPr bwMode="auto">
          <a:xfrm rot="16200000" flipH="1">
            <a:off x="3587578" y="595293"/>
            <a:ext cx="332376" cy="1005713"/>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 name="AutoShape 131"/>
          <p:cNvSpPr>
            <a:spLocks noChangeArrowheads="1"/>
          </p:cNvSpPr>
          <p:nvPr/>
        </p:nvSpPr>
        <p:spPr bwMode="auto">
          <a:xfrm>
            <a:off x="5381293" y="1663466"/>
            <a:ext cx="466725" cy="37819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276" name="AutoShape 142"/>
          <p:cNvSpPr>
            <a:spLocks noChangeArrowheads="1"/>
          </p:cNvSpPr>
          <p:nvPr/>
        </p:nvSpPr>
        <p:spPr bwMode="auto">
          <a:xfrm>
            <a:off x="8146766" y="6640653"/>
            <a:ext cx="733840" cy="17228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FCT FIXE</a:t>
            </a:r>
          </a:p>
        </p:txBody>
      </p:sp>
      <p:sp>
        <p:nvSpPr>
          <p:cNvPr id="303" name="AutoShape 142"/>
          <p:cNvSpPr>
            <a:spLocks noChangeArrowheads="1"/>
          </p:cNvSpPr>
          <p:nvPr/>
        </p:nvSpPr>
        <p:spPr bwMode="auto">
          <a:xfrm>
            <a:off x="8233445" y="3214288"/>
            <a:ext cx="823736" cy="20093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solidFill>
                  <a:srgbClr val="00B050"/>
                </a:solidFill>
              </a:rPr>
              <a:t>ACTIV ADSL</a:t>
            </a:r>
            <a:endParaRPr lang="fr-FR" sz="600" i="1">
              <a:solidFill>
                <a:srgbClr val="00B050"/>
              </a:solidFill>
            </a:endParaRPr>
          </a:p>
        </p:txBody>
      </p:sp>
      <p:cxnSp>
        <p:nvCxnSpPr>
          <p:cNvPr id="304" name="AutoShape 132"/>
          <p:cNvCxnSpPr>
            <a:cxnSpLocks noChangeShapeType="1"/>
            <a:stCxn id="204" idx="3"/>
            <a:endCxn id="306" idx="1"/>
          </p:cNvCxnSpPr>
          <p:nvPr/>
        </p:nvCxnSpPr>
        <p:spPr bwMode="auto">
          <a:xfrm>
            <a:off x="6005757" y="2997403"/>
            <a:ext cx="183001" cy="32728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6" name="AutoShape 42"/>
          <p:cNvSpPr>
            <a:spLocks noChangeArrowheads="1"/>
          </p:cNvSpPr>
          <p:nvPr/>
        </p:nvSpPr>
        <p:spPr bwMode="auto">
          <a:xfrm>
            <a:off x="6188758" y="3245580"/>
            <a:ext cx="1032031" cy="15821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43000_ACTIV_ADSL</a:t>
            </a:r>
          </a:p>
        </p:txBody>
      </p:sp>
      <p:sp>
        <p:nvSpPr>
          <p:cNvPr id="310" name="AutoShape 142"/>
          <p:cNvSpPr>
            <a:spLocks noChangeArrowheads="1"/>
          </p:cNvSpPr>
          <p:nvPr/>
        </p:nvSpPr>
        <p:spPr bwMode="auto">
          <a:xfrm>
            <a:off x="8183165" y="3759098"/>
            <a:ext cx="885949"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ACTIV FTTB</a:t>
            </a:r>
          </a:p>
        </p:txBody>
      </p:sp>
      <p:cxnSp>
        <p:nvCxnSpPr>
          <p:cNvPr id="313" name="AutoShape 132"/>
          <p:cNvCxnSpPr>
            <a:cxnSpLocks noChangeShapeType="1"/>
            <a:stCxn id="204" idx="3"/>
            <a:endCxn id="317" idx="1"/>
          </p:cNvCxnSpPr>
          <p:nvPr/>
        </p:nvCxnSpPr>
        <p:spPr bwMode="auto">
          <a:xfrm>
            <a:off x="6005757" y="2997403"/>
            <a:ext cx="268932" cy="88339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 name="AutoShape 208"/>
          <p:cNvSpPr>
            <a:spLocks noChangeArrowheads="1"/>
          </p:cNvSpPr>
          <p:nvPr/>
        </p:nvSpPr>
        <p:spPr bwMode="auto">
          <a:xfrm>
            <a:off x="6274689" y="3808566"/>
            <a:ext cx="1193323"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43000_ACTIV_FTTB</a:t>
            </a:r>
          </a:p>
        </p:txBody>
      </p:sp>
      <p:cxnSp>
        <p:nvCxnSpPr>
          <p:cNvPr id="320" name="AutoShape 132"/>
          <p:cNvCxnSpPr>
            <a:cxnSpLocks noChangeShapeType="1"/>
            <a:stCxn id="204" idx="3"/>
            <a:endCxn id="122" idx="1"/>
          </p:cNvCxnSpPr>
          <p:nvPr/>
        </p:nvCxnSpPr>
        <p:spPr bwMode="auto">
          <a:xfrm>
            <a:off x="6005757" y="2997403"/>
            <a:ext cx="224500" cy="118811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 name="AutoShape 142"/>
          <p:cNvSpPr>
            <a:spLocks noChangeArrowheads="1"/>
          </p:cNvSpPr>
          <p:nvPr/>
        </p:nvSpPr>
        <p:spPr bwMode="auto">
          <a:xfrm>
            <a:off x="8184748" y="3466839"/>
            <a:ext cx="885949" cy="25395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9242"/>
                </a:solidFill>
              </a:rPr>
              <a:t>ACTIV FTTB MIG</a:t>
            </a:r>
          </a:p>
        </p:txBody>
      </p:sp>
      <p:cxnSp>
        <p:nvCxnSpPr>
          <p:cNvPr id="328" name="AutoShape 132"/>
          <p:cNvCxnSpPr>
            <a:cxnSpLocks noChangeShapeType="1"/>
            <a:stCxn id="204" idx="3"/>
            <a:endCxn id="330" idx="1"/>
          </p:cNvCxnSpPr>
          <p:nvPr/>
        </p:nvCxnSpPr>
        <p:spPr bwMode="auto">
          <a:xfrm>
            <a:off x="6005757" y="2997403"/>
            <a:ext cx="183001" cy="59397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0" name="AutoShape 208"/>
          <p:cNvSpPr>
            <a:spLocks noChangeArrowheads="1"/>
          </p:cNvSpPr>
          <p:nvPr/>
        </p:nvSpPr>
        <p:spPr bwMode="auto">
          <a:xfrm>
            <a:off x="6188758" y="3519142"/>
            <a:ext cx="1219214"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43000_ACTIV_FTTB_MIG</a:t>
            </a:r>
          </a:p>
        </p:txBody>
      </p:sp>
      <p:sp>
        <p:nvSpPr>
          <p:cNvPr id="118" name="Text Box 156"/>
          <p:cNvSpPr txBox="1">
            <a:spLocks noChangeArrowheads="1"/>
          </p:cNvSpPr>
          <p:nvPr/>
        </p:nvSpPr>
        <p:spPr bwMode="auto">
          <a:xfrm>
            <a:off x="4603989" y="125435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28" name="AutoShape 68">
            <a:hlinkClick r:id="rId3" action="ppaction://hlinksldjump"/>
          </p:cNvPr>
          <p:cNvSpPr>
            <a:spLocks noChangeArrowheads="1"/>
          </p:cNvSpPr>
          <p:nvPr/>
        </p:nvSpPr>
        <p:spPr bwMode="auto">
          <a:xfrm>
            <a:off x="3866098" y="1264338"/>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WCB DIGITAL ?</a:t>
            </a:r>
          </a:p>
        </p:txBody>
      </p:sp>
      <p:cxnSp>
        <p:nvCxnSpPr>
          <p:cNvPr id="173" name="AutoShape 132"/>
          <p:cNvCxnSpPr>
            <a:cxnSpLocks noChangeShapeType="1"/>
            <a:stCxn id="128" idx="3"/>
            <a:endCxn id="274" idx="0"/>
          </p:cNvCxnSpPr>
          <p:nvPr/>
        </p:nvCxnSpPr>
        <p:spPr bwMode="auto">
          <a:xfrm>
            <a:off x="4647148" y="1424676"/>
            <a:ext cx="967508" cy="23879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6" name="AutoShape 131"/>
          <p:cNvSpPr>
            <a:spLocks noChangeArrowheads="1"/>
          </p:cNvSpPr>
          <p:nvPr/>
        </p:nvSpPr>
        <p:spPr bwMode="auto">
          <a:xfrm>
            <a:off x="3117529" y="1569086"/>
            <a:ext cx="482754" cy="402625"/>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sp>
        <p:nvSpPr>
          <p:cNvPr id="205" name="AutoShape 42"/>
          <p:cNvSpPr>
            <a:spLocks noChangeArrowheads="1"/>
          </p:cNvSpPr>
          <p:nvPr/>
        </p:nvSpPr>
        <p:spPr bwMode="auto">
          <a:xfrm>
            <a:off x="1221328" y="3643726"/>
            <a:ext cx="1726545" cy="1513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43000_WCB_ACTIV_FTTB_MIG</a:t>
            </a:r>
          </a:p>
        </p:txBody>
      </p:sp>
      <p:sp>
        <p:nvSpPr>
          <p:cNvPr id="207" name="AutoShape 42"/>
          <p:cNvSpPr>
            <a:spLocks noChangeArrowheads="1"/>
          </p:cNvSpPr>
          <p:nvPr/>
        </p:nvSpPr>
        <p:spPr bwMode="auto">
          <a:xfrm>
            <a:off x="1569877" y="3970973"/>
            <a:ext cx="1376594"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43000_WCB_ACTIV_FTTB</a:t>
            </a:r>
          </a:p>
        </p:txBody>
      </p:sp>
      <p:sp>
        <p:nvSpPr>
          <p:cNvPr id="213" name="AutoShape 142"/>
          <p:cNvSpPr>
            <a:spLocks noChangeArrowheads="1"/>
          </p:cNvSpPr>
          <p:nvPr/>
        </p:nvSpPr>
        <p:spPr bwMode="auto">
          <a:xfrm>
            <a:off x="72131" y="3917878"/>
            <a:ext cx="114779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b="1">
                <a:solidFill>
                  <a:srgbClr val="009242"/>
                </a:solidFill>
              </a:rPr>
              <a:t>WCB ACTIV FTTB</a:t>
            </a:r>
          </a:p>
        </p:txBody>
      </p:sp>
      <p:sp>
        <p:nvSpPr>
          <p:cNvPr id="264" name="AutoShape 142"/>
          <p:cNvSpPr>
            <a:spLocks noChangeArrowheads="1"/>
          </p:cNvSpPr>
          <p:nvPr/>
        </p:nvSpPr>
        <p:spPr bwMode="auto">
          <a:xfrm>
            <a:off x="72137" y="3322866"/>
            <a:ext cx="986788"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solidFill>
                  <a:srgbClr val="00B050"/>
                </a:solidFill>
              </a:rPr>
              <a:t>WCB ACTIV ADSL</a:t>
            </a:r>
            <a:endParaRPr lang="fr-FR" sz="600" i="1">
              <a:solidFill>
                <a:srgbClr val="00B050"/>
              </a:solidFill>
            </a:endParaRPr>
          </a:p>
        </p:txBody>
      </p:sp>
      <p:sp>
        <p:nvSpPr>
          <p:cNvPr id="265" name="AutoShape 42"/>
          <p:cNvSpPr>
            <a:spLocks noChangeArrowheads="1"/>
          </p:cNvSpPr>
          <p:nvPr/>
        </p:nvSpPr>
        <p:spPr bwMode="auto">
          <a:xfrm>
            <a:off x="1677812" y="3374236"/>
            <a:ext cx="1268663" cy="1474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43000_WCB_ACTIV_ADSL</a:t>
            </a:r>
          </a:p>
        </p:txBody>
      </p:sp>
      <p:cxnSp>
        <p:nvCxnSpPr>
          <p:cNvPr id="280" name="AutoShape 10"/>
          <p:cNvCxnSpPr>
            <a:cxnSpLocks noChangeShapeType="1"/>
            <a:stCxn id="146" idx="3"/>
            <a:endCxn id="205" idx="3"/>
          </p:cNvCxnSpPr>
          <p:nvPr/>
        </p:nvCxnSpPr>
        <p:spPr bwMode="auto">
          <a:xfrm>
            <a:off x="1848772" y="2131172"/>
            <a:ext cx="1099101" cy="1588236"/>
          </a:xfrm>
          <a:prstGeom prst="bentConnector3">
            <a:avLst>
              <a:gd name="adj1" fmla="val 120799"/>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AutoShape 10"/>
          <p:cNvCxnSpPr>
            <a:cxnSpLocks noChangeShapeType="1"/>
            <a:stCxn id="146" idx="3"/>
            <a:endCxn id="207" idx="3"/>
          </p:cNvCxnSpPr>
          <p:nvPr/>
        </p:nvCxnSpPr>
        <p:spPr bwMode="auto">
          <a:xfrm>
            <a:off x="1848772" y="2131172"/>
            <a:ext cx="1097699" cy="1911801"/>
          </a:xfrm>
          <a:prstGeom prst="bentConnector3">
            <a:avLst>
              <a:gd name="adj1" fmla="val 120825"/>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AutoShape 10"/>
          <p:cNvCxnSpPr>
            <a:cxnSpLocks noChangeShapeType="1"/>
            <a:stCxn id="146" idx="3"/>
            <a:endCxn id="265" idx="3"/>
          </p:cNvCxnSpPr>
          <p:nvPr/>
        </p:nvCxnSpPr>
        <p:spPr bwMode="auto">
          <a:xfrm>
            <a:off x="1848772" y="2131172"/>
            <a:ext cx="1097703" cy="1316789"/>
          </a:xfrm>
          <a:prstGeom prst="bentConnector3">
            <a:avLst>
              <a:gd name="adj1" fmla="val 120825"/>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AutoShape 10"/>
          <p:cNvCxnSpPr>
            <a:cxnSpLocks noChangeShapeType="1"/>
            <a:stCxn id="205" idx="1"/>
            <a:endCxn id="329" idx="3"/>
          </p:cNvCxnSpPr>
          <p:nvPr/>
        </p:nvCxnSpPr>
        <p:spPr bwMode="auto">
          <a:xfrm rot="10800000">
            <a:off x="998434" y="3718676"/>
            <a:ext cx="222894" cy="733"/>
          </a:xfrm>
          <a:prstGeom prst="bentConnector3">
            <a:avLst>
              <a:gd name="adj1" fmla="val 50000"/>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AutoShape 10"/>
          <p:cNvCxnSpPr>
            <a:cxnSpLocks noChangeShapeType="1"/>
            <a:stCxn id="207" idx="1"/>
            <a:endCxn id="213" idx="3"/>
          </p:cNvCxnSpPr>
          <p:nvPr/>
        </p:nvCxnSpPr>
        <p:spPr bwMode="auto">
          <a:xfrm flipH="1">
            <a:off x="1219926" y="4042973"/>
            <a:ext cx="349951" cy="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AutoShape 10"/>
          <p:cNvCxnSpPr>
            <a:cxnSpLocks noChangeShapeType="1"/>
            <a:stCxn id="265" idx="1"/>
            <a:endCxn id="264" idx="3"/>
          </p:cNvCxnSpPr>
          <p:nvPr/>
        </p:nvCxnSpPr>
        <p:spPr bwMode="auto">
          <a:xfrm flipH="1">
            <a:off x="1058925" y="3447961"/>
            <a:ext cx="618887" cy="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9" name="AutoShape 142"/>
          <p:cNvSpPr>
            <a:spLocks noChangeArrowheads="1"/>
          </p:cNvSpPr>
          <p:nvPr/>
        </p:nvSpPr>
        <p:spPr bwMode="auto">
          <a:xfrm>
            <a:off x="67148" y="3593580"/>
            <a:ext cx="93128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b="1">
                <a:solidFill>
                  <a:srgbClr val="009242"/>
                </a:solidFill>
              </a:rPr>
              <a:t>WCB ACTIV FTTB MIG</a:t>
            </a:r>
          </a:p>
        </p:txBody>
      </p:sp>
      <p:sp>
        <p:nvSpPr>
          <p:cNvPr id="130"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ROUTAGE ADMIN 1 SUITE</a:t>
            </a:r>
          </a:p>
        </p:txBody>
      </p:sp>
      <p:sp>
        <p:nvSpPr>
          <p:cNvPr id="172" name="Text Box 157"/>
          <p:cNvSpPr txBox="1">
            <a:spLocks noChangeArrowheads="1"/>
          </p:cNvSpPr>
          <p:nvPr/>
        </p:nvSpPr>
        <p:spPr bwMode="auto">
          <a:xfrm>
            <a:off x="2023395" y="1250758"/>
            <a:ext cx="171713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3333FF"/>
                </a:solidFill>
              </a:rPr>
              <a:t>ORIGINE = WCBDIGITAL ET MOTIFS = 05</a:t>
            </a:r>
          </a:p>
        </p:txBody>
      </p:sp>
      <p:sp>
        <p:nvSpPr>
          <p:cNvPr id="168" name="AutoShape 87">
            <a:hlinkClick r:id="rId4" action="ppaction://hlinksldjump"/>
          </p:cNvPr>
          <p:cNvSpPr>
            <a:spLocks noChangeArrowheads="1"/>
          </p:cNvSpPr>
          <p:nvPr/>
        </p:nvSpPr>
        <p:spPr bwMode="auto">
          <a:xfrm rot="10800000">
            <a:off x="2857449" y="547910"/>
            <a:ext cx="786922"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ROUTAGE ADMIN 1</a:t>
            </a:r>
          </a:p>
        </p:txBody>
      </p:sp>
      <p:sp>
        <p:nvSpPr>
          <p:cNvPr id="169" name="Text Box 156"/>
          <p:cNvSpPr txBox="1">
            <a:spLocks noChangeArrowheads="1"/>
          </p:cNvSpPr>
          <p:nvPr/>
        </p:nvSpPr>
        <p:spPr bwMode="auto">
          <a:xfrm>
            <a:off x="3598586" y="1253051"/>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6" name="Connecteur en angle 5"/>
          <p:cNvCxnSpPr>
            <a:stCxn id="128" idx="1"/>
            <a:endCxn id="186" idx="0"/>
          </p:cNvCxnSpPr>
          <p:nvPr/>
        </p:nvCxnSpPr>
        <p:spPr bwMode="auto">
          <a:xfrm rot="10800000" flipV="1">
            <a:off x="3358906" y="1424676"/>
            <a:ext cx="507192" cy="144410"/>
          </a:xfrm>
          <a:prstGeom prst="bentConnector2">
            <a:avLst/>
          </a:prstGeom>
          <a:solidFill>
            <a:schemeClr val="accent1"/>
          </a:solidFill>
          <a:ln w="9525" cap="flat" cmpd="sng" algn="ctr">
            <a:solidFill>
              <a:srgbClr val="3333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ZoneTexte 110"/>
          <p:cNvSpPr txBox="1"/>
          <p:nvPr/>
        </p:nvSpPr>
        <p:spPr>
          <a:xfrm>
            <a:off x="5249364" y="530943"/>
            <a:ext cx="3862475" cy="646331"/>
          </a:xfrm>
          <a:prstGeom prst="rect">
            <a:avLst/>
          </a:prstGeom>
          <a:solidFill>
            <a:schemeClr val="bg1"/>
          </a:solidFill>
          <a:ln>
            <a:noFill/>
          </a:ln>
          <a:effectLst>
            <a:outerShdw blurRad="50800" dist="38100" dir="2700000" algn="tl" rotWithShape="0">
              <a:prstClr val="black">
                <a:alpha val="40000"/>
              </a:prstClr>
            </a:outerShdw>
          </a:effectLst>
        </p:spPr>
        <p:txBody>
          <a:bodyPr wrap="square" rtlCol="0">
            <a:spAutoFit/>
          </a:bodyPr>
          <a:lstStyle/>
          <a:p>
            <a:r>
              <a:rPr lang="fr-FR" sz="600" b="1"/>
              <a:t>Eligibilité ANC </a:t>
            </a:r>
            <a:r>
              <a:rPr lang="fr-FR" sz="600"/>
              <a:t>(</a:t>
            </a:r>
            <a:r>
              <a:rPr lang="fr-FR" sz="600" b="1">
                <a:solidFill>
                  <a:srgbClr val="3333FF"/>
                </a:solidFill>
              </a:rPr>
              <a:t>DEXTER</a:t>
            </a:r>
            <a:r>
              <a:rPr lang="fr-FR" sz="600"/>
              <a:t>)</a:t>
            </a:r>
          </a:p>
          <a:p>
            <a:r>
              <a:rPr lang="fr-FR" sz="600" b="1"/>
              <a:t>ACTIV FTTB</a:t>
            </a:r>
            <a:r>
              <a:rPr lang="fr-FR" sz="600"/>
              <a:t>: FTTB ET </a:t>
            </a:r>
            <a:r>
              <a:rPr lang="fr-FR" sz="600" b="1">
                <a:solidFill>
                  <a:srgbClr val="3333FF"/>
                </a:solidFill>
              </a:rPr>
              <a:t>DATE_MISE_SERVICE</a:t>
            </a:r>
            <a:r>
              <a:rPr lang="fr-FR" sz="600"/>
              <a:t> &lt; Seuil « Client Récent FTTB »</a:t>
            </a:r>
          </a:p>
          <a:p>
            <a:r>
              <a:rPr lang="fr-FR" sz="600" b="1"/>
              <a:t>ACTIV FTTB MIG  </a:t>
            </a:r>
            <a:r>
              <a:rPr lang="fr-FR" sz="600"/>
              <a:t>: FTTB ET MIG_NC et ((DAT_JOUR –</a:t>
            </a:r>
            <a:r>
              <a:rPr lang="fr-FR" sz="600" b="1">
                <a:solidFill>
                  <a:srgbClr val="3333FF"/>
                </a:solidFill>
              </a:rPr>
              <a:t>DATE_MISE_EN_SERVICE</a:t>
            </a:r>
            <a:r>
              <a:rPr lang="fr-FR" sz="600"/>
              <a:t>) &lt; Seuil « Client Récent FTTB MIG NC») </a:t>
            </a:r>
          </a:p>
          <a:p>
            <a:r>
              <a:rPr lang="fr-FR" sz="600" b="1"/>
              <a:t>ACTIV ADSL </a:t>
            </a:r>
            <a:r>
              <a:rPr lang="fr-FR" sz="600"/>
              <a:t>: ADSL ET </a:t>
            </a:r>
            <a:r>
              <a:rPr lang="fr-FR" sz="600" b="1">
                <a:solidFill>
                  <a:srgbClr val="3333FF"/>
                </a:solidFill>
              </a:rPr>
              <a:t>DATE_MISE_EN_SERVICE</a:t>
            </a:r>
            <a:r>
              <a:rPr lang="fr-FR" sz="600"/>
              <a:t> &lt; Seuil « Client Récent ADSL Co »</a:t>
            </a:r>
          </a:p>
          <a:p>
            <a:r>
              <a:rPr lang="fr-FR" sz="600" b="1"/>
              <a:t>ACTIV FTTH </a:t>
            </a:r>
            <a:r>
              <a:rPr lang="fr-FR" sz="600"/>
              <a:t>: FTTH ET </a:t>
            </a:r>
            <a:r>
              <a:rPr lang="fr-FR" sz="600" b="1">
                <a:solidFill>
                  <a:srgbClr val="3333FF"/>
                </a:solidFill>
              </a:rPr>
              <a:t>DATE_MISE_EN_SERICE</a:t>
            </a:r>
            <a:r>
              <a:rPr lang="fr-FR" sz="600"/>
              <a:t> &lt; Seuil « Client Récent FTTH »</a:t>
            </a:r>
          </a:p>
        </p:txBody>
      </p:sp>
      <p:sp>
        <p:nvSpPr>
          <p:cNvPr id="121" name="AutoShape 142"/>
          <p:cNvSpPr>
            <a:spLocks noChangeArrowheads="1"/>
          </p:cNvSpPr>
          <p:nvPr/>
        </p:nvSpPr>
        <p:spPr bwMode="auto">
          <a:xfrm>
            <a:off x="8195611" y="4058005"/>
            <a:ext cx="776177"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ACTIV FTTH</a:t>
            </a:r>
          </a:p>
        </p:txBody>
      </p:sp>
      <p:sp>
        <p:nvSpPr>
          <p:cNvPr id="122" name="AutoShape 208"/>
          <p:cNvSpPr>
            <a:spLocks noChangeArrowheads="1"/>
          </p:cNvSpPr>
          <p:nvPr/>
        </p:nvSpPr>
        <p:spPr bwMode="auto">
          <a:xfrm>
            <a:off x="6230257" y="4113291"/>
            <a:ext cx="1050648"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43000_ACTIV_FTTH</a:t>
            </a:r>
          </a:p>
        </p:txBody>
      </p:sp>
      <p:sp>
        <p:nvSpPr>
          <p:cNvPr id="119" name="AutoShape 142"/>
          <p:cNvSpPr>
            <a:spLocks noChangeArrowheads="1"/>
          </p:cNvSpPr>
          <p:nvPr/>
        </p:nvSpPr>
        <p:spPr bwMode="auto">
          <a:xfrm>
            <a:off x="8173692" y="5616328"/>
            <a:ext cx="798096" cy="26564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strike="sngStrike">
              <a:solidFill>
                <a:srgbClr val="00B050"/>
              </a:solidFill>
            </a:endParaRPr>
          </a:p>
          <a:p>
            <a:pPr algn="ctr" eaLnBrk="0" hangingPunct="0"/>
            <a:r>
              <a:rPr lang="fr-FR" sz="600" b="1"/>
              <a:t>FCT CONV RISQUE</a:t>
            </a:r>
            <a:endParaRPr lang="fr-FR" sz="600" b="1" i="1"/>
          </a:p>
        </p:txBody>
      </p:sp>
      <p:sp>
        <p:nvSpPr>
          <p:cNvPr id="129" name="AutoShape 142"/>
          <p:cNvSpPr>
            <a:spLocks noChangeArrowheads="1"/>
          </p:cNvSpPr>
          <p:nvPr/>
        </p:nvSpPr>
        <p:spPr bwMode="auto">
          <a:xfrm>
            <a:off x="8157842" y="6000151"/>
            <a:ext cx="802264" cy="284258"/>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i="1"/>
              <a:t>FCT CONV</a:t>
            </a:r>
          </a:p>
        </p:txBody>
      </p:sp>
      <p:sp>
        <p:nvSpPr>
          <p:cNvPr id="134" name="AutoShape 142"/>
          <p:cNvSpPr>
            <a:spLocks noChangeArrowheads="1"/>
          </p:cNvSpPr>
          <p:nvPr/>
        </p:nvSpPr>
        <p:spPr bwMode="auto">
          <a:xfrm>
            <a:off x="8139181" y="6399974"/>
            <a:ext cx="781946" cy="18260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FCT FIXE RISQUE</a:t>
            </a:r>
          </a:p>
        </p:txBody>
      </p:sp>
      <p:sp>
        <p:nvSpPr>
          <p:cNvPr id="137" name="AutoShape 42"/>
          <p:cNvSpPr>
            <a:spLocks noChangeArrowheads="1"/>
          </p:cNvSpPr>
          <p:nvPr/>
        </p:nvSpPr>
        <p:spPr bwMode="auto">
          <a:xfrm>
            <a:off x="1594173" y="4239191"/>
            <a:ext cx="1352298" cy="1474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43000_WCB_ACTIV_FTTH</a:t>
            </a:r>
          </a:p>
        </p:txBody>
      </p:sp>
      <p:sp>
        <p:nvSpPr>
          <p:cNvPr id="138" name="AutoShape 142"/>
          <p:cNvSpPr>
            <a:spLocks noChangeArrowheads="1"/>
          </p:cNvSpPr>
          <p:nvPr/>
        </p:nvSpPr>
        <p:spPr bwMode="auto">
          <a:xfrm>
            <a:off x="72132" y="4187821"/>
            <a:ext cx="118113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b="1">
                <a:solidFill>
                  <a:srgbClr val="009242"/>
                </a:solidFill>
              </a:rPr>
              <a:t>WCB ACTIV FTTH</a:t>
            </a:r>
          </a:p>
        </p:txBody>
      </p:sp>
      <p:cxnSp>
        <p:nvCxnSpPr>
          <p:cNvPr id="139" name="AutoShape 10"/>
          <p:cNvCxnSpPr>
            <a:cxnSpLocks noChangeShapeType="1"/>
            <a:stCxn id="137" idx="1"/>
            <a:endCxn id="138" idx="3"/>
          </p:cNvCxnSpPr>
          <p:nvPr/>
        </p:nvCxnSpPr>
        <p:spPr bwMode="auto">
          <a:xfrm flipH="1">
            <a:off x="1253268" y="4312916"/>
            <a:ext cx="340905" cy="0"/>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AutoShape 208"/>
          <p:cNvSpPr>
            <a:spLocks noChangeArrowheads="1"/>
          </p:cNvSpPr>
          <p:nvPr/>
        </p:nvSpPr>
        <p:spPr bwMode="auto">
          <a:xfrm>
            <a:off x="6143668" y="6032107"/>
            <a:ext cx="1193323"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43000_FCT_CONV</a:t>
            </a:r>
          </a:p>
        </p:txBody>
      </p:sp>
      <p:sp>
        <p:nvSpPr>
          <p:cNvPr id="126" name="AutoShape 208"/>
          <p:cNvSpPr>
            <a:spLocks noChangeArrowheads="1"/>
          </p:cNvSpPr>
          <p:nvPr/>
        </p:nvSpPr>
        <p:spPr bwMode="auto">
          <a:xfrm>
            <a:off x="6143695" y="5675379"/>
            <a:ext cx="1218798" cy="1475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43000_FCT_CONV_RISQUE</a:t>
            </a:r>
          </a:p>
        </p:txBody>
      </p:sp>
      <p:sp>
        <p:nvSpPr>
          <p:cNvPr id="127" name="AutoShape 208"/>
          <p:cNvSpPr>
            <a:spLocks noChangeArrowheads="1"/>
          </p:cNvSpPr>
          <p:nvPr/>
        </p:nvSpPr>
        <p:spPr bwMode="auto">
          <a:xfrm>
            <a:off x="6156432" y="6407225"/>
            <a:ext cx="1193323"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43000_FCT_FIXE_RISQUE</a:t>
            </a:r>
          </a:p>
        </p:txBody>
      </p:sp>
      <p:sp>
        <p:nvSpPr>
          <p:cNvPr id="131" name="AutoShape 208"/>
          <p:cNvSpPr>
            <a:spLocks noChangeArrowheads="1"/>
          </p:cNvSpPr>
          <p:nvPr/>
        </p:nvSpPr>
        <p:spPr bwMode="auto">
          <a:xfrm>
            <a:off x="6188758" y="6640407"/>
            <a:ext cx="1193323"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43000_FCT_FIXE</a:t>
            </a:r>
          </a:p>
        </p:txBody>
      </p:sp>
      <p:cxnSp>
        <p:nvCxnSpPr>
          <p:cNvPr id="263" name="Connecteur en angle 262"/>
          <p:cNvCxnSpPr>
            <a:stCxn id="146" idx="3"/>
            <a:endCxn id="137" idx="3"/>
          </p:cNvCxnSpPr>
          <p:nvPr/>
        </p:nvCxnSpPr>
        <p:spPr bwMode="auto">
          <a:xfrm>
            <a:off x="1848772" y="2131172"/>
            <a:ext cx="1097699" cy="2181744"/>
          </a:xfrm>
          <a:prstGeom prst="bentConnector3">
            <a:avLst>
              <a:gd name="adj1" fmla="val 120825"/>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Explosion 2 149"/>
          <p:cNvSpPr/>
          <p:nvPr/>
        </p:nvSpPr>
        <p:spPr bwMode="auto">
          <a:xfrm>
            <a:off x="8297879" y="2483703"/>
            <a:ext cx="875627" cy="767934"/>
          </a:xfrm>
          <a:prstGeom prst="irregularSeal2">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600" b="0" i="0" u="none" strike="noStrike" cap="none" normalizeH="0" baseline="0">
                <a:ln>
                  <a:noFill/>
                </a:ln>
                <a:solidFill>
                  <a:schemeClr val="tx1"/>
                </a:solidFill>
                <a:effectLst/>
                <a:latin typeface="Arial" charset="0"/>
              </a:rPr>
              <a:t>Nœuds</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600" b="0" i="0" u="none" strike="noStrike" cap="none" normalizeH="0" baseline="0">
                <a:ln>
                  <a:noFill/>
                </a:ln>
                <a:solidFill>
                  <a:schemeClr val="tx1"/>
                </a:solidFill>
                <a:effectLst/>
                <a:latin typeface="Arial" charset="0"/>
              </a:rPr>
              <a:t>Mutualisés </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600" b="0" i="0" u="none" strike="noStrike" cap="none" normalizeH="0" baseline="0">
                <a:ln>
                  <a:noFill/>
                </a:ln>
                <a:solidFill>
                  <a:schemeClr val="tx1"/>
                </a:solidFill>
                <a:effectLst/>
                <a:latin typeface="Arial" charset="0"/>
              </a:rPr>
              <a:t>page 3</a:t>
            </a:r>
          </a:p>
        </p:txBody>
      </p:sp>
      <p:sp>
        <p:nvSpPr>
          <p:cNvPr id="176" name="ZoneTexte 175"/>
          <p:cNvSpPr txBox="1"/>
          <p:nvPr/>
        </p:nvSpPr>
        <p:spPr>
          <a:xfrm>
            <a:off x="6232390" y="6240989"/>
            <a:ext cx="571655" cy="184666"/>
          </a:xfrm>
          <a:prstGeom prst="rect">
            <a:avLst/>
          </a:prstGeom>
          <a:noFill/>
        </p:spPr>
        <p:txBody>
          <a:bodyPr wrap="square" rtlCol="0">
            <a:spAutoFit/>
          </a:bodyPr>
          <a:lstStyle/>
          <a:p>
            <a:r>
              <a:rPr lang="fr-FR" sz="600" b="1"/>
              <a:t>RISQUE</a:t>
            </a:r>
          </a:p>
        </p:txBody>
      </p:sp>
      <p:sp>
        <p:nvSpPr>
          <p:cNvPr id="113" name="Explosion 1 112"/>
          <p:cNvSpPr/>
          <p:nvPr/>
        </p:nvSpPr>
        <p:spPr bwMode="auto">
          <a:xfrm>
            <a:off x="2927603" y="3468653"/>
            <a:ext cx="898038" cy="808154"/>
          </a:xfrm>
          <a:prstGeom prst="irregularSeal1">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900" b="1" i="0" u="none" strike="noStrike" cap="none" normalizeH="0" baseline="0" err="1">
                <a:ln>
                  <a:noFill/>
                </a:ln>
                <a:solidFill>
                  <a:schemeClr val="tx1"/>
                </a:solidFill>
                <a:effectLst/>
              </a:rPr>
              <a:t>Whisper</a:t>
            </a:r>
            <a:endParaRPr kumimoji="0" lang="fr-FR" sz="900" b="1" i="0" u="none" strike="noStrike" cap="none" normalizeH="0" baseline="0">
              <a:ln>
                <a:noFill/>
              </a:ln>
              <a:solidFill>
                <a:schemeClr val="tx1"/>
              </a:solidFill>
              <a:effectLst/>
            </a:endParaRPr>
          </a:p>
          <a:p>
            <a:pPr marL="0" marR="0" indent="0" algn="ctr" defTabSz="914400" rtl="0" eaLnBrk="1" fontAlgn="base" latinLnBrk="0" hangingPunct="1">
              <a:lnSpc>
                <a:spcPct val="100000"/>
              </a:lnSpc>
              <a:spcBef>
                <a:spcPct val="0"/>
              </a:spcBef>
              <a:spcAft>
                <a:spcPct val="0"/>
              </a:spcAft>
              <a:buClrTx/>
              <a:buSzTx/>
              <a:buFontTx/>
              <a:buNone/>
              <a:tabLst/>
            </a:pPr>
            <a:r>
              <a:rPr lang="fr-FR" sz="900" b="1"/>
              <a:t>SFR&amp;MOI</a:t>
            </a:r>
            <a:endParaRPr kumimoji="0" lang="fr-FR" sz="900" b="1" i="0" u="none" strike="noStrike" cap="none" normalizeH="0" baseline="0">
              <a:ln>
                <a:noFill/>
              </a:ln>
              <a:solidFill>
                <a:schemeClr val="tx1"/>
              </a:solidFill>
              <a:effectLst/>
            </a:endParaRPr>
          </a:p>
        </p:txBody>
      </p:sp>
      <p:sp>
        <p:nvSpPr>
          <p:cNvPr id="114" name="Espace réservé du numéro de diapositive 3"/>
          <p:cNvSpPr>
            <a:spLocks noGrp="1"/>
          </p:cNvSpPr>
          <p:nvPr>
            <p:ph type="sldNum" sz="quarter" idx="10"/>
          </p:nvPr>
        </p:nvSpPr>
        <p:spPr>
          <a:xfrm>
            <a:off x="8638923" y="357065"/>
            <a:ext cx="476250" cy="1376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r>
              <a:rPr lang="fr-FR"/>
              <a:t>44</a:t>
            </a:r>
          </a:p>
        </p:txBody>
      </p:sp>
      <p:sp>
        <p:nvSpPr>
          <p:cNvPr id="117" name="AutoShape 73"/>
          <p:cNvSpPr>
            <a:spLocks noChangeArrowheads="1"/>
          </p:cNvSpPr>
          <p:nvPr/>
        </p:nvSpPr>
        <p:spPr bwMode="auto">
          <a:xfrm>
            <a:off x="4665653" y="2639664"/>
            <a:ext cx="773599" cy="357742"/>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sp>
        <p:nvSpPr>
          <p:cNvPr id="146" name="AutoShape 73"/>
          <p:cNvSpPr>
            <a:spLocks noChangeArrowheads="1"/>
          </p:cNvSpPr>
          <p:nvPr/>
        </p:nvSpPr>
        <p:spPr bwMode="auto">
          <a:xfrm>
            <a:off x="970275" y="1939365"/>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ANC</a:t>
            </a:r>
          </a:p>
        </p:txBody>
      </p:sp>
      <p:grpSp>
        <p:nvGrpSpPr>
          <p:cNvPr id="123" name="Groupe 122"/>
          <p:cNvGrpSpPr/>
          <p:nvPr/>
        </p:nvGrpSpPr>
        <p:grpSpPr>
          <a:xfrm>
            <a:off x="126055" y="2338019"/>
            <a:ext cx="1121512" cy="717199"/>
            <a:chOff x="5798553" y="3589707"/>
            <a:chExt cx="1121512" cy="717199"/>
          </a:xfrm>
          <a:effectLst/>
        </p:grpSpPr>
        <p:sp>
          <p:nvSpPr>
            <p:cNvPr id="124" name="AutoShape 14"/>
            <p:cNvSpPr>
              <a:spLocks noChangeArrowheads="1"/>
            </p:cNvSpPr>
            <p:nvPr/>
          </p:nvSpPr>
          <p:spPr bwMode="auto">
            <a:xfrm>
              <a:off x="5798553" y="3589707"/>
              <a:ext cx="1121512" cy="1966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43000_ADMIN_WCB_HNO_ANC</a:t>
              </a:r>
            </a:p>
          </p:txBody>
        </p:sp>
        <p:cxnSp>
          <p:nvCxnSpPr>
            <p:cNvPr id="132" name="Connecteur droit 131"/>
            <p:cNvCxnSpPr>
              <a:stCxn id="124" idx="2"/>
              <a:endCxn id="133" idx="2"/>
            </p:cNvCxnSpPr>
            <p:nvPr/>
          </p:nvCxnSpPr>
          <p:spPr bwMode="auto">
            <a:xfrm>
              <a:off x="6359309" y="3786330"/>
              <a:ext cx="2352" cy="160576"/>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AutoShape 11"/>
            <p:cNvSpPr>
              <a:spLocks noChangeArrowheads="1"/>
            </p:cNvSpPr>
            <p:nvPr/>
          </p:nvSpPr>
          <p:spPr bwMode="auto">
            <a:xfrm rot="10800000">
              <a:off x="6004638" y="3946906"/>
              <a:ext cx="714046"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ANC</a:t>
              </a:r>
            </a:p>
          </p:txBody>
        </p:sp>
      </p:grpSp>
      <p:cxnSp>
        <p:nvCxnSpPr>
          <p:cNvPr id="106" name="Connecteur en angle 105"/>
          <p:cNvCxnSpPr>
            <a:stCxn id="186" idx="1"/>
            <a:endCxn id="146" idx="0"/>
          </p:cNvCxnSpPr>
          <p:nvPr/>
        </p:nvCxnSpPr>
        <p:spPr bwMode="auto">
          <a:xfrm rot="10800000" flipV="1">
            <a:off x="1409525" y="1770399"/>
            <a:ext cx="1708005" cy="168966"/>
          </a:xfrm>
          <a:prstGeom prst="bentConnector2">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Connecteur en angle 342"/>
          <p:cNvCxnSpPr>
            <a:stCxn id="146" idx="1"/>
            <a:endCxn id="124" idx="0"/>
          </p:cNvCxnSpPr>
          <p:nvPr/>
        </p:nvCxnSpPr>
        <p:spPr bwMode="auto">
          <a:xfrm rot="10800000" flipV="1">
            <a:off x="686811" y="2131171"/>
            <a:ext cx="283464" cy="206847"/>
          </a:xfrm>
          <a:prstGeom prst="bentConnector2">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 name="AutoShape 73"/>
          <p:cNvSpPr>
            <a:spLocks noChangeArrowheads="1"/>
          </p:cNvSpPr>
          <p:nvPr/>
        </p:nvSpPr>
        <p:spPr bwMode="auto">
          <a:xfrm>
            <a:off x="3273077" y="2853842"/>
            <a:ext cx="88065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cxnSp>
        <p:nvCxnSpPr>
          <p:cNvPr id="160" name="Connecteur en angle 159"/>
          <p:cNvCxnSpPr>
            <a:stCxn id="186" idx="3"/>
            <a:endCxn id="214" idx="0"/>
          </p:cNvCxnSpPr>
          <p:nvPr/>
        </p:nvCxnSpPr>
        <p:spPr bwMode="auto">
          <a:xfrm>
            <a:off x="3600283" y="1770399"/>
            <a:ext cx="113123" cy="1083443"/>
          </a:xfrm>
          <a:prstGeom prst="bentConnector2">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Connecteur en angle 176"/>
          <p:cNvCxnSpPr>
            <a:stCxn id="227" idx="2"/>
            <a:endCxn id="214" idx="3"/>
          </p:cNvCxnSpPr>
          <p:nvPr/>
        </p:nvCxnSpPr>
        <p:spPr bwMode="auto">
          <a:xfrm rot="16200000" flipV="1">
            <a:off x="3660340" y="3539043"/>
            <a:ext cx="1072752" cy="8596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Connecteur en angle 246"/>
          <p:cNvCxnSpPr>
            <a:stCxn id="274" idx="1"/>
            <a:endCxn id="117" idx="0"/>
          </p:cNvCxnSpPr>
          <p:nvPr/>
        </p:nvCxnSpPr>
        <p:spPr bwMode="auto">
          <a:xfrm rot="10800000" flipV="1">
            <a:off x="5052453" y="1852564"/>
            <a:ext cx="328840" cy="78709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Connecteur en angle 250"/>
          <p:cNvCxnSpPr>
            <a:stCxn id="117" idx="1"/>
            <a:endCxn id="227" idx="1"/>
          </p:cNvCxnSpPr>
          <p:nvPr/>
        </p:nvCxnSpPr>
        <p:spPr bwMode="auto">
          <a:xfrm rot="10800000" flipV="1">
            <a:off x="4577435" y="2818535"/>
            <a:ext cx="88218" cy="1478952"/>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24" name="Groupe 223"/>
          <p:cNvGrpSpPr/>
          <p:nvPr/>
        </p:nvGrpSpPr>
        <p:grpSpPr>
          <a:xfrm>
            <a:off x="3901960" y="2938504"/>
            <a:ext cx="675475" cy="1448525"/>
            <a:chOff x="6035900" y="2774824"/>
            <a:chExt cx="675475" cy="1448525"/>
          </a:xfrm>
          <a:effectLst/>
        </p:grpSpPr>
        <p:sp>
          <p:nvSpPr>
            <p:cNvPr id="225" name="AutoShape 14"/>
            <p:cNvSpPr>
              <a:spLocks noChangeArrowheads="1"/>
            </p:cNvSpPr>
            <p:nvPr/>
          </p:nvSpPr>
          <p:spPr bwMode="auto">
            <a:xfrm rot="17869850">
              <a:off x="5766279" y="3315069"/>
              <a:ext cx="1185630" cy="10513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43000_ADMIN_WCB_HNO_COM</a:t>
              </a:r>
            </a:p>
          </p:txBody>
        </p:sp>
        <p:sp>
          <p:nvSpPr>
            <p:cNvPr id="227" name="AutoShape 11"/>
            <p:cNvSpPr>
              <a:spLocks noChangeArrowheads="1"/>
            </p:cNvSpPr>
            <p:nvPr/>
          </p:nvSpPr>
          <p:spPr bwMode="auto">
            <a:xfrm rot="10800000">
              <a:off x="6035900" y="3954721"/>
              <a:ext cx="675475" cy="268628"/>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sp>
        <p:nvSpPr>
          <p:cNvPr id="362" name="AutoShape 73"/>
          <p:cNvSpPr>
            <a:spLocks noChangeArrowheads="1"/>
          </p:cNvSpPr>
          <p:nvPr/>
        </p:nvSpPr>
        <p:spPr bwMode="auto">
          <a:xfrm>
            <a:off x="6509177" y="195660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ANC</a:t>
            </a:r>
          </a:p>
        </p:txBody>
      </p:sp>
      <p:grpSp>
        <p:nvGrpSpPr>
          <p:cNvPr id="363" name="Groupe 362"/>
          <p:cNvGrpSpPr/>
          <p:nvPr/>
        </p:nvGrpSpPr>
        <p:grpSpPr>
          <a:xfrm>
            <a:off x="7449877" y="2224918"/>
            <a:ext cx="1148408" cy="596465"/>
            <a:chOff x="5782923" y="3660656"/>
            <a:chExt cx="1148408" cy="596465"/>
          </a:xfrm>
          <a:effectLst/>
        </p:grpSpPr>
        <p:sp>
          <p:nvSpPr>
            <p:cNvPr id="364" name="AutoShape 14"/>
            <p:cNvSpPr>
              <a:spLocks noChangeArrowheads="1"/>
            </p:cNvSpPr>
            <p:nvPr/>
          </p:nvSpPr>
          <p:spPr bwMode="auto">
            <a:xfrm>
              <a:off x="5782923" y="3660656"/>
              <a:ext cx="1148408" cy="1208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43000_ADMIN_HNO_ANC</a:t>
              </a:r>
            </a:p>
          </p:txBody>
        </p:sp>
        <p:cxnSp>
          <p:nvCxnSpPr>
            <p:cNvPr id="365" name="Connecteur droit 364"/>
            <p:cNvCxnSpPr>
              <a:stCxn id="364" idx="2"/>
              <a:endCxn id="366" idx="2"/>
            </p:cNvCxnSpPr>
            <p:nvPr/>
          </p:nvCxnSpPr>
          <p:spPr bwMode="auto">
            <a:xfrm>
              <a:off x="6357127" y="3781546"/>
              <a:ext cx="4063" cy="16536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6" name="AutoShape 11"/>
            <p:cNvSpPr>
              <a:spLocks noChangeArrowheads="1"/>
            </p:cNvSpPr>
            <p:nvPr/>
          </p:nvSpPr>
          <p:spPr bwMode="auto">
            <a:xfrm rot="10800000">
              <a:off x="6035899" y="3946906"/>
              <a:ext cx="650582" cy="31021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ANC</a:t>
              </a:r>
            </a:p>
          </p:txBody>
        </p:sp>
      </p:grpSp>
      <p:cxnSp>
        <p:nvCxnSpPr>
          <p:cNvPr id="368" name="Connecteur en angle 367"/>
          <p:cNvCxnSpPr>
            <a:stCxn id="362" idx="3"/>
            <a:endCxn id="364" idx="0"/>
          </p:cNvCxnSpPr>
          <p:nvPr/>
        </p:nvCxnSpPr>
        <p:spPr bwMode="auto">
          <a:xfrm>
            <a:off x="7387674" y="2148414"/>
            <a:ext cx="636407" cy="765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0" name="Connecteur en angle 369"/>
          <p:cNvCxnSpPr>
            <a:stCxn id="274" idx="3"/>
            <a:endCxn id="362" idx="0"/>
          </p:cNvCxnSpPr>
          <p:nvPr/>
        </p:nvCxnSpPr>
        <p:spPr bwMode="auto">
          <a:xfrm>
            <a:off x="5848018" y="1852565"/>
            <a:ext cx="1100408" cy="10404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ZoneTexte 147"/>
          <p:cNvSpPr txBox="1"/>
          <p:nvPr/>
        </p:nvSpPr>
        <p:spPr>
          <a:xfrm>
            <a:off x="7352964" y="5590014"/>
            <a:ext cx="919773" cy="184666"/>
          </a:xfrm>
          <a:prstGeom prst="rect">
            <a:avLst/>
          </a:prstGeom>
          <a:noFill/>
        </p:spPr>
        <p:txBody>
          <a:bodyPr wrap="square" rtlCol="0">
            <a:spAutoFit/>
          </a:bodyPr>
          <a:lstStyle/>
          <a:p>
            <a:r>
              <a:rPr lang="fr-FR" sz="600" b="1"/>
              <a:t>CONV RISQUE</a:t>
            </a:r>
          </a:p>
        </p:txBody>
      </p:sp>
      <p:sp>
        <p:nvSpPr>
          <p:cNvPr id="161" name="Text Box 156"/>
          <p:cNvSpPr txBox="1">
            <a:spLocks noChangeArrowheads="1"/>
          </p:cNvSpPr>
          <p:nvPr/>
        </p:nvSpPr>
        <p:spPr bwMode="auto">
          <a:xfrm>
            <a:off x="7414124" y="193936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63" name="Text Box 156"/>
          <p:cNvSpPr txBox="1">
            <a:spLocks noChangeArrowheads="1"/>
          </p:cNvSpPr>
          <p:nvPr/>
        </p:nvSpPr>
        <p:spPr bwMode="auto">
          <a:xfrm>
            <a:off x="4457481" y="263676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74" name="Text Box 156"/>
          <p:cNvSpPr txBox="1">
            <a:spLocks noChangeArrowheads="1"/>
          </p:cNvSpPr>
          <p:nvPr/>
        </p:nvSpPr>
        <p:spPr bwMode="auto">
          <a:xfrm>
            <a:off x="3866190" y="279147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75" name="Text Box 156"/>
          <p:cNvSpPr txBox="1">
            <a:spLocks noChangeArrowheads="1"/>
          </p:cNvSpPr>
          <p:nvPr/>
        </p:nvSpPr>
        <p:spPr bwMode="auto">
          <a:xfrm>
            <a:off x="676294" y="1925281"/>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78" name="Text Box 156"/>
          <p:cNvSpPr txBox="1">
            <a:spLocks noChangeArrowheads="1"/>
          </p:cNvSpPr>
          <p:nvPr/>
        </p:nvSpPr>
        <p:spPr bwMode="auto">
          <a:xfrm>
            <a:off x="1684892" y="1918941"/>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179" name="Text Box 156"/>
          <p:cNvSpPr txBox="1">
            <a:spLocks noChangeArrowheads="1"/>
          </p:cNvSpPr>
          <p:nvPr/>
        </p:nvSpPr>
        <p:spPr bwMode="auto">
          <a:xfrm>
            <a:off x="3434196" y="3232386"/>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180" name="Text Box 156"/>
          <p:cNvSpPr txBox="1">
            <a:spLocks noChangeArrowheads="1"/>
          </p:cNvSpPr>
          <p:nvPr/>
        </p:nvSpPr>
        <p:spPr bwMode="auto">
          <a:xfrm>
            <a:off x="5022403" y="3015559"/>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181" name="Text Box 156"/>
          <p:cNvSpPr txBox="1">
            <a:spLocks noChangeArrowheads="1"/>
          </p:cNvSpPr>
          <p:nvPr/>
        </p:nvSpPr>
        <p:spPr bwMode="auto">
          <a:xfrm>
            <a:off x="6355430" y="1955140"/>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184" name="AutoShape 142"/>
          <p:cNvSpPr>
            <a:spLocks noChangeArrowheads="1"/>
          </p:cNvSpPr>
          <p:nvPr/>
        </p:nvSpPr>
        <p:spPr bwMode="auto">
          <a:xfrm>
            <a:off x="7935036" y="4421844"/>
            <a:ext cx="1105059" cy="20093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ACTIV ADSL NON RISQUE</a:t>
            </a:r>
            <a:endParaRPr lang="fr-FR" sz="600" b="1" i="1"/>
          </a:p>
        </p:txBody>
      </p:sp>
      <p:sp>
        <p:nvSpPr>
          <p:cNvPr id="192" name="AutoShape 42"/>
          <p:cNvSpPr>
            <a:spLocks noChangeArrowheads="1"/>
          </p:cNvSpPr>
          <p:nvPr/>
        </p:nvSpPr>
        <p:spPr bwMode="auto">
          <a:xfrm>
            <a:off x="6171672" y="4435972"/>
            <a:ext cx="1370211" cy="16773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43000_ACTIV_ADSL_NON_RISQUE</a:t>
            </a:r>
          </a:p>
        </p:txBody>
      </p:sp>
      <p:sp>
        <p:nvSpPr>
          <p:cNvPr id="194" name="AutoShape 142"/>
          <p:cNvSpPr>
            <a:spLocks noChangeArrowheads="1"/>
          </p:cNvSpPr>
          <p:nvPr/>
        </p:nvSpPr>
        <p:spPr bwMode="auto">
          <a:xfrm>
            <a:off x="7935037" y="4989302"/>
            <a:ext cx="1116992"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ACTIV FTTB NON RISQUE</a:t>
            </a:r>
          </a:p>
        </p:txBody>
      </p:sp>
      <p:sp>
        <p:nvSpPr>
          <p:cNvPr id="195" name="AutoShape 208"/>
          <p:cNvSpPr>
            <a:spLocks noChangeArrowheads="1"/>
          </p:cNvSpPr>
          <p:nvPr/>
        </p:nvSpPr>
        <p:spPr bwMode="auto">
          <a:xfrm>
            <a:off x="6171671" y="5042625"/>
            <a:ext cx="1370212" cy="14511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43000_ACTIV_FTTB_NON_RISQUE</a:t>
            </a:r>
          </a:p>
        </p:txBody>
      </p:sp>
      <p:sp>
        <p:nvSpPr>
          <p:cNvPr id="196" name="AutoShape 142"/>
          <p:cNvSpPr>
            <a:spLocks noChangeArrowheads="1"/>
          </p:cNvSpPr>
          <p:nvPr/>
        </p:nvSpPr>
        <p:spPr bwMode="auto">
          <a:xfrm>
            <a:off x="7854462" y="4674395"/>
            <a:ext cx="1199149" cy="253959"/>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ACTIV FTTB MIG NON RISQUE</a:t>
            </a:r>
          </a:p>
        </p:txBody>
      </p:sp>
      <p:sp>
        <p:nvSpPr>
          <p:cNvPr id="197" name="AutoShape 208"/>
          <p:cNvSpPr>
            <a:spLocks noChangeArrowheads="1"/>
          </p:cNvSpPr>
          <p:nvPr/>
        </p:nvSpPr>
        <p:spPr bwMode="auto">
          <a:xfrm>
            <a:off x="6171671" y="4717722"/>
            <a:ext cx="1564447" cy="15842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43000_ACTIV_FTTB_MIG_NON_RISQUE</a:t>
            </a:r>
          </a:p>
        </p:txBody>
      </p:sp>
      <p:sp>
        <p:nvSpPr>
          <p:cNvPr id="198" name="AutoShape 142"/>
          <p:cNvSpPr>
            <a:spLocks noChangeArrowheads="1"/>
          </p:cNvSpPr>
          <p:nvPr/>
        </p:nvSpPr>
        <p:spPr bwMode="auto">
          <a:xfrm>
            <a:off x="8020467" y="5294228"/>
            <a:ext cx="1074018" cy="263526"/>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ACTIV FTTH NON RISQUE</a:t>
            </a:r>
          </a:p>
        </p:txBody>
      </p:sp>
      <p:sp>
        <p:nvSpPr>
          <p:cNvPr id="201" name="AutoShape 208"/>
          <p:cNvSpPr>
            <a:spLocks noChangeArrowheads="1"/>
          </p:cNvSpPr>
          <p:nvPr/>
        </p:nvSpPr>
        <p:spPr bwMode="auto">
          <a:xfrm>
            <a:off x="6179499" y="5343319"/>
            <a:ext cx="1377977" cy="16196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43000_ACTIV_FTTH_NON_RISQUE</a:t>
            </a:r>
          </a:p>
        </p:txBody>
      </p:sp>
      <p:sp>
        <p:nvSpPr>
          <p:cNvPr id="204" name="AutoShape 73"/>
          <p:cNvSpPr>
            <a:spLocks noChangeArrowheads="1"/>
          </p:cNvSpPr>
          <p:nvPr/>
        </p:nvSpPr>
        <p:spPr bwMode="auto">
          <a:xfrm>
            <a:off x="5257289" y="2805596"/>
            <a:ext cx="748468"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RACCO  15j ?</a:t>
            </a:r>
          </a:p>
        </p:txBody>
      </p:sp>
      <p:sp>
        <p:nvSpPr>
          <p:cNvPr id="206" name="Text Box 156"/>
          <p:cNvSpPr txBox="1">
            <a:spLocks noChangeArrowheads="1"/>
          </p:cNvSpPr>
          <p:nvPr/>
        </p:nvSpPr>
        <p:spPr bwMode="auto">
          <a:xfrm>
            <a:off x="6318030" y="3007538"/>
            <a:ext cx="78899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 ou Désactivé</a:t>
            </a:r>
          </a:p>
        </p:txBody>
      </p:sp>
      <p:sp>
        <p:nvSpPr>
          <p:cNvPr id="208" name="Text Box 156"/>
          <p:cNvSpPr txBox="1">
            <a:spLocks noChangeArrowheads="1"/>
          </p:cNvSpPr>
          <p:nvPr/>
        </p:nvSpPr>
        <p:spPr bwMode="auto">
          <a:xfrm>
            <a:off x="5566213" y="320022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256" name="Connecteur en angle 255"/>
          <p:cNvCxnSpPr>
            <a:stCxn id="362" idx="1"/>
            <a:endCxn id="204" idx="0"/>
          </p:cNvCxnSpPr>
          <p:nvPr/>
        </p:nvCxnSpPr>
        <p:spPr bwMode="auto">
          <a:xfrm rot="10800000" flipV="1">
            <a:off x="5631523" y="2148414"/>
            <a:ext cx="877654" cy="65718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 name="Text Box 157"/>
          <p:cNvSpPr txBox="1">
            <a:spLocks noChangeArrowheads="1"/>
          </p:cNvSpPr>
          <p:nvPr/>
        </p:nvSpPr>
        <p:spPr bwMode="auto">
          <a:xfrm>
            <a:off x="58635" y="545311"/>
            <a:ext cx="2739595" cy="646331"/>
          </a:xfrm>
          <a:prstGeom prst="rect">
            <a:avLst/>
          </a:prstGeom>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lvl="0"/>
            <a:r>
              <a:rPr lang="fr-FR" sz="600" b="1"/>
              <a:t>Eligibilité RISQUE / PAS RISQUE</a:t>
            </a:r>
          </a:p>
          <a:p>
            <a:pPr lvl="0"/>
            <a:r>
              <a:rPr lang="fr-FR" sz="600" u="sng"/>
              <a:t>Si CONV :</a:t>
            </a:r>
          </a:p>
          <a:p>
            <a:r>
              <a:rPr lang="fr-FR" sz="600"/>
              <a:t>RISQUE =&gt; Si marqueur C2OL = ME_RISQVAL  et value1 = 1 </a:t>
            </a:r>
          </a:p>
          <a:p>
            <a:r>
              <a:rPr lang="fr-FR" sz="600"/>
              <a:t>NON RISQUE =&gt; Si marqueur C2OL = ME_RISQVAL  et value1 &lt;&gt; 1 </a:t>
            </a:r>
          </a:p>
          <a:p>
            <a:r>
              <a:rPr lang="fr-FR" sz="600" u="sng"/>
              <a:t>Si NON CONV :</a:t>
            </a:r>
          </a:p>
          <a:p>
            <a:r>
              <a:rPr lang="fr-FR" sz="600"/>
              <a:t>RISQUE =&gt; Si marqueur C2OL = A_REENG_FIXE </a:t>
            </a:r>
          </a:p>
        </p:txBody>
      </p:sp>
      <p:sp>
        <p:nvSpPr>
          <p:cNvPr id="348" name="Text Box 156"/>
          <p:cNvSpPr txBox="1">
            <a:spLocks noChangeArrowheads="1"/>
          </p:cNvSpPr>
          <p:nvPr/>
        </p:nvSpPr>
        <p:spPr bwMode="auto">
          <a:xfrm>
            <a:off x="2796198" y="1589800"/>
            <a:ext cx="34817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ANC</a:t>
            </a:r>
          </a:p>
        </p:txBody>
      </p:sp>
      <p:sp>
        <p:nvSpPr>
          <p:cNvPr id="349" name="Text Box 156"/>
          <p:cNvSpPr txBox="1">
            <a:spLocks noChangeArrowheads="1"/>
          </p:cNvSpPr>
          <p:nvPr/>
        </p:nvSpPr>
        <p:spPr bwMode="auto">
          <a:xfrm>
            <a:off x="3590490" y="1592670"/>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CO</a:t>
            </a:r>
          </a:p>
        </p:txBody>
      </p:sp>
      <p:sp>
        <p:nvSpPr>
          <p:cNvPr id="353" name="Text Box 156"/>
          <p:cNvSpPr txBox="1">
            <a:spLocks noChangeArrowheads="1"/>
          </p:cNvSpPr>
          <p:nvPr/>
        </p:nvSpPr>
        <p:spPr bwMode="auto">
          <a:xfrm>
            <a:off x="5130626" y="1675115"/>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CO</a:t>
            </a:r>
          </a:p>
        </p:txBody>
      </p:sp>
      <p:sp>
        <p:nvSpPr>
          <p:cNvPr id="354" name="Text Box 156"/>
          <p:cNvSpPr txBox="1">
            <a:spLocks noChangeArrowheads="1"/>
          </p:cNvSpPr>
          <p:nvPr/>
        </p:nvSpPr>
        <p:spPr bwMode="auto">
          <a:xfrm>
            <a:off x="5780874" y="1671811"/>
            <a:ext cx="34817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ANC</a:t>
            </a:r>
          </a:p>
        </p:txBody>
      </p:sp>
      <p:sp>
        <p:nvSpPr>
          <p:cNvPr id="141" name="Text Box 156"/>
          <p:cNvSpPr txBox="1">
            <a:spLocks noChangeArrowheads="1"/>
          </p:cNvSpPr>
          <p:nvPr/>
        </p:nvSpPr>
        <p:spPr bwMode="auto">
          <a:xfrm>
            <a:off x="5873735" y="2619926"/>
            <a:ext cx="1713931" cy="276999"/>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DATE_MISE_EN_SERVICE - DAT_JOUR &lt; </a:t>
            </a:r>
          </a:p>
          <a:p>
            <a:pPr algn="ctr" eaLnBrk="1" hangingPunct="1">
              <a:defRPr/>
            </a:pPr>
            <a:r>
              <a:rPr lang="fr-FR" sz="600">
                <a:effectLst>
                  <a:outerShdw blurRad="38100" dist="38100" dir="2700000" algn="tl">
                    <a:srgbClr val="C0C0C0"/>
                  </a:outerShdw>
                </a:effectLst>
              </a:rPr>
              <a:t>(DATE_MISE_EN_SERVICE + 15j)</a:t>
            </a:r>
          </a:p>
        </p:txBody>
      </p:sp>
      <p:sp>
        <p:nvSpPr>
          <p:cNvPr id="154" name="ZoneTexte 153"/>
          <p:cNvSpPr txBox="1"/>
          <p:nvPr/>
        </p:nvSpPr>
        <p:spPr>
          <a:xfrm>
            <a:off x="6130559" y="4265255"/>
            <a:ext cx="864300" cy="184666"/>
          </a:xfrm>
          <a:prstGeom prst="rect">
            <a:avLst/>
          </a:prstGeom>
          <a:noFill/>
        </p:spPr>
        <p:txBody>
          <a:bodyPr wrap="square" rtlCol="0">
            <a:spAutoFit/>
          </a:bodyPr>
          <a:lstStyle/>
          <a:p>
            <a:r>
              <a:rPr lang="fr-FR" sz="600" b="1"/>
              <a:t>RECENT ADSL</a:t>
            </a:r>
          </a:p>
        </p:txBody>
      </p:sp>
      <p:sp>
        <p:nvSpPr>
          <p:cNvPr id="156" name="ZoneTexte 155"/>
          <p:cNvSpPr txBox="1"/>
          <p:nvPr/>
        </p:nvSpPr>
        <p:spPr>
          <a:xfrm>
            <a:off x="6141371" y="4887802"/>
            <a:ext cx="1339218" cy="184666"/>
          </a:xfrm>
          <a:prstGeom prst="rect">
            <a:avLst/>
          </a:prstGeom>
          <a:noFill/>
        </p:spPr>
        <p:txBody>
          <a:bodyPr wrap="square" rtlCol="0">
            <a:spAutoFit/>
          </a:bodyPr>
          <a:lstStyle/>
          <a:p>
            <a:r>
              <a:rPr lang="fr-FR" sz="600" b="1"/>
              <a:t>RECENT FTTB MIG</a:t>
            </a:r>
          </a:p>
        </p:txBody>
      </p:sp>
      <p:sp>
        <p:nvSpPr>
          <p:cNvPr id="158" name="ZoneTexte 157"/>
          <p:cNvSpPr txBox="1"/>
          <p:nvPr/>
        </p:nvSpPr>
        <p:spPr>
          <a:xfrm>
            <a:off x="6154736" y="5169304"/>
            <a:ext cx="1001553" cy="184666"/>
          </a:xfrm>
          <a:prstGeom prst="rect">
            <a:avLst/>
          </a:prstGeom>
          <a:noFill/>
        </p:spPr>
        <p:txBody>
          <a:bodyPr wrap="square" rtlCol="0">
            <a:spAutoFit/>
          </a:bodyPr>
          <a:lstStyle/>
          <a:p>
            <a:r>
              <a:rPr lang="fr-FR" sz="600" b="1"/>
              <a:t>RECENT FTTB</a:t>
            </a:r>
          </a:p>
        </p:txBody>
      </p:sp>
      <p:sp>
        <p:nvSpPr>
          <p:cNvPr id="159" name="ZoneTexte 158"/>
          <p:cNvSpPr txBox="1"/>
          <p:nvPr/>
        </p:nvSpPr>
        <p:spPr>
          <a:xfrm>
            <a:off x="6179499" y="5481674"/>
            <a:ext cx="1001553" cy="184666"/>
          </a:xfrm>
          <a:prstGeom prst="rect">
            <a:avLst/>
          </a:prstGeom>
          <a:noFill/>
        </p:spPr>
        <p:txBody>
          <a:bodyPr wrap="square" rtlCol="0">
            <a:spAutoFit/>
          </a:bodyPr>
          <a:lstStyle/>
          <a:p>
            <a:r>
              <a:rPr lang="fr-FR" sz="600" b="1"/>
              <a:t>RECENT FTTH</a:t>
            </a:r>
          </a:p>
        </p:txBody>
      </p:sp>
      <p:sp>
        <p:nvSpPr>
          <p:cNvPr id="151" name="AutoShape 142"/>
          <p:cNvSpPr>
            <a:spLocks noChangeArrowheads="1"/>
          </p:cNvSpPr>
          <p:nvPr/>
        </p:nvSpPr>
        <p:spPr bwMode="auto">
          <a:xfrm>
            <a:off x="112165" y="4521092"/>
            <a:ext cx="873224" cy="278541"/>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WCB FCT CONV FIXE</a:t>
            </a:r>
            <a:endParaRPr lang="fr-FR" sz="600" i="1"/>
          </a:p>
        </p:txBody>
      </p:sp>
      <p:sp>
        <p:nvSpPr>
          <p:cNvPr id="152" name="AutoShape 42"/>
          <p:cNvSpPr>
            <a:spLocks noChangeArrowheads="1"/>
          </p:cNvSpPr>
          <p:nvPr/>
        </p:nvSpPr>
        <p:spPr bwMode="auto">
          <a:xfrm>
            <a:off x="2064108" y="4570659"/>
            <a:ext cx="1101853" cy="18958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43000_WCB_FCT_CONV_FIXE</a:t>
            </a:r>
          </a:p>
        </p:txBody>
      </p:sp>
      <p:cxnSp>
        <p:nvCxnSpPr>
          <p:cNvPr id="153" name="AutoShape 10"/>
          <p:cNvCxnSpPr>
            <a:cxnSpLocks noChangeShapeType="1"/>
            <a:stCxn id="152" idx="1"/>
            <a:endCxn id="151" idx="3"/>
          </p:cNvCxnSpPr>
          <p:nvPr/>
        </p:nvCxnSpPr>
        <p:spPr bwMode="auto">
          <a:xfrm flipH="1" flipV="1">
            <a:off x="985389" y="4660363"/>
            <a:ext cx="1078719" cy="5086"/>
          </a:xfrm>
          <a:prstGeom prst="straightConnector1">
            <a:avLst/>
          </a:prstGeom>
          <a:noFill/>
          <a:ln w="9525">
            <a:solidFill>
              <a:srgbClr val="3366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Connecteur droit avec flèche 285"/>
          <p:cNvCxnSpPr>
            <a:cxnSpLocks/>
            <a:stCxn id="131" idx="3"/>
            <a:endCxn id="276" idx="1"/>
          </p:cNvCxnSpPr>
          <p:nvPr/>
        </p:nvCxnSpPr>
        <p:spPr bwMode="auto">
          <a:xfrm>
            <a:off x="7382081" y="6712638"/>
            <a:ext cx="764685" cy="141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Connecteur droit 95"/>
          <p:cNvCxnSpPr>
            <a:stCxn id="317" idx="3"/>
            <a:endCxn id="310" idx="1"/>
          </p:cNvCxnSpPr>
          <p:nvPr/>
        </p:nvCxnSpPr>
        <p:spPr bwMode="auto">
          <a:xfrm>
            <a:off x="7468012" y="3880797"/>
            <a:ext cx="715153" cy="33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Connecteur droit 98"/>
          <p:cNvCxnSpPr>
            <a:stCxn id="122" idx="3"/>
            <a:endCxn id="121" idx="1"/>
          </p:cNvCxnSpPr>
          <p:nvPr/>
        </p:nvCxnSpPr>
        <p:spPr bwMode="auto">
          <a:xfrm flipV="1">
            <a:off x="7280905" y="4183100"/>
            <a:ext cx="914706" cy="24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Connecteur droit 100"/>
          <p:cNvCxnSpPr>
            <a:stCxn id="192" idx="3"/>
            <a:endCxn id="184" idx="1"/>
          </p:cNvCxnSpPr>
          <p:nvPr/>
        </p:nvCxnSpPr>
        <p:spPr bwMode="auto">
          <a:xfrm>
            <a:off x="7541883" y="4519841"/>
            <a:ext cx="393153" cy="24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Connecteur droit 104"/>
          <p:cNvCxnSpPr>
            <a:cxnSpLocks/>
            <a:stCxn id="127" idx="3"/>
            <a:endCxn id="134" idx="1"/>
          </p:cNvCxnSpPr>
          <p:nvPr/>
        </p:nvCxnSpPr>
        <p:spPr bwMode="auto">
          <a:xfrm>
            <a:off x="7349755" y="6479456"/>
            <a:ext cx="789426" cy="118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Connecteur droit 107"/>
          <p:cNvCxnSpPr>
            <a:stCxn id="330" idx="3"/>
            <a:endCxn id="327" idx="1"/>
          </p:cNvCxnSpPr>
          <p:nvPr/>
        </p:nvCxnSpPr>
        <p:spPr bwMode="auto">
          <a:xfrm>
            <a:off x="7407972" y="3591373"/>
            <a:ext cx="776776" cy="24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Connecteur droit 109"/>
          <p:cNvCxnSpPr>
            <a:stCxn id="125" idx="3"/>
            <a:endCxn id="129" idx="1"/>
          </p:cNvCxnSpPr>
          <p:nvPr/>
        </p:nvCxnSpPr>
        <p:spPr bwMode="auto">
          <a:xfrm>
            <a:off x="7336991" y="6104338"/>
            <a:ext cx="820851" cy="379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Connecteur droit 114"/>
          <p:cNvCxnSpPr>
            <a:stCxn id="126" idx="3"/>
            <a:endCxn id="119" idx="1"/>
          </p:cNvCxnSpPr>
          <p:nvPr/>
        </p:nvCxnSpPr>
        <p:spPr bwMode="auto">
          <a:xfrm>
            <a:off x="7362493" y="5749152"/>
            <a:ext cx="811199"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Connecteur droit 134"/>
          <p:cNvCxnSpPr>
            <a:stCxn id="201" idx="3"/>
            <a:endCxn id="198" idx="1"/>
          </p:cNvCxnSpPr>
          <p:nvPr/>
        </p:nvCxnSpPr>
        <p:spPr bwMode="auto">
          <a:xfrm>
            <a:off x="7557476" y="5424301"/>
            <a:ext cx="462991" cy="16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Connecteur droit 142"/>
          <p:cNvCxnSpPr>
            <a:stCxn id="195" idx="3"/>
            <a:endCxn id="194" idx="1"/>
          </p:cNvCxnSpPr>
          <p:nvPr/>
        </p:nvCxnSpPr>
        <p:spPr bwMode="auto">
          <a:xfrm flipV="1">
            <a:off x="7541883" y="5114397"/>
            <a:ext cx="393154" cy="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Connecteur droit 359"/>
          <p:cNvCxnSpPr>
            <a:stCxn id="197" idx="3"/>
            <a:endCxn id="196" idx="1"/>
          </p:cNvCxnSpPr>
          <p:nvPr/>
        </p:nvCxnSpPr>
        <p:spPr bwMode="auto">
          <a:xfrm>
            <a:off x="7736118" y="4796936"/>
            <a:ext cx="118344" cy="443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Connecteur droit 221"/>
          <p:cNvCxnSpPr/>
          <p:nvPr/>
        </p:nvCxnSpPr>
        <p:spPr bwMode="auto">
          <a:xfrm>
            <a:off x="4990042" y="5162663"/>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3" name="Connecteur en angle 502"/>
          <p:cNvCxnSpPr>
            <a:stCxn id="152" idx="3"/>
            <a:endCxn id="214" idx="2"/>
          </p:cNvCxnSpPr>
          <p:nvPr/>
        </p:nvCxnSpPr>
        <p:spPr bwMode="auto">
          <a:xfrm flipV="1">
            <a:off x="3165961" y="3237456"/>
            <a:ext cx="547445" cy="1427993"/>
          </a:xfrm>
          <a:prstGeom prst="bentConnector2">
            <a:avLst/>
          </a:prstGeom>
          <a:solidFill>
            <a:schemeClr val="accent1"/>
          </a:solidFill>
          <a:ln w="9525" cap="flat" cmpd="sng" algn="ctr">
            <a:solidFill>
              <a:srgbClr val="3333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7" name="AutoShape 208"/>
          <p:cNvSpPr>
            <a:spLocks noChangeArrowheads="1"/>
          </p:cNvSpPr>
          <p:nvPr/>
        </p:nvSpPr>
        <p:spPr bwMode="auto">
          <a:xfrm rot="7616294" flipV="1">
            <a:off x="4576244" y="3528982"/>
            <a:ext cx="1137801" cy="12478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43000_ADMIN_HO_COM</a:t>
            </a:r>
          </a:p>
        </p:txBody>
      </p:sp>
      <p:sp>
        <p:nvSpPr>
          <p:cNvPr id="185" name="AutoShape 31">
            <a:hlinkClick r:id="" action="ppaction://noaction"/>
          </p:cNvPr>
          <p:cNvSpPr>
            <a:spLocks noChangeArrowheads="1"/>
          </p:cNvSpPr>
          <p:nvPr/>
        </p:nvSpPr>
        <p:spPr bwMode="auto">
          <a:xfrm>
            <a:off x="1089214" y="4570659"/>
            <a:ext cx="885386" cy="15306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WCB_FCT_CONV_FIXE</a:t>
            </a:r>
            <a:endParaRPr lang="fr-FR" sz="600">
              <a:solidFill>
                <a:srgbClr val="D31E05"/>
              </a:solidFill>
            </a:endParaRPr>
          </a:p>
        </p:txBody>
      </p:sp>
      <p:cxnSp>
        <p:nvCxnSpPr>
          <p:cNvPr id="5" name="Connecteur droit 4"/>
          <p:cNvCxnSpPr>
            <a:stCxn id="306" idx="3"/>
            <a:endCxn id="303" idx="1"/>
          </p:cNvCxnSpPr>
          <p:nvPr/>
        </p:nvCxnSpPr>
        <p:spPr bwMode="auto">
          <a:xfrm flipV="1">
            <a:off x="7220789" y="3314758"/>
            <a:ext cx="1012656" cy="99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AutoShape 14"/>
          <p:cNvSpPr>
            <a:spLocks noChangeArrowheads="1"/>
          </p:cNvSpPr>
          <p:nvPr/>
        </p:nvSpPr>
        <p:spPr bwMode="auto">
          <a:xfrm>
            <a:off x="1944412" y="2059172"/>
            <a:ext cx="1121512" cy="1231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43000_ADMIN_WCB_ANC</a:t>
            </a:r>
          </a:p>
        </p:txBody>
      </p:sp>
      <p:sp>
        <p:nvSpPr>
          <p:cNvPr id="170" name="AutoShape 14"/>
          <p:cNvSpPr>
            <a:spLocks noChangeArrowheads="1"/>
          </p:cNvSpPr>
          <p:nvPr/>
        </p:nvSpPr>
        <p:spPr bwMode="auto">
          <a:xfrm>
            <a:off x="4672544" y="4176635"/>
            <a:ext cx="772754" cy="12085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43000_ADMIN_CO</a:t>
            </a:r>
          </a:p>
        </p:txBody>
      </p:sp>
      <p:sp>
        <p:nvSpPr>
          <p:cNvPr id="171" name="AutoShape 14"/>
          <p:cNvSpPr>
            <a:spLocks noChangeArrowheads="1"/>
          </p:cNvSpPr>
          <p:nvPr/>
        </p:nvSpPr>
        <p:spPr bwMode="auto">
          <a:xfrm>
            <a:off x="5233103" y="2214673"/>
            <a:ext cx="797114" cy="12572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43000_ADMIN_ANC</a:t>
            </a:r>
          </a:p>
        </p:txBody>
      </p:sp>
      <p:sp>
        <p:nvSpPr>
          <p:cNvPr id="183" name="AutoShape 31">
            <a:hlinkClick r:id="" action="ppaction://noaction"/>
          </p:cNvPr>
          <p:cNvSpPr>
            <a:spLocks noChangeArrowheads="1"/>
          </p:cNvSpPr>
          <p:nvPr/>
        </p:nvSpPr>
        <p:spPr bwMode="auto">
          <a:xfrm>
            <a:off x="4616832" y="4357588"/>
            <a:ext cx="885386" cy="15306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D31E05"/>
                </a:solidFill>
              </a:rPr>
              <a:t>ADMIN_CO</a:t>
            </a:r>
          </a:p>
        </p:txBody>
      </p:sp>
      <p:sp>
        <p:nvSpPr>
          <p:cNvPr id="187" name="AutoShape 31">
            <a:hlinkClick r:id="" action="ppaction://noaction"/>
          </p:cNvPr>
          <p:cNvSpPr>
            <a:spLocks noChangeArrowheads="1"/>
          </p:cNvSpPr>
          <p:nvPr/>
        </p:nvSpPr>
        <p:spPr bwMode="auto">
          <a:xfrm>
            <a:off x="2714012" y="2343977"/>
            <a:ext cx="885386" cy="15306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00B050"/>
                </a:solidFill>
              </a:rPr>
              <a:t>ADMIN_ANC</a:t>
            </a:r>
          </a:p>
        </p:txBody>
      </p:sp>
      <p:sp>
        <p:nvSpPr>
          <p:cNvPr id="188" name="AutoShape 31">
            <a:hlinkClick r:id="" action="ppaction://noaction"/>
          </p:cNvPr>
          <p:cNvSpPr>
            <a:spLocks noChangeArrowheads="1"/>
          </p:cNvSpPr>
          <p:nvPr/>
        </p:nvSpPr>
        <p:spPr bwMode="auto">
          <a:xfrm>
            <a:off x="5208002" y="2400984"/>
            <a:ext cx="885386" cy="15306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00B050"/>
                </a:solidFill>
              </a:rPr>
              <a:t>ADMIN_ANC</a:t>
            </a:r>
          </a:p>
        </p:txBody>
      </p:sp>
      <p:sp>
        <p:nvSpPr>
          <p:cNvPr id="149" name="AutoShape 131"/>
          <p:cNvSpPr>
            <a:spLocks noChangeArrowheads="1"/>
          </p:cNvSpPr>
          <p:nvPr/>
        </p:nvSpPr>
        <p:spPr bwMode="auto">
          <a:xfrm>
            <a:off x="4836314" y="5326669"/>
            <a:ext cx="466725" cy="37819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55" name="AutoShape 131"/>
          <p:cNvSpPr>
            <a:spLocks noChangeArrowheads="1"/>
          </p:cNvSpPr>
          <p:nvPr/>
        </p:nvSpPr>
        <p:spPr bwMode="auto">
          <a:xfrm>
            <a:off x="5400502" y="3930596"/>
            <a:ext cx="466725" cy="37819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57" name="AutoShape 131"/>
          <p:cNvSpPr>
            <a:spLocks noChangeArrowheads="1"/>
          </p:cNvSpPr>
          <p:nvPr/>
        </p:nvSpPr>
        <p:spPr bwMode="auto">
          <a:xfrm>
            <a:off x="5914121" y="2826207"/>
            <a:ext cx="466725" cy="37819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62" name="AutoShape 131"/>
          <p:cNvSpPr>
            <a:spLocks noChangeArrowheads="1"/>
          </p:cNvSpPr>
          <p:nvPr/>
        </p:nvSpPr>
        <p:spPr bwMode="auto">
          <a:xfrm>
            <a:off x="2942976" y="2681726"/>
            <a:ext cx="466725" cy="378198"/>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65" name="AutoShape 208"/>
          <p:cNvSpPr>
            <a:spLocks noChangeArrowheads="1"/>
          </p:cNvSpPr>
          <p:nvPr/>
        </p:nvSpPr>
        <p:spPr bwMode="auto">
          <a:xfrm rot="7616294" flipV="1">
            <a:off x="4027547" y="3457642"/>
            <a:ext cx="1137801" cy="12478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43000_ADMIN_HNO_COM</a:t>
            </a:r>
          </a:p>
        </p:txBody>
      </p:sp>
      <p:sp>
        <p:nvSpPr>
          <p:cNvPr id="11" name="AutoShape 282">
            <a:extLst>
              <a:ext uri="{FF2B5EF4-FFF2-40B4-BE49-F238E27FC236}">
                <a16:creationId xmlns:a16="http://schemas.microsoft.com/office/drawing/2014/main" id="{09487A38-C94A-7139-4433-06E81E6BCADA}"/>
              </a:ext>
            </a:extLst>
          </p:cNvPr>
          <p:cNvSpPr>
            <a:spLocks noChangeArrowheads="1"/>
          </p:cNvSpPr>
          <p:nvPr/>
        </p:nvSpPr>
        <p:spPr bwMode="auto">
          <a:xfrm>
            <a:off x="5276206" y="5587906"/>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a:t>
            </a:r>
          </a:p>
          <a:p>
            <a:pPr algn="ctr" eaLnBrk="0" hangingPunct="0"/>
            <a:r>
              <a:rPr lang="fr-FR" sz="500">
                <a:solidFill>
                  <a:srgbClr val="FFFFFF"/>
                </a:solidFill>
              </a:rPr>
              <a:t>CONV </a:t>
            </a:r>
          </a:p>
          <a:p>
            <a:pPr algn="ctr" eaLnBrk="0" hangingPunct="0"/>
            <a:r>
              <a:rPr lang="fr-FR" sz="500">
                <a:solidFill>
                  <a:srgbClr val="FFFFFF"/>
                </a:solidFill>
              </a:rPr>
              <a:t>RISQUE</a:t>
            </a:r>
          </a:p>
        </p:txBody>
      </p:sp>
      <p:sp>
        <p:nvSpPr>
          <p:cNvPr id="12" name="AutoShape 282">
            <a:extLst>
              <a:ext uri="{FF2B5EF4-FFF2-40B4-BE49-F238E27FC236}">
                <a16:creationId xmlns:a16="http://schemas.microsoft.com/office/drawing/2014/main" id="{CBF920C3-DC4E-28C7-2091-BE355FA8FDDD}"/>
              </a:ext>
            </a:extLst>
          </p:cNvPr>
          <p:cNvSpPr>
            <a:spLocks noChangeArrowheads="1"/>
          </p:cNvSpPr>
          <p:nvPr/>
        </p:nvSpPr>
        <p:spPr bwMode="auto">
          <a:xfrm>
            <a:off x="5276206" y="5924409"/>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CONV</a:t>
            </a:r>
          </a:p>
        </p:txBody>
      </p:sp>
      <p:sp>
        <p:nvSpPr>
          <p:cNvPr id="13" name="AutoShape 282">
            <a:extLst>
              <a:ext uri="{FF2B5EF4-FFF2-40B4-BE49-F238E27FC236}">
                <a16:creationId xmlns:a16="http://schemas.microsoft.com/office/drawing/2014/main" id="{1B1A816F-9771-06ED-48B2-956F6DFA5D27}"/>
              </a:ext>
            </a:extLst>
          </p:cNvPr>
          <p:cNvSpPr>
            <a:spLocks noChangeArrowheads="1"/>
          </p:cNvSpPr>
          <p:nvPr/>
        </p:nvSpPr>
        <p:spPr bwMode="auto">
          <a:xfrm>
            <a:off x="5297337" y="6319995"/>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sp>
        <p:nvSpPr>
          <p:cNvPr id="14" name="ZoneTexte 13">
            <a:extLst>
              <a:ext uri="{FF2B5EF4-FFF2-40B4-BE49-F238E27FC236}">
                <a16:creationId xmlns:a16="http://schemas.microsoft.com/office/drawing/2014/main" id="{C64E26AA-172D-EFF2-03A9-8E14931ECF89}"/>
              </a:ext>
            </a:extLst>
          </p:cNvPr>
          <p:cNvSpPr txBox="1"/>
          <p:nvPr/>
        </p:nvSpPr>
        <p:spPr>
          <a:xfrm>
            <a:off x="5599907" y="5504812"/>
            <a:ext cx="428322" cy="200055"/>
          </a:xfrm>
          <a:prstGeom prst="rect">
            <a:avLst/>
          </a:prstGeom>
          <a:noFill/>
        </p:spPr>
        <p:txBody>
          <a:bodyPr wrap="none" rtlCol="0">
            <a:spAutoFit/>
          </a:bodyPr>
          <a:lstStyle/>
          <a:p>
            <a:r>
              <a:rPr lang="fr-FR" sz="700"/>
              <a:t>Activé</a:t>
            </a:r>
          </a:p>
        </p:txBody>
      </p:sp>
      <p:sp>
        <p:nvSpPr>
          <p:cNvPr id="15" name="ZoneTexte 14">
            <a:extLst>
              <a:ext uri="{FF2B5EF4-FFF2-40B4-BE49-F238E27FC236}">
                <a16:creationId xmlns:a16="http://schemas.microsoft.com/office/drawing/2014/main" id="{D07C0200-1678-A2DC-1FC8-FE555AC8CEEE}"/>
              </a:ext>
            </a:extLst>
          </p:cNvPr>
          <p:cNvSpPr txBox="1"/>
          <p:nvPr/>
        </p:nvSpPr>
        <p:spPr>
          <a:xfrm>
            <a:off x="5650695" y="6310186"/>
            <a:ext cx="428322" cy="200055"/>
          </a:xfrm>
          <a:prstGeom prst="rect">
            <a:avLst/>
          </a:prstGeom>
          <a:noFill/>
        </p:spPr>
        <p:txBody>
          <a:bodyPr wrap="none" rtlCol="0">
            <a:spAutoFit/>
          </a:bodyPr>
          <a:lstStyle/>
          <a:p>
            <a:r>
              <a:rPr lang="fr-FR" sz="700"/>
              <a:t>Activé</a:t>
            </a:r>
          </a:p>
        </p:txBody>
      </p:sp>
      <p:sp>
        <p:nvSpPr>
          <p:cNvPr id="17" name="ZoneTexte 16">
            <a:extLst>
              <a:ext uri="{FF2B5EF4-FFF2-40B4-BE49-F238E27FC236}">
                <a16:creationId xmlns:a16="http://schemas.microsoft.com/office/drawing/2014/main" id="{6476F97D-144A-3FD6-E284-66CB4C4706BB}"/>
              </a:ext>
            </a:extLst>
          </p:cNvPr>
          <p:cNvSpPr txBox="1"/>
          <p:nvPr/>
        </p:nvSpPr>
        <p:spPr>
          <a:xfrm>
            <a:off x="5595453" y="5883815"/>
            <a:ext cx="428322" cy="200055"/>
          </a:xfrm>
          <a:prstGeom prst="rect">
            <a:avLst/>
          </a:prstGeom>
          <a:noFill/>
        </p:spPr>
        <p:txBody>
          <a:bodyPr wrap="none" rtlCol="0">
            <a:spAutoFit/>
          </a:bodyPr>
          <a:lstStyle/>
          <a:p>
            <a:r>
              <a:rPr lang="fr-FR" sz="700"/>
              <a:t>Activé</a:t>
            </a:r>
          </a:p>
        </p:txBody>
      </p:sp>
      <p:sp>
        <p:nvSpPr>
          <p:cNvPr id="18" name="ZoneTexte 17">
            <a:extLst>
              <a:ext uri="{FF2B5EF4-FFF2-40B4-BE49-F238E27FC236}">
                <a16:creationId xmlns:a16="http://schemas.microsoft.com/office/drawing/2014/main" id="{ECAF073F-588F-99E8-B80E-4A22B2929698}"/>
              </a:ext>
            </a:extLst>
          </p:cNvPr>
          <p:cNvSpPr txBox="1"/>
          <p:nvPr/>
        </p:nvSpPr>
        <p:spPr>
          <a:xfrm>
            <a:off x="4988811" y="6554801"/>
            <a:ext cx="577402" cy="200055"/>
          </a:xfrm>
          <a:prstGeom prst="rect">
            <a:avLst/>
          </a:prstGeom>
          <a:noFill/>
        </p:spPr>
        <p:txBody>
          <a:bodyPr wrap="none" rtlCol="0">
            <a:spAutoFit/>
          </a:bodyPr>
          <a:lstStyle/>
          <a:p>
            <a:r>
              <a:rPr lang="fr-FR" sz="700"/>
              <a:t>Désactivé</a:t>
            </a:r>
          </a:p>
        </p:txBody>
      </p:sp>
      <p:sp>
        <p:nvSpPr>
          <p:cNvPr id="25" name="ZoneTexte 24">
            <a:extLst>
              <a:ext uri="{FF2B5EF4-FFF2-40B4-BE49-F238E27FC236}">
                <a16:creationId xmlns:a16="http://schemas.microsoft.com/office/drawing/2014/main" id="{81476B7A-933B-5845-582F-62B742EE8738}"/>
              </a:ext>
            </a:extLst>
          </p:cNvPr>
          <p:cNvSpPr txBox="1"/>
          <p:nvPr/>
        </p:nvSpPr>
        <p:spPr>
          <a:xfrm>
            <a:off x="6171671" y="5854480"/>
            <a:ext cx="571655" cy="276999"/>
          </a:xfrm>
          <a:prstGeom prst="rect">
            <a:avLst/>
          </a:prstGeom>
          <a:noFill/>
        </p:spPr>
        <p:txBody>
          <a:bodyPr wrap="square" rtlCol="0">
            <a:spAutoFit/>
          </a:bodyPr>
          <a:lstStyle/>
          <a:p>
            <a:r>
              <a:rPr lang="fr-FR" sz="600" b="1"/>
              <a:t>CONV	</a:t>
            </a:r>
          </a:p>
        </p:txBody>
      </p:sp>
      <p:cxnSp>
        <p:nvCxnSpPr>
          <p:cNvPr id="36" name="Connecteur : en angle 35">
            <a:extLst>
              <a:ext uri="{FF2B5EF4-FFF2-40B4-BE49-F238E27FC236}">
                <a16:creationId xmlns:a16="http://schemas.microsoft.com/office/drawing/2014/main" id="{2EE84E43-48B2-8614-8067-2A9DAF4681D1}"/>
              </a:ext>
            </a:extLst>
          </p:cNvPr>
          <p:cNvCxnSpPr>
            <a:stCxn id="149" idx="2"/>
            <a:endCxn id="11" idx="1"/>
          </p:cNvCxnSpPr>
          <p:nvPr/>
        </p:nvCxnSpPr>
        <p:spPr bwMode="auto">
          <a:xfrm rot="16200000" flipH="1">
            <a:off x="5151691" y="5622852"/>
            <a:ext cx="42500" cy="2065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 en angle 40">
            <a:extLst>
              <a:ext uri="{FF2B5EF4-FFF2-40B4-BE49-F238E27FC236}">
                <a16:creationId xmlns:a16="http://schemas.microsoft.com/office/drawing/2014/main" id="{8A2FFE0C-429F-72D5-0AA6-8B7F0978786C}"/>
              </a:ext>
            </a:extLst>
          </p:cNvPr>
          <p:cNvCxnSpPr>
            <a:stCxn id="149" idx="2"/>
            <a:endCxn id="12" idx="1"/>
          </p:cNvCxnSpPr>
          <p:nvPr/>
        </p:nvCxnSpPr>
        <p:spPr bwMode="auto">
          <a:xfrm rot="16200000" flipH="1">
            <a:off x="4983440" y="5791103"/>
            <a:ext cx="379003" cy="2065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 en angle 42">
            <a:extLst>
              <a:ext uri="{FF2B5EF4-FFF2-40B4-BE49-F238E27FC236}">
                <a16:creationId xmlns:a16="http://schemas.microsoft.com/office/drawing/2014/main" id="{DBEC42C2-CBCD-00C0-E0F0-68E732B4FD58}"/>
              </a:ext>
            </a:extLst>
          </p:cNvPr>
          <p:cNvCxnSpPr>
            <a:stCxn id="149" idx="2"/>
            <a:endCxn id="13" idx="1"/>
          </p:cNvCxnSpPr>
          <p:nvPr/>
        </p:nvCxnSpPr>
        <p:spPr bwMode="auto">
          <a:xfrm rot="16200000" flipH="1">
            <a:off x="4796213" y="5978331"/>
            <a:ext cx="774589" cy="22766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eur droit 47">
            <a:extLst>
              <a:ext uri="{FF2B5EF4-FFF2-40B4-BE49-F238E27FC236}">
                <a16:creationId xmlns:a16="http://schemas.microsoft.com/office/drawing/2014/main" id="{B18BC142-D085-D293-D2F2-769C11D05460}"/>
              </a:ext>
            </a:extLst>
          </p:cNvPr>
          <p:cNvCxnSpPr>
            <a:stCxn id="11" idx="3"/>
            <a:endCxn id="126" idx="1"/>
          </p:cNvCxnSpPr>
          <p:nvPr/>
        </p:nvCxnSpPr>
        <p:spPr bwMode="auto">
          <a:xfrm>
            <a:off x="5716670" y="5747367"/>
            <a:ext cx="427025" cy="1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droit 49">
            <a:extLst>
              <a:ext uri="{FF2B5EF4-FFF2-40B4-BE49-F238E27FC236}">
                <a16:creationId xmlns:a16="http://schemas.microsoft.com/office/drawing/2014/main" id="{D4DFC594-9E34-8407-EFC5-F34AE914BE86}"/>
              </a:ext>
            </a:extLst>
          </p:cNvPr>
          <p:cNvCxnSpPr>
            <a:stCxn id="12" idx="3"/>
            <a:endCxn id="125" idx="1"/>
          </p:cNvCxnSpPr>
          <p:nvPr/>
        </p:nvCxnSpPr>
        <p:spPr bwMode="auto">
          <a:xfrm>
            <a:off x="5716670" y="6083870"/>
            <a:ext cx="426998" cy="204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Connecteur droit 54">
            <a:extLst>
              <a:ext uri="{FF2B5EF4-FFF2-40B4-BE49-F238E27FC236}">
                <a16:creationId xmlns:a16="http://schemas.microsoft.com/office/drawing/2014/main" id="{2D70E827-5608-63A3-9071-F2A94109D853}"/>
              </a:ext>
            </a:extLst>
          </p:cNvPr>
          <p:cNvCxnSpPr>
            <a:stCxn id="13" idx="3"/>
            <a:endCxn id="127" idx="1"/>
          </p:cNvCxnSpPr>
          <p:nvPr/>
        </p:nvCxnSpPr>
        <p:spPr bwMode="auto">
          <a:xfrm>
            <a:off x="5737801" y="6479456"/>
            <a:ext cx="418631"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6" name="Connecteur : en angle 455">
            <a:extLst>
              <a:ext uri="{FF2B5EF4-FFF2-40B4-BE49-F238E27FC236}">
                <a16:creationId xmlns:a16="http://schemas.microsoft.com/office/drawing/2014/main" id="{17EF8722-2EF5-A42C-1E20-8B933B2A9611}"/>
              </a:ext>
            </a:extLst>
          </p:cNvPr>
          <p:cNvCxnSpPr>
            <a:stCxn id="149" idx="2"/>
            <a:endCxn id="131" idx="1"/>
          </p:cNvCxnSpPr>
          <p:nvPr/>
        </p:nvCxnSpPr>
        <p:spPr bwMode="auto">
          <a:xfrm rot="16200000" flipH="1">
            <a:off x="5125332" y="5649211"/>
            <a:ext cx="1007771" cy="111908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3A7BF399-E930-E548-218D-5F1BF243E5C0}"/>
              </a:ext>
            </a:extLst>
          </p:cNvPr>
          <p:cNvSpPr txBox="1"/>
          <p:nvPr/>
        </p:nvSpPr>
        <p:spPr>
          <a:xfrm>
            <a:off x="5924761" y="1195601"/>
            <a:ext cx="3177164"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cxnSp>
        <p:nvCxnSpPr>
          <p:cNvPr id="7" name="Connecteur droit 6">
            <a:extLst>
              <a:ext uri="{FF2B5EF4-FFF2-40B4-BE49-F238E27FC236}">
                <a16:creationId xmlns:a16="http://schemas.microsoft.com/office/drawing/2014/main" id="{8E9DFC80-3FDD-6DB4-2F9D-427E3B89DC42}"/>
              </a:ext>
            </a:extLst>
          </p:cNvPr>
          <p:cNvCxnSpPr>
            <a:cxnSpLocks/>
            <a:stCxn id="117" idx="2"/>
            <a:endCxn id="170" idx="0"/>
          </p:cNvCxnSpPr>
          <p:nvPr/>
        </p:nvCxnSpPr>
        <p:spPr bwMode="auto">
          <a:xfrm>
            <a:off x="5052453" y="2997406"/>
            <a:ext cx="6468" cy="11792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18">
            <a:extLst>
              <a:ext uri="{FF2B5EF4-FFF2-40B4-BE49-F238E27FC236}">
                <a16:creationId xmlns:a16="http://schemas.microsoft.com/office/drawing/2014/main" id="{03A6AB18-4591-D64C-9F6C-92442B78B180}"/>
              </a:ext>
            </a:extLst>
          </p:cNvPr>
          <p:cNvCxnSpPr>
            <a:cxnSpLocks/>
            <a:stCxn id="170" idx="2"/>
            <a:endCxn id="183" idx="0"/>
          </p:cNvCxnSpPr>
          <p:nvPr/>
        </p:nvCxnSpPr>
        <p:spPr bwMode="auto">
          <a:xfrm>
            <a:off x="5058921" y="4297487"/>
            <a:ext cx="604" cy="601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AutoShape 98">
            <a:hlinkClick r:id="rId5" action="ppaction://hlinksldjump"/>
            <a:extLst>
              <a:ext uri="{FF2B5EF4-FFF2-40B4-BE49-F238E27FC236}">
                <a16:creationId xmlns:a16="http://schemas.microsoft.com/office/drawing/2014/main" id="{B357FB82-A34B-BBC9-77B4-9B19BB52F04C}"/>
              </a:ext>
            </a:extLst>
          </p:cNvPr>
          <p:cNvSpPr>
            <a:spLocks noChangeArrowheads="1"/>
          </p:cNvSpPr>
          <p:nvPr/>
        </p:nvSpPr>
        <p:spPr bwMode="auto">
          <a:xfrm rot="10800000">
            <a:off x="3806666" y="549579"/>
            <a:ext cx="831424" cy="31698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ADMINISTRATIF</a:t>
            </a:r>
          </a:p>
        </p:txBody>
      </p:sp>
      <p:cxnSp>
        <p:nvCxnSpPr>
          <p:cNvPr id="8" name="Connecteur : en angle 7">
            <a:extLst>
              <a:ext uri="{FF2B5EF4-FFF2-40B4-BE49-F238E27FC236}">
                <a16:creationId xmlns:a16="http://schemas.microsoft.com/office/drawing/2014/main" id="{E3503BA7-91FD-0EAF-BA8C-76DC5A35A179}"/>
              </a:ext>
            </a:extLst>
          </p:cNvPr>
          <p:cNvCxnSpPr>
            <a:stCxn id="28" idx="0"/>
            <a:endCxn id="128" idx="0"/>
          </p:cNvCxnSpPr>
          <p:nvPr/>
        </p:nvCxnSpPr>
        <p:spPr bwMode="auto">
          <a:xfrm rot="16200000" flipH="1">
            <a:off x="4040612" y="1048326"/>
            <a:ext cx="397777" cy="3424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AutoShape 42">
            <a:extLst>
              <a:ext uri="{FF2B5EF4-FFF2-40B4-BE49-F238E27FC236}">
                <a16:creationId xmlns:a16="http://schemas.microsoft.com/office/drawing/2014/main" id="{A7959352-C2D9-8FF8-5195-5129CB8B3483}"/>
              </a:ext>
            </a:extLst>
          </p:cNvPr>
          <p:cNvSpPr>
            <a:spLocks noChangeArrowheads="1"/>
          </p:cNvSpPr>
          <p:nvPr/>
        </p:nvSpPr>
        <p:spPr bwMode="auto">
          <a:xfrm>
            <a:off x="2734353" y="4947341"/>
            <a:ext cx="1612488" cy="14509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43000_LN_FCT_FIXE_[</a:t>
            </a:r>
            <a:r>
              <a:rPr lang="fr-FR" sz="500" i="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30" name="AutoShape 131">
            <a:extLst>
              <a:ext uri="{FF2B5EF4-FFF2-40B4-BE49-F238E27FC236}">
                <a16:creationId xmlns:a16="http://schemas.microsoft.com/office/drawing/2014/main" id="{5132B7C4-C482-0E57-15A1-E4F153550431}"/>
              </a:ext>
            </a:extLst>
          </p:cNvPr>
          <p:cNvSpPr>
            <a:spLocks noChangeArrowheads="1"/>
          </p:cNvSpPr>
          <p:nvPr/>
        </p:nvSpPr>
        <p:spPr bwMode="auto">
          <a:xfrm>
            <a:off x="4819676" y="4623666"/>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dirty="0"/>
              <a:t>LN FULL</a:t>
            </a:r>
          </a:p>
          <a:p>
            <a:pPr algn="ctr" eaLnBrk="0" hangingPunct="0"/>
            <a:r>
              <a:rPr lang="fr-FR" sz="500" dirty="0"/>
              <a:t>ou</a:t>
            </a:r>
          </a:p>
          <a:p>
            <a:pPr algn="ctr" eaLnBrk="0" hangingPunct="0"/>
            <a:r>
              <a:rPr lang="fr-FR" sz="500" dirty="0"/>
              <a:t>CO</a:t>
            </a:r>
          </a:p>
        </p:txBody>
      </p:sp>
      <p:sp>
        <p:nvSpPr>
          <p:cNvPr id="31" name="AutoShape 142">
            <a:extLst>
              <a:ext uri="{FF2B5EF4-FFF2-40B4-BE49-F238E27FC236}">
                <a16:creationId xmlns:a16="http://schemas.microsoft.com/office/drawing/2014/main" id="{1BA6E069-3AC1-6D8C-24E9-93C92AFAD80E}"/>
              </a:ext>
            </a:extLst>
          </p:cNvPr>
          <p:cNvSpPr>
            <a:spLocks noChangeArrowheads="1"/>
          </p:cNvSpPr>
          <p:nvPr/>
        </p:nvSpPr>
        <p:spPr bwMode="auto">
          <a:xfrm>
            <a:off x="1781698" y="4899510"/>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sp>
        <p:nvSpPr>
          <p:cNvPr id="32" name="Text Box 156">
            <a:extLst>
              <a:ext uri="{FF2B5EF4-FFF2-40B4-BE49-F238E27FC236}">
                <a16:creationId xmlns:a16="http://schemas.microsoft.com/office/drawing/2014/main" id="{B21FA501-DD90-1022-0773-E8993805ED02}"/>
              </a:ext>
            </a:extLst>
          </p:cNvPr>
          <p:cNvSpPr txBox="1">
            <a:spLocks noChangeArrowheads="1"/>
          </p:cNvSpPr>
          <p:nvPr/>
        </p:nvSpPr>
        <p:spPr bwMode="auto">
          <a:xfrm>
            <a:off x="3007077" y="4780659"/>
            <a:ext cx="159691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vérification paramétrage dans IRIS</a:t>
            </a:r>
          </a:p>
        </p:txBody>
      </p:sp>
      <p:sp>
        <p:nvSpPr>
          <p:cNvPr id="33" name="Text Box 156">
            <a:extLst>
              <a:ext uri="{FF2B5EF4-FFF2-40B4-BE49-F238E27FC236}">
                <a16:creationId xmlns:a16="http://schemas.microsoft.com/office/drawing/2014/main" id="{32FF4E2B-3580-2011-D48D-480414097A0B}"/>
              </a:ext>
            </a:extLst>
          </p:cNvPr>
          <p:cNvSpPr txBox="1">
            <a:spLocks noChangeArrowheads="1"/>
          </p:cNvSpPr>
          <p:nvPr/>
        </p:nvSpPr>
        <p:spPr bwMode="auto">
          <a:xfrm>
            <a:off x="3488594" y="5075217"/>
            <a:ext cx="13901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sans paramétrage dans IRIS</a:t>
            </a:r>
          </a:p>
        </p:txBody>
      </p:sp>
      <p:cxnSp>
        <p:nvCxnSpPr>
          <p:cNvPr id="38" name="Connecteur droit 37">
            <a:extLst>
              <a:ext uri="{FF2B5EF4-FFF2-40B4-BE49-F238E27FC236}">
                <a16:creationId xmlns:a16="http://schemas.microsoft.com/office/drawing/2014/main" id="{F6A8587D-491A-F5E3-CBDB-9FF73A53629E}"/>
              </a:ext>
            </a:extLst>
          </p:cNvPr>
          <p:cNvCxnSpPr>
            <a:stCxn id="183" idx="2"/>
            <a:endCxn id="30" idx="0"/>
          </p:cNvCxnSpPr>
          <p:nvPr/>
        </p:nvCxnSpPr>
        <p:spPr bwMode="auto">
          <a:xfrm flipH="1">
            <a:off x="5056364" y="4510657"/>
            <a:ext cx="3161" cy="1130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Connecteur droit 43">
            <a:extLst>
              <a:ext uri="{FF2B5EF4-FFF2-40B4-BE49-F238E27FC236}">
                <a16:creationId xmlns:a16="http://schemas.microsoft.com/office/drawing/2014/main" id="{4403571B-A25A-84EF-1106-CF2FD273F983}"/>
              </a:ext>
            </a:extLst>
          </p:cNvPr>
          <p:cNvCxnSpPr>
            <a:stCxn id="30" idx="2"/>
            <a:endCxn id="149" idx="0"/>
          </p:cNvCxnSpPr>
          <p:nvPr/>
        </p:nvCxnSpPr>
        <p:spPr bwMode="auto">
          <a:xfrm>
            <a:off x="5056364" y="4997137"/>
            <a:ext cx="13313" cy="3295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 en angle 58">
            <a:extLst>
              <a:ext uri="{FF2B5EF4-FFF2-40B4-BE49-F238E27FC236}">
                <a16:creationId xmlns:a16="http://schemas.microsoft.com/office/drawing/2014/main" id="{3F4D287B-D8C4-9C8E-4B29-AD0444D83FF5}"/>
              </a:ext>
            </a:extLst>
          </p:cNvPr>
          <p:cNvCxnSpPr>
            <a:stCxn id="30" idx="1"/>
            <a:endCxn id="29" idx="3"/>
          </p:cNvCxnSpPr>
          <p:nvPr/>
        </p:nvCxnSpPr>
        <p:spPr bwMode="auto">
          <a:xfrm rot="10800000" flipV="1">
            <a:off x="4346842" y="4810401"/>
            <a:ext cx="472835" cy="20948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Connecteur : en angle 60">
            <a:extLst>
              <a:ext uri="{FF2B5EF4-FFF2-40B4-BE49-F238E27FC236}">
                <a16:creationId xmlns:a16="http://schemas.microsoft.com/office/drawing/2014/main" id="{15ADBCF1-2EF5-F461-5934-FE44AE7984C3}"/>
              </a:ext>
            </a:extLst>
          </p:cNvPr>
          <p:cNvCxnSpPr>
            <a:stCxn id="30" idx="1"/>
            <a:endCxn id="149" idx="0"/>
          </p:cNvCxnSpPr>
          <p:nvPr/>
        </p:nvCxnSpPr>
        <p:spPr bwMode="auto">
          <a:xfrm rot="10800000" flipH="1" flipV="1">
            <a:off x="4819675" y="4810401"/>
            <a:ext cx="250001" cy="516267"/>
          </a:xfrm>
          <a:prstGeom prst="bentConnector4">
            <a:avLst>
              <a:gd name="adj1" fmla="val -6532"/>
              <a:gd name="adj2" fmla="val 68085"/>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4" name="Connecteur droit avec flèche 463">
            <a:extLst>
              <a:ext uri="{FF2B5EF4-FFF2-40B4-BE49-F238E27FC236}">
                <a16:creationId xmlns:a16="http://schemas.microsoft.com/office/drawing/2014/main" id="{54A5E99E-6100-023B-E3A2-767D8DC63FD9}"/>
              </a:ext>
            </a:extLst>
          </p:cNvPr>
          <p:cNvCxnSpPr>
            <a:stCxn id="29" idx="1"/>
            <a:endCxn id="31" idx="3"/>
          </p:cNvCxnSpPr>
          <p:nvPr/>
        </p:nvCxnSpPr>
        <p:spPr bwMode="auto">
          <a:xfrm flipH="1">
            <a:off x="2515538" y="5019887"/>
            <a:ext cx="218815" cy="24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6" name="Text Box 156">
            <a:extLst>
              <a:ext uri="{FF2B5EF4-FFF2-40B4-BE49-F238E27FC236}">
                <a16:creationId xmlns:a16="http://schemas.microsoft.com/office/drawing/2014/main" id="{99C619DA-9D7E-0724-B444-23B74D00CF8C}"/>
              </a:ext>
            </a:extLst>
          </p:cNvPr>
          <p:cNvSpPr txBox="1">
            <a:spLocks noChangeArrowheads="1"/>
          </p:cNvSpPr>
          <p:nvPr/>
        </p:nvSpPr>
        <p:spPr bwMode="auto">
          <a:xfrm>
            <a:off x="5003270" y="495761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Tree>
    <p:extLst>
      <p:ext uri="{BB962C8B-B14F-4D97-AF65-F5344CB8AC3E}">
        <p14:creationId xmlns:p14="http://schemas.microsoft.com/office/powerpoint/2010/main" val="3973742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bwMode="auto">
          <a:xfrm>
            <a:off x="6241950" y="611351"/>
            <a:ext cx="2816246" cy="843606"/>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lvl="0"/>
            <a:r>
              <a:rPr lang="fr-FR" sz="700"/>
              <a:t>Eligibilité RISQUE / PAS RISQUE</a:t>
            </a:r>
          </a:p>
          <a:p>
            <a:pPr lvl="0"/>
            <a:r>
              <a:rPr lang="fr-FR" sz="700" u="sng"/>
              <a:t>Si CONV :</a:t>
            </a:r>
          </a:p>
          <a:p>
            <a:r>
              <a:rPr lang="fr-FR" sz="700"/>
              <a:t>RISQUE =&gt; Si marqueur C2OL ME_RISQVAL  et value1 = 1 </a:t>
            </a:r>
          </a:p>
          <a:p>
            <a:r>
              <a:rPr lang="fr-FR" sz="700"/>
              <a:t>NON RISQUE =&gt; Si marqueur C2OL ME_RISQVAL  et value1 &lt;&gt; 1 </a:t>
            </a:r>
          </a:p>
          <a:p>
            <a:r>
              <a:rPr lang="fr-FR" sz="700" u="sng"/>
              <a:t>Si NON CONV :</a:t>
            </a:r>
          </a:p>
          <a:p>
            <a:r>
              <a:rPr lang="fr-FR" sz="700"/>
              <a:t>RISQUE =&gt; Si marqueur C2OL = A_REENG_FIXE</a:t>
            </a:r>
          </a:p>
        </p:txBody>
      </p:sp>
      <p:sp>
        <p:nvSpPr>
          <p:cNvPr id="4098" name="Espace réservé du numéro de diapositive 3"/>
          <p:cNvSpPr>
            <a:spLocks noGrp="1"/>
          </p:cNvSpPr>
          <p:nvPr>
            <p:ph type="sldNum" sz="quarter" idx="10"/>
          </p:nvPr>
        </p:nvSpPr>
        <p:spPr>
          <a:xfrm>
            <a:off x="8638927" y="349250"/>
            <a:ext cx="476250" cy="1509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pPr eaLnBrk="1" hangingPunct="1"/>
              <a:t>50</a:t>
            </a:fld>
            <a:endParaRPr lang="fr-FR"/>
          </a:p>
        </p:txBody>
      </p:sp>
      <p:sp>
        <p:nvSpPr>
          <p:cNvPr id="232" name="AutoShape 87">
            <a:hlinkClick r:id="rId3" action="ppaction://hlinksldjump"/>
          </p:cNvPr>
          <p:cNvSpPr>
            <a:spLocks noChangeArrowheads="1"/>
          </p:cNvSpPr>
          <p:nvPr/>
        </p:nvSpPr>
        <p:spPr bwMode="auto">
          <a:xfrm rot="10800000">
            <a:off x="2608290" y="1042270"/>
            <a:ext cx="1180294" cy="4256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i="1">
                <a:ea typeface="ＭＳ Ｐゴシック" charset="0"/>
              </a:rPr>
              <a:t>MENU PRINCIPAL</a:t>
            </a:r>
            <a:endParaRPr lang="fr-FR" sz="600" i="1">
              <a:ea typeface="ＭＳ Ｐゴシック" charset="0"/>
            </a:endParaRPr>
          </a:p>
        </p:txBody>
      </p:sp>
      <p:sp>
        <p:nvSpPr>
          <p:cNvPr id="214" name="AutoShape 131"/>
          <p:cNvSpPr>
            <a:spLocks noChangeArrowheads="1"/>
          </p:cNvSpPr>
          <p:nvPr/>
        </p:nvSpPr>
        <p:spPr bwMode="auto">
          <a:xfrm>
            <a:off x="2133414" y="5345582"/>
            <a:ext cx="466725" cy="438150"/>
          </a:xfrm>
          <a:prstGeom prst="diamond">
            <a:avLst/>
          </a:prstGeom>
          <a:solidFill>
            <a:srgbClr val="CCFFFF"/>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217" name="AutoShape 142"/>
          <p:cNvSpPr>
            <a:spLocks noChangeArrowheads="1"/>
          </p:cNvSpPr>
          <p:nvPr/>
        </p:nvSpPr>
        <p:spPr bwMode="auto">
          <a:xfrm>
            <a:off x="5402368" y="6448250"/>
            <a:ext cx="670753"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AUTRE</a:t>
            </a:r>
            <a:endParaRPr lang="fr-FR" sz="600" b="1" i="1"/>
          </a:p>
        </p:txBody>
      </p:sp>
      <p:sp>
        <p:nvSpPr>
          <p:cNvPr id="241" name="AutoShape 142"/>
          <p:cNvSpPr>
            <a:spLocks noChangeArrowheads="1"/>
          </p:cNvSpPr>
          <p:nvPr/>
        </p:nvSpPr>
        <p:spPr bwMode="auto">
          <a:xfrm>
            <a:off x="5044982" y="4792545"/>
            <a:ext cx="672094" cy="231148"/>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VOIX</a:t>
            </a:r>
            <a:endParaRPr lang="fr-FR" sz="600" b="1" i="1"/>
          </a:p>
        </p:txBody>
      </p:sp>
      <p:sp>
        <p:nvSpPr>
          <p:cNvPr id="243" name="AutoShape 208"/>
          <p:cNvSpPr>
            <a:spLocks noChangeArrowheads="1"/>
          </p:cNvSpPr>
          <p:nvPr/>
        </p:nvSpPr>
        <p:spPr bwMode="auto">
          <a:xfrm>
            <a:off x="3929039" y="4834718"/>
            <a:ext cx="771370" cy="147749"/>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50300_RET_VOIX</a:t>
            </a:r>
          </a:p>
        </p:txBody>
      </p:sp>
      <p:sp>
        <p:nvSpPr>
          <p:cNvPr id="244" name="AutoShape 208"/>
          <p:cNvSpPr>
            <a:spLocks noChangeArrowheads="1"/>
          </p:cNvSpPr>
          <p:nvPr/>
        </p:nvSpPr>
        <p:spPr bwMode="auto">
          <a:xfrm>
            <a:off x="4056076" y="6487185"/>
            <a:ext cx="845188"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50300_RET_AUTRE</a:t>
            </a:r>
          </a:p>
        </p:txBody>
      </p:sp>
      <p:sp>
        <p:nvSpPr>
          <p:cNvPr id="247" name="AutoShape 142"/>
          <p:cNvSpPr>
            <a:spLocks noChangeArrowheads="1"/>
          </p:cNvSpPr>
          <p:nvPr/>
        </p:nvSpPr>
        <p:spPr bwMode="auto">
          <a:xfrm>
            <a:off x="5402368" y="5594901"/>
            <a:ext cx="670753"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FTTB</a:t>
            </a:r>
          </a:p>
        </p:txBody>
      </p:sp>
      <p:sp>
        <p:nvSpPr>
          <p:cNvPr id="252" name="AutoShape 208"/>
          <p:cNvSpPr>
            <a:spLocks noChangeArrowheads="1"/>
          </p:cNvSpPr>
          <p:nvPr/>
        </p:nvSpPr>
        <p:spPr bwMode="auto">
          <a:xfrm>
            <a:off x="4206802" y="5648211"/>
            <a:ext cx="845188"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50300_RET_FTTB</a:t>
            </a:r>
          </a:p>
        </p:txBody>
      </p:sp>
      <p:sp>
        <p:nvSpPr>
          <p:cNvPr id="271" name="AutoShape 142"/>
          <p:cNvSpPr>
            <a:spLocks noChangeArrowheads="1"/>
          </p:cNvSpPr>
          <p:nvPr/>
        </p:nvSpPr>
        <p:spPr bwMode="auto">
          <a:xfrm>
            <a:off x="5021409" y="4515054"/>
            <a:ext cx="806529"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FTTB MIG</a:t>
            </a:r>
          </a:p>
        </p:txBody>
      </p:sp>
      <p:sp>
        <p:nvSpPr>
          <p:cNvPr id="273" name="AutoShape 208"/>
          <p:cNvSpPr>
            <a:spLocks noChangeArrowheads="1"/>
          </p:cNvSpPr>
          <p:nvPr/>
        </p:nvSpPr>
        <p:spPr bwMode="auto">
          <a:xfrm>
            <a:off x="3925290" y="4574083"/>
            <a:ext cx="957405"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50300_RET_FTTB_MIG</a:t>
            </a:r>
          </a:p>
        </p:txBody>
      </p:sp>
      <p:sp>
        <p:nvSpPr>
          <p:cNvPr id="64"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RESILIATION</a:t>
            </a:r>
          </a:p>
        </p:txBody>
      </p:sp>
      <p:sp>
        <p:nvSpPr>
          <p:cNvPr id="180" name="ZoneTexte 179"/>
          <p:cNvSpPr txBox="1"/>
          <p:nvPr/>
        </p:nvSpPr>
        <p:spPr>
          <a:xfrm>
            <a:off x="4026511" y="5011352"/>
            <a:ext cx="2905810" cy="276999"/>
          </a:xfrm>
          <a:prstGeom prst="rect">
            <a:avLst/>
          </a:prstGeom>
          <a:noFill/>
        </p:spPr>
        <p:txBody>
          <a:bodyPr wrap="square" rtlCol="0">
            <a:spAutoFit/>
          </a:bodyPr>
          <a:lstStyle/>
          <a:p>
            <a:r>
              <a:rPr lang="fr-FR" sz="600" b="1"/>
              <a:t>Si OFFRE = </a:t>
            </a:r>
            <a:r>
              <a:rPr lang="fr-FR" sz="600" b="1" err="1"/>
              <a:t>CABLExxx</a:t>
            </a:r>
            <a:r>
              <a:rPr lang="fr-FR" sz="600" b="1"/>
              <a:t> ET marqueur C2OL = (ME_RISQVAL et value1 = 1) ou A_REENG_FIXE</a:t>
            </a:r>
          </a:p>
        </p:txBody>
      </p:sp>
      <p:sp>
        <p:nvSpPr>
          <p:cNvPr id="181" name="AutoShape 142"/>
          <p:cNvSpPr>
            <a:spLocks noChangeArrowheads="1"/>
          </p:cNvSpPr>
          <p:nvPr/>
        </p:nvSpPr>
        <p:spPr bwMode="auto">
          <a:xfrm>
            <a:off x="5395709" y="5248619"/>
            <a:ext cx="1010633"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FTTB RISQUE</a:t>
            </a:r>
          </a:p>
        </p:txBody>
      </p:sp>
      <p:sp>
        <p:nvSpPr>
          <p:cNvPr id="183" name="AutoShape 142"/>
          <p:cNvSpPr>
            <a:spLocks noChangeArrowheads="1"/>
          </p:cNvSpPr>
          <p:nvPr/>
        </p:nvSpPr>
        <p:spPr bwMode="auto">
          <a:xfrm>
            <a:off x="5402368" y="6095832"/>
            <a:ext cx="1148576"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RET AUTRE RISQUE</a:t>
            </a:r>
            <a:endParaRPr lang="fr-FR" sz="600" b="1" i="1"/>
          </a:p>
        </p:txBody>
      </p:sp>
      <p:sp>
        <p:nvSpPr>
          <p:cNvPr id="132" name="AutoShape 208"/>
          <p:cNvSpPr>
            <a:spLocks noChangeArrowheads="1"/>
          </p:cNvSpPr>
          <p:nvPr/>
        </p:nvSpPr>
        <p:spPr bwMode="auto">
          <a:xfrm>
            <a:off x="3951794" y="5307312"/>
            <a:ext cx="1124358" cy="136690"/>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50300_RET_FTTB_RISQUE</a:t>
            </a:r>
          </a:p>
        </p:txBody>
      </p:sp>
      <p:sp>
        <p:nvSpPr>
          <p:cNvPr id="133" name="AutoShape 208"/>
          <p:cNvSpPr>
            <a:spLocks noChangeArrowheads="1"/>
          </p:cNvSpPr>
          <p:nvPr/>
        </p:nvSpPr>
        <p:spPr bwMode="auto">
          <a:xfrm>
            <a:off x="4053553" y="6147353"/>
            <a:ext cx="1133462" cy="144462"/>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dirty="0"/>
              <a:t>50300_RET_AUTRE_RISQUE</a:t>
            </a:r>
          </a:p>
        </p:txBody>
      </p:sp>
      <p:sp>
        <p:nvSpPr>
          <p:cNvPr id="201" name="ZoneTexte 200"/>
          <p:cNvSpPr txBox="1"/>
          <p:nvPr/>
        </p:nvSpPr>
        <p:spPr>
          <a:xfrm>
            <a:off x="4186046" y="5948324"/>
            <a:ext cx="2732897" cy="184666"/>
          </a:xfrm>
          <a:prstGeom prst="rect">
            <a:avLst/>
          </a:prstGeom>
          <a:noFill/>
        </p:spPr>
        <p:txBody>
          <a:bodyPr wrap="square" rtlCol="0">
            <a:spAutoFit/>
          </a:bodyPr>
          <a:lstStyle/>
          <a:p>
            <a:r>
              <a:rPr lang="fr-FR" sz="600" b="1"/>
              <a:t>Si marqueur C2OL = (ME_RISQVAL et value1 = 1) ou A_REENG_FIXE</a:t>
            </a:r>
          </a:p>
        </p:txBody>
      </p:sp>
      <p:sp>
        <p:nvSpPr>
          <p:cNvPr id="50" name="AutoShape 31">
            <a:hlinkClick r:id="" action="ppaction://noaction"/>
          </p:cNvPr>
          <p:cNvSpPr>
            <a:spLocks noChangeArrowheads="1"/>
          </p:cNvSpPr>
          <p:nvPr/>
        </p:nvSpPr>
        <p:spPr bwMode="auto">
          <a:xfrm>
            <a:off x="1862739" y="3892152"/>
            <a:ext cx="1014293" cy="16486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FIXE_RESIL</a:t>
            </a:r>
            <a:endParaRPr lang="fr-FR" sz="600">
              <a:solidFill>
                <a:srgbClr val="FF0000"/>
              </a:solidFill>
            </a:endParaRPr>
          </a:p>
        </p:txBody>
      </p:sp>
      <p:cxnSp>
        <p:nvCxnSpPr>
          <p:cNvPr id="52" name="AutoShape 10"/>
          <p:cNvCxnSpPr>
            <a:cxnSpLocks noChangeShapeType="1"/>
            <a:stCxn id="53" idx="3"/>
            <a:endCxn id="50" idx="0"/>
          </p:cNvCxnSpPr>
          <p:nvPr/>
        </p:nvCxnSpPr>
        <p:spPr bwMode="auto">
          <a:xfrm>
            <a:off x="2287196" y="3423657"/>
            <a:ext cx="82690" cy="468495"/>
          </a:xfrm>
          <a:prstGeom prst="bentConnector2">
            <a:avLst/>
          </a:prstGeom>
          <a:noFill/>
          <a:ln w="9525">
            <a:solidFill>
              <a:schemeClr val="tx1"/>
            </a:solidFill>
            <a:miter lim="800000"/>
            <a:headEnd/>
            <a:tailEnd type="triangle"/>
          </a:ln>
          <a:effectLst/>
          <a:extLst>
            <a:ext uri="{909E8E84-426E-40DD-AFC4-6F175D3DCCD1}">
              <a14:hiddenFill xmlns:a14="http://schemas.microsoft.com/office/drawing/2010/main">
                <a:noFill/>
              </a14:hiddenFill>
            </a:ext>
          </a:extLst>
        </p:spPr>
      </p:cxnSp>
      <p:sp>
        <p:nvSpPr>
          <p:cNvPr id="53" name="AutoShape 73"/>
          <p:cNvSpPr>
            <a:spLocks noChangeArrowheads="1"/>
          </p:cNvSpPr>
          <p:nvPr/>
        </p:nvSpPr>
        <p:spPr bwMode="auto">
          <a:xfrm>
            <a:off x="1408699" y="3231850"/>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RET</a:t>
            </a:r>
          </a:p>
        </p:txBody>
      </p:sp>
      <p:grpSp>
        <p:nvGrpSpPr>
          <p:cNvPr id="54" name="Groupe 53"/>
          <p:cNvGrpSpPr/>
          <p:nvPr/>
        </p:nvGrpSpPr>
        <p:grpSpPr>
          <a:xfrm>
            <a:off x="613867" y="3943708"/>
            <a:ext cx="1041879" cy="542001"/>
            <a:chOff x="5896836" y="3699730"/>
            <a:chExt cx="1041879" cy="721629"/>
          </a:xfrm>
          <a:effectLst/>
        </p:grpSpPr>
        <p:sp>
          <p:nvSpPr>
            <p:cNvPr id="55" name="AutoShape 14"/>
            <p:cNvSpPr>
              <a:spLocks noChangeArrowheads="1"/>
            </p:cNvSpPr>
            <p:nvPr/>
          </p:nvSpPr>
          <p:spPr bwMode="auto">
            <a:xfrm>
              <a:off x="5896836" y="3699730"/>
              <a:ext cx="1041879" cy="1845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dirty="0"/>
                <a:t>50300_RESIL_HNO_RET</a:t>
              </a:r>
            </a:p>
          </p:txBody>
        </p:sp>
        <p:cxnSp>
          <p:nvCxnSpPr>
            <p:cNvPr id="56" name="Connecteur droit 55"/>
            <p:cNvCxnSpPr>
              <a:stCxn id="55" idx="2"/>
              <a:endCxn id="57" idx="2"/>
            </p:cNvCxnSpPr>
            <p:nvPr/>
          </p:nvCxnSpPr>
          <p:spPr bwMode="auto">
            <a:xfrm flipH="1">
              <a:off x="6411642" y="3884320"/>
              <a:ext cx="6134" cy="177038"/>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AutoShape 11"/>
            <p:cNvSpPr>
              <a:spLocks noChangeArrowheads="1"/>
            </p:cNvSpPr>
            <p:nvPr/>
          </p:nvSpPr>
          <p:spPr bwMode="auto">
            <a:xfrm rot="10800000">
              <a:off x="6114401" y="4061359"/>
              <a:ext cx="594482"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RET</a:t>
              </a:r>
            </a:p>
          </p:txBody>
        </p:sp>
      </p:grpSp>
      <p:cxnSp>
        <p:nvCxnSpPr>
          <p:cNvPr id="58" name="Connecteur en angle 57"/>
          <p:cNvCxnSpPr>
            <a:cxnSpLocks/>
            <a:stCxn id="53" idx="1"/>
            <a:endCxn id="55" idx="0"/>
          </p:cNvCxnSpPr>
          <p:nvPr/>
        </p:nvCxnSpPr>
        <p:spPr bwMode="auto">
          <a:xfrm rot="10800000" flipV="1">
            <a:off x="1134807" y="3423656"/>
            <a:ext cx="273892" cy="52005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Text Box 157"/>
          <p:cNvSpPr txBox="1">
            <a:spLocks noChangeArrowheads="1"/>
          </p:cNvSpPr>
          <p:nvPr/>
        </p:nvSpPr>
        <p:spPr bwMode="auto">
          <a:xfrm>
            <a:off x="2185362" y="3231067"/>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60" name="Text Box 157"/>
          <p:cNvSpPr txBox="1">
            <a:spLocks noChangeArrowheads="1"/>
          </p:cNvSpPr>
          <p:nvPr/>
        </p:nvSpPr>
        <p:spPr bwMode="auto">
          <a:xfrm>
            <a:off x="1143218" y="3254534"/>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36" name="AutoShape 87">
            <a:hlinkClick r:id="rId3" action="ppaction://hlinksldjump"/>
          </p:cNvPr>
          <p:cNvSpPr>
            <a:spLocks noChangeArrowheads="1"/>
          </p:cNvSpPr>
          <p:nvPr/>
        </p:nvSpPr>
        <p:spPr bwMode="auto">
          <a:xfrm rot="10800000">
            <a:off x="284704" y="2628563"/>
            <a:ext cx="763868" cy="3840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NOS</a:t>
            </a:r>
            <a:endParaRPr lang="fr-FR" sz="600" i="1">
              <a:ea typeface="ＭＳ Ｐゴシック" charset="0"/>
            </a:endParaRPr>
          </a:p>
        </p:txBody>
      </p:sp>
      <p:sp>
        <p:nvSpPr>
          <p:cNvPr id="44" name="AutoShape 14"/>
          <p:cNvSpPr>
            <a:spLocks noChangeArrowheads="1"/>
          </p:cNvSpPr>
          <p:nvPr/>
        </p:nvSpPr>
        <p:spPr bwMode="auto">
          <a:xfrm>
            <a:off x="1897982" y="3627735"/>
            <a:ext cx="1041879" cy="13864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50300_RESIL_HO_RET</a:t>
            </a:r>
          </a:p>
        </p:txBody>
      </p:sp>
      <p:sp>
        <p:nvSpPr>
          <p:cNvPr id="8" name="AutoShape 282">
            <a:extLst>
              <a:ext uri="{FF2B5EF4-FFF2-40B4-BE49-F238E27FC236}">
                <a16:creationId xmlns:a16="http://schemas.microsoft.com/office/drawing/2014/main" id="{63F3F9C4-2703-FB10-810D-95968CABD761}"/>
              </a:ext>
            </a:extLst>
          </p:cNvPr>
          <p:cNvSpPr>
            <a:spLocks noChangeArrowheads="1"/>
          </p:cNvSpPr>
          <p:nvPr/>
        </p:nvSpPr>
        <p:spPr bwMode="auto">
          <a:xfrm>
            <a:off x="3394804" y="5214254"/>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sp>
        <p:nvSpPr>
          <p:cNvPr id="16" name="AutoShape 282">
            <a:extLst>
              <a:ext uri="{FF2B5EF4-FFF2-40B4-BE49-F238E27FC236}">
                <a16:creationId xmlns:a16="http://schemas.microsoft.com/office/drawing/2014/main" id="{89E02278-0F26-3D3C-31E8-A28F7A984F69}"/>
              </a:ext>
            </a:extLst>
          </p:cNvPr>
          <p:cNvSpPr>
            <a:spLocks noChangeArrowheads="1"/>
          </p:cNvSpPr>
          <p:nvPr/>
        </p:nvSpPr>
        <p:spPr bwMode="auto">
          <a:xfrm>
            <a:off x="3403962" y="6059270"/>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cxnSp>
        <p:nvCxnSpPr>
          <p:cNvPr id="18" name="Connecteur : en angle 17">
            <a:extLst>
              <a:ext uri="{FF2B5EF4-FFF2-40B4-BE49-F238E27FC236}">
                <a16:creationId xmlns:a16="http://schemas.microsoft.com/office/drawing/2014/main" id="{94BE3690-2C06-6E26-40DE-CA8D79BA24C1}"/>
              </a:ext>
            </a:extLst>
          </p:cNvPr>
          <p:cNvCxnSpPr/>
          <p:nvPr/>
        </p:nvCxnSpPr>
        <p:spPr bwMode="auto">
          <a:xfrm flipV="1">
            <a:off x="2611024" y="5368840"/>
            <a:ext cx="794665" cy="190942"/>
          </a:xfrm>
          <a:prstGeom prst="bentConnector3">
            <a:avLst>
              <a:gd name="adj1" fmla="val 8150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21">
            <a:extLst>
              <a:ext uri="{FF2B5EF4-FFF2-40B4-BE49-F238E27FC236}">
                <a16:creationId xmlns:a16="http://schemas.microsoft.com/office/drawing/2014/main" id="{7C969BC1-53E5-2720-FA34-50D72C4ECC2B}"/>
              </a:ext>
            </a:extLst>
          </p:cNvPr>
          <p:cNvCxnSpPr>
            <a:stCxn id="8" idx="3"/>
            <a:endCxn id="132" idx="1"/>
          </p:cNvCxnSpPr>
          <p:nvPr/>
        </p:nvCxnSpPr>
        <p:spPr bwMode="auto">
          <a:xfrm>
            <a:off x="3835268" y="5373715"/>
            <a:ext cx="116526" cy="19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avec flèche 23">
            <a:extLst>
              <a:ext uri="{FF2B5EF4-FFF2-40B4-BE49-F238E27FC236}">
                <a16:creationId xmlns:a16="http://schemas.microsoft.com/office/drawing/2014/main" id="{9556F198-67B9-E054-2C1F-DFD0926338DB}"/>
              </a:ext>
            </a:extLst>
          </p:cNvPr>
          <p:cNvCxnSpPr>
            <a:stCxn id="132" idx="3"/>
            <a:endCxn id="181" idx="1"/>
          </p:cNvCxnSpPr>
          <p:nvPr/>
        </p:nvCxnSpPr>
        <p:spPr bwMode="auto">
          <a:xfrm flipV="1">
            <a:off x="5076152" y="5373714"/>
            <a:ext cx="319557" cy="19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ZoneTexte 26">
            <a:extLst>
              <a:ext uri="{FF2B5EF4-FFF2-40B4-BE49-F238E27FC236}">
                <a16:creationId xmlns:a16="http://schemas.microsoft.com/office/drawing/2014/main" id="{29A4F286-DCA1-3D7F-DD00-2F920D52FE71}"/>
              </a:ext>
            </a:extLst>
          </p:cNvPr>
          <p:cNvSpPr txBox="1"/>
          <p:nvPr/>
        </p:nvSpPr>
        <p:spPr>
          <a:xfrm>
            <a:off x="3555726" y="6294362"/>
            <a:ext cx="577402" cy="307777"/>
          </a:xfrm>
          <a:prstGeom prst="rect">
            <a:avLst/>
          </a:prstGeom>
          <a:noFill/>
        </p:spPr>
        <p:txBody>
          <a:bodyPr wrap="none" rtlCol="0">
            <a:spAutoFit/>
          </a:bodyPr>
          <a:lstStyle/>
          <a:p>
            <a:r>
              <a:rPr lang="fr-FR" sz="700"/>
              <a:t>Non ou</a:t>
            </a:r>
          </a:p>
          <a:p>
            <a:r>
              <a:rPr lang="fr-FR" sz="700"/>
              <a:t>Désactivé</a:t>
            </a:r>
          </a:p>
        </p:txBody>
      </p:sp>
      <p:sp>
        <p:nvSpPr>
          <p:cNvPr id="28" name="ZoneTexte 27">
            <a:extLst>
              <a:ext uri="{FF2B5EF4-FFF2-40B4-BE49-F238E27FC236}">
                <a16:creationId xmlns:a16="http://schemas.microsoft.com/office/drawing/2014/main" id="{ADD333F7-591A-9FFF-A76C-5A612F81FBC9}"/>
              </a:ext>
            </a:extLst>
          </p:cNvPr>
          <p:cNvSpPr txBox="1"/>
          <p:nvPr/>
        </p:nvSpPr>
        <p:spPr>
          <a:xfrm>
            <a:off x="3608644" y="5445820"/>
            <a:ext cx="577402" cy="307777"/>
          </a:xfrm>
          <a:prstGeom prst="rect">
            <a:avLst/>
          </a:prstGeom>
          <a:noFill/>
        </p:spPr>
        <p:txBody>
          <a:bodyPr wrap="none" rtlCol="0">
            <a:spAutoFit/>
          </a:bodyPr>
          <a:lstStyle/>
          <a:p>
            <a:r>
              <a:rPr lang="fr-FR" sz="700"/>
              <a:t>Non ou</a:t>
            </a:r>
          </a:p>
          <a:p>
            <a:r>
              <a:rPr lang="fr-FR" sz="700"/>
              <a:t>Désactivé</a:t>
            </a:r>
          </a:p>
        </p:txBody>
      </p:sp>
      <p:sp>
        <p:nvSpPr>
          <p:cNvPr id="31" name="ZoneTexte 30">
            <a:extLst>
              <a:ext uri="{FF2B5EF4-FFF2-40B4-BE49-F238E27FC236}">
                <a16:creationId xmlns:a16="http://schemas.microsoft.com/office/drawing/2014/main" id="{1FD15AE1-2588-12DA-9E78-973573E68AD0}"/>
              </a:ext>
            </a:extLst>
          </p:cNvPr>
          <p:cNvSpPr txBox="1"/>
          <p:nvPr/>
        </p:nvSpPr>
        <p:spPr>
          <a:xfrm>
            <a:off x="3667470" y="5130977"/>
            <a:ext cx="428322" cy="200055"/>
          </a:xfrm>
          <a:prstGeom prst="rect">
            <a:avLst/>
          </a:prstGeom>
          <a:noFill/>
        </p:spPr>
        <p:txBody>
          <a:bodyPr wrap="none" rtlCol="0">
            <a:spAutoFit/>
          </a:bodyPr>
          <a:lstStyle/>
          <a:p>
            <a:r>
              <a:rPr lang="fr-FR" sz="700"/>
              <a:t>Activé</a:t>
            </a:r>
          </a:p>
        </p:txBody>
      </p:sp>
      <p:cxnSp>
        <p:nvCxnSpPr>
          <p:cNvPr id="38" name="Connecteur : en angle 37">
            <a:extLst>
              <a:ext uri="{FF2B5EF4-FFF2-40B4-BE49-F238E27FC236}">
                <a16:creationId xmlns:a16="http://schemas.microsoft.com/office/drawing/2014/main" id="{41B09AFA-989B-9516-B8C2-2E26EA7AAA6D}"/>
              </a:ext>
            </a:extLst>
          </p:cNvPr>
          <p:cNvCxnSpPr>
            <a:stCxn id="8" idx="2"/>
            <a:endCxn id="252" idx="1"/>
          </p:cNvCxnSpPr>
          <p:nvPr/>
        </p:nvCxnSpPr>
        <p:spPr bwMode="auto">
          <a:xfrm rot="16200000" flipH="1">
            <a:off x="3817286" y="5330925"/>
            <a:ext cx="187267" cy="59176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Connecteur droit avec flèche 41">
            <a:extLst>
              <a:ext uri="{FF2B5EF4-FFF2-40B4-BE49-F238E27FC236}">
                <a16:creationId xmlns:a16="http://schemas.microsoft.com/office/drawing/2014/main" id="{382A4A6E-4F6B-1B75-C34C-0471CCF87B18}"/>
              </a:ext>
            </a:extLst>
          </p:cNvPr>
          <p:cNvCxnSpPr>
            <a:stCxn id="252" idx="3"/>
            <a:endCxn id="247" idx="1"/>
          </p:cNvCxnSpPr>
          <p:nvPr/>
        </p:nvCxnSpPr>
        <p:spPr bwMode="auto">
          <a:xfrm flipV="1">
            <a:off x="5051990" y="5719996"/>
            <a:ext cx="350378" cy="44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 en angle 44">
            <a:extLst>
              <a:ext uri="{FF2B5EF4-FFF2-40B4-BE49-F238E27FC236}">
                <a16:creationId xmlns:a16="http://schemas.microsoft.com/office/drawing/2014/main" id="{4160D958-49DE-6849-963F-B0EA4B51C7E0}"/>
              </a:ext>
            </a:extLst>
          </p:cNvPr>
          <p:cNvCxnSpPr>
            <a:stCxn id="214" idx="3"/>
            <a:endCxn id="16" idx="1"/>
          </p:cNvCxnSpPr>
          <p:nvPr/>
        </p:nvCxnSpPr>
        <p:spPr bwMode="auto">
          <a:xfrm>
            <a:off x="2600139" y="5564657"/>
            <a:ext cx="803823" cy="654074"/>
          </a:xfrm>
          <a:prstGeom prst="bentConnector3">
            <a:avLst>
              <a:gd name="adj1" fmla="val 8216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Connecteur : en angle 48">
            <a:extLst>
              <a:ext uri="{FF2B5EF4-FFF2-40B4-BE49-F238E27FC236}">
                <a16:creationId xmlns:a16="http://schemas.microsoft.com/office/drawing/2014/main" id="{F4A0CA51-0649-5B14-F8D3-9FE51C3DCD30}"/>
              </a:ext>
            </a:extLst>
          </p:cNvPr>
          <p:cNvCxnSpPr>
            <a:stCxn id="16" idx="2"/>
            <a:endCxn id="244" idx="1"/>
          </p:cNvCxnSpPr>
          <p:nvPr/>
        </p:nvCxnSpPr>
        <p:spPr bwMode="auto">
          <a:xfrm rot="16200000" flipH="1">
            <a:off x="3749523" y="6252862"/>
            <a:ext cx="181225" cy="43188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droit 61">
            <a:extLst>
              <a:ext uri="{FF2B5EF4-FFF2-40B4-BE49-F238E27FC236}">
                <a16:creationId xmlns:a16="http://schemas.microsoft.com/office/drawing/2014/main" id="{0AC9079D-251E-055A-7531-31C0AD9B8CF8}"/>
              </a:ext>
            </a:extLst>
          </p:cNvPr>
          <p:cNvCxnSpPr>
            <a:cxnSpLocks/>
            <a:stCxn id="16" idx="3"/>
            <a:endCxn id="133" idx="1"/>
          </p:cNvCxnSpPr>
          <p:nvPr/>
        </p:nvCxnSpPr>
        <p:spPr bwMode="auto">
          <a:xfrm>
            <a:off x="3844426" y="6218731"/>
            <a:ext cx="209127" cy="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4" name="ZoneTexte 4103">
            <a:extLst>
              <a:ext uri="{FF2B5EF4-FFF2-40B4-BE49-F238E27FC236}">
                <a16:creationId xmlns:a16="http://schemas.microsoft.com/office/drawing/2014/main" id="{0202F581-5CF3-330E-BE01-7663CE0A8A9A}"/>
              </a:ext>
            </a:extLst>
          </p:cNvPr>
          <p:cNvSpPr txBox="1"/>
          <p:nvPr/>
        </p:nvSpPr>
        <p:spPr>
          <a:xfrm>
            <a:off x="3703175" y="6014156"/>
            <a:ext cx="428322" cy="200055"/>
          </a:xfrm>
          <a:prstGeom prst="rect">
            <a:avLst/>
          </a:prstGeom>
          <a:noFill/>
        </p:spPr>
        <p:txBody>
          <a:bodyPr wrap="none" rtlCol="0">
            <a:spAutoFit/>
          </a:bodyPr>
          <a:lstStyle/>
          <a:p>
            <a:r>
              <a:rPr lang="fr-FR" sz="700"/>
              <a:t>Activé</a:t>
            </a:r>
          </a:p>
        </p:txBody>
      </p:sp>
      <p:cxnSp>
        <p:nvCxnSpPr>
          <p:cNvPr id="4106" name="Connecteur droit avec flèche 4105">
            <a:extLst>
              <a:ext uri="{FF2B5EF4-FFF2-40B4-BE49-F238E27FC236}">
                <a16:creationId xmlns:a16="http://schemas.microsoft.com/office/drawing/2014/main" id="{2C4F3533-4775-E36F-73E1-4C8F9871F4AB}"/>
              </a:ext>
            </a:extLst>
          </p:cNvPr>
          <p:cNvCxnSpPr>
            <a:cxnSpLocks/>
            <a:stCxn id="133" idx="3"/>
            <a:endCxn id="183" idx="1"/>
          </p:cNvCxnSpPr>
          <p:nvPr/>
        </p:nvCxnSpPr>
        <p:spPr bwMode="auto">
          <a:xfrm>
            <a:off x="5187015" y="6219584"/>
            <a:ext cx="215353" cy="13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0" name="Connecteur droit avec flèche 4109">
            <a:extLst>
              <a:ext uri="{FF2B5EF4-FFF2-40B4-BE49-F238E27FC236}">
                <a16:creationId xmlns:a16="http://schemas.microsoft.com/office/drawing/2014/main" id="{3A50FACE-BD10-1C33-57A2-9D21F71B92B3}"/>
              </a:ext>
            </a:extLst>
          </p:cNvPr>
          <p:cNvCxnSpPr>
            <a:stCxn id="244" idx="3"/>
            <a:endCxn id="217" idx="1"/>
          </p:cNvCxnSpPr>
          <p:nvPr/>
        </p:nvCxnSpPr>
        <p:spPr bwMode="auto">
          <a:xfrm>
            <a:off x="4901264" y="6559416"/>
            <a:ext cx="501104" cy="1392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681E3738-8B01-51FA-9944-7BA476AF3BB8}"/>
              </a:ext>
            </a:extLst>
          </p:cNvPr>
          <p:cNvSpPr txBox="1"/>
          <p:nvPr/>
        </p:nvSpPr>
        <p:spPr>
          <a:xfrm>
            <a:off x="43815" y="519805"/>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cxnSp>
        <p:nvCxnSpPr>
          <p:cNvPr id="6" name="Connecteur en angle 26">
            <a:extLst>
              <a:ext uri="{FF2B5EF4-FFF2-40B4-BE49-F238E27FC236}">
                <a16:creationId xmlns:a16="http://schemas.microsoft.com/office/drawing/2014/main" id="{42A36723-7B80-750F-0ED7-93E1387C545A}"/>
              </a:ext>
            </a:extLst>
          </p:cNvPr>
          <p:cNvCxnSpPr>
            <a:cxnSpLocks/>
            <a:stCxn id="25" idx="1"/>
            <a:endCxn id="53" idx="0"/>
          </p:cNvCxnSpPr>
          <p:nvPr/>
        </p:nvCxnSpPr>
        <p:spPr bwMode="auto">
          <a:xfrm rot="10800000" flipV="1">
            <a:off x="1847949" y="2430872"/>
            <a:ext cx="380777" cy="80097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221">
            <a:extLst>
              <a:ext uri="{FF2B5EF4-FFF2-40B4-BE49-F238E27FC236}">
                <a16:creationId xmlns:a16="http://schemas.microsoft.com/office/drawing/2014/main" id="{C754ADAC-13D7-BE53-5A46-7126F6CE5DEF}"/>
              </a:ext>
            </a:extLst>
          </p:cNvPr>
          <p:cNvSpPr>
            <a:spLocks noChangeArrowheads="1"/>
          </p:cNvSpPr>
          <p:nvPr/>
        </p:nvSpPr>
        <p:spPr bwMode="auto">
          <a:xfrm rot="10800000">
            <a:off x="7273806" y="3339595"/>
            <a:ext cx="849599" cy="325301"/>
          </a:xfrm>
          <a:prstGeom prst="upArrowCallout">
            <a:avLst>
              <a:gd name="adj1" fmla="val 68320"/>
              <a:gd name="adj2" fmla="val 68320"/>
              <a:gd name="adj3" fmla="val 16667"/>
              <a:gd name="adj4" fmla="val 66667"/>
            </a:avLst>
          </a:prstGeom>
          <a:solidFill>
            <a:srgbClr val="339966"/>
          </a:solidFill>
          <a:ln w="9525">
            <a:solidFill>
              <a:schemeClr val="tx1"/>
            </a:solidFill>
            <a:miter lim="800000"/>
            <a:headEnd/>
            <a:tailEnd/>
          </a:ln>
          <a:effectLst>
            <a:outerShdw dist="35921" dir="2700000" algn="ctr" rotWithShape="0">
              <a:schemeClr val="bg2"/>
            </a:outerShdw>
          </a:effectLst>
        </p:spPr>
        <p:txBody>
          <a:bodyPr rot="10800000" wrap="none" anchor="ctr"/>
          <a:lstStyle/>
          <a:p>
            <a:pPr algn="ctr">
              <a:defRPr/>
            </a:pPr>
            <a:r>
              <a:rPr lang="fr-FR" sz="600">
                <a:solidFill>
                  <a:schemeClr val="bg1"/>
                </a:solidFill>
                <a:latin typeface="+mn-lt"/>
                <a:ea typeface="+mn-ea"/>
              </a:rPr>
              <a:t>BOUT EN BOUT FIXE</a:t>
            </a:r>
          </a:p>
        </p:txBody>
      </p:sp>
      <p:sp>
        <p:nvSpPr>
          <p:cNvPr id="9" name="AutoShape 333">
            <a:extLst>
              <a:ext uri="{FF2B5EF4-FFF2-40B4-BE49-F238E27FC236}">
                <a16:creationId xmlns:a16="http://schemas.microsoft.com/office/drawing/2014/main" id="{8D59D374-E7E7-2A58-346D-416CDE0B689A}"/>
              </a:ext>
            </a:extLst>
          </p:cNvPr>
          <p:cNvSpPr>
            <a:spLocks noChangeArrowheads="1"/>
          </p:cNvSpPr>
          <p:nvPr/>
        </p:nvSpPr>
        <p:spPr bwMode="auto">
          <a:xfrm>
            <a:off x="4700409" y="3035531"/>
            <a:ext cx="1031347" cy="13552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50200_BEB_RET_FIXE_HO</a:t>
            </a:r>
          </a:p>
        </p:txBody>
      </p:sp>
      <p:sp>
        <p:nvSpPr>
          <p:cNvPr id="10" name="AutoShape 68">
            <a:hlinkClick r:id="" action="ppaction://noaction"/>
            <a:extLst>
              <a:ext uri="{FF2B5EF4-FFF2-40B4-BE49-F238E27FC236}">
                <a16:creationId xmlns:a16="http://schemas.microsoft.com/office/drawing/2014/main" id="{4A2D2CB0-51F6-9F0F-04FE-62380A6A8281}"/>
              </a:ext>
            </a:extLst>
          </p:cNvPr>
          <p:cNvSpPr>
            <a:spLocks noChangeArrowheads="1"/>
          </p:cNvSpPr>
          <p:nvPr/>
        </p:nvSpPr>
        <p:spPr bwMode="auto">
          <a:xfrm>
            <a:off x="3586772" y="2816676"/>
            <a:ext cx="922020" cy="56586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BEB RET</a:t>
            </a:r>
          </a:p>
          <a:p>
            <a:pPr algn="ctr" eaLnBrk="0" hangingPunct="0">
              <a:defRPr/>
            </a:pPr>
            <a:r>
              <a:rPr lang="fr-FR" sz="800" b="1">
                <a:solidFill>
                  <a:schemeClr val="bg1"/>
                </a:solidFill>
                <a:ea typeface="ＭＳ Ｐゴシック" charset="0"/>
              </a:rPr>
              <a:t>HO </a:t>
            </a:r>
          </a:p>
        </p:txBody>
      </p:sp>
      <p:sp>
        <p:nvSpPr>
          <p:cNvPr id="11" name="Text Box 157">
            <a:extLst>
              <a:ext uri="{FF2B5EF4-FFF2-40B4-BE49-F238E27FC236}">
                <a16:creationId xmlns:a16="http://schemas.microsoft.com/office/drawing/2014/main" id="{46233CDA-8FD6-E341-C9EF-AB452DF28057}"/>
              </a:ext>
            </a:extLst>
          </p:cNvPr>
          <p:cNvSpPr txBox="1">
            <a:spLocks noChangeArrowheads="1"/>
          </p:cNvSpPr>
          <p:nvPr/>
        </p:nvSpPr>
        <p:spPr bwMode="auto">
          <a:xfrm>
            <a:off x="4495258" y="2833556"/>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12" name="Connecteur en angle 26">
            <a:extLst>
              <a:ext uri="{FF2B5EF4-FFF2-40B4-BE49-F238E27FC236}">
                <a16:creationId xmlns:a16="http://schemas.microsoft.com/office/drawing/2014/main" id="{7F9F1332-20C5-E136-CD37-10781E559A58}"/>
              </a:ext>
            </a:extLst>
          </p:cNvPr>
          <p:cNvCxnSpPr>
            <a:cxnSpLocks/>
            <a:stCxn id="13" idx="1"/>
            <a:endCxn id="53" idx="0"/>
          </p:cNvCxnSpPr>
          <p:nvPr/>
        </p:nvCxnSpPr>
        <p:spPr bwMode="auto">
          <a:xfrm rot="10800000" flipV="1">
            <a:off x="1847949" y="3107324"/>
            <a:ext cx="398061" cy="12452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333">
            <a:extLst>
              <a:ext uri="{FF2B5EF4-FFF2-40B4-BE49-F238E27FC236}">
                <a16:creationId xmlns:a16="http://schemas.microsoft.com/office/drawing/2014/main" id="{13668284-4046-9620-22C3-BF557E83673C}"/>
              </a:ext>
            </a:extLst>
          </p:cNvPr>
          <p:cNvSpPr>
            <a:spLocks noChangeArrowheads="1"/>
          </p:cNvSpPr>
          <p:nvPr/>
        </p:nvSpPr>
        <p:spPr bwMode="auto">
          <a:xfrm>
            <a:off x="2246009" y="3033103"/>
            <a:ext cx="1196613" cy="14844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50200_BEB_RET_FIXE_HNO</a:t>
            </a:r>
          </a:p>
        </p:txBody>
      </p:sp>
      <p:sp>
        <p:nvSpPr>
          <p:cNvPr id="14" name="Text Box 156">
            <a:extLst>
              <a:ext uri="{FF2B5EF4-FFF2-40B4-BE49-F238E27FC236}">
                <a16:creationId xmlns:a16="http://schemas.microsoft.com/office/drawing/2014/main" id="{7187012B-C23D-3C2D-C7C4-791FDE04406A}"/>
              </a:ext>
            </a:extLst>
          </p:cNvPr>
          <p:cNvSpPr txBox="1">
            <a:spLocks noChangeArrowheads="1"/>
          </p:cNvSpPr>
          <p:nvPr/>
        </p:nvSpPr>
        <p:spPr bwMode="auto">
          <a:xfrm>
            <a:off x="3340282" y="2865263"/>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5" name="AutoShape 68">
            <a:hlinkClick r:id="" action="ppaction://noaction"/>
            <a:extLst>
              <a:ext uri="{FF2B5EF4-FFF2-40B4-BE49-F238E27FC236}">
                <a16:creationId xmlns:a16="http://schemas.microsoft.com/office/drawing/2014/main" id="{054E55C4-BB50-D386-2BE6-9C0F5458AA00}"/>
              </a:ext>
            </a:extLst>
          </p:cNvPr>
          <p:cNvSpPr>
            <a:spLocks noChangeArrowheads="1"/>
          </p:cNvSpPr>
          <p:nvPr/>
        </p:nvSpPr>
        <p:spPr bwMode="auto">
          <a:xfrm>
            <a:off x="3541980" y="1854849"/>
            <a:ext cx="587434" cy="281240"/>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BEB RET</a:t>
            </a:r>
          </a:p>
          <a:p>
            <a:pPr algn="ctr" eaLnBrk="0" hangingPunct="0">
              <a:defRPr/>
            </a:pPr>
            <a:r>
              <a:rPr lang="fr-FR" sz="600">
                <a:solidFill>
                  <a:schemeClr val="bg1"/>
                </a:solidFill>
                <a:ea typeface="ＭＳ Ｐゴシック" charset="0"/>
              </a:rPr>
              <a:t>FASTR</a:t>
            </a:r>
          </a:p>
        </p:txBody>
      </p:sp>
      <p:sp>
        <p:nvSpPr>
          <p:cNvPr id="17" name="AutoShape 333">
            <a:extLst>
              <a:ext uri="{FF2B5EF4-FFF2-40B4-BE49-F238E27FC236}">
                <a16:creationId xmlns:a16="http://schemas.microsoft.com/office/drawing/2014/main" id="{11E23C35-A915-E316-076A-B8AD7108B967}"/>
              </a:ext>
            </a:extLst>
          </p:cNvPr>
          <p:cNvSpPr>
            <a:spLocks noChangeArrowheads="1"/>
          </p:cNvSpPr>
          <p:nvPr/>
        </p:nvSpPr>
        <p:spPr bwMode="auto">
          <a:xfrm>
            <a:off x="4019522" y="2240383"/>
            <a:ext cx="1121078" cy="10909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b="1" dirty="0">
                <a:latin typeface="+mn-lt"/>
                <a:ea typeface="+mn-ea"/>
              </a:rPr>
              <a:t>50100_BEB_RET_FASTR_OK</a:t>
            </a:r>
          </a:p>
        </p:txBody>
      </p:sp>
      <p:sp>
        <p:nvSpPr>
          <p:cNvPr id="21" name="Text Box 157">
            <a:extLst>
              <a:ext uri="{FF2B5EF4-FFF2-40B4-BE49-F238E27FC236}">
                <a16:creationId xmlns:a16="http://schemas.microsoft.com/office/drawing/2014/main" id="{A7EC5ADD-88A6-6D9F-AEA7-1C5CCCD5F298}"/>
              </a:ext>
            </a:extLst>
          </p:cNvPr>
          <p:cNvSpPr txBox="1">
            <a:spLocks noChangeArrowheads="1"/>
          </p:cNvSpPr>
          <p:nvPr/>
        </p:nvSpPr>
        <p:spPr bwMode="auto">
          <a:xfrm>
            <a:off x="4046465" y="186137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23" name="Text Box 156">
            <a:extLst>
              <a:ext uri="{FF2B5EF4-FFF2-40B4-BE49-F238E27FC236}">
                <a16:creationId xmlns:a16="http://schemas.microsoft.com/office/drawing/2014/main" id="{EEE65F02-D34F-2968-9F84-C2A3E8311019}"/>
              </a:ext>
            </a:extLst>
          </p:cNvPr>
          <p:cNvSpPr txBox="1">
            <a:spLocks noChangeArrowheads="1"/>
          </p:cNvSpPr>
          <p:nvPr/>
        </p:nvSpPr>
        <p:spPr bwMode="auto">
          <a:xfrm>
            <a:off x="3293587" y="184917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25" name="AutoShape 333">
            <a:extLst>
              <a:ext uri="{FF2B5EF4-FFF2-40B4-BE49-F238E27FC236}">
                <a16:creationId xmlns:a16="http://schemas.microsoft.com/office/drawing/2014/main" id="{C72EDC24-9945-052A-DBC4-721FEE16C5E8}"/>
              </a:ext>
            </a:extLst>
          </p:cNvPr>
          <p:cNvSpPr>
            <a:spLocks noChangeArrowheads="1"/>
          </p:cNvSpPr>
          <p:nvPr/>
        </p:nvSpPr>
        <p:spPr bwMode="auto">
          <a:xfrm>
            <a:off x="2228725" y="2352231"/>
            <a:ext cx="1156568" cy="1572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50100_BEB_RET_FASTR_NOK</a:t>
            </a:r>
          </a:p>
        </p:txBody>
      </p:sp>
      <p:grpSp>
        <p:nvGrpSpPr>
          <p:cNvPr id="26" name="Group 8">
            <a:extLst>
              <a:ext uri="{FF2B5EF4-FFF2-40B4-BE49-F238E27FC236}">
                <a16:creationId xmlns:a16="http://schemas.microsoft.com/office/drawing/2014/main" id="{0CF15056-99B6-F29A-2E83-D517304881C1}"/>
              </a:ext>
            </a:extLst>
          </p:cNvPr>
          <p:cNvGrpSpPr>
            <a:grpSpLocks/>
          </p:cNvGrpSpPr>
          <p:nvPr/>
        </p:nvGrpSpPr>
        <p:grpSpPr bwMode="auto">
          <a:xfrm rot="9858900">
            <a:off x="4047604" y="1778034"/>
            <a:ext cx="246588" cy="132612"/>
            <a:chOff x="1920" y="715"/>
            <a:chExt cx="270" cy="139"/>
          </a:xfrm>
        </p:grpSpPr>
        <p:sp>
          <p:nvSpPr>
            <p:cNvPr id="29" name="AutoShape 9">
              <a:extLst>
                <a:ext uri="{FF2B5EF4-FFF2-40B4-BE49-F238E27FC236}">
                  <a16:creationId xmlns:a16="http://schemas.microsoft.com/office/drawing/2014/main" id="{7C7B8109-A125-33A7-FB8D-6531BAA8B234}"/>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30" name="AutoShape 10">
              <a:extLst>
                <a:ext uri="{FF2B5EF4-FFF2-40B4-BE49-F238E27FC236}">
                  <a16:creationId xmlns:a16="http://schemas.microsoft.com/office/drawing/2014/main" id="{6FE82D88-AF3E-955B-443D-A3CA0A21F0F9}"/>
                </a:ext>
              </a:extLst>
            </p:cNvPr>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cxnSp>
        <p:nvCxnSpPr>
          <p:cNvPr id="32" name="Connecteur droit 31">
            <a:extLst>
              <a:ext uri="{FF2B5EF4-FFF2-40B4-BE49-F238E27FC236}">
                <a16:creationId xmlns:a16="http://schemas.microsoft.com/office/drawing/2014/main" id="{093E4DE4-D1D2-DD38-3AC7-FB99E68638AE}"/>
              </a:ext>
            </a:extLst>
          </p:cNvPr>
          <p:cNvCxnSpPr>
            <a:cxnSpLocks/>
            <a:stCxn id="10" idx="3"/>
            <a:endCxn id="9" idx="1"/>
          </p:cNvCxnSpPr>
          <p:nvPr/>
        </p:nvCxnSpPr>
        <p:spPr bwMode="auto">
          <a:xfrm>
            <a:off x="4508792" y="3099611"/>
            <a:ext cx="191617" cy="36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AutoShape 333">
            <a:extLst>
              <a:ext uri="{FF2B5EF4-FFF2-40B4-BE49-F238E27FC236}">
                <a16:creationId xmlns:a16="http://schemas.microsoft.com/office/drawing/2014/main" id="{469B2C15-E3A3-7A3A-198B-E9BF61B98BC8}"/>
              </a:ext>
            </a:extLst>
          </p:cNvPr>
          <p:cNvSpPr>
            <a:spLocks noChangeArrowheads="1"/>
          </p:cNvSpPr>
          <p:nvPr/>
        </p:nvSpPr>
        <p:spPr bwMode="auto">
          <a:xfrm>
            <a:off x="2231389" y="2607423"/>
            <a:ext cx="1177749" cy="14844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a:defRPr/>
            </a:pPr>
            <a:r>
              <a:rPr lang="fr-FR" sz="600" dirty="0">
                <a:latin typeface="+mn-lt"/>
                <a:ea typeface="+mn-ea"/>
              </a:rPr>
              <a:t>50100_BEB_RET_FASTR_OFF</a:t>
            </a:r>
          </a:p>
        </p:txBody>
      </p:sp>
      <p:sp>
        <p:nvSpPr>
          <p:cNvPr id="35" name="Text Box 156">
            <a:extLst>
              <a:ext uri="{FF2B5EF4-FFF2-40B4-BE49-F238E27FC236}">
                <a16:creationId xmlns:a16="http://schemas.microsoft.com/office/drawing/2014/main" id="{5338DF22-81A3-129C-4DB6-80E901B10D48}"/>
              </a:ext>
            </a:extLst>
          </p:cNvPr>
          <p:cNvSpPr txBox="1">
            <a:spLocks noChangeArrowheads="1"/>
          </p:cNvSpPr>
          <p:nvPr/>
        </p:nvSpPr>
        <p:spPr bwMode="auto">
          <a:xfrm>
            <a:off x="3776527" y="203723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36" name="Connecteur : en angle 35">
            <a:extLst>
              <a:ext uri="{FF2B5EF4-FFF2-40B4-BE49-F238E27FC236}">
                <a16:creationId xmlns:a16="http://schemas.microsoft.com/office/drawing/2014/main" id="{BF9824A1-7615-F61D-8BAF-405729EC6AD8}"/>
              </a:ext>
            </a:extLst>
          </p:cNvPr>
          <p:cNvCxnSpPr>
            <a:cxnSpLocks/>
            <a:stCxn id="15" idx="1"/>
            <a:endCxn id="25" idx="3"/>
          </p:cNvCxnSpPr>
          <p:nvPr/>
        </p:nvCxnSpPr>
        <p:spPr bwMode="auto">
          <a:xfrm rot="10800000" flipV="1">
            <a:off x="3385294" y="1995469"/>
            <a:ext cx="156687" cy="4354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 en angle 36">
            <a:extLst>
              <a:ext uri="{FF2B5EF4-FFF2-40B4-BE49-F238E27FC236}">
                <a16:creationId xmlns:a16="http://schemas.microsoft.com/office/drawing/2014/main" id="{E0F8A913-63BA-0D30-0301-3CFB00F864CD}"/>
              </a:ext>
            </a:extLst>
          </p:cNvPr>
          <p:cNvCxnSpPr>
            <a:cxnSpLocks/>
            <a:stCxn id="15" idx="2"/>
            <a:endCxn id="34" idx="3"/>
          </p:cNvCxnSpPr>
          <p:nvPr/>
        </p:nvCxnSpPr>
        <p:spPr bwMode="auto">
          <a:xfrm rot="5400000">
            <a:off x="3349640" y="2195588"/>
            <a:ext cx="545556" cy="42655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Connecteur : en angle 38">
            <a:extLst>
              <a:ext uri="{FF2B5EF4-FFF2-40B4-BE49-F238E27FC236}">
                <a16:creationId xmlns:a16="http://schemas.microsoft.com/office/drawing/2014/main" id="{5BDC571B-9493-8821-1792-56289056E635}"/>
              </a:ext>
            </a:extLst>
          </p:cNvPr>
          <p:cNvCxnSpPr>
            <a:cxnSpLocks/>
            <a:stCxn id="34" idx="1"/>
            <a:endCxn id="53" idx="0"/>
          </p:cNvCxnSpPr>
          <p:nvPr/>
        </p:nvCxnSpPr>
        <p:spPr bwMode="auto">
          <a:xfrm rot="10800000" flipV="1">
            <a:off x="1847949" y="2681644"/>
            <a:ext cx="383441" cy="55020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 en angle 39">
            <a:extLst>
              <a:ext uri="{FF2B5EF4-FFF2-40B4-BE49-F238E27FC236}">
                <a16:creationId xmlns:a16="http://schemas.microsoft.com/office/drawing/2014/main" id="{92C8A54F-43AD-14C1-DFCE-F6519F02B2BC}"/>
              </a:ext>
            </a:extLst>
          </p:cNvPr>
          <p:cNvCxnSpPr>
            <a:cxnSpLocks/>
            <a:stCxn id="15" idx="3"/>
            <a:endCxn id="17" idx="0"/>
          </p:cNvCxnSpPr>
          <p:nvPr/>
        </p:nvCxnSpPr>
        <p:spPr bwMode="auto">
          <a:xfrm>
            <a:off x="4129414" y="1995469"/>
            <a:ext cx="450647" cy="24491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 en angle 40">
            <a:extLst>
              <a:ext uri="{FF2B5EF4-FFF2-40B4-BE49-F238E27FC236}">
                <a16:creationId xmlns:a16="http://schemas.microsoft.com/office/drawing/2014/main" id="{D8495A5C-F4F3-D229-9133-8835355BBA77}"/>
              </a:ext>
            </a:extLst>
          </p:cNvPr>
          <p:cNvCxnSpPr>
            <a:cxnSpLocks/>
            <a:stCxn id="17" idx="2"/>
            <a:endCxn id="10" idx="0"/>
          </p:cNvCxnSpPr>
          <p:nvPr/>
        </p:nvCxnSpPr>
        <p:spPr bwMode="auto">
          <a:xfrm rot="5400000">
            <a:off x="4080325" y="2316940"/>
            <a:ext cx="467194" cy="53227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42">
            <a:extLst>
              <a:ext uri="{FF2B5EF4-FFF2-40B4-BE49-F238E27FC236}">
                <a16:creationId xmlns:a16="http://schemas.microsoft.com/office/drawing/2014/main" id="{C3B14EDE-CA41-4F1F-8179-DE8A36CF50DA}"/>
              </a:ext>
            </a:extLst>
          </p:cNvPr>
          <p:cNvCxnSpPr>
            <a:stCxn id="13" idx="3"/>
            <a:endCxn id="10" idx="1"/>
          </p:cNvCxnSpPr>
          <p:nvPr/>
        </p:nvCxnSpPr>
        <p:spPr bwMode="auto">
          <a:xfrm flipV="1">
            <a:off x="3442622" y="3099611"/>
            <a:ext cx="144150" cy="77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AutoShape 31">
            <a:hlinkClick r:id="" action="ppaction://noaction"/>
            <a:extLst>
              <a:ext uri="{FF2B5EF4-FFF2-40B4-BE49-F238E27FC236}">
                <a16:creationId xmlns:a16="http://schemas.microsoft.com/office/drawing/2014/main" id="{2162FE1C-1F7B-5EE0-05B8-DC3B799E31B4}"/>
              </a:ext>
            </a:extLst>
          </p:cNvPr>
          <p:cNvSpPr>
            <a:spLocks noChangeArrowheads="1"/>
          </p:cNvSpPr>
          <p:nvPr/>
        </p:nvSpPr>
        <p:spPr bwMode="auto">
          <a:xfrm>
            <a:off x="5864175" y="3012615"/>
            <a:ext cx="1319835" cy="158441"/>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FIXE_BEB_RET</a:t>
            </a:r>
            <a:endParaRPr lang="fr-FR" sz="600">
              <a:solidFill>
                <a:srgbClr val="FF0000"/>
              </a:solidFill>
            </a:endParaRPr>
          </a:p>
        </p:txBody>
      </p:sp>
      <p:sp>
        <p:nvSpPr>
          <p:cNvPr id="48" name="AutoShape 113">
            <a:extLst>
              <a:ext uri="{FF2B5EF4-FFF2-40B4-BE49-F238E27FC236}">
                <a16:creationId xmlns:a16="http://schemas.microsoft.com/office/drawing/2014/main" id="{FBD3446C-5D6C-5A8C-8735-2E93A1B31A4C}"/>
              </a:ext>
            </a:extLst>
          </p:cNvPr>
          <p:cNvSpPr>
            <a:spLocks noChangeArrowheads="1"/>
          </p:cNvSpPr>
          <p:nvPr/>
        </p:nvSpPr>
        <p:spPr bwMode="auto">
          <a:xfrm>
            <a:off x="4360175" y="1671951"/>
            <a:ext cx="402449" cy="249248"/>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FASTR</a:t>
            </a:r>
          </a:p>
        </p:txBody>
      </p:sp>
      <p:cxnSp>
        <p:nvCxnSpPr>
          <p:cNvPr id="63" name="Connecteur : en angle 62">
            <a:extLst>
              <a:ext uri="{FF2B5EF4-FFF2-40B4-BE49-F238E27FC236}">
                <a16:creationId xmlns:a16="http://schemas.microsoft.com/office/drawing/2014/main" id="{DC5A92F4-E2E1-2926-A621-B2D90AB9F297}"/>
              </a:ext>
            </a:extLst>
          </p:cNvPr>
          <p:cNvCxnSpPr>
            <a:cxnSpLocks/>
            <a:stCxn id="136" idx="0"/>
            <a:endCxn id="53" idx="0"/>
          </p:cNvCxnSpPr>
          <p:nvPr/>
        </p:nvCxnSpPr>
        <p:spPr bwMode="auto">
          <a:xfrm rot="16200000" flipH="1">
            <a:off x="1147676" y="2531577"/>
            <a:ext cx="219235" cy="118131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 name="Connecteur : en angle 4096">
            <a:extLst>
              <a:ext uri="{FF2B5EF4-FFF2-40B4-BE49-F238E27FC236}">
                <a16:creationId xmlns:a16="http://schemas.microsoft.com/office/drawing/2014/main" id="{13DF14B1-8E98-3973-159E-2F0757C65D19}"/>
              </a:ext>
            </a:extLst>
          </p:cNvPr>
          <p:cNvCxnSpPr>
            <a:stCxn id="232" idx="0"/>
            <a:endCxn id="15" idx="0"/>
          </p:cNvCxnSpPr>
          <p:nvPr/>
        </p:nvCxnSpPr>
        <p:spPr bwMode="auto">
          <a:xfrm rot="16200000" flipH="1">
            <a:off x="3323619" y="1342771"/>
            <a:ext cx="386896" cy="63726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9" name="Connecteur droit 4128">
            <a:extLst>
              <a:ext uri="{FF2B5EF4-FFF2-40B4-BE49-F238E27FC236}">
                <a16:creationId xmlns:a16="http://schemas.microsoft.com/office/drawing/2014/main" id="{1F073DD7-447B-962D-ACAD-EB12E95FEB6F}"/>
              </a:ext>
            </a:extLst>
          </p:cNvPr>
          <p:cNvCxnSpPr>
            <a:stCxn id="9" idx="3"/>
            <a:endCxn id="46" idx="1"/>
          </p:cNvCxnSpPr>
          <p:nvPr/>
        </p:nvCxnSpPr>
        <p:spPr bwMode="auto">
          <a:xfrm flipV="1">
            <a:off x="5731756" y="3091836"/>
            <a:ext cx="132419" cy="1145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2" name="Connecteur : en angle 4131">
            <a:extLst>
              <a:ext uri="{FF2B5EF4-FFF2-40B4-BE49-F238E27FC236}">
                <a16:creationId xmlns:a16="http://schemas.microsoft.com/office/drawing/2014/main" id="{7F6FBF21-D743-62E4-A0DD-548A205D8329}"/>
              </a:ext>
            </a:extLst>
          </p:cNvPr>
          <p:cNvCxnSpPr>
            <a:stCxn id="46" idx="3"/>
            <a:endCxn id="7" idx="2"/>
          </p:cNvCxnSpPr>
          <p:nvPr/>
        </p:nvCxnSpPr>
        <p:spPr bwMode="auto">
          <a:xfrm>
            <a:off x="7184010" y="3091836"/>
            <a:ext cx="514595" cy="2477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4" name="Connecteur : en angle 4133">
            <a:extLst>
              <a:ext uri="{FF2B5EF4-FFF2-40B4-BE49-F238E27FC236}">
                <a16:creationId xmlns:a16="http://schemas.microsoft.com/office/drawing/2014/main" id="{7F039FEE-A1D1-D7DF-047F-03FC4897ABEC}"/>
              </a:ext>
            </a:extLst>
          </p:cNvPr>
          <p:cNvCxnSpPr>
            <a:stCxn id="214" idx="3"/>
            <a:endCxn id="273" idx="1"/>
          </p:cNvCxnSpPr>
          <p:nvPr/>
        </p:nvCxnSpPr>
        <p:spPr bwMode="auto">
          <a:xfrm flipV="1">
            <a:off x="2600139" y="4646314"/>
            <a:ext cx="1325151" cy="91834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6" name="Connecteur : en angle 4135">
            <a:extLst>
              <a:ext uri="{FF2B5EF4-FFF2-40B4-BE49-F238E27FC236}">
                <a16:creationId xmlns:a16="http://schemas.microsoft.com/office/drawing/2014/main" id="{9A5AA6FB-0FF8-78C2-B4FC-7139C3BEC500}"/>
              </a:ext>
            </a:extLst>
          </p:cNvPr>
          <p:cNvCxnSpPr>
            <a:cxnSpLocks/>
            <a:stCxn id="214" idx="3"/>
            <a:endCxn id="243" idx="1"/>
          </p:cNvCxnSpPr>
          <p:nvPr/>
        </p:nvCxnSpPr>
        <p:spPr bwMode="auto">
          <a:xfrm flipV="1">
            <a:off x="2600139" y="4908593"/>
            <a:ext cx="1328900" cy="65606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2" name="Connecteur droit avec flèche 4141">
            <a:extLst>
              <a:ext uri="{FF2B5EF4-FFF2-40B4-BE49-F238E27FC236}">
                <a16:creationId xmlns:a16="http://schemas.microsoft.com/office/drawing/2014/main" id="{9C40AF42-575D-5E2E-5619-AA449AD4C8A3}"/>
              </a:ext>
            </a:extLst>
          </p:cNvPr>
          <p:cNvCxnSpPr>
            <a:stCxn id="273" idx="3"/>
            <a:endCxn id="271" idx="1"/>
          </p:cNvCxnSpPr>
          <p:nvPr/>
        </p:nvCxnSpPr>
        <p:spPr bwMode="auto">
          <a:xfrm flipV="1">
            <a:off x="4882695" y="4640149"/>
            <a:ext cx="138714" cy="6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4" name="Connecteur droit avec flèche 4143">
            <a:extLst>
              <a:ext uri="{FF2B5EF4-FFF2-40B4-BE49-F238E27FC236}">
                <a16:creationId xmlns:a16="http://schemas.microsoft.com/office/drawing/2014/main" id="{53522024-279E-A6DD-4D4A-B17C80A6B519}"/>
              </a:ext>
            </a:extLst>
          </p:cNvPr>
          <p:cNvCxnSpPr>
            <a:cxnSpLocks/>
            <a:stCxn id="243" idx="3"/>
            <a:endCxn id="241" idx="1"/>
          </p:cNvCxnSpPr>
          <p:nvPr/>
        </p:nvCxnSpPr>
        <p:spPr bwMode="auto">
          <a:xfrm flipV="1">
            <a:off x="4700409" y="4908119"/>
            <a:ext cx="344573" cy="4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50" name="Connecteur droit 4149">
            <a:extLst>
              <a:ext uri="{FF2B5EF4-FFF2-40B4-BE49-F238E27FC236}">
                <a16:creationId xmlns:a16="http://schemas.microsoft.com/office/drawing/2014/main" id="{81FB38DE-39F4-862D-BAAB-6842E75B5933}"/>
              </a:ext>
            </a:extLst>
          </p:cNvPr>
          <p:cNvCxnSpPr/>
          <p:nvPr/>
        </p:nvCxnSpPr>
        <p:spPr bwMode="auto">
          <a:xfrm>
            <a:off x="7401562" y="4233767"/>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52" name="AutoShape 42">
            <a:extLst>
              <a:ext uri="{FF2B5EF4-FFF2-40B4-BE49-F238E27FC236}">
                <a16:creationId xmlns:a16="http://schemas.microsoft.com/office/drawing/2014/main" id="{9E4D0714-04B2-95C5-8819-F321737AC180}"/>
              </a:ext>
            </a:extLst>
          </p:cNvPr>
          <p:cNvSpPr>
            <a:spLocks noChangeArrowheads="1"/>
          </p:cNvSpPr>
          <p:nvPr/>
        </p:nvSpPr>
        <p:spPr bwMode="auto">
          <a:xfrm>
            <a:off x="2744058" y="4247125"/>
            <a:ext cx="1612488" cy="145091"/>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50300_LN_RET_FIXE_[</a:t>
            </a:r>
            <a:r>
              <a:rPr lang="fr-FR" sz="500" i="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4153" name="AutoShape 131">
            <a:extLst>
              <a:ext uri="{FF2B5EF4-FFF2-40B4-BE49-F238E27FC236}">
                <a16:creationId xmlns:a16="http://schemas.microsoft.com/office/drawing/2014/main" id="{BFC8CA2C-16A8-EB50-866F-F35113D05CAB}"/>
              </a:ext>
            </a:extLst>
          </p:cNvPr>
          <p:cNvSpPr>
            <a:spLocks noChangeArrowheads="1"/>
          </p:cNvSpPr>
          <p:nvPr/>
        </p:nvSpPr>
        <p:spPr bwMode="auto">
          <a:xfrm>
            <a:off x="2134915" y="4138801"/>
            <a:ext cx="473375" cy="373471"/>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dirty="0"/>
              <a:t>LN FULL</a:t>
            </a:r>
          </a:p>
          <a:p>
            <a:pPr algn="ctr" eaLnBrk="0" hangingPunct="0"/>
            <a:r>
              <a:rPr lang="fr-FR" sz="500" dirty="0"/>
              <a:t>ou</a:t>
            </a:r>
          </a:p>
          <a:p>
            <a:pPr algn="ctr" eaLnBrk="0" hangingPunct="0"/>
            <a:r>
              <a:rPr lang="fr-FR" sz="500" dirty="0"/>
              <a:t>CO</a:t>
            </a:r>
          </a:p>
        </p:txBody>
      </p:sp>
      <p:sp>
        <p:nvSpPr>
          <p:cNvPr id="4154" name="AutoShape 142">
            <a:extLst>
              <a:ext uri="{FF2B5EF4-FFF2-40B4-BE49-F238E27FC236}">
                <a16:creationId xmlns:a16="http://schemas.microsoft.com/office/drawing/2014/main" id="{7645B1A9-CDD8-2C2B-8DDE-13964886F964}"/>
              </a:ext>
            </a:extLst>
          </p:cNvPr>
          <p:cNvSpPr>
            <a:spLocks noChangeArrowheads="1"/>
          </p:cNvSpPr>
          <p:nvPr/>
        </p:nvSpPr>
        <p:spPr bwMode="auto">
          <a:xfrm>
            <a:off x="4671081" y="4193194"/>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sp>
        <p:nvSpPr>
          <p:cNvPr id="4155" name="Text Box 156">
            <a:extLst>
              <a:ext uri="{FF2B5EF4-FFF2-40B4-BE49-F238E27FC236}">
                <a16:creationId xmlns:a16="http://schemas.microsoft.com/office/drawing/2014/main" id="{57A46B9F-E0CB-CAC6-AACE-A728042C8683}"/>
              </a:ext>
            </a:extLst>
          </p:cNvPr>
          <p:cNvSpPr txBox="1">
            <a:spLocks noChangeArrowheads="1"/>
          </p:cNvSpPr>
          <p:nvPr/>
        </p:nvSpPr>
        <p:spPr bwMode="auto">
          <a:xfrm>
            <a:off x="2556218" y="4091770"/>
            <a:ext cx="159691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vérification paramétrage dans IRIS</a:t>
            </a:r>
          </a:p>
        </p:txBody>
      </p:sp>
      <p:sp>
        <p:nvSpPr>
          <p:cNvPr id="4156" name="Text Box 156">
            <a:extLst>
              <a:ext uri="{FF2B5EF4-FFF2-40B4-BE49-F238E27FC236}">
                <a16:creationId xmlns:a16="http://schemas.microsoft.com/office/drawing/2014/main" id="{486D8225-7247-7243-1DFE-354C63CDCEFC}"/>
              </a:ext>
            </a:extLst>
          </p:cNvPr>
          <p:cNvSpPr txBox="1">
            <a:spLocks noChangeArrowheads="1"/>
          </p:cNvSpPr>
          <p:nvPr/>
        </p:nvSpPr>
        <p:spPr bwMode="auto">
          <a:xfrm>
            <a:off x="2594795" y="4414960"/>
            <a:ext cx="139012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 + sans paramétrage dans IRIS</a:t>
            </a:r>
          </a:p>
        </p:txBody>
      </p:sp>
      <p:sp>
        <p:nvSpPr>
          <p:cNvPr id="66" name="Text Box 156">
            <a:extLst>
              <a:ext uri="{FF2B5EF4-FFF2-40B4-BE49-F238E27FC236}">
                <a16:creationId xmlns:a16="http://schemas.microsoft.com/office/drawing/2014/main" id="{BF1145E3-2DE4-1DA7-CA84-C59DA341C93E}"/>
              </a:ext>
            </a:extLst>
          </p:cNvPr>
          <p:cNvSpPr txBox="1">
            <a:spLocks noChangeArrowheads="1"/>
          </p:cNvSpPr>
          <p:nvPr/>
        </p:nvSpPr>
        <p:spPr bwMode="auto">
          <a:xfrm>
            <a:off x="1955320" y="448175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70" name="Connecteur droit 69">
            <a:extLst>
              <a:ext uri="{FF2B5EF4-FFF2-40B4-BE49-F238E27FC236}">
                <a16:creationId xmlns:a16="http://schemas.microsoft.com/office/drawing/2014/main" id="{AC71AEE8-50B6-5416-A9FF-6DF8A31B4096}"/>
              </a:ext>
            </a:extLst>
          </p:cNvPr>
          <p:cNvCxnSpPr>
            <a:stCxn id="4153" idx="3"/>
            <a:endCxn id="4152" idx="1"/>
          </p:cNvCxnSpPr>
          <p:nvPr/>
        </p:nvCxnSpPr>
        <p:spPr bwMode="auto">
          <a:xfrm flipV="1">
            <a:off x="2608290" y="4319671"/>
            <a:ext cx="135768" cy="58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Connecteur droit 72">
            <a:extLst>
              <a:ext uri="{FF2B5EF4-FFF2-40B4-BE49-F238E27FC236}">
                <a16:creationId xmlns:a16="http://schemas.microsoft.com/office/drawing/2014/main" id="{3229E36B-5D93-1B1C-5945-FC37AE57C6D8}"/>
              </a:ext>
            </a:extLst>
          </p:cNvPr>
          <p:cNvCxnSpPr>
            <a:stCxn id="4153" idx="0"/>
            <a:endCxn id="50" idx="2"/>
          </p:cNvCxnSpPr>
          <p:nvPr/>
        </p:nvCxnSpPr>
        <p:spPr bwMode="auto">
          <a:xfrm flipH="1" flipV="1">
            <a:off x="2369886" y="4057016"/>
            <a:ext cx="1717" cy="81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Connecteur : en angle 81">
            <a:extLst>
              <a:ext uri="{FF2B5EF4-FFF2-40B4-BE49-F238E27FC236}">
                <a16:creationId xmlns:a16="http://schemas.microsoft.com/office/drawing/2014/main" id="{1CEBB71B-6B4F-2A72-BB00-05414740DA2D}"/>
              </a:ext>
            </a:extLst>
          </p:cNvPr>
          <p:cNvCxnSpPr>
            <a:stCxn id="4153" idx="3"/>
            <a:endCxn id="214" idx="0"/>
          </p:cNvCxnSpPr>
          <p:nvPr/>
        </p:nvCxnSpPr>
        <p:spPr bwMode="auto">
          <a:xfrm flipH="1">
            <a:off x="2366777" y="4325537"/>
            <a:ext cx="241513" cy="1020045"/>
          </a:xfrm>
          <a:prstGeom prst="bentConnector4">
            <a:avLst>
              <a:gd name="adj1" fmla="val -27044"/>
              <a:gd name="adj2" fmla="val 5915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Connecteur droit avec flèche 84">
            <a:extLst>
              <a:ext uri="{FF2B5EF4-FFF2-40B4-BE49-F238E27FC236}">
                <a16:creationId xmlns:a16="http://schemas.microsoft.com/office/drawing/2014/main" id="{EBD06A4B-E795-5D7E-8009-0564E9406C7E}"/>
              </a:ext>
            </a:extLst>
          </p:cNvPr>
          <p:cNvCxnSpPr>
            <a:stCxn id="4153" idx="2"/>
            <a:endCxn id="214" idx="0"/>
          </p:cNvCxnSpPr>
          <p:nvPr/>
        </p:nvCxnSpPr>
        <p:spPr bwMode="auto">
          <a:xfrm flipH="1">
            <a:off x="2366777" y="4512272"/>
            <a:ext cx="4826" cy="83331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Connecteur droit avec flèche 86">
            <a:extLst>
              <a:ext uri="{FF2B5EF4-FFF2-40B4-BE49-F238E27FC236}">
                <a16:creationId xmlns:a16="http://schemas.microsoft.com/office/drawing/2014/main" id="{2B1345E4-3452-F313-52ED-E252F470526C}"/>
              </a:ext>
            </a:extLst>
          </p:cNvPr>
          <p:cNvCxnSpPr>
            <a:stCxn id="4152" idx="3"/>
            <a:endCxn id="4154" idx="1"/>
          </p:cNvCxnSpPr>
          <p:nvPr/>
        </p:nvCxnSpPr>
        <p:spPr bwMode="auto">
          <a:xfrm flipV="1">
            <a:off x="4356546" y="4313815"/>
            <a:ext cx="314535" cy="58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31544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51</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091585" y="54349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ADMINISTRATIF</a:t>
            </a:r>
          </a:p>
        </p:txBody>
      </p:sp>
      <p:sp>
        <p:nvSpPr>
          <p:cNvPr id="36" name="Rectangle 5"/>
          <p:cNvSpPr>
            <a:spLocks noChangeArrowheads="1"/>
          </p:cNvSpPr>
          <p:nvPr/>
        </p:nvSpPr>
        <p:spPr bwMode="auto">
          <a:xfrm>
            <a:off x="3900737" y="2245640"/>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 FCT </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978406" cy="14964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40011_CHOIX_FLASH_FCT1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40031_CHOIX_FLASH_FCT3</a:t>
            </a:r>
          </a:p>
        </p:txBody>
      </p:sp>
      <p:sp>
        <p:nvSpPr>
          <p:cNvPr id="101" name="AutoShape 68">
            <a:hlinkClick r:id="rId5"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 FCT3</a:t>
            </a:r>
            <a:endParaRPr lang="fr-FR" sz="600" i="1">
              <a:solidFill>
                <a:srgbClr val="000000"/>
              </a:solidFill>
            </a:endParaRPr>
          </a:p>
        </p:txBody>
      </p:sp>
      <p:sp>
        <p:nvSpPr>
          <p:cNvPr id="108" name="AutoShape 68">
            <a:hlinkClick r:id="rId5"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40021_CHOIX_FLASH_FCT2_NOK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40031_CHOIX_FLASH_FCT3_NOK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42197" y="1178075"/>
            <a:ext cx="310656" cy="299978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49318" y="1881070"/>
            <a:ext cx="306530" cy="158966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34140" y="2585915"/>
            <a:ext cx="308226" cy="18167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08059" y="911996"/>
            <a:ext cx="165120" cy="33864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40001_CHOIX_FLASH_FCT_NOK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40001_CHOIX_FLASH_FCT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92"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502731" y="1829998"/>
            <a:ext cx="1583247" cy="14761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5" action="ppaction://hlinksldjump"/>
          </p:cNvPr>
          <p:cNvSpPr>
            <a:spLocks noChangeArrowheads="1"/>
          </p:cNvSpPr>
          <p:nvPr/>
        </p:nvSpPr>
        <p:spPr bwMode="auto">
          <a:xfrm>
            <a:off x="7660647" y="430270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NMNI</a:t>
            </a:r>
          </a:p>
        </p:txBody>
      </p:sp>
      <p:sp>
        <p:nvSpPr>
          <p:cNvPr id="222" name="AutoShape 55"/>
          <p:cNvSpPr>
            <a:spLocks noChangeArrowheads="1"/>
          </p:cNvSpPr>
          <p:nvPr/>
        </p:nvSpPr>
        <p:spPr bwMode="auto">
          <a:xfrm>
            <a:off x="7293741" y="4933327"/>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40091_CHOIX_FLASH_FCT_NMNI2</a:t>
            </a:r>
          </a:p>
        </p:txBody>
      </p:sp>
      <p:sp>
        <p:nvSpPr>
          <p:cNvPr id="223" name="Rectangle 55"/>
          <p:cNvSpPr>
            <a:spLocks noChangeArrowheads="1"/>
          </p:cNvSpPr>
          <p:nvPr/>
        </p:nvSpPr>
        <p:spPr bwMode="auto">
          <a:xfrm>
            <a:off x="7459044" y="5185567"/>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486350"/>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541070"/>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31905" y="4761360"/>
            <a:ext cx="0" cy="1719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075609"/>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40091_CHOIX_FLASH_FCT_NMNI2B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32030"/>
            <a:ext cx="951723" cy="115290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5485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1407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737218" y="1977612"/>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40001_CHOIX_FLASH_FCT_OK</a:t>
            </a:r>
          </a:p>
        </p:txBody>
      </p:sp>
      <p:cxnSp>
        <p:nvCxnSpPr>
          <p:cNvPr id="12" name="Connecteur droit 11"/>
          <p:cNvCxnSpPr>
            <a:stCxn id="90" idx="2"/>
            <a:endCxn id="36" idx="0"/>
          </p:cNvCxnSpPr>
          <p:nvPr/>
        </p:nvCxnSpPr>
        <p:spPr bwMode="auto">
          <a:xfrm flipH="1">
            <a:off x="4497417" y="2145389"/>
            <a:ext cx="5313" cy="1002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92" idx="2"/>
            <a:endCxn id="221" idx="0"/>
          </p:cNvCxnSpPr>
          <p:nvPr/>
        </p:nvCxnSpPr>
        <p:spPr bwMode="auto">
          <a:xfrm>
            <a:off x="8131904" y="3803716"/>
            <a:ext cx="1" cy="4989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3" action="ppaction://hlinksldjump"/>
            <a:extLst>
              <a:ext uri="{FF2B5EF4-FFF2-40B4-BE49-F238E27FC236}">
                <a16:creationId xmlns:a16="http://schemas.microsoft.com/office/drawing/2014/main" id="{261E5114-F2C8-A85D-CC20-DFAB85D27B04}"/>
              </a:ext>
            </a:extLst>
          </p:cNvPr>
          <p:cNvSpPr>
            <a:spLocks noChangeArrowheads="1"/>
          </p:cNvSpPr>
          <p:nvPr/>
        </p:nvSpPr>
        <p:spPr bwMode="auto">
          <a:xfrm rot="10800000">
            <a:off x="3289809" y="54012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 AB Test</a:t>
            </a:r>
          </a:p>
        </p:txBody>
      </p:sp>
      <p:cxnSp>
        <p:nvCxnSpPr>
          <p:cNvPr id="6" name="Connecteur : en angle 5">
            <a:extLst>
              <a:ext uri="{FF2B5EF4-FFF2-40B4-BE49-F238E27FC236}">
                <a16:creationId xmlns:a16="http://schemas.microsoft.com/office/drawing/2014/main" id="{47BA91B3-FBBD-7084-919E-F3BFC14AC90A}"/>
              </a:ext>
            </a:extLst>
          </p:cNvPr>
          <p:cNvCxnSpPr>
            <a:stCxn id="33" idx="0"/>
            <a:endCxn id="185" idx="0"/>
          </p:cNvCxnSpPr>
          <p:nvPr/>
        </p:nvCxnSpPr>
        <p:spPr bwMode="auto">
          <a:xfrm rot="16200000" flipH="1">
            <a:off x="2837473" y="697602"/>
            <a:ext cx="218253" cy="63002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 en angle 7">
            <a:extLst>
              <a:ext uri="{FF2B5EF4-FFF2-40B4-BE49-F238E27FC236}">
                <a16:creationId xmlns:a16="http://schemas.microsoft.com/office/drawing/2014/main" id="{CAAE723E-6950-E86A-A612-035D583C363B}"/>
              </a:ext>
            </a:extLst>
          </p:cNvPr>
          <p:cNvCxnSpPr>
            <a:stCxn id="3" idx="0"/>
            <a:endCxn id="185" idx="0"/>
          </p:cNvCxnSpPr>
          <p:nvPr/>
        </p:nvCxnSpPr>
        <p:spPr bwMode="auto">
          <a:xfrm rot="5400000">
            <a:off x="3434901" y="726835"/>
            <a:ext cx="221623" cy="56819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ZoneTexte 6">
            <a:extLst>
              <a:ext uri="{FF2B5EF4-FFF2-40B4-BE49-F238E27FC236}">
                <a16:creationId xmlns:a16="http://schemas.microsoft.com/office/drawing/2014/main" id="{9DE672C6-DA68-A6DB-0D0C-4F7B79223F5B}"/>
              </a:ext>
            </a:extLst>
          </p:cNvPr>
          <p:cNvSpPr txBox="1"/>
          <p:nvPr/>
        </p:nvSpPr>
        <p:spPr>
          <a:xfrm>
            <a:off x="5665603" y="576812"/>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9928338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52</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01860" y="58439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ADMINISTRATIF</a:t>
            </a:r>
          </a:p>
        </p:txBody>
      </p:sp>
      <p:sp>
        <p:nvSpPr>
          <p:cNvPr id="36" name="Rectangle 5"/>
          <p:cNvSpPr>
            <a:spLocks noChangeArrowheads="1"/>
          </p:cNvSpPr>
          <p:nvPr/>
        </p:nvSpPr>
        <p:spPr bwMode="auto">
          <a:xfrm>
            <a:off x="3909757" y="2287683"/>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FLASH2 FCT</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82113" cy="1673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40012_CHOIX_FLASH2_FCT1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FIXE_CHOIX_FLASH2_FCT3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40032_CHOIX_FLASH2_FCT3</a:t>
            </a:r>
          </a:p>
        </p:txBody>
      </p:sp>
      <p:sp>
        <p:nvSpPr>
          <p:cNvPr id="101" name="AutoShape 68">
            <a:hlinkClick r:id="rId5"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FLASH2 FCT3</a:t>
            </a:r>
            <a:endParaRPr lang="fr-FR" sz="600" i="1">
              <a:solidFill>
                <a:srgbClr val="000000"/>
              </a:solidFill>
            </a:endParaRPr>
          </a:p>
        </p:txBody>
      </p:sp>
      <p:sp>
        <p:nvSpPr>
          <p:cNvPr id="108" name="AutoShape 68">
            <a:hlinkClick r:id="rId5"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40022_CHOIX_FLASH2_FCT2_NOK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40032_CHOIX_FLASH2_FCT3_NOK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67729" y="1194586"/>
            <a:ext cx="268613" cy="30088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74850" y="1897581"/>
            <a:ext cx="264487" cy="159868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59672" y="2611446"/>
            <a:ext cx="266183" cy="17265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33591" y="937527"/>
            <a:ext cx="123077" cy="337738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40002_CHOIX_FLASH2_FCT_NOK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40002_CHOIX_FLASH2_FCT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06437" y="1829997"/>
            <a:ext cx="1579540" cy="1653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5" action="ppaction://hlinksldjump"/>
          </p:cNvPr>
          <p:cNvSpPr>
            <a:spLocks noChangeArrowheads="1"/>
          </p:cNvSpPr>
          <p:nvPr/>
        </p:nvSpPr>
        <p:spPr bwMode="auto">
          <a:xfrm>
            <a:off x="7650628" y="4410456"/>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NMNI</a:t>
            </a:r>
          </a:p>
        </p:txBody>
      </p:sp>
      <p:sp>
        <p:nvSpPr>
          <p:cNvPr id="222" name="AutoShape 55"/>
          <p:cNvSpPr>
            <a:spLocks noChangeArrowheads="1"/>
          </p:cNvSpPr>
          <p:nvPr/>
        </p:nvSpPr>
        <p:spPr bwMode="auto">
          <a:xfrm>
            <a:off x="7283722" y="509887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40092_CHOIX_FLASH2_FCT_NMNI2</a:t>
            </a:r>
          </a:p>
        </p:txBody>
      </p:sp>
      <p:sp>
        <p:nvSpPr>
          <p:cNvPr id="223" name="Rectangle 55"/>
          <p:cNvSpPr>
            <a:spLocks noChangeArrowheads="1"/>
          </p:cNvSpPr>
          <p:nvPr/>
        </p:nvSpPr>
        <p:spPr bwMode="auto">
          <a:xfrm>
            <a:off x="7449025" y="535111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67167" y="565189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54259" y="570661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21886" y="4869116"/>
            <a:ext cx="0" cy="22975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1886" y="524115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40092_CHOIX_FLASH2_FCT_NMNI2B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39786"/>
            <a:ext cx="941704" cy="104515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09977" y="486260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83703" y="442182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40925" y="19953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40002_CHOIX_FLASH2_FCT_OK</a:t>
            </a:r>
          </a:p>
        </p:txBody>
      </p:sp>
      <p:cxnSp>
        <p:nvCxnSpPr>
          <p:cNvPr id="12" name="Connecteur droit 11"/>
          <p:cNvCxnSpPr>
            <a:stCxn id="96" idx="2"/>
            <a:endCxn id="36" idx="0"/>
          </p:cNvCxnSpPr>
          <p:nvPr/>
        </p:nvCxnSpPr>
        <p:spPr bwMode="auto">
          <a:xfrm>
            <a:off x="4506437" y="2163134"/>
            <a:ext cx="0" cy="1245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21886" y="3803716"/>
            <a:ext cx="10018" cy="6067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3" action="ppaction://hlinksldjump"/>
            <a:extLst>
              <a:ext uri="{FF2B5EF4-FFF2-40B4-BE49-F238E27FC236}">
                <a16:creationId xmlns:a16="http://schemas.microsoft.com/office/drawing/2014/main" id="{093385F3-43EF-2F9D-8F31-4F6E9F9E4627}"/>
              </a:ext>
            </a:extLst>
          </p:cNvPr>
          <p:cNvSpPr>
            <a:spLocks noChangeArrowheads="1"/>
          </p:cNvSpPr>
          <p:nvPr/>
        </p:nvSpPr>
        <p:spPr bwMode="auto">
          <a:xfrm rot="10800000">
            <a:off x="3320607" y="588319"/>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 AB Test</a:t>
            </a:r>
          </a:p>
        </p:txBody>
      </p:sp>
      <p:cxnSp>
        <p:nvCxnSpPr>
          <p:cNvPr id="6" name="Connecteur : en angle 5">
            <a:extLst>
              <a:ext uri="{FF2B5EF4-FFF2-40B4-BE49-F238E27FC236}">
                <a16:creationId xmlns:a16="http://schemas.microsoft.com/office/drawing/2014/main" id="{B1CA5384-AF5F-999F-8A12-9A666D892CBA}"/>
              </a:ext>
            </a:extLst>
          </p:cNvPr>
          <p:cNvCxnSpPr>
            <a:stCxn id="33" idx="0"/>
            <a:endCxn id="185" idx="0"/>
          </p:cNvCxnSpPr>
          <p:nvPr/>
        </p:nvCxnSpPr>
        <p:spPr bwMode="auto">
          <a:xfrm rot="16200000" flipH="1">
            <a:off x="2913063" y="773192"/>
            <a:ext cx="177349" cy="5197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 en angle 7">
            <a:extLst>
              <a:ext uri="{FF2B5EF4-FFF2-40B4-BE49-F238E27FC236}">
                <a16:creationId xmlns:a16="http://schemas.microsoft.com/office/drawing/2014/main" id="{A1C3A42F-FE58-5977-9836-1AA42A8EB06C}"/>
              </a:ext>
            </a:extLst>
          </p:cNvPr>
          <p:cNvCxnSpPr>
            <a:stCxn id="3" idx="0"/>
            <a:endCxn id="185" idx="0"/>
          </p:cNvCxnSpPr>
          <p:nvPr/>
        </p:nvCxnSpPr>
        <p:spPr bwMode="auto">
          <a:xfrm rot="5400000">
            <a:off x="3474399" y="735535"/>
            <a:ext cx="173425" cy="5989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ZoneTexte 6">
            <a:extLst>
              <a:ext uri="{FF2B5EF4-FFF2-40B4-BE49-F238E27FC236}">
                <a16:creationId xmlns:a16="http://schemas.microsoft.com/office/drawing/2014/main" id="{432D1D20-09B6-CC7C-ED0C-0FF7D436033E}"/>
              </a:ext>
            </a:extLst>
          </p:cNvPr>
          <p:cNvSpPr txBox="1"/>
          <p:nvPr/>
        </p:nvSpPr>
        <p:spPr>
          <a:xfrm>
            <a:off x="5665603" y="576812"/>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2147505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53</a:t>
            </a:fld>
            <a:endParaRPr lang="fr-FR">
              <a:solidFill>
                <a:srgbClr val="000000"/>
              </a:solidFill>
            </a:endParaRPr>
          </a:p>
        </p:txBody>
      </p:sp>
      <p:sp>
        <p:nvSpPr>
          <p:cNvPr id="34" name="AutoShape 77">
            <a:hlinkClick r:id="rId3"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ADMINISTRATIF</a:t>
            </a:r>
          </a:p>
        </p:txBody>
      </p:sp>
      <p:sp>
        <p:nvSpPr>
          <p:cNvPr id="36" name="Rectangle 5"/>
          <p:cNvSpPr>
            <a:spLocks noChangeArrowheads="1"/>
          </p:cNvSpPr>
          <p:nvPr/>
        </p:nvSpPr>
        <p:spPr bwMode="auto">
          <a:xfrm>
            <a:off x="3944794" y="2268897"/>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MENU CHOIX FLASH3 FCT </a:t>
            </a:r>
            <a:endParaRPr lang="fr-FR" sz="700">
              <a:solidFill>
                <a:srgbClr val="000000"/>
              </a:solidFill>
              <a:ea typeface="ＭＳ Ｐゴシック" pitchFamily="-80" charset="-128"/>
            </a:endParaRPr>
          </a:p>
          <a:p>
            <a:pPr algn="ctr"/>
            <a:r>
              <a:rPr lang="fr-FR" sz="600">
                <a:solidFill>
                  <a:srgbClr val="000000"/>
                </a:solidFill>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7150" cy="12578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Eligibilité</a:t>
            </a:r>
          </a:p>
          <a:p>
            <a:pPr algn="ctr" eaLnBrk="0" hangingPunct="0"/>
            <a:r>
              <a:rPr lang="fr-FR" sz="600">
                <a:solidFill>
                  <a:srgbClr val="000000"/>
                </a:solidFill>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a:t>
            </a:r>
            <a:endParaRPr lang="fr-FR" sz="600" i="1">
              <a:solidFill>
                <a:srgbClr val="000000"/>
              </a:solidFill>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40013_CHOIX_FLASH3_FCT1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FCT2</a:t>
            </a:r>
            <a:endParaRPr lang="fr-FR" sz="600" i="1">
              <a:solidFill>
                <a:srgbClr val="000000"/>
              </a:solidFill>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FIXE_CHOIX_FLASH3_FCT3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40033_CHOIX_FLASH3_FCT3</a:t>
            </a:r>
          </a:p>
        </p:txBody>
      </p:sp>
      <p:sp>
        <p:nvSpPr>
          <p:cNvPr id="101" name="AutoShape 68">
            <a:hlinkClick r:id="rId4" action="ppaction://hlinksldjump"/>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TRANSFERT</a:t>
            </a:r>
            <a:br>
              <a:rPr lang="fr-FR" sz="600">
                <a:solidFill>
                  <a:srgbClr val="000000"/>
                </a:solidFill>
              </a:rPr>
            </a:br>
            <a:r>
              <a:rPr lang="fr-FR" sz="600">
                <a:solidFill>
                  <a:srgbClr val="000000"/>
                </a:solidFill>
              </a:rPr>
              <a:t>CHOIX FLASH3 FCT3</a:t>
            </a:r>
            <a:endParaRPr lang="fr-FR" sz="600" i="1">
              <a:solidFill>
                <a:srgbClr val="000000"/>
              </a:solidFill>
            </a:endParaRPr>
          </a:p>
        </p:txBody>
      </p:sp>
      <p:sp>
        <p:nvSpPr>
          <p:cNvPr id="108" name="AutoShape 68">
            <a:hlinkClick r:id="rId4" action="ppaction://hlinksldjump"/>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40023_CHOIX_FLASH3_FCT2_NOK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40033_CHOIX_FLASH3_FCT3_NOK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75855" y="1167675"/>
            <a:ext cx="287399" cy="304384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2976" y="1870670"/>
            <a:ext cx="283273" cy="163372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67798" y="2619572"/>
            <a:ext cx="284969" cy="1376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1717" y="945653"/>
            <a:ext cx="141863" cy="33423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40003_CHOIX_FLASH3_FCT_NOK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40003_CHOIX_FLASH3_FCT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475" y="1829997"/>
            <a:ext cx="1544503" cy="12375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rId4" action="ppaction://hlinksldjump"/>
          </p:cNvPr>
          <p:cNvSpPr>
            <a:spLocks noChangeArrowheads="1"/>
          </p:cNvSpPr>
          <p:nvPr/>
        </p:nvSpPr>
        <p:spPr bwMode="auto">
          <a:xfrm>
            <a:off x="7678334" y="4412732"/>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FCT NMNI</a:t>
            </a:r>
          </a:p>
        </p:txBody>
      </p:sp>
      <p:sp>
        <p:nvSpPr>
          <p:cNvPr id="222" name="AutoShape 55"/>
          <p:cNvSpPr>
            <a:spLocks noChangeArrowheads="1"/>
          </p:cNvSpPr>
          <p:nvPr/>
        </p:nvSpPr>
        <p:spPr bwMode="auto">
          <a:xfrm>
            <a:off x="7311428" y="5059619"/>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40093_CHOIX_FLASH3_FCT_NMNI2</a:t>
            </a:r>
          </a:p>
        </p:txBody>
      </p:sp>
      <p:sp>
        <p:nvSpPr>
          <p:cNvPr id="223" name="Rectangle 55"/>
          <p:cNvSpPr>
            <a:spLocks noChangeArrowheads="1"/>
          </p:cNvSpPr>
          <p:nvPr/>
        </p:nvSpPr>
        <p:spPr bwMode="auto">
          <a:xfrm>
            <a:off x="7476731" y="5311859"/>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94873" y="5612642"/>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81965" y="5667362"/>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ndParaRPr>
          </a:p>
        </p:txBody>
      </p:sp>
      <p:cxnSp>
        <p:nvCxnSpPr>
          <p:cNvPr id="178" name="Connecteur droit avec flèche 177"/>
          <p:cNvCxnSpPr>
            <a:stCxn id="221" idx="2"/>
            <a:endCxn id="222" idx="0"/>
          </p:cNvCxnSpPr>
          <p:nvPr/>
        </p:nvCxnSpPr>
        <p:spPr bwMode="auto">
          <a:xfrm>
            <a:off x="8149592" y="4871392"/>
            <a:ext cx="0" cy="18822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49592" y="5201901"/>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40093_CHOIX_FLASH3_FCT_NMNI2B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642062"/>
            <a:ext cx="969410" cy="1042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7683" y="486488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1409" y="442410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962" y="1953757"/>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40003_CHOIX_FLASH3_FCT_OK</a:t>
            </a:r>
          </a:p>
        </p:txBody>
      </p:sp>
      <p:cxnSp>
        <p:nvCxnSpPr>
          <p:cNvPr id="13" name="Connecteur droit 12"/>
          <p:cNvCxnSpPr>
            <a:stCxn id="96" idx="2"/>
            <a:endCxn id="36" idx="0"/>
          </p:cNvCxnSpPr>
          <p:nvPr/>
        </p:nvCxnSpPr>
        <p:spPr bwMode="auto">
          <a:xfrm>
            <a:off x="4541474" y="2121534"/>
            <a:ext cx="0" cy="1473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7688" cy="6090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AutoShape 77">
            <a:hlinkClick r:id="rId5" action="ppaction://hlinksldjump"/>
            <a:extLst>
              <a:ext uri="{FF2B5EF4-FFF2-40B4-BE49-F238E27FC236}">
                <a16:creationId xmlns:a16="http://schemas.microsoft.com/office/drawing/2014/main" id="{76677120-D2B9-B27F-465D-80C1AF8B1CC0}"/>
              </a:ext>
            </a:extLst>
          </p:cNvPr>
          <p:cNvSpPr>
            <a:spLocks noChangeArrowheads="1"/>
          </p:cNvSpPr>
          <p:nvPr/>
        </p:nvSpPr>
        <p:spPr bwMode="auto">
          <a:xfrm rot="10800000">
            <a:off x="2201860" y="58439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5" name="AutoShape 77">
            <a:hlinkClick r:id="rId5" action="ppaction://hlinksldjump"/>
            <a:extLst>
              <a:ext uri="{FF2B5EF4-FFF2-40B4-BE49-F238E27FC236}">
                <a16:creationId xmlns:a16="http://schemas.microsoft.com/office/drawing/2014/main" id="{847E3BB0-D2FD-0B46-03B9-D56B72EF7C9E}"/>
              </a:ext>
            </a:extLst>
          </p:cNvPr>
          <p:cNvSpPr>
            <a:spLocks noChangeArrowheads="1"/>
          </p:cNvSpPr>
          <p:nvPr/>
        </p:nvSpPr>
        <p:spPr bwMode="auto">
          <a:xfrm rot="10800000">
            <a:off x="3320607" y="588319"/>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 AB Test</a:t>
            </a:r>
          </a:p>
        </p:txBody>
      </p:sp>
      <p:cxnSp>
        <p:nvCxnSpPr>
          <p:cNvPr id="7" name="Connecteur : en angle 6">
            <a:extLst>
              <a:ext uri="{FF2B5EF4-FFF2-40B4-BE49-F238E27FC236}">
                <a16:creationId xmlns:a16="http://schemas.microsoft.com/office/drawing/2014/main" id="{5BE3DBF2-AC3B-BA11-7B02-1A28BDF8BF2B}"/>
              </a:ext>
            </a:extLst>
          </p:cNvPr>
          <p:cNvCxnSpPr>
            <a:stCxn id="4" idx="0"/>
            <a:endCxn id="185" idx="0"/>
          </p:cNvCxnSpPr>
          <p:nvPr/>
        </p:nvCxnSpPr>
        <p:spPr bwMode="auto">
          <a:xfrm rot="16200000" flipH="1">
            <a:off x="2913063" y="773192"/>
            <a:ext cx="177349" cy="5197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4E654F47-20DC-0F48-1860-D2E1EDBEEC38}"/>
              </a:ext>
            </a:extLst>
          </p:cNvPr>
          <p:cNvCxnSpPr>
            <a:stCxn id="5" idx="0"/>
            <a:endCxn id="185" idx="0"/>
          </p:cNvCxnSpPr>
          <p:nvPr/>
        </p:nvCxnSpPr>
        <p:spPr bwMode="auto">
          <a:xfrm rot="5400000">
            <a:off x="3474399" y="735535"/>
            <a:ext cx="173425" cy="5989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ZoneTexte 7">
            <a:extLst>
              <a:ext uri="{FF2B5EF4-FFF2-40B4-BE49-F238E27FC236}">
                <a16:creationId xmlns:a16="http://schemas.microsoft.com/office/drawing/2014/main" id="{F828B799-1EE6-8965-A4AE-0C06536AACA4}"/>
              </a:ext>
            </a:extLst>
          </p:cNvPr>
          <p:cNvSpPr txBox="1"/>
          <p:nvPr/>
        </p:nvSpPr>
        <p:spPr>
          <a:xfrm>
            <a:off x="5665603" y="576812"/>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543027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54</a:t>
            </a:fld>
            <a:endParaRPr lang="fr-FR"/>
          </a:p>
        </p:txBody>
      </p:sp>
      <p:sp>
        <p:nvSpPr>
          <p:cNvPr id="7" name="AutoShape 252">
            <a:hlinkClick r:id="" action="ppaction://noaction"/>
          </p:cNvPr>
          <p:cNvSpPr>
            <a:spLocks noChangeArrowheads="1"/>
          </p:cNvSpPr>
          <p:nvPr/>
        </p:nvSpPr>
        <p:spPr bwMode="auto">
          <a:xfrm rot="10800000">
            <a:off x="4017169" y="58537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a:t>
            </a:r>
          </a:p>
        </p:txBody>
      </p:sp>
      <p:sp>
        <p:nvSpPr>
          <p:cNvPr id="20" name="Rectangle 63"/>
          <p:cNvSpPr>
            <a:spLocks noChangeArrowheads="1"/>
          </p:cNvSpPr>
          <p:nvPr/>
        </p:nvSpPr>
        <p:spPr bwMode="auto">
          <a:xfrm>
            <a:off x="3086141" y="1521513"/>
            <a:ext cx="2942057" cy="59808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rgbClr val="FF0000"/>
                </a:solidFill>
                <a:latin typeface="Arial" pitchFamily="34" charset="0"/>
                <a:ea typeface="ＭＳ Ｐゴシック" charset="-128"/>
              </a:rPr>
              <a:t>HNO GP</a:t>
            </a:r>
          </a:p>
          <a:p>
            <a:pPr algn="ctr" defTabSz="379413" eaLnBrk="0" hangingPunct="0">
              <a:defRPr/>
            </a:pPr>
            <a:r>
              <a:rPr lang="fr-FR" sz="600">
                <a:latin typeface="Arial" pitchFamily="34" charset="0"/>
                <a:ea typeface="ＭＳ Ｐゴシック" charset="-128"/>
              </a:rPr>
              <a:t>Pour régler votre facture par carte bancaire, tapez 1</a:t>
            </a:r>
          </a:p>
          <a:p>
            <a:pPr algn="ctr" defTabSz="379413" eaLnBrk="0" hangingPunct="0">
              <a:defRPr/>
            </a:pPr>
            <a:r>
              <a:rPr lang="fr-FR" sz="600"/>
              <a:t>Pour obtenir un nouveau mot de passe de connexion sfr.fr, tapez 2</a:t>
            </a:r>
          </a:p>
          <a:p>
            <a:pPr algn="ctr" defTabSz="379413" eaLnBrk="0" hangingPunct="0">
              <a:defRPr/>
            </a:pPr>
            <a:r>
              <a:rPr lang="fr-FR" sz="600"/>
              <a:t>Pour une assistance technique sur votre box, tapez 3</a:t>
            </a:r>
          </a:p>
          <a:p>
            <a:pPr algn="ctr" defTabSz="379413" eaLnBrk="0" hangingPunct="0">
              <a:defRPr/>
            </a:pPr>
            <a:r>
              <a:rPr lang="fr-FR" sz="600">
                <a:latin typeface="Arial"/>
                <a:ea typeface="ＭＳ Ｐゴシック"/>
                <a:cs typeface="Arial"/>
              </a:rPr>
              <a:t>Pour toute autre demande nous vous informons que nos conseillers sont à votre disposition 7 jours sur 7 de 8h à 21h, hors jours fériés.</a:t>
            </a:r>
          </a:p>
        </p:txBody>
      </p:sp>
      <p:sp>
        <p:nvSpPr>
          <p:cNvPr id="21" name="AutoShape 10"/>
          <p:cNvSpPr>
            <a:spLocks noChangeArrowheads="1"/>
          </p:cNvSpPr>
          <p:nvPr/>
        </p:nvSpPr>
        <p:spPr bwMode="auto">
          <a:xfrm rot="10800000">
            <a:off x="768100" y="4242685"/>
            <a:ext cx="833654" cy="334257"/>
          </a:xfrm>
          <a:prstGeom prst="upArrowCallout">
            <a:avLst>
              <a:gd name="adj1" fmla="val 40900"/>
              <a:gd name="adj2" fmla="val 4090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chemeClr val="bg1"/>
                </a:solidFill>
                <a:ea typeface="ＭＳ Ｐゴシック" charset="0"/>
              </a:rPr>
              <a:t>SVI PAIEMENT</a:t>
            </a:r>
          </a:p>
        </p:txBody>
      </p:sp>
      <p:cxnSp>
        <p:nvCxnSpPr>
          <p:cNvPr id="22" name="AutoShape 10"/>
          <p:cNvCxnSpPr>
            <a:cxnSpLocks noChangeShapeType="1"/>
            <a:stCxn id="35" idx="1"/>
            <a:endCxn id="14339" idx="0"/>
          </p:cNvCxnSpPr>
          <p:nvPr/>
        </p:nvCxnSpPr>
        <p:spPr bwMode="auto">
          <a:xfrm rot="10800000" flipV="1">
            <a:off x="1184928" y="2631915"/>
            <a:ext cx="3111099" cy="19906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AutoShape 17"/>
          <p:cNvSpPr>
            <a:spLocks noChangeArrowheads="1"/>
          </p:cNvSpPr>
          <p:nvPr/>
        </p:nvSpPr>
        <p:spPr bwMode="auto">
          <a:xfrm>
            <a:off x="1091402" y="3239171"/>
            <a:ext cx="184922" cy="204839"/>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1</a:t>
            </a:r>
          </a:p>
        </p:txBody>
      </p:sp>
      <p:cxnSp>
        <p:nvCxnSpPr>
          <p:cNvPr id="24" name="AutoShape 10"/>
          <p:cNvCxnSpPr>
            <a:cxnSpLocks noChangeShapeType="1"/>
            <a:stCxn id="6" idx="2"/>
            <a:endCxn id="46" idx="0"/>
          </p:cNvCxnSpPr>
          <p:nvPr/>
        </p:nvCxnSpPr>
        <p:spPr bwMode="auto">
          <a:xfrm rot="16200000" flipH="1">
            <a:off x="7428473" y="2488870"/>
            <a:ext cx="551298" cy="136712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AutoShape 75"/>
          <p:cNvSpPr>
            <a:spLocks noChangeArrowheads="1"/>
          </p:cNvSpPr>
          <p:nvPr/>
        </p:nvSpPr>
        <p:spPr bwMode="auto">
          <a:xfrm>
            <a:off x="670433" y="3553076"/>
            <a:ext cx="1026861" cy="23220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b="1">
                <a:latin typeface="Arial" charset="0"/>
                <a:ea typeface="ＭＳ Ｐゴシック" charset="0"/>
              </a:rPr>
              <a:t>71000_HNO_PAIEMENT</a:t>
            </a:r>
          </a:p>
        </p:txBody>
      </p:sp>
      <p:cxnSp>
        <p:nvCxnSpPr>
          <p:cNvPr id="40" name="AutoShape 10"/>
          <p:cNvCxnSpPr>
            <a:cxnSpLocks noChangeShapeType="1"/>
            <a:stCxn id="23" idx="2"/>
            <a:endCxn id="30" idx="0"/>
          </p:cNvCxnSpPr>
          <p:nvPr/>
        </p:nvCxnSpPr>
        <p:spPr bwMode="auto">
          <a:xfrm>
            <a:off x="1183863" y="3444010"/>
            <a:ext cx="1" cy="10906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10"/>
          <p:cNvCxnSpPr>
            <a:cxnSpLocks noChangeShapeType="1"/>
            <a:stCxn id="61" idx="2"/>
            <a:endCxn id="21" idx="2"/>
          </p:cNvCxnSpPr>
          <p:nvPr/>
        </p:nvCxnSpPr>
        <p:spPr bwMode="auto">
          <a:xfrm>
            <a:off x="1184927" y="4084516"/>
            <a:ext cx="0" cy="15816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0"/>
          <p:cNvCxnSpPr>
            <a:cxnSpLocks noChangeShapeType="1"/>
            <a:stCxn id="7" idx="0"/>
            <a:endCxn id="63" idx="0"/>
          </p:cNvCxnSpPr>
          <p:nvPr/>
        </p:nvCxnSpPr>
        <p:spPr bwMode="auto">
          <a:xfrm>
            <a:off x="4557169" y="945375"/>
            <a:ext cx="0" cy="21686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AutoShape 56"/>
          <p:cNvCxnSpPr>
            <a:cxnSpLocks noChangeShapeType="1"/>
            <a:stCxn id="57" idx="2"/>
            <a:endCxn id="45" idx="0"/>
          </p:cNvCxnSpPr>
          <p:nvPr/>
        </p:nvCxnSpPr>
        <p:spPr bwMode="auto">
          <a:xfrm flipH="1">
            <a:off x="8364609" y="4028869"/>
            <a:ext cx="16062" cy="236871"/>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5" name="AutoShape 19"/>
          <p:cNvSpPr>
            <a:spLocks noChangeArrowheads="1"/>
          </p:cNvSpPr>
          <p:nvPr/>
        </p:nvSpPr>
        <p:spPr bwMode="auto">
          <a:xfrm>
            <a:off x="8293171" y="4265740"/>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46" name="AutoShape 75"/>
          <p:cNvSpPr>
            <a:spLocks noChangeArrowheads="1"/>
          </p:cNvSpPr>
          <p:nvPr/>
        </p:nvSpPr>
        <p:spPr bwMode="auto">
          <a:xfrm>
            <a:off x="7959436" y="3448083"/>
            <a:ext cx="856500" cy="1635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Arial" charset="0"/>
                <a:ea typeface="ＭＳ Ｐゴシック" charset="0"/>
              </a:rPr>
              <a:t>70000_HNO_NMNI_2</a:t>
            </a:r>
          </a:p>
        </p:txBody>
      </p:sp>
      <p:sp>
        <p:nvSpPr>
          <p:cNvPr id="57" name="Rectangle 55"/>
          <p:cNvSpPr>
            <a:spLocks noChangeArrowheads="1"/>
          </p:cNvSpPr>
          <p:nvPr/>
        </p:nvSpPr>
        <p:spPr bwMode="auto">
          <a:xfrm>
            <a:off x="7530880" y="3773327"/>
            <a:ext cx="1699581" cy="255542"/>
          </a:xfrm>
          <a:prstGeom prst="rect">
            <a:avLst/>
          </a:prstGeom>
          <a:solidFill>
            <a:schemeClr val="bg1">
              <a:lumMod val="75000"/>
            </a:schemeClr>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sp>
        <p:nvSpPr>
          <p:cNvPr id="61" name="AutoShape 31">
            <a:hlinkClick r:id="" action="ppaction://noaction"/>
          </p:cNvPr>
          <p:cNvSpPr>
            <a:spLocks noChangeArrowheads="1"/>
          </p:cNvSpPr>
          <p:nvPr/>
        </p:nvSpPr>
        <p:spPr bwMode="auto">
          <a:xfrm>
            <a:off x="719009" y="3904173"/>
            <a:ext cx="931836" cy="18034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00B050"/>
                </a:solidFill>
              </a:rPr>
              <a:t>FIXE_PAIEMENT</a:t>
            </a:r>
          </a:p>
        </p:txBody>
      </p:sp>
      <p:sp>
        <p:nvSpPr>
          <p:cNvPr id="63" name="AutoShape 75"/>
          <p:cNvSpPr>
            <a:spLocks noChangeArrowheads="1"/>
          </p:cNvSpPr>
          <p:nvPr/>
        </p:nvSpPr>
        <p:spPr bwMode="auto">
          <a:xfrm>
            <a:off x="4257846" y="1162240"/>
            <a:ext cx="598645" cy="16351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latin typeface="Arial" charset="0"/>
                <a:ea typeface="ＭＳ Ｐゴシック" charset="0"/>
              </a:rPr>
              <a:t>70000_HNO</a:t>
            </a:r>
          </a:p>
        </p:txBody>
      </p:sp>
      <p:cxnSp>
        <p:nvCxnSpPr>
          <p:cNvPr id="66" name="AutoShape 10"/>
          <p:cNvCxnSpPr>
            <a:cxnSpLocks noChangeShapeType="1"/>
          </p:cNvCxnSpPr>
          <p:nvPr/>
        </p:nvCxnSpPr>
        <p:spPr bwMode="auto">
          <a:xfrm>
            <a:off x="4566134" y="1325751"/>
            <a:ext cx="1" cy="195761"/>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AutoShape 17"/>
          <p:cNvSpPr>
            <a:spLocks noChangeArrowheads="1"/>
          </p:cNvSpPr>
          <p:nvPr/>
        </p:nvSpPr>
        <p:spPr bwMode="auto">
          <a:xfrm>
            <a:off x="2231672" y="3210505"/>
            <a:ext cx="184922" cy="204839"/>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2</a:t>
            </a:r>
          </a:p>
        </p:txBody>
      </p:sp>
      <p:cxnSp>
        <p:nvCxnSpPr>
          <p:cNvPr id="31" name="AutoShape 47"/>
          <p:cNvCxnSpPr>
            <a:cxnSpLocks noChangeShapeType="1"/>
            <a:stCxn id="35" idx="1"/>
            <a:endCxn id="14340" idx="0"/>
          </p:cNvCxnSpPr>
          <p:nvPr/>
        </p:nvCxnSpPr>
        <p:spPr bwMode="auto">
          <a:xfrm rot="10800000" flipV="1">
            <a:off x="2324134" y="2631914"/>
            <a:ext cx="1971893" cy="1836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AutoShape 87">
            <a:hlinkClick r:id="rId3" action="ppaction://hlinksldjump"/>
          </p:cNvPr>
          <p:cNvSpPr>
            <a:spLocks noChangeArrowheads="1"/>
          </p:cNvSpPr>
          <p:nvPr/>
        </p:nvSpPr>
        <p:spPr bwMode="auto">
          <a:xfrm rot="10800000">
            <a:off x="1860094" y="3985206"/>
            <a:ext cx="928079" cy="35658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latin typeface="+mn-lt"/>
                <a:ea typeface="ＭＳ Ｐゴシック" charset="0"/>
              </a:rPr>
              <a:t>REINIT MOT DE PASSE</a:t>
            </a:r>
          </a:p>
        </p:txBody>
      </p:sp>
      <p:sp>
        <p:nvSpPr>
          <p:cNvPr id="34" name="AutoShape 42"/>
          <p:cNvSpPr>
            <a:spLocks noChangeArrowheads="1"/>
          </p:cNvSpPr>
          <p:nvPr/>
        </p:nvSpPr>
        <p:spPr bwMode="auto">
          <a:xfrm>
            <a:off x="1772178" y="3557397"/>
            <a:ext cx="1110782" cy="20483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latin typeface="+mn-lt"/>
              </a:rPr>
              <a:t>72000_HNO_GP_REINIT_MDP</a:t>
            </a:r>
          </a:p>
        </p:txBody>
      </p:sp>
      <p:sp>
        <p:nvSpPr>
          <p:cNvPr id="35" name="AutoShape 52"/>
          <p:cNvSpPr>
            <a:spLocks noChangeArrowheads="1"/>
          </p:cNvSpPr>
          <p:nvPr/>
        </p:nvSpPr>
        <p:spPr bwMode="auto">
          <a:xfrm>
            <a:off x="4296026" y="2507296"/>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GP</a:t>
            </a:r>
          </a:p>
        </p:txBody>
      </p:sp>
      <p:cxnSp>
        <p:nvCxnSpPr>
          <p:cNvPr id="37" name="AutoShape 47"/>
          <p:cNvCxnSpPr>
            <a:cxnSpLocks noChangeShapeType="1"/>
            <a:stCxn id="46" idx="2"/>
            <a:endCxn id="57" idx="0"/>
          </p:cNvCxnSpPr>
          <p:nvPr/>
        </p:nvCxnSpPr>
        <p:spPr bwMode="auto">
          <a:xfrm flipH="1">
            <a:off x="8380671" y="3611594"/>
            <a:ext cx="7015" cy="16173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AutoShape 252">
            <a:hlinkClick r:id="" action="ppaction://noaction"/>
          </p:cNvPr>
          <p:cNvSpPr>
            <a:spLocks noChangeArrowheads="1"/>
          </p:cNvSpPr>
          <p:nvPr/>
        </p:nvSpPr>
        <p:spPr bwMode="auto">
          <a:xfrm rot="10800000">
            <a:off x="2666365" y="584567"/>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INCIDENT</a:t>
            </a:r>
          </a:p>
        </p:txBody>
      </p:sp>
      <p:cxnSp>
        <p:nvCxnSpPr>
          <p:cNvPr id="4" name="Connecteur en angle 3"/>
          <p:cNvCxnSpPr>
            <a:stCxn id="38" idx="0"/>
            <a:endCxn id="63" idx="1"/>
          </p:cNvCxnSpPr>
          <p:nvPr/>
        </p:nvCxnSpPr>
        <p:spPr bwMode="auto">
          <a:xfrm rot="16200000" flipH="1">
            <a:off x="3582391" y="568540"/>
            <a:ext cx="299429" cy="105148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a:extLst>
              <a:ext uri="{FF2B5EF4-FFF2-40B4-BE49-F238E27FC236}">
                <a16:creationId xmlns:a16="http://schemas.microsoft.com/office/drawing/2014/main" id="{3CF530A6-8DFA-0877-3F9D-EA431F6A22AE}"/>
              </a:ext>
            </a:extLst>
          </p:cNvPr>
          <p:cNvCxnSpPr>
            <a:cxnSpLocks/>
            <a:stCxn id="30" idx="2"/>
            <a:endCxn id="61" idx="0"/>
          </p:cNvCxnSpPr>
          <p:nvPr/>
        </p:nvCxnSpPr>
        <p:spPr bwMode="auto">
          <a:xfrm>
            <a:off x="1183864" y="3785282"/>
            <a:ext cx="1063" cy="1188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droit 49">
            <a:extLst>
              <a:ext uri="{FF2B5EF4-FFF2-40B4-BE49-F238E27FC236}">
                <a16:creationId xmlns:a16="http://schemas.microsoft.com/office/drawing/2014/main" id="{37BFBF80-8BCF-AC35-605E-1BD12061EA72}"/>
              </a:ext>
            </a:extLst>
          </p:cNvPr>
          <p:cNvCxnSpPr>
            <a:cxnSpLocks/>
            <a:stCxn id="34" idx="2"/>
            <a:endCxn id="32" idx="2"/>
          </p:cNvCxnSpPr>
          <p:nvPr/>
        </p:nvCxnSpPr>
        <p:spPr bwMode="auto">
          <a:xfrm flipH="1">
            <a:off x="2324133" y="3762236"/>
            <a:ext cx="3436" cy="2229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droit 58">
            <a:extLst>
              <a:ext uri="{FF2B5EF4-FFF2-40B4-BE49-F238E27FC236}">
                <a16:creationId xmlns:a16="http://schemas.microsoft.com/office/drawing/2014/main" id="{72BCB4B7-7096-4481-6374-9EDD6038E7FB}"/>
              </a:ext>
            </a:extLst>
          </p:cNvPr>
          <p:cNvCxnSpPr>
            <a:cxnSpLocks/>
            <a:stCxn id="27" idx="3"/>
            <a:endCxn id="34" idx="0"/>
          </p:cNvCxnSpPr>
          <p:nvPr/>
        </p:nvCxnSpPr>
        <p:spPr bwMode="auto">
          <a:xfrm>
            <a:off x="2324133" y="3392229"/>
            <a:ext cx="3436" cy="1651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39" name="AutoShape 73">
            <a:extLst>
              <a:ext uri="{FF2B5EF4-FFF2-40B4-BE49-F238E27FC236}">
                <a16:creationId xmlns:a16="http://schemas.microsoft.com/office/drawing/2014/main" id="{2F32F078-3303-64AF-B63B-A480DECF9623}"/>
              </a:ext>
            </a:extLst>
          </p:cNvPr>
          <p:cNvSpPr>
            <a:spLocks noChangeArrowheads="1"/>
          </p:cNvSpPr>
          <p:nvPr/>
        </p:nvSpPr>
        <p:spPr bwMode="auto">
          <a:xfrm>
            <a:off x="891009" y="2830975"/>
            <a:ext cx="587836" cy="261937"/>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CTRL SC</a:t>
            </a:r>
          </a:p>
        </p:txBody>
      </p:sp>
      <p:sp>
        <p:nvSpPr>
          <p:cNvPr id="14340" name="AutoShape 73">
            <a:extLst>
              <a:ext uri="{FF2B5EF4-FFF2-40B4-BE49-F238E27FC236}">
                <a16:creationId xmlns:a16="http://schemas.microsoft.com/office/drawing/2014/main" id="{CECF7A46-5766-4D6F-6DBD-8808A8C44063}"/>
              </a:ext>
            </a:extLst>
          </p:cNvPr>
          <p:cNvSpPr>
            <a:spLocks noChangeArrowheads="1"/>
          </p:cNvSpPr>
          <p:nvPr/>
        </p:nvSpPr>
        <p:spPr bwMode="auto">
          <a:xfrm>
            <a:off x="2030215" y="2815548"/>
            <a:ext cx="587836" cy="261937"/>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CTRL SC</a:t>
            </a:r>
          </a:p>
        </p:txBody>
      </p:sp>
      <p:cxnSp>
        <p:nvCxnSpPr>
          <p:cNvPr id="14347" name="Connecteur droit 14346">
            <a:extLst>
              <a:ext uri="{FF2B5EF4-FFF2-40B4-BE49-F238E27FC236}">
                <a16:creationId xmlns:a16="http://schemas.microsoft.com/office/drawing/2014/main" id="{0D2B28C5-23B0-30DA-C629-592D02979BCF}"/>
              </a:ext>
            </a:extLst>
          </p:cNvPr>
          <p:cNvCxnSpPr>
            <a:cxnSpLocks/>
            <a:stCxn id="14339" idx="2"/>
            <a:endCxn id="23" idx="6"/>
          </p:cNvCxnSpPr>
          <p:nvPr/>
        </p:nvCxnSpPr>
        <p:spPr bwMode="auto">
          <a:xfrm flipH="1">
            <a:off x="1183863" y="3092912"/>
            <a:ext cx="1064" cy="1462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5" name="Connecteur droit 14354">
            <a:extLst>
              <a:ext uri="{FF2B5EF4-FFF2-40B4-BE49-F238E27FC236}">
                <a16:creationId xmlns:a16="http://schemas.microsoft.com/office/drawing/2014/main" id="{52B97073-9ACE-E831-D1B6-F9A9D6FE772B}"/>
              </a:ext>
            </a:extLst>
          </p:cNvPr>
          <p:cNvCxnSpPr>
            <a:cxnSpLocks/>
            <a:stCxn id="14340" idx="2"/>
            <a:endCxn id="27" idx="6"/>
          </p:cNvCxnSpPr>
          <p:nvPr/>
        </p:nvCxnSpPr>
        <p:spPr bwMode="auto">
          <a:xfrm>
            <a:off x="2324133" y="3077485"/>
            <a:ext cx="0" cy="1330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60" name="AutoShape 17">
            <a:extLst>
              <a:ext uri="{FF2B5EF4-FFF2-40B4-BE49-F238E27FC236}">
                <a16:creationId xmlns:a16="http://schemas.microsoft.com/office/drawing/2014/main" id="{95AC52A2-ADBA-22ED-283D-139F75BB344C}"/>
              </a:ext>
            </a:extLst>
          </p:cNvPr>
          <p:cNvSpPr>
            <a:spLocks noChangeArrowheads="1"/>
          </p:cNvSpPr>
          <p:nvPr/>
        </p:nvSpPr>
        <p:spPr bwMode="auto">
          <a:xfrm>
            <a:off x="3721367" y="3190659"/>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3</a:t>
            </a:r>
          </a:p>
        </p:txBody>
      </p:sp>
      <p:sp>
        <p:nvSpPr>
          <p:cNvPr id="14361" name="AutoShape 75">
            <a:extLst>
              <a:ext uri="{FF2B5EF4-FFF2-40B4-BE49-F238E27FC236}">
                <a16:creationId xmlns:a16="http://schemas.microsoft.com/office/drawing/2014/main" id="{031684FD-1AEF-157E-D841-3D01893DAAC7}"/>
              </a:ext>
            </a:extLst>
          </p:cNvPr>
          <p:cNvSpPr>
            <a:spLocks noChangeArrowheads="1"/>
          </p:cNvSpPr>
          <p:nvPr/>
        </p:nvSpPr>
        <p:spPr bwMode="auto">
          <a:xfrm>
            <a:off x="3391771" y="3571711"/>
            <a:ext cx="890520" cy="1762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b="1">
                <a:latin typeface="Arial" charset="0"/>
                <a:ea typeface="ＭＳ Ｐゴシック" charset="0"/>
              </a:rPr>
              <a:t>73000_HNO_AUTODIAG</a:t>
            </a:r>
          </a:p>
        </p:txBody>
      </p:sp>
      <p:sp>
        <p:nvSpPr>
          <p:cNvPr id="14362" name="AutoShape 31">
            <a:hlinkClick r:id="" action="ppaction://noaction"/>
            <a:extLst>
              <a:ext uri="{FF2B5EF4-FFF2-40B4-BE49-F238E27FC236}">
                <a16:creationId xmlns:a16="http://schemas.microsoft.com/office/drawing/2014/main" id="{C80259B1-F228-8866-5371-ACDC7D90958F}"/>
              </a:ext>
            </a:extLst>
          </p:cNvPr>
          <p:cNvSpPr>
            <a:spLocks noChangeArrowheads="1"/>
          </p:cNvSpPr>
          <p:nvPr/>
        </p:nvSpPr>
        <p:spPr bwMode="auto">
          <a:xfrm>
            <a:off x="3225719" y="3948809"/>
            <a:ext cx="1207195" cy="19423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FIXE_HNO_AUTODIAG</a:t>
            </a:r>
          </a:p>
        </p:txBody>
      </p:sp>
      <p:sp>
        <p:nvSpPr>
          <p:cNvPr id="14363" name="AutoShape 17">
            <a:extLst>
              <a:ext uri="{FF2B5EF4-FFF2-40B4-BE49-F238E27FC236}">
                <a16:creationId xmlns:a16="http://schemas.microsoft.com/office/drawing/2014/main" id="{5530B1EF-F6C7-9393-9FB6-C17C06410633}"/>
              </a:ext>
            </a:extLst>
          </p:cNvPr>
          <p:cNvSpPr>
            <a:spLocks noChangeArrowheads="1"/>
          </p:cNvSpPr>
          <p:nvPr/>
        </p:nvSpPr>
        <p:spPr bwMode="auto">
          <a:xfrm>
            <a:off x="6297684" y="3154938"/>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5</a:t>
            </a:r>
          </a:p>
        </p:txBody>
      </p:sp>
      <p:sp>
        <p:nvSpPr>
          <p:cNvPr id="14364" name="AutoShape 17">
            <a:extLst>
              <a:ext uri="{FF2B5EF4-FFF2-40B4-BE49-F238E27FC236}">
                <a16:creationId xmlns:a16="http://schemas.microsoft.com/office/drawing/2014/main" id="{40BE4F88-6DC6-2DB8-D6D5-978DE13180A7}"/>
              </a:ext>
            </a:extLst>
          </p:cNvPr>
          <p:cNvSpPr>
            <a:spLocks noChangeArrowheads="1"/>
          </p:cNvSpPr>
          <p:nvPr/>
        </p:nvSpPr>
        <p:spPr bwMode="auto">
          <a:xfrm>
            <a:off x="4930837" y="3165378"/>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mn-lt"/>
              </a:rPr>
              <a:t>4</a:t>
            </a:r>
          </a:p>
        </p:txBody>
      </p:sp>
      <p:cxnSp>
        <p:nvCxnSpPr>
          <p:cNvPr id="14365" name="Connecteur droit 14364">
            <a:extLst>
              <a:ext uri="{FF2B5EF4-FFF2-40B4-BE49-F238E27FC236}">
                <a16:creationId xmlns:a16="http://schemas.microsoft.com/office/drawing/2014/main" id="{9B037AA5-5A42-5501-3EC8-4878A5CDD2D2}"/>
              </a:ext>
            </a:extLst>
          </p:cNvPr>
          <p:cNvCxnSpPr>
            <a:cxnSpLocks/>
            <a:stCxn id="14361" idx="2"/>
            <a:endCxn id="14362" idx="0"/>
          </p:cNvCxnSpPr>
          <p:nvPr/>
        </p:nvCxnSpPr>
        <p:spPr bwMode="auto">
          <a:xfrm flipH="1">
            <a:off x="3829317" y="3747924"/>
            <a:ext cx="7714" cy="2008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6" name="Connecteur droit 14365">
            <a:extLst>
              <a:ext uri="{FF2B5EF4-FFF2-40B4-BE49-F238E27FC236}">
                <a16:creationId xmlns:a16="http://schemas.microsoft.com/office/drawing/2014/main" id="{5F138D8E-3103-1824-E30F-18F51FF669F6}"/>
              </a:ext>
            </a:extLst>
          </p:cNvPr>
          <p:cNvCxnSpPr>
            <a:cxnSpLocks/>
            <a:stCxn id="14360" idx="2"/>
            <a:endCxn id="14361" idx="0"/>
          </p:cNvCxnSpPr>
          <p:nvPr/>
        </p:nvCxnSpPr>
        <p:spPr bwMode="auto">
          <a:xfrm>
            <a:off x="3829317" y="3366872"/>
            <a:ext cx="7714" cy="20483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67" name="AutoShape 73">
            <a:extLst>
              <a:ext uri="{FF2B5EF4-FFF2-40B4-BE49-F238E27FC236}">
                <a16:creationId xmlns:a16="http://schemas.microsoft.com/office/drawing/2014/main" id="{33A5901A-CBC7-14C1-89D9-6EBCCFB50E0B}"/>
              </a:ext>
            </a:extLst>
          </p:cNvPr>
          <p:cNvSpPr>
            <a:spLocks noChangeArrowheads="1"/>
          </p:cNvSpPr>
          <p:nvPr/>
        </p:nvSpPr>
        <p:spPr bwMode="auto">
          <a:xfrm>
            <a:off x="3534473" y="2834727"/>
            <a:ext cx="587836" cy="261937"/>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CTRL SC</a:t>
            </a:r>
          </a:p>
        </p:txBody>
      </p:sp>
      <p:sp>
        <p:nvSpPr>
          <p:cNvPr id="14368" name="AutoShape 73">
            <a:extLst>
              <a:ext uri="{FF2B5EF4-FFF2-40B4-BE49-F238E27FC236}">
                <a16:creationId xmlns:a16="http://schemas.microsoft.com/office/drawing/2014/main" id="{DA0732EB-6042-9818-1765-7AF0A4C00B25}"/>
              </a:ext>
            </a:extLst>
          </p:cNvPr>
          <p:cNvSpPr>
            <a:spLocks noChangeArrowheads="1"/>
          </p:cNvSpPr>
          <p:nvPr/>
        </p:nvSpPr>
        <p:spPr bwMode="auto">
          <a:xfrm>
            <a:off x="6103346" y="2834727"/>
            <a:ext cx="587836" cy="261937"/>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CTRL SC</a:t>
            </a:r>
          </a:p>
        </p:txBody>
      </p:sp>
      <p:sp>
        <p:nvSpPr>
          <p:cNvPr id="14369" name="AutoShape 73">
            <a:extLst>
              <a:ext uri="{FF2B5EF4-FFF2-40B4-BE49-F238E27FC236}">
                <a16:creationId xmlns:a16="http://schemas.microsoft.com/office/drawing/2014/main" id="{4FA06CAA-E536-4C38-1DA0-92DC8AFA9B6C}"/>
              </a:ext>
            </a:extLst>
          </p:cNvPr>
          <p:cNvSpPr>
            <a:spLocks noChangeArrowheads="1"/>
          </p:cNvSpPr>
          <p:nvPr/>
        </p:nvSpPr>
        <p:spPr bwMode="auto">
          <a:xfrm>
            <a:off x="4736437" y="2827217"/>
            <a:ext cx="587836" cy="261937"/>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CTRL SC</a:t>
            </a:r>
          </a:p>
        </p:txBody>
      </p:sp>
      <p:cxnSp>
        <p:nvCxnSpPr>
          <p:cNvPr id="14370" name="Connecteur droit 14369">
            <a:extLst>
              <a:ext uri="{FF2B5EF4-FFF2-40B4-BE49-F238E27FC236}">
                <a16:creationId xmlns:a16="http://schemas.microsoft.com/office/drawing/2014/main" id="{437FAD44-AF2A-D501-7E5B-935B2C37E0B2}"/>
              </a:ext>
            </a:extLst>
          </p:cNvPr>
          <p:cNvCxnSpPr>
            <a:stCxn id="14367" idx="2"/>
            <a:endCxn id="14360" idx="7"/>
          </p:cNvCxnSpPr>
          <p:nvPr/>
        </p:nvCxnSpPr>
        <p:spPr bwMode="auto">
          <a:xfrm>
            <a:off x="3828391" y="3096664"/>
            <a:ext cx="926" cy="1160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1" name="Connecteur droit 14370">
            <a:extLst>
              <a:ext uri="{FF2B5EF4-FFF2-40B4-BE49-F238E27FC236}">
                <a16:creationId xmlns:a16="http://schemas.microsoft.com/office/drawing/2014/main" id="{03EF85CA-5CE6-2AB9-B7F9-20FD86BB1957}"/>
              </a:ext>
            </a:extLst>
          </p:cNvPr>
          <p:cNvCxnSpPr>
            <a:stCxn id="14369" idx="2"/>
            <a:endCxn id="14364" idx="7"/>
          </p:cNvCxnSpPr>
          <p:nvPr/>
        </p:nvCxnSpPr>
        <p:spPr bwMode="auto">
          <a:xfrm>
            <a:off x="5030355" y="3089154"/>
            <a:ext cx="8432" cy="982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72" name="AutoShape 75">
            <a:extLst>
              <a:ext uri="{FF2B5EF4-FFF2-40B4-BE49-F238E27FC236}">
                <a16:creationId xmlns:a16="http://schemas.microsoft.com/office/drawing/2014/main" id="{0043BA47-4544-E1C1-5A0B-0F1F7FA2331C}"/>
              </a:ext>
            </a:extLst>
          </p:cNvPr>
          <p:cNvSpPr>
            <a:spLocks noChangeArrowheads="1"/>
          </p:cNvSpPr>
          <p:nvPr/>
        </p:nvSpPr>
        <p:spPr bwMode="auto">
          <a:xfrm>
            <a:off x="4590561" y="3554576"/>
            <a:ext cx="890520" cy="20088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b="1">
                <a:latin typeface="Arial" charset="0"/>
                <a:ea typeface="ＭＳ Ｐゴシック" charset="0"/>
              </a:rPr>
              <a:t>74000_HNO_CHOIX_4</a:t>
            </a:r>
          </a:p>
        </p:txBody>
      </p:sp>
      <p:cxnSp>
        <p:nvCxnSpPr>
          <p:cNvPr id="14373" name="Connecteur droit 14372">
            <a:extLst>
              <a:ext uri="{FF2B5EF4-FFF2-40B4-BE49-F238E27FC236}">
                <a16:creationId xmlns:a16="http://schemas.microsoft.com/office/drawing/2014/main" id="{2E3ED709-9982-1F99-2CE6-3CE6F1E16DB5}"/>
              </a:ext>
            </a:extLst>
          </p:cNvPr>
          <p:cNvCxnSpPr>
            <a:stCxn id="14369" idx="2"/>
            <a:endCxn id="14364" idx="7"/>
          </p:cNvCxnSpPr>
          <p:nvPr/>
        </p:nvCxnSpPr>
        <p:spPr bwMode="auto">
          <a:xfrm>
            <a:off x="5030355" y="3089154"/>
            <a:ext cx="8432" cy="982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4" name="Connecteur droit 14373">
            <a:extLst>
              <a:ext uri="{FF2B5EF4-FFF2-40B4-BE49-F238E27FC236}">
                <a16:creationId xmlns:a16="http://schemas.microsoft.com/office/drawing/2014/main" id="{D5AE6BE0-EB76-357F-58A1-8A695D9DCF05}"/>
              </a:ext>
            </a:extLst>
          </p:cNvPr>
          <p:cNvCxnSpPr>
            <a:cxnSpLocks/>
            <a:stCxn id="14364" idx="2"/>
            <a:endCxn id="14372" idx="0"/>
          </p:cNvCxnSpPr>
          <p:nvPr/>
        </p:nvCxnSpPr>
        <p:spPr bwMode="auto">
          <a:xfrm flipH="1">
            <a:off x="5035821" y="3341591"/>
            <a:ext cx="2966" cy="2129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75" name="AutoShape 31">
            <a:hlinkClick r:id="" action="ppaction://noaction"/>
            <a:extLst>
              <a:ext uri="{FF2B5EF4-FFF2-40B4-BE49-F238E27FC236}">
                <a16:creationId xmlns:a16="http://schemas.microsoft.com/office/drawing/2014/main" id="{8E23094B-F6C1-03E0-569B-6336A6AE1A97}"/>
              </a:ext>
            </a:extLst>
          </p:cNvPr>
          <p:cNvSpPr>
            <a:spLocks noChangeArrowheads="1"/>
          </p:cNvSpPr>
          <p:nvPr/>
        </p:nvSpPr>
        <p:spPr bwMode="auto">
          <a:xfrm>
            <a:off x="4519799" y="3975427"/>
            <a:ext cx="1035009" cy="19423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FIXE_HNO_CHOIX_4</a:t>
            </a:r>
          </a:p>
        </p:txBody>
      </p:sp>
      <p:cxnSp>
        <p:nvCxnSpPr>
          <p:cNvPr id="14376" name="Connecteur droit 14375">
            <a:extLst>
              <a:ext uri="{FF2B5EF4-FFF2-40B4-BE49-F238E27FC236}">
                <a16:creationId xmlns:a16="http://schemas.microsoft.com/office/drawing/2014/main" id="{6B55EBD5-51ED-D5FF-832C-FAE121CF8837}"/>
              </a:ext>
            </a:extLst>
          </p:cNvPr>
          <p:cNvCxnSpPr>
            <a:cxnSpLocks/>
            <a:stCxn id="14372" idx="2"/>
            <a:endCxn id="14375" idx="0"/>
          </p:cNvCxnSpPr>
          <p:nvPr/>
        </p:nvCxnSpPr>
        <p:spPr bwMode="auto">
          <a:xfrm>
            <a:off x="5035821" y="3755461"/>
            <a:ext cx="1483" cy="2199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7" name="Connecteur droit 14376">
            <a:extLst>
              <a:ext uri="{FF2B5EF4-FFF2-40B4-BE49-F238E27FC236}">
                <a16:creationId xmlns:a16="http://schemas.microsoft.com/office/drawing/2014/main" id="{30A7A37B-DB9E-F01E-DE3D-A480A222FBD3}"/>
              </a:ext>
            </a:extLst>
          </p:cNvPr>
          <p:cNvCxnSpPr>
            <a:stCxn id="14368" idx="2"/>
            <a:endCxn id="14363" idx="7"/>
          </p:cNvCxnSpPr>
          <p:nvPr/>
        </p:nvCxnSpPr>
        <p:spPr bwMode="auto">
          <a:xfrm>
            <a:off x="6397264" y="3096664"/>
            <a:ext cx="8370" cy="803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78" name="AutoShape 75">
            <a:extLst>
              <a:ext uri="{FF2B5EF4-FFF2-40B4-BE49-F238E27FC236}">
                <a16:creationId xmlns:a16="http://schemas.microsoft.com/office/drawing/2014/main" id="{9DE43105-18E5-0696-C762-E4EBD204582E}"/>
              </a:ext>
            </a:extLst>
          </p:cNvPr>
          <p:cNvSpPr>
            <a:spLocks noChangeArrowheads="1"/>
          </p:cNvSpPr>
          <p:nvPr/>
        </p:nvSpPr>
        <p:spPr bwMode="auto">
          <a:xfrm>
            <a:off x="5956189" y="3545224"/>
            <a:ext cx="890520" cy="1651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b="1">
                <a:latin typeface="Arial" charset="0"/>
                <a:ea typeface="ＭＳ Ｐゴシック" charset="0"/>
              </a:rPr>
              <a:t>75000_HNO_CHOIX_5</a:t>
            </a:r>
            <a:endParaRPr lang="fr-FR" sz="600" b="1">
              <a:ea typeface="ＭＳ Ｐゴシック" charset="0"/>
            </a:endParaRPr>
          </a:p>
        </p:txBody>
      </p:sp>
      <p:cxnSp>
        <p:nvCxnSpPr>
          <p:cNvPr id="14379" name="Connecteur droit 14378">
            <a:extLst>
              <a:ext uri="{FF2B5EF4-FFF2-40B4-BE49-F238E27FC236}">
                <a16:creationId xmlns:a16="http://schemas.microsoft.com/office/drawing/2014/main" id="{FC20BF03-0BA9-80B3-2660-BD9D263A10D7}"/>
              </a:ext>
            </a:extLst>
          </p:cNvPr>
          <p:cNvCxnSpPr>
            <a:cxnSpLocks/>
            <a:stCxn id="14363" idx="2"/>
            <a:endCxn id="14378" idx="0"/>
          </p:cNvCxnSpPr>
          <p:nvPr/>
        </p:nvCxnSpPr>
        <p:spPr bwMode="auto">
          <a:xfrm flipH="1">
            <a:off x="6401449" y="3331151"/>
            <a:ext cx="4185" cy="2140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80" name="AutoShape 31">
            <a:hlinkClick r:id="" action="ppaction://noaction"/>
            <a:extLst>
              <a:ext uri="{FF2B5EF4-FFF2-40B4-BE49-F238E27FC236}">
                <a16:creationId xmlns:a16="http://schemas.microsoft.com/office/drawing/2014/main" id="{8BF20CCB-1D3D-6B9B-E7A1-39F62BF415B8}"/>
              </a:ext>
            </a:extLst>
          </p:cNvPr>
          <p:cNvSpPr>
            <a:spLocks noChangeArrowheads="1"/>
          </p:cNvSpPr>
          <p:nvPr/>
        </p:nvSpPr>
        <p:spPr bwMode="auto">
          <a:xfrm>
            <a:off x="5879759" y="3975427"/>
            <a:ext cx="1035009" cy="19423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FIXE_HNO_CHOIX_5</a:t>
            </a:r>
          </a:p>
        </p:txBody>
      </p:sp>
      <p:cxnSp>
        <p:nvCxnSpPr>
          <p:cNvPr id="14381" name="Connecteur droit 14380">
            <a:extLst>
              <a:ext uri="{FF2B5EF4-FFF2-40B4-BE49-F238E27FC236}">
                <a16:creationId xmlns:a16="http://schemas.microsoft.com/office/drawing/2014/main" id="{8C38FD3C-90DA-71E1-2D43-BF05A94C234B}"/>
              </a:ext>
            </a:extLst>
          </p:cNvPr>
          <p:cNvCxnSpPr>
            <a:cxnSpLocks/>
            <a:stCxn id="14378" idx="2"/>
            <a:endCxn id="14380" idx="0"/>
          </p:cNvCxnSpPr>
          <p:nvPr/>
        </p:nvCxnSpPr>
        <p:spPr bwMode="auto">
          <a:xfrm flipH="1">
            <a:off x="6397264" y="3710353"/>
            <a:ext cx="4185" cy="2650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82" name="AutoShape 87">
            <a:hlinkClick r:id="rId4" action="ppaction://hlinksldjump"/>
            <a:extLst>
              <a:ext uri="{FF2B5EF4-FFF2-40B4-BE49-F238E27FC236}">
                <a16:creationId xmlns:a16="http://schemas.microsoft.com/office/drawing/2014/main" id="{B224206C-639E-9217-C90A-9A4DA698A67B}"/>
              </a:ext>
            </a:extLst>
          </p:cNvPr>
          <p:cNvSpPr>
            <a:spLocks noChangeArrowheads="1"/>
          </p:cNvSpPr>
          <p:nvPr/>
        </p:nvSpPr>
        <p:spPr bwMode="auto">
          <a:xfrm rot="10800000">
            <a:off x="3310080" y="6082677"/>
            <a:ext cx="969609" cy="369666"/>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latin typeface="+mn-lt"/>
                <a:ea typeface="ＭＳ Ｐゴシック" charset="0"/>
                <a:hlinkClick r:id="rId4" action="ppaction://hlinksldjump">
                  <a:extLst>
                    <a:ext uri="{A12FA001-AC4F-418D-AE19-62706E023703}">
                      <ahyp:hlinkClr xmlns:ahyp="http://schemas.microsoft.com/office/drawing/2018/hyperlinkcolor" val="tx"/>
                    </a:ext>
                  </a:extLst>
                </a:hlinkClick>
              </a:rPr>
              <a:t>HNO</a:t>
            </a:r>
            <a:r>
              <a:rPr lang="fr-FR" sz="600">
                <a:latin typeface="+mn-lt"/>
                <a:ea typeface="ＭＳ Ｐゴシック" charset="0"/>
              </a:rPr>
              <a:t> AUTODIAG </a:t>
            </a:r>
            <a:r>
              <a:rPr lang="fr-FR" sz="600" err="1">
                <a:latin typeface="+mn-lt"/>
                <a:ea typeface="ＭＳ Ｐゴシック" charset="0"/>
              </a:rPr>
              <a:t>SFR&amp;Moi</a:t>
            </a:r>
            <a:endParaRPr lang="fr-FR" sz="600">
              <a:latin typeface="+mn-lt"/>
              <a:ea typeface="ＭＳ Ｐゴシック" charset="0"/>
            </a:endParaRPr>
          </a:p>
        </p:txBody>
      </p:sp>
      <p:cxnSp>
        <p:nvCxnSpPr>
          <p:cNvPr id="14383" name="Connecteur droit 14382">
            <a:extLst>
              <a:ext uri="{FF2B5EF4-FFF2-40B4-BE49-F238E27FC236}">
                <a16:creationId xmlns:a16="http://schemas.microsoft.com/office/drawing/2014/main" id="{B43D9F0E-4D22-3DAF-5F2F-320B44D34AB9}"/>
              </a:ext>
            </a:extLst>
          </p:cNvPr>
          <p:cNvCxnSpPr>
            <a:cxnSpLocks/>
            <a:stCxn id="14362" idx="2"/>
            <a:endCxn id="14384" idx="0"/>
          </p:cNvCxnSpPr>
          <p:nvPr/>
        </p:nvCxnSpPr>
        <p:spPr bwMode="auto">
          <a:xfrm flipH="1">
            <a:off x="3805356" y="4143041"/>
            <a:ext cx="23961" cy="1752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84" name="Rectangle 63">
            <a:extLst>
              <a:ext uri="{FF2B5EF4-FFF2-40B4-BE49-F238E27FC236}">
                <a16:creationId xmlns:a16="http://schemas.microsoft.com/office/drawing/2014/main" id="{D66BD9B1-B251-C786-8B70-174CD9328976}"/>
              </a:ext>
            </a:extLst>
          </p:cNvPr>
          <p:cNvSpPr>
            <a:spLocks noChangeArrowheads="1"/>
          </p:cNvSpPr>
          <p:nvPr/>
        </p:nvSpPr>
        <p:spPr bwMode="auto">
          <a:xfrm>
            <a:off x="3177808" y="4318265"/>
            <a:ext cx="1255096" cy="146189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rgbClr val="FF0000"/>
                </a:solidFill>
                <a:latin typeface="Arial" pitchFamily="34" charset="0"/>
                <a:ea typeface="ＭＳ Ｐゴシック" charset="-128"/>
              </a:rPr>
              <a:t>HNO AUTODIAG</a:t>
            </a:r>
          </a:p>
          <a:p>
            <a:pPr algn="ctr" defTabSz="379413" eaLnBrk="0" hangingPunct="0">
              <a:defRPr/>
            </a:pPr>
            <a:r>
              <a:rPr lang="fr-FR" sz="600">
                <a:solidFill>
                  <a:srgbClr val="FF0000"/>
                </a:solidFill>
                <a:latin typeface="Arial" pitchFamily="34" charset="0"/>
                <a:ea typeface="ＭＳ Ｐゴシック" charset="-128"/>
              </a:rPr>
              <a:t>FIXE_HNO AUTODIAG </a:t>
            </a:r>
          </a:p>
          <a:p>
            <a:pPr algn="ctr" defTabSz="379413" eaLnBrk="0" hangingPunct="0">
              <a:defRPr/>
            </a:pPr>
            <a:r>
              <a:rPr lang="fr-FR" sz="600">
                <a:latin typeface="Arial" pitchFamily="34" charset="0"/>
                <a:ea typeface="ＭＳ Ｐゴシック" charset="-128"/>
              </a:rPr>
              <a:t>Une équipe de conseillers est mobilisée 7j/7 24h/24  pour répondre à vos besoins d’assistance. Avant d’être mis en relation avec l’un d’entre eux, nous vous proposons, tout d’abord, de réaliser en toute autonomie, un diagnostic de votre Box via notre application SFR &amp; Moi. Pour un dépannage rapide. suivez les étapes du diagnostic et, en cas de besoin, vous serez mise en relation avec un de nos conseillers</a:t>
            </a:r>
          </a:p>
        </p:txBody>
      </p:sp>
      <p:cxnSp>
        <p:nvCxnSpPr>
          <p:cNvPr id="14396" name="Connecteur : en angle 14395">
            <a:extLst>
              <a:ext uri="{FF2B5EF4-FFF2-40B4-BE49-F238E27FC236}">
                <a16:creationId xmlns:a16="http://schemas.microsoft.com/office/drawing/2014/main" id="{0CD40211-E32B-CC44-7868-BB97C651B9D9}"/>
              </a:ext>
            </a:extLst>
          </p:cNvPr>
          <p:cNvCxnSpPr>
            <a:cxnSpLocks/>
            <a:stCxn id="35" idx="1"/>
            <a:endCxn id="14367" idx="0"/>
          </p:cNvCxnSpPr>
          <p:nvPr/>
        </p:nvCxnSpPr>
        <p:spPr bwMode="auto">
          <a:xfrm rot="10800000" flipV="1">
            <a:off x="3828392" y="2631915"/>
            <a:ext cx="467635" cy="2028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98" name="Connecteur : en angle 14397">
            <a:extLst>
              <a:ext uri="{FF2B5EF4-FFF2-40B4-BE49-F238E27FC236}">
                <a16:creationId xmlns:a16="http://schemas.microsoft.com/office/drawing/2014/main" id="{85929B46-1249-32C4-6A90-AE65F11B8193}"/>
              </a:ext>
            </a:extLst>
          </p:cNvPr>
          <p:cNvCxnSpPr>
            <a:cxnSpLocks/>
            <a:stCxn id="35" idx="3"/>
            <a:endCxn id="14369" idx="0"/>
          </p:cNvCxnSpPr>
          <p:nvPr/>
        </p:nvCxnSpPr>
        <p:spPr bwMode="auto">
          <a:xfrm>
            <a:off x="4818313" y="2631915"/>
            <a:ext cx="212042" cy="19530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 en angle 64">
            <a:extLst>
              <a:ext uri="{FF2B5EF4-FFF2-40B4-BE49-F238E27FC236}">
                <a16:creationId xmlns:a16="http://schemas.microsoft.com/office/drawing/2014/main" id="{65E5285D-1FC5-91FE-5902-E51B588F7F00}"/>
              </a:ext>
            </a:extLst>
          </p:cNvPr>
          <p:cNvCxnSpPr>
            <a:cxnSpLocks/>
            <a:stCxn id="35" idx="3"/>
            <a:endCxn id="14368" idx="0"/>
          </p:cNvCxnSpPr>
          <p:nvPr/>
        </p:nvCxnSpPr>
        <p:spPr bwMode="auto">
          <a:xfrm>
            <a:off x="4818313" y="2631915"/>
            <a:ext cx="1578951" cy="2028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Connecteur droit 71">
            <a:extLst>
              <a:ext uri="{FF2B5EF4-FFF2-40B4-BE49-F238E27FC236}">
                <a16:creationId xmlns:a16="http://schemas.microsoft.com/office/drawing/2014/main" id="{4FEB5C99-6A4B-3EE1-194A-9D4242F92D30}"/>
              </a:ext>
            </a:extLst>
          </p:cNvPr>
          <p:cNvCxnSpPr>
            <a:cxnSpLocks/>
            <a:stCxn id="20" idx="2"/>
            <a:endCxn id="35" idx="0"/>
          </p:cNvCxnSpPr>
          <p:nvPr/>
        </p:nvCxnSpPr>
        <p:spPr bwMode="auto">
          <a:xfrm>
            <a:off x="4557170" y="2119599"/>
            <a:ext cx="0" cy="3876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63">
            <a:extLst>
              <a:ext uri="{FF2B5EF4-FFF2-40B4-BE49-F238E27FC236}">
                <a16:creationId xmlns:a16="http://schemas.microsoft.com/office/drawing/2014/main" id="{13D9CCAE-D17B-C7FD-95FD-4FBD80FE284C}"/>
              </a:ext>
            </a:extLst>
          </p:cNvPr>
          <p:cNvSpPr>
            <a:spLocks noChangeArrowheads="1"/>
          </p:cNvSpPr>
          <p:nvPr/>
        </p:nvSpPr>
        <p:spPr bwMode="auto">
          <a:xfrm>
            <a:off x="4514480" y="4300070"/>
            <a:ext cx="1056137" cy="127498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rgbClr val="FF0000"/>
                </a:solidFill>
                <a:latin typeface="Arial" pitchFamily="34" charset="0"/>
                <a:ea typeface="ＭＳ Ｐゴシック" charset="-128"/>
              </a:rPr>
              <a:t>FIXE HNO_CHOIX 4</a:t>
            </a:r>
          </a:p>
          <a:p>
            <a:pPr algn="ctr" defTabSz="379413" eaLnBrk="0" hangingPunct="0">
              <a:defRPr/>
            </a:pPr>
            <a:endParaRPr lang="fr-FR" sz="600">
              <a:solidFill>
                <a:srgbClr val="FF0000"/>
              </a:solidFill>
              <a:latin typeface="Arial" pitchFamily="34" charset="0"/>
              <a:ea typeface="ＭＳ Ｐゴシック" charset="-128"/>
            </a:endParaRPr>
          </a:p>
        </p:txBody>
      </p:sp>
      <p:cxnSp>
        <p:nvCxnSpPr>
          <p:cNvPr id="5" name="Connecteur droit 4">
            <a:extLst>
              <a:ext uri="{FF2B5EF4-FFF2-40B4-BE49-F238E27FC236}">
                <a16:creationId xmlns:a16="http://schemas.microsoft.com/office/drawing/2014/main" id="{57BCB311-A0A0-06AC-65BD-4BCB992487A8}"/>
              </a:ext>
            </a:extLst>
          </p:cNvPr>
          <p:cNvCxnSpPr>
            <a:cxnSpLocks/>
            <a:stCxn id="14375" idx="2"/>
            <a:endCxn id="3" idx="0"/>
          </p:cNvCxnSpPr>
          <p:nvPr/>
        </p:nvCxnSpPr>
        <p:spPr bwMode="auto">
          <a:xfrm>
            <a:off x="5037304" y="4169659"/>
            <a:ext cx="5245" cy="1304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63">
            <a:extLst>
              <a:ext uri="{FF2B5EF4-FFF2-40B4-BE49-F238E27FC236}">
                <a16:creationId xmlns:a16="http://schemas.microsoft.com/office/drawing/2014/main" id="{21C84E6F-9C48-34EC-65AE-B228AB7599D2}"/>
              </a:ext>
            </a:extLst>
          </p:cNvPr>
          <p:cNvSpPr>
            <a:spLocks noChangeArrowheads="1"/>
          </p:cNvSpPr>
          <p:nvPr/>
        </p:nvSpPr>
        <p:spPr bwMode="auto">
          <a:xfrm>
            <a:off x="5877565" y="4349988"/>
            <a:ext cx="1056137" cy="127498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defRPr/>
            </a:pPr>
            <a:r>
              <a:rPr lang="fr-FR" sz="600">
                <a:solidFill>
                  <a:srgbClr val="FF0000"/>
                </a:solidFill>
                <a:latin typeface="Arial" pitchFamily="34" charset="0"/>
                <a:ea typeface="ＭＳ Ｐゴシック" charset="-128"/>
              </a:rPr>
              <a:t>FIXE HNO_CHOIX 5</a:t>
            </a:r>
          </a:p>
          <a:p>
            <a:pPr algn="ctr" defTabSz="379413" eaLnBrk="0" hangingPunct="0">
              <a:defRPr/>
            </a:pPr>
            <a:endParaRPr lang="fr-FR" sz="600">
              <a:solidFill>
                <a:srgbClr val="FF0000"/>
              </a:solidFill>
              <a:latin typeface="Arial" pitchFamily="34" charset="0"/>
              <a:ea typeface="ＭＳ Ｐゴシック" charset="-128"/>
            </a:endParaRPr>
          </a:p>
        </p:txBody>
      </p:sp>
      <p:cxnSp>
        <p:nvCxnSpPr>
          <p:cNvPr id="16" name="Connecteur droit 15">
            <a:extLst>
              <a:ext uri="{FF2B5EF4-FFF2-40B4-BE49-F238E27FC236}">
                <a16:creationId xmlns:a16="http://schemas.microsoft.com/office/drawing/2014/main" id="{4AFB2451-C369-BAB9-21CB-CEB4BDC64572}"/>
              </a:ext>
            </a:extLst>
          </p:cNvPr>
          <p:cNvCxnSpPr>
            <a:cxnSpLocks/>
            <a:stCxn id="14380" idx="2"/>
            <a:endCxn id="14" idx="0"/>
          </p:cNvCxnSpPr>
          <p:nvPr/>
        </p:nvCxnSpPr>
        <p:spPr bwMode="auto">
          <a:xfrm>
            <a:off x="6397264" y="4169659"/>
            <a:ext cx="8370" cy="1803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droit 40">
            <a:extLst>
              <a:ext uri="{FF2B5EF4-FFF2-40B4-BE49-F238E27FC236}">
                <a16:creationId xmlns:a16="http://schemas.microsoft.com/office/drawing/2014/main" id="{C3991D70-FAD5-8CC2-D9A7-B1F6CF793A5B}"/>
              </a:ext>
            </a:extLst>
          </p:cNvPr>
          <p:cNvCxnSpPr>
            <a:stCxn id="14384" idx="2"/>
            <a:endCxn id="14382" idx="2"/>
          </p:cNvCxnSpPr>
          <p:nvPr/>
        </p:nvCxnSpPr>
        <p:spPr bwMode="auto">
          <a:xfrm flipH="1">
            <a:off x="3794884" y="5780155"/>
            <a:ext cx="10472" cy="3025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56">
            <a:extLst>
              <a:ext uri="{FF2B5EF4-FFF2-40B4-BE49-F238E27FC236}">
                <a16:creationId xmlns:a16="http://schemas.microsoft.com/office/drawing/2014/main" id="{73E2D542-8C9E-0660-E701-CC446FCCA0FA}"/>
              </a:ext>
            </a:extLst>
          </p:cNvPr>
          <p:cNvCxnSpPr>
            <a:cxnSpLocks noChangeShapeType="1"/>
            <a:stCxn id="14" idx="2"/>
            <a:endCxn id="49" idx="0"/>
          </p:cNvCxnSpPr>
          <p:nvPr/>
        </p:nvCxnSpPr>
        <p:spPr bwMode="auto">
          <a:xfrm>
            <a:off x="6405634" y="5624973"/>
            <a:ext cx="7641" cy="39217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9" name="AutoShape 19">
            <a:extLst>
              <a:ext uri="{FF2B5EF4-FFF2-40B4-BE49-F238E27FC236}">
                <a16:creationId xmlns:a16="http://schemas.microsoft.com/office/drawing/2014/main" id="{6BA799AF-2830-1D25-8A64-70FCA851CE53}"/>
              </a:ext>
            </a:extLst>
          </p:cNvPr>
          <p:cNvSpPr>
            <a:spLocks noChangeArrowheads="1"/>
          </p:cNvSpPr>
          <p:nvPr/>
        </p:nvSpPr>
        <p:spPr bwMode="auto">
          <a:xfrm>
            <a:off x="6341837" y="6017148"/>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cxnSp>
        <p:nvCxnSpPr>
          <p:cNvPr id="54" name="AutoShape 56">
            <a:extLst>
              <a:ext uri="{FF2B5EF4-FFF2-40B4-BE49-F238E27FC236}">
                <a16:creationId xmlns:a16="http://schemas.microsoft.com/office/drawing/2014/main" id="{211F48AC-2E7B-513C-59A5-792A760CD800}"/>
              </a:ext>
            </a:extLst>
          </p:cNvPr>
          <p:cNvCxnSpPr>
            <a:cxnSpLocks noChangeShapeType="1"/>
            <a:stCxn id="3" idx="2"/>
            <a:endCxn id="55" idx="0"/>
          </p:cNvCxnSpPr>
          <p:nvPr/>
        </p:nvCxnSpPr>
        <p:spPr bwMode="auto">
          <a:xfrm>
            <a:off x="5042549" y="5575055"/>
            <a:ext cx="14177" cy="482457"/>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5" name="AutoShape 19">
            <a:extLst>
              <a:ext uri="{FF2B5EF4-FFF2-40B4-BE49-F238E27FC236}">
                <a16:creationId xmlns:a16="http://schemas.microsoft.com/office/drawing/2014/main" id="{AF0D5D0D-83F1-175B-D5CD-4400B30A76C7}"/>
              </a:ext>
            </a:extLst>
          </p:cNvPr>
          <p:cNvSpPr>
            <a:spLocks noChangeArrowheads="1"/>
          </p:cNvSpPr>
          <p:nvPr/>
        </p:nvSpPr>
        <p:spPr bwMode="auto">
          <a:xfrm>
            <a:off x="4985288" y="6057512"/>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6" name="AutoShape 22">
            <a:extLst>
              <a:ext uri="{FF2B5EF4-FFF2-40B4-BE49-F238E27FC236}">
                <a16:creationId xmlns:a16="http://schemas.microsoft.com/office/drawing/2014/main" id="{497F9C04-3D74-A194-2576-227748858DAD}"/>
              </a:ext>
            </a:extLst>
          </p:cNvPr>
          <p:cNvSpPr>
            <a:spLocks noChangeArrowheads="1"/>
          </p:cNvSpPr>
          <p:nvPr/>
        </p:nvSpPr>
        <p:spPr bwMode="auto">
          <a:xfrm>
            <a:off x="6812432" y="2707873"/>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NMNI&gt;1</a:t>
            </a:r>
          </a:p>
        </p:txBody>
      </p:sp>
      <p:sp>
        <p:nvSpPr>
          <p:cNvPr id="9" name="AutoShape 37">
            <a:extLst>
              <a:ext uri="{FF2B5EF4-FFF2-40B4-BE49-F238E27FC236}">
                <a16:creationId xmlns:a16="http://schemas.microsoft.com/office/drawing/2014/main" id="{E5EE7D8E-EC19-0007-D878-CF32C8F533D9}"/>
              </a:ext>
            </a:extLst>
          </p:cNvPr>
          <p:cNvSpPr>
            <a:spLocks noChangeArrowheads="1"/>
          </p:cNvSpPr>
          <p:nvPr/>
        </p:nvSpPr>
        <p:spPr bwMode="auto">
          <a:xfrm>
            <a:off x="7485035" y="2718744"/>
            <a:ext cx="785960" cy="1619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73000_HNO_NMNI_1</a:t>
            </a:r>
          </a:p>
        </p:txBody>
      </p:sp>
      <p:cxnSp>
        <p:nvCxnSpPr>
          <p:cNvPr id="18" name="Connecteur : en angle 17">
            <a:extLst>
              <a:ext uri="{FF2B5EF4-FFF2-40B4-BE49-F238E27FC236}">
                <a16:creationId xmlns:a16="http://schemas.microsoft.com/office/drawing/2014/main" id="{19FB7920-BFC0-FFFF-955B-BAC606AF5D79}"/>
              </a:ext>
            </a:extLst>
          </p:cNvPr>
          <p:cNvCxnSpPr>
            <a:cxnSpLocks/>
            <a:stCxn id="35" idx="3"/>
            <a:endCxn id="6" idx="4"/>
          </p:cNvCxnSpPr>
          <p:nvPr/>
        </p:nvCxnSpPr>
        <p:spPr bwMode="auto">
          <a:xfrm>
            <a:off x="4818313" y="2631915"/>
            <a:ext cx="1994119" cy="170414"/>
          </a:xfrm>
          <a:prstGeom prst="bentConnector3">
            <a:avLst>
              <a:gd name="adj1" fmla="val 8948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Rectangle 68">
            <a:extLst>
              <a:ext uri="{FF2B5EF4-FFF2-40B4-BE49-F238E27FC236}">
                <a16:creationId xmlns:a16="http://schemas.microsoft.com/office/drawing/2014/main" id="{A33F64B9-1F6E-B910-8F39-594845F74177}"/>
              </a:ext>
            </a:extLst>
          </p:cNvPr>
          <p:cNvSpPr>
            <a:spLocks noChangeArrowheads="1"/>
          </p:cNvSpPr>
          <p:nvPr/>
        </p:nvSpPr>
        <p:spPr bwMode="auto">
          <a:xfrm>
            <a:off x="7794621" y="2293019"/>
            <a:ext cx="1153791"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ERREUR_NMNI_1</a:t>
            </a:r>
          </a:p>
          <a:p>
            <a:pPr algn="ctr" eaLnBrk="0" hangingPunct="0"/>
            <a:r>
              <a:rPr lang="fr-FR" sz="600">
                <a:latin typeface="+mn-lt"/>
                <a:ea typeface="ＭＳ Ｐゴシック" pitchFamily="-80" charset="-128"/>
              </a:rPr>
              <a:t>Désolé, nous n’avons pas compris votre choix.</a:t>
            </a:r>
          </a:p>
        </p:txBody>
      </p:sp>
      <p:cxnSp>
        <p:nvCxnSpPr>
          <p:cNvPr id="26" name="Connecteur : en angle 25">
            <a:extLst>
              <a:ext uri="{FF2B5EF4-FFF2-40B4-BE49-F238E27FC236}">
                <a16:creationId xmlns:a16="http://schemas.microsoft.com/office/drawing/2014/main" id="{CE0E0400-8245-1B3B-372F-BDFCC5C76E1C}"/>
              </a:ext>
            </a:extLst>
          </p:cNvPr>
          <p:cNvCxnSpPr>
            <a:cxnSpLocks/>
            <a:stCxn id="19" idx="2"/>
            <a:endCxn id="9" idx="3"/>
          </p:cNvCxnSpPr>
          <p:nvPr/>
        </p:nvCxnSpPr>
        <p:spPr bwMode="auto">
          <a:xfrm rot="5400000">
            <a:off x="8252574" y="2680772"/>
            <a:ext cx="137364" cy="10052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4" name="AutoShape 47">
            <a:extLst>
              <a:ext uri="{FF2B5EF4-FFF2-40B4-BE49-F238E27FC236}">
                <a16:creationId xmlns:a16="http://schemas.microsoft.com/office/drawing/2014/main" id="{E7EE126A-F215-55A1-E109-41FE062046B8}"/>
              </a:ext>
            </a:extLst>
          </p:cNvPr>
          <p:cNvCxnSpPr>
            <a:cxnSpLocks noChangeShapeType="1"/>
            <a:stCxn id="6" idx="0"/>
            <a:endCxn id="9" idx="1"/>
          </p:cNvCxnSpPr>
          <p:nvPr/>
        </p:nvCxnSpPr>
        <p:spPr bwMode="auto">
          <a:xfrm flipV="1">
            <a:off x="7228685" y="2799715"/>
            <a:ext cx="256350" cy="2614"/>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88" name="Text Box 156">
            <a:extLst>
              <a:ext uri="{FF2B5EF4-FFF2-40B4-BE49-F238E27FC236}">
                <a16:creationId xmlns:a16="http://schemas.microsoft.com/office/drawing/2014/main" id="{4AD59D73-C2FF-C744-E039-EA0F1B387235}"/>
              </a:ext>
            </a:extLst>
          </p:cNvPr>
          <p:cNvSpPr txBox="1">
            <a:spLocks noChangeArrowheads="1"/>
          </p:cNvSpPr>
          <p:nvPr/>
        </p:nvSpPr>
        <p:spPr bwMode="auto">
          <a:xfrm>
            <a:off x="7185985" y="2634564"/>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4389" name="Text Box 156">
            <a:extLst>
              <a:ext uri="{FF2B5EF4-FFF2-40B4-BE49-F238E27FC236}">
                <a16:creationId xmlns:a16="http://schemas.microsoft.com/office/drawing/2014/main" id="{3AC108F0-90E3-6ED3-F1EE-4253268D6306}"/>
              </a:ext>
            </a:extLst>
          </p:cNvPr>
          <p:cNvSpPr txBox="1">
            <a:spLocks noChangeArrowheads="1"/>
          </p:cNvSpPr>
          <p:nvPr/>
        </p:nvSpPr>
        <p:spPr bwMode="auto">
          <a:xfrm>
            <a:off x="6998374" y="2947978"/>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cxnSp>
        <p:nvCxnSpPr>
          <p:cNvPr id="14393" name="Connecteur : en angle 14392">
            <a:extLst>
              <a:ext uri="{FF2B5EF4-FFF2-40B4-BE49-F238E27FC236}">
                <a16:creationId xmlns:a16="http://schemas.microsoft.com/office/drawing/2014/main" id="{51507E4B-BACD-C082-1825-A639C21F9ACA}"/>
              </a:ext>
            </a:extLst>
          </p:cNvPr>
          <p:cNvCxnSpPr>
            <a:cxnSpLocks/>
            <a:stCxn id="19" idx="0"/>
            <a:endCxn id="35" idx="0"/>
          </p:cNvCxnSpPr>
          <p:nvPr/>
        </p:nvCxnSpPr>
        <p:spPr bwMode="auto">
          <a:xfrm rot="16200000" flipH="1" flipV="1">
            <a:off x="6357205" y="492983"/>
            <a:ext cx="214277" cy="3814347"/>
          </a:xfrm>
          <a:prstGeom prst="bentConnector3">
            <a:avLst>
              <a:gd name="adj1" fmla="val -1481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00027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55</a:t>
            </a:fld>
            <a:endParaRPr lang="fr-FR"/>
          </a:p>
        </p:txBody>
      </p:sp>
      <p:sp>
        <p:nvSpPr>
          <p:cNvPr id="7" name="AutoShape 252">
            <a:hlinkClick r:id="" action="ppaction://noaction"/>
          </p:cNvPr>
          <p:cNvSpPr>
            <a:spLocks noChangeArrowheads="1"/>
          </p:cNvSpPr>
          <p:nvPr/>
        </p:nvSpPr>
        <p:spPr bwMode="auto">
          <a:xfrm rot="10800000">
            <a:off x="3997113" y="569303"/>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HNO GP</a:t>
            </a:r>
            <a:endParaRPr lang="fr-FR" sz="600">
              <a:ea typeface="ＭＳ Ｐゴシック" charset="0"/>
            </a:endParaRP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AUTODIAG</a:t>
            </a:r>
          </a:p>
        </p:txBody>
      </p:sp>
      <p:cxnSp>
        <p:nvCxnSpPr>
          <p:cNvPr id="55" name="AutoShape 56"/>
          <p:cNvCxnSpPr>
            <a:cxnSpLocks noChangeShapeType="1"/>
            <a:stCxn id="63" idx="2"/>
            <a:endCxn id="14645" idx="0"/>
          </p:cNvCxnSpPr>
          <p:nvPr/>
        </p:nvCxnSpPr>
        <p:spPr bwMode="auto">
          <a:xfrm flipH="1">
            <a:off x="2650814" y="6118646"/>
            <a:ext cx="218" cy="165922"/>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5" name="Rectangle 63"/>
          <p:cNvSpPr>
            <a:spLocks noChangeArrowheads="1"/>
          </p:cNvSpPr>
          <p:nvPr/>
        </p:nvSpPr>
        <p:spPr bwMode="auto">
          <a:xfrm>
            <a:off x="2707704" y="1204054"/>
            <a:ext cx="3673041" cy="58995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MESSAGE AUTODIAG</a:t>
            </a:r>
          </a:p>
          <a:p>
            <a:pPr algn="ctr" defTabSz="433388" eaLnBrk="0" hangingPunct="0"/>
            <a:r>
              <a:rPr lang="fr-FR" sz="800"/>
              <a:t>Nous allons vous envoyer un SMS sur votre mobile pour lancer l’application SFR &amp; Moi ou la télécharger sur votre store.  Pour un dépannage rapide, suivez les étapes du diagnostic et, en cas de besoin, bénéficiez d’une mise en relation avec un conseiller 7j/7 24h/24</a:t>
            </a:r>
            <a:endParaRPr lang="fr-FR" sz="600"/>
          </a:p>
        </p:txBody>
      </p:sp>
      <p:grpSp>
        <p:nvGrpSpPr>
          <p:cNvPr id="18" name="Group 12">
            <a:extLst>
              <a:ext uri="{FF2B5EF4-FFF2-40B4-BE49-F238E27FC236}">
                <a16:creationId xmlns:a16="http://schemas.microsoft.com/office/drawing/2014/main" id="{DC7C2307-F7FF-4684-CC9E-DBAA166A41FE}"/>
              </a:ext>
            </a:extLst>
          </p:cNvPr>
          <p:cNvGrpSpPr>
            <a:grpSpLocks/>
          </p:cNvGrpSpPr>
          <p:nvPr/>
        </p:nvGrpSpPr>
        <p:grpSpPr bwMode="auto">
          <a:xfrm rot="1514534">
            <a:off x="1979615" y="4395214"/>
            <a:ext cx="450850" cy="130175"/>
            <a:chOff x="1920" y="715"/>
            <a:chExt cx="270" cy="139"/>
          </a:xfrm>
          <a:effectLst>
            <a:outerShdw blurRad="50800" dist="38100" dir="2700000" algn="tl" rotWithShape="0">
              <a:prstClr val="black">
                <a:alpha val="40000"/>
              </a:prstClr>
            </a:outerShdw>
          </a:effectLst>
        </p:grpSpPr>
        <p:sp>
          <p:nvSpPr>
            <p:cNvPr id="19" name="AutoShape 13">
              <a:extLst>
                <a:ext uri="{FF2B5EF4-FFF2-40B4-BE49-F238E27FC236}">
                  <a16:creationId xmlns:a16="http://schemas.microsoft.com/office/drawing/2014/main" id="{60BFAE13-5CDB-5FC0-EB52-5D58DB2D064C}"/>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21" name="AutoShape 14">
              <a:extLst>
                <a:ext uri="{FF2B5EF4-FFF2-40B4-BE49-F238E27FC236}">
                  <a16:creationId xmlns:a16="http://schemas.microsoft.com/office/drawing/2014/main" id="{68325ABA-4695-7AD9-C6FC-6077AD8E6C19}"/>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22" name="AutoShape 15">
            <a:extLst>
              <a:ext uri="{FF2B5EF4-FFF2-40B4-BE49-F238E27FC236}">
                <a16:creationId xmlns:a16="http://schemas.microsoft.com/office/drawing/2014/main" id="{2B456C52-EA3B-FA7C-BB9C-428EBDE9070B}"/>
              </a:ext>
            </a:extLst>
          </p:cNvPr>
          <p:cNvSpPr>
            <a:spLocks noChangeArrowheads="1"/>
          </p:cNvSpPr>
          <p:nvPr/>
        </p:nvSpPr>
        <p:spPr bwMode="auto">
          <a:xfrm>
            <a:off x="1717583" y="3924379"/>
            <a:ext cx="763978" cy="334257"/>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800" i="1" spc="-10">
                <a:solidFill>
                  <a:srgbClr val="000000"/>
                </a:solidFill>
                <a:effectLst/>
                <a:latin typeface="inherit"/>
                <a:ea typeface="Times New Roman" panose="02020603050405020304" pitchFamily="18" charset="0"/>
                <a:cs typeface="Arial" panose="020B0604020202020204" pitchFamily="34" charset="0"/>
              </a:rPr>
              <a:t>messagerest20</a:t>
            </a:r>
            <a:endParaRPr lang="fr-FR" sz="800" b="1"/>
          </a:p>
        </p:txBody>
      </p:sp>
      <p:sp>
        <p:nvSpPr>
          <p:cNvPr id="37" name="ZoneTexte 36">
            <a:extLst>
              <a:ext uri="{FF2B5EF4-FFF2-40B4-BE49-F238E27FC236}">
                <a16:creationId xmlns:a16="http://schemas.microsoft.com/office/drawing/2014/main" id="{1DA3D7CC-A6F0-88B7-CF3F-8FAB4C53BAF1}"/>
              </a:ext>
            </a:extLst>
          </p:cNvPr>
          <p:cNvSpPr txBox="1"/>
          <p:nvPr/>
        </p:nvSpPr>
        <p:spPr>
          <a:xfrm>
            <a:off x="36415" y="3164108"/>
            <a:ext cx="2964273" cy="707886"/>
          </a:xfrm>
          <a:prstGeom prst="rect">
            <a:avLst/>
          </a:prstGeom>
          <a:noFill/>
          <a:ln w="28575">
            <a:solidFill>
              <a:schemeClr val="tx1"/>
            </a:solidFill>
          </a:ln>
        </p:spPr>
        <p:txBody>
          <a:bodyPr wrap="none" rtlCol="0">
            <a:spAutoFit/>
          </a:bodyPr>
          <a:lstStyle/>
          <a:p>
            <a:r>
              <a:rPr lang="fr-FR" sz="800" err="1">
                <a:highlight>
                  <a:srgbClr val="FFFF00"/>
                </a:highlight>
              </a:rPr>
              <a:t>Paramétre</a:t>
            </a:r>
            <a:r>
              <a:rPr lang="fr-FR" sz="800">
                <a:highlight>
                  <a:srgbClr val="FFFF00"/>
                </a:highlight>
              </a:rPr>
              <a:t> d’</a:t>
            </a:r>
            <a:r>
              <a:rPr lang="fr-FR" sz="800" err="1">
                <a:highlight>
                  <a:srgbClr val="FFFF00"/>
                </a:highlight>
              </a:rPr>
              <a:t>entréeGINGER</a:t>
            </a:r>
            <a:r>
              <a:rPr lang="fr-FR" sz="800">
                <a:highlight>
                  <a:srgbClr val="FFFF00"/>
                </a:highlight>
              </a:rPr>
              <a:t> </a:t>
            </a:r>
          </a:p>
          <a:p>
            <a:r>
              <a:rPr lang="fr-FR" sz="800" err="1"/>
              <a:t>templateName</a:t>
            </a:r>
            <a:r>
              <a:rPr lang="fr-FR" sz="800"/>
              <a:t> : «</a:t>
            </a:r>
            <a:r>
              <a:rPr lang="fr-FR" sz="800">
                <a:effectLst/>
                <a:latin typeface="Consolas" panose="020B0609020204030204" pitchFamily="49" charset="0"/>
                <a:ea typeface="Calibri" panose="020F0502020204030204" pitchFamily="34" charset="0"/>
                <a:cs typeface="Calibri" panose="020F0502020204030204" pitchFamily="34" charset="0"/>
              </a:rPr>
              <a:t>SVI_SMS_PROMOTION_AUTODIAG_HNO_SFR</a:t>
            </a:r>
            <a:r>
              <a:rPr lang="fr-FR" sz="800"/>
              <a:t>»</a:t>
            </a:r>
          </a:p>
          <a:p>
            <a:r>
              <a:rPr lang="fr-FR" sz="800"/>
              <a:t>Média « SMS »</a:t>
            </a:r>
          </a:p>
          <a:p>
            <a:r>
              <a:rPr lang="fr-FR" sz="800"/>
              <a:t>adresse :  « </a:t>
            </a:r>
            <a:r>
              <a:rPr lang="fr-FR" sz="800" err="1"/>
              <a:t>msisdn</a:t>
            </a:r>
            <a:r>
              <a:rPr lang="fr-FR" sz="800"/>
              <a:t> »</a:t>
            </a:r>
          </a:p>
          <a:p>
            <a:r>
              <a:rPr lang="fr-FR" sz="800" err="1"/>
              <a:t>templateName</a:t>
            </a:r>
            <a:r>
              <a:rPr lang="fr-FR" sz="800"/>
              <a:t> Paramétrable dans Iris</a:t>
            </a:r>
          </a:p>
        </p:txBody>
      </p:sp>
      <p:sp>
        <p:nvSpPr>
          <p:cNvPr id="43" name="AutoShape 7">
            <a:extLst>
              <a:ext uri="{FF2B5EF4-FFF2-40B4-BE49-F238E27FC236}">
                <a16:creationId xmlns:a16="http://schemas.microsoft.com/office/drawing/2014/main" id="{D0FE1414-CA0A-7273-7217-7084669F8C5F}"/>
              </a:ext>
            </a:extLst>
          </p:cNvPr>
          <p:cNvSpPr>
            <a:spLocks noChangeArrowheads="1"/>
          </p:cNvSpPr>
          <p:nvPr/>
        </p:nvSpPr>
        <p:spPr bwMode="auto">
          <a:xfrm>
            <a:off x="3804233" y="994002"/>
            <a:ext cx="1479984" cy="1351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73000_MENU_AUTODIAG</a:t>
            </a:r>
          </a:p>
        </p:txBody>
      </p:sp>
      <p:sp>
        <p:nvSpPr>
          <p:cNvPr id="63" name="Rectangle 63">
            <a:extLst>
              <a:ext uri="{FF2B5EF4-FFF2-40B4-BE49-F238E27FC236}">
                <a16:creationId xmlns:a16="http://schemas.microsoft.com/office/drawing/2014/main" id="{7AB04440-477B-6C1A-84B9-0E18988573A5}"/>
              </a:ext>
            </a:extLst>
          </p:cNvPr>
          <p:cNvSpPr>
            <a:spLocks noChangeArrowheads="1"/>
          </p:cNvSpPr>
          <p:nvPr/>
        </p:nvSpPr>
        <p:spPr bwMode="auto">
          <a:xfrm>
            <a:off x="1867643" y="5697266"/>
            <a:ext cx="1566778" cy="42138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MESSAGE QUIT AUTODIAGNOSTIC</a:t>
            </a:r>
          </a:p>
          <a:p>
            <a:pPr algn="ctr" defTabSz="433388" eaLnBrk="0" hangingPunct="0"/>
            <a:r>
              <a:rPr lang="fr-FR" sz="800"/>
              <a:t>Cliquez sur le lien du SMS pour lancer le diagnostic. </a:t>
            </a:r>
            <a:endParaRPr lang="fr-FR" sz="600"/>
          </a:p>
        </p:txBody>
      </p:sp>
      <p:cxnSp>
        <p:nvCxnSpPr>
          <p:cNvPr id="14346" name="Connecteur droit 14345">
            <a:extLst>
              <a:ext uri="{FF2B5EF4-FFF2-40B4-BE49-F238E27FC236}">
                <a16:creationId xmlns:a16="http://schemas.microsoft.com/office/drawing/2014/main" id="{DF70383E-BF90-8902-A673-633A2C385E8A}"/>
              </a:ext>
            </a:extLst>
          </p:cNvPr>
          <p:cNvCxnSpPr>
            <a:cxnSpLocks/>
            <a:stCxn id="7" idx="0"/>
            <a:endCxn id="43" idx="0"/>
          </p:cNvCxnSpPr>
          <p:nvPr/>
        </p:nvCxnSpPr>
        <p:spPr bwMode="auto">
          <a:xfrm>
            <a:off x="4537113" y="929303"/>
            <a:ext cx="7112" cy="646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6" name="Connecteur droit 14365">
            <a:extLst>
              <a:ext uri="{FF2B5EF4-FFF2-40B4-BE49-F238E27FC236}">
                <a16:creationId xmlns:a16="http://schemas.microsoft.com/office/drawing/2014/main" id="{25D0D10E-1462-DF40-97CC-48C67CDA6E90}"/>
              </a:ext>
            </a:extLst>
          </p:cNvPr>
          <p:cNvCxnSpPr>
            <a:cxnSpLocks/>
            <a:stCxn id="43" idx="2"/>
            <a:endCxn id="25" idx="0"/>
          </p:cNvCxnSpPr>
          <p:nvPr/>
        </p:nvCxnSpPr>
        <p:spPr bwMode="auto">
          <a:xfrm>
            <a:off x="4544225" y="1129111"/>
            <a:ext cx="0" cy="749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52">
            <a:extLst>
              <a:ext uri="{FF2B5EF4-FFF2-40B4-BE49-F238E27FC236}">
                <a16:creationId xmlns:a16="http://schemas.microsoft.com/office/drawing/2014/main" id="{0BBEF7EE-C384-21D5-43E9-E16E75B7A875}"/>
              </a:ext>
            </a:extLst>
          </p:cNvPr>
          <p:cNvSpPr>
            <a:spLocks noChangeArrowheads="1"/>
          </p:cNvSpPr>
          <p:nvPr/>
        </p:nvSpPr>
        <p:spPr bwMode="auto">
          <a:xfrm>
            <a:off x="4300729" y="3448987"/>
            <a:ext cx="522287" cy="249237"/>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4" name="AutoShape 17">
            <a:extLst>
              <a:ext uri="{FF2B5EF4-FFF2-40B4-BE49-F238E27FC236}">
                <a16:creationId xmlns:a16="http://schemas.microsoft.com/office/drawing/2014/main" id="{E5B263A5-7615-27FA-EB75-032E030875F5}"/>
              </a:ext>
            </a:extLst>
          </p:cNvPr>
          <p:cNvSpPr>
            <a:spLocks noChangeArrowheads="1"/>
          </p:cNvSpPr>
          <p:nvPr/>
        </p:nvSpPr>
        <p:spPr bwMode="auto">
          <a:xfrm>
            <a:off x="5326330" y="394343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5" name="AutoShape 17">
            <a:extLst>
              <a:ext uri="{FF2B5EF4-FFF2-40B4-BE49-F238E27FC236}">
                <a16:creationId xmlns:a16="http://schemas.microsoft.com/office/drawing/2014/main" id="{50E87B45-CDE7-38F5-286F-3E98C5BA9A55}"/>
              </a:ext>
            </a:extLst>
          </p:cNvPr>
          <p:cNvSpPr>
            <a:spLocks noChangeArrowheads="1"/>
          </p:cNvSpPr>
          <p:nvPr/>
        </p:nvSpPr>
        <p:spPr bwMode="auto">
          <a:xfrm>
            <a:off x="4136288" y="3918413"/>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sp>
        <p:nvSpPr>
          <p:cNvPr id="8" name="AutoShape 22">
            <a:extLst>
              <a:ext uri="{FF2B5EF4-FFF2-40B4-BE49-F238E27FC236}">
                <a16:creationId xmlns:a16="http://schemas.microsoft.com/office/drawing/2014/main" id="{67C75808-2558-E136-351A-BCF342ED4F13}"/>
              </a:ext>
            </a:extLst>
          </p:cNvPr>
          <p:cNvSpPr>
            <a:spLocks noChangeArrowheads="1"/>
          </p:cNvSpPr>
          <p:nvPr/>
        </p:nvSpPr>
        <p:spPr bwMode="auto">
          <a:xfrm>
            <a:off x="5665068" y="3476616"/>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a:t>
            </a:r>
          </a:p>
        </p:txBody>
      </p:sp>
      <p:sp>
        <p:nvSpPr>
          <p:cNvPr id="9" name="Rectangle 99">
            <a:extLst>
              <a:ext uri="{FF2B5EF4-FFF2-40B4-BE49-F238E27FC236}">
                <a16:creationId xmlns:a16="http://schemas.microsoft.com/office/drawing/2014/main" id="{C9490455-1EF3-C87A-9AF7-ECB28299C98F}"/>
              </a:ext>
            </a:extLst>
          </p:cNvPr>
          <p:cNvSpPr>
            <a:spLocks noChangeArrowheads="1"/>
          </p:cNvSpPr>
          <p:nvPr/>
        </p:nvSpPr>
        <p:spPr bwMode="auto">
          <a:xfrm>
            <a:off x="3656108" y="2259420"/>
            <a:ext cx="1792176" cy="276999"/>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SMS_MOB_APPELANT</a:t>
            </a:r>
            <a:endParaRPr lang="fr-FR" sz="600" b="1" strike="sngStrike">
              <a:solidFill>
                <a:srgbClr val="CC3300"/>
              </a:solidFill>
            </a:endParaRPr>
          </a:p>
          <a:p>
            <a:pPr algn="ctr" eaLnBrk="0" hangingPunct="0"/>
            <a:r>
              <a:rPr lang="fr-FR" sz="600"/>
              <a:t>Un SMS va vous être envoyé sur le </a:t>
            </a:r>
          </a:p>
        </p:txBody>
      </p:sp>
      <p:sp>
        <p:nvSpPr>
          <p:cNvPr id="10" name="Rectangle 99">
            <a:extLst>
              <a:ext uri="{FF2B5EF4-FFF2-40B4-BE49-F238E27FC236}">
                <a16:creationId xmlns:a16="http://schemas.microsoft.com/office/drawing/2014/main" id="{84959DC6-1306-5687-3AEE-5E09B7040849}"/>
              </a:ext>
            </a:extLst>
          </p:cNvPr>
          <p:cNvSpPr>
            <a:spLocks noChangeArrowheads="1"/>
          </p:cNvSpPr>
          <p:nvPr/>
        </p:nvSpPr>
        <p:spPr bwMode="auto">
          <a:xfrm>
            <a:off x="3559583" y="2884171"/>
            <a:ext cx="1969282"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SMS_MOB_APPELANT_SUITE</a:t>
            </a:r>
            <a:endParaRPr lang="fr-FR" sz="600"/>
          </a:p>
          <a:p>
            <a:pPr algn="ctr" eaLnBrk="0" hangingPunct="0"/>
            <a:r>
              <a:rPr lang="fr-FR" sz="600"/>
              <a:t>Est-ce bien votre </a:t>
            </a:r>
            <a:r>
              <a:rPr lang="fr-FR" sz="600" err="1"/>
              <a:t>N°de</a:t>
            </a:r>
            <a:r>
              <a:rPr lang="fr-FR" sz="600"/>
              <a:t> mobile?</a:t>
            </a:r>
          </a:p>
          <a:p>
            <a:pPr algn="ctr" eaLnBrk="0" hangingPunct="0"/>
            <a:r>
              <a:rPr lang="fr-FR" sz="600"/>
              <a:t>Si oui, tapez 1</a:t>
            </a:r>
          </a:p>
          <a:p>
            <a:pPr algn="ctr" eaLnBrk="0" hangingPunct="0"/>
            <a:r>
              <a:rPr lang="fr-FR" sz="600"/>
              <a:t>Si non, tapez 2  </a:t>
            </a:r>
          </a:p>
        </p:txBody>
      </p:sp>
      <p:sp>
        <p:nvSpPr>
          <p:cNvPr id="11" name="Rectangle 98">
            <a:extLst>
              <a:ext uri="{FF2B5EF4-FFF2-40B4-BE49-F238E27FC236}">
                <a16:creationId xmlns:a16="http://schemas.microsoft.com/office/drawing/2014/main" id="{815E427D-76AA-2534-7786-DEEF20B2709D}"/>
              </a:ext>
            </a:extLst>
          </p:cNvPr>
          <p:cNvSpPr>
            <a:spLocks noChangeArrowheads="1"/>
          </p:cNvSpPr>
          <p:nvPr/>
        </p:nvSpPr>
        <p:spPr bwMode="auto">
          <a:xfrm>
            <a:off x="3340493" y="2597737"/>
            <a:ext cx="2414905" cy="184666"/>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i="1">
                <a:solidFill>
                  <a:srgbClr val="FF0000"/>
                </a:solidFill>
              </a:rPr>
              <a:t>Prompt énumération des </a:t>
            </a:r>
            <a:r>
              <a:rPr lang="fr-FR" sz="600" b="1" i="1" u="sng">
                <a:solidFill>
                  <a:srgbClr val="FF0000"/>
                </a:solidFill>
              </a:rPr>
              <a:t>10 </a:t>
            </a:r>
            <a:r>
              <a:rPr lang="fr-FR" sz="600" b="1" i="1">
                <a:solidFill>
                  <a:srgbClr val="FF0000"/>
                </a:solidFill>
              </a:rPr>
              <a:t>digits du </a:t>
            </a:r>
            <a:r>
              <a:rPr lang="fr-FR" sz="600" b="1" i="1" u="sng" err="1">
                <a:solidFill>
                  <a:srgbClr val="FF0000"/>
                </a:solidFill>
              </a:rPr>
              <a:t>n°APPELANT</a:t>
            </a:r>
            <a:endParaRPr lang="fr-FR" sz="600" b="1" i="1" u="sng">
              <a:solidFill>
                <a:srgbClr val="FF0000"/>
              </a:solidFill>
            </a:endParaRPr>
          </a:p>
        </p:txBody>
      </p:sp>
      <p:sp>
        <p:nvSpPr>
          <p:cNvPr id="16" name="Rectangle 68">
            <a:extLst>
              <a:ext uri="{FF2B5EF4-FFF2-40B4-BE49-F238E27FC236}">
                <a16:creationId xmlns:a16="http://schemas.microsoft.com/office/drawing/2014/main" id="{974E1687-C1D4-536E-465D-773A44EC4CC3}"/>
              </a:ext>
            </a:extLst>
          </p:cNvPr>
          <p:cNvSpPr>
            <a:spLocks noChangeArrowheads="1"/>
          </p:cNvSpPr>
          <p:nvPr/>
        </p:nvSpPr>
        <p:spPr bwMode="auto">
          <a:xfrm>
            <a:off x="7856324" y="4665244"/>
            <a:ext cx="1153793"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ERREUR_SAISIE_MOB_2</a:t>
            </a:r>
          </a:p>
          <a:p>
            <a:pPr algn="ctr" eaLnBrk="0" hangingPunct="0"/>
            <a:r>
              <a:rPr lang="fr-FR" sz="600">
                <a:latin typeface="+mn-lt"/>
                <a:ea typeface="ＭＳ Ｐゴシック" pitchFamily="-80" charset="-128"/>
              </a:rPr>
              <a:t>Désolé, nous n’avons pas compris votre choix.</a:t>
            </a:r>
          </a:p>
        </p:txBody>
      </p:sp>
      <p:sp>
        <p:nvSpPr>
          <p:cNvPr id="20" name="Rectangle 99">
            <a:extLst>
              <a:ext uri="{FF2B5EF4-FFF2-40B4-BE49-F238E27FC236}">
                <a16:creationId xmlns:a16="http://schemas.microsoft.com/office/drawing/2014/main" id="{A414483F-FADF-8A64-B485-B53E6431804C}"/>
              </a:ext>
            </a:extLst>
          </p:cNvPr>
          <p:cNvSpPr>
            <a:spLocks noChangeArrowheads="1"/>
          </p:cNvSpPr>
          <p:nvPr/>
        </p:nvSpPr>
        <p:spPr bwMode="auto">
          <a:xfrm>
            <a:off x="4681887" y="4432547"/>
            <a:ext cx="1479550" cy="369332"/>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SMS_SAISIE_MOB_SAISIE</a:t>
            </a:r>
          </a:p>
          <a:p>
            <a:pPr algn="ctr" eaLnBrk="0" hangingPunct="0"/>
            <a:r>
              <a:rPr lang="fr-FR" sz="600"/>
              <a:t>Veuillez saisir votre </a:t>
            </a:r>
            <a:r>
              <a:rPr lang="fr-FR" sz="600" err="1"/>
              <a:t>numero</a:t>
            </a:r>
            <a:r>
              <a:rPr lang="fr-FR" sz="600"/>
              <a:t> de mobile pour recevoir le SMS</a:t>
            </a:r>
          </a:p>
        </p:txBody>
      </p:sp>
      <p:sp>
        <p:nvSpPr>
          <p:cNvPr id="23" name="Rectangle 99">
            <a:extLst>
              <a:ext uri="{FF2B5EF4-FFF2-40B4-BE49-F238E27FC236}">
                <a16:creationId xmlns:a16="http://schemas.microsoft.com/office/drawing/2014/main" id="{67B0F468-18B6-5FDC-6F29-473AF7608073}"/>
              </a:ext>
            </a:extLst>
          </p:cNvPr>
          <p:cNvSpPr>
            <a:spLocks noChangeArrowheads="1"/>
          </p:cNvSpPr>
          <p:nvPr/>
        </p:nvSpPr>
        <p:spPr bwMode="auto">
          <a:xfrm>
            <a:off x="4625525" y="5372984"/>
            <a:ext cx="1610172" cy="461665"/>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err="1">
                <a:solidFill>
                  <a:srgbClr val="CC3300"/>
                </a:solidFill>
              </a:rPr>
              <a:t>SMS_SAISIE_MOB_saisie_SUITE</a:t>
            </a:r>
            <a:endParaRPr lang="fr-FR" sz="600" b="1" strike="sngStrike">
              <a:solidFill>
                <a:srgbClr val="CC3300"/>
              </a:solidFill>
            </a:endParaRPr>
          </a:p>
          <a:p>
            <a:pPr algn="ctr" eaLnBrk="0" hangingPunct="0"/>
            <a:r>
              <a:rPr lang="fr-FR" sz="600"/>
              <a:t>Est-ce bien votre </a:t>
            </a:r>
            <a:r>
              <a:rPr lang="fr-FR" sz="600" err="1"/>
              <a:t>N°de</a:t>
            </a:r>
            <a:r>
              <a:rPr lang="fr-FR" sz="600"/>
              <a:t> mobile?</a:t>
            </a:r>
          </a:p>
          <a:p>
            <a:pPr algn="ctr" eaLnBrk="0" hangingPunct="0"/>
            <a:r>
              <a:rPr lang="fr-FR" sz="600"/>
              <a:t>Si oui, tapez 1</a:t>
            </a:r>
          </a:p>
          <a:p>
            <a:pPr algn="ctr" eaLnBrk="0" hangingPunct="0"/>
            <a:r>
              <a:rPr lang="fr-FR" sz="600"/>
              <a:t>Si non, tapez 2  </a:t>
            </a:r>
          </a:p>
        </p:txBody>
      </p:sp>
      <p:sp>
        <p:nvSpPr>
          <p:cNvPr id="24" name="Rectangle 98">
            <a:extLst>
              <a:ext uri="{FF2B5EF4-FFF2-40B4-BE49-F238E27FC236}">
                <a16:creationId xmlns:a16="http://schemas.microsoft.com/office/drawing/2014/main" id="{3115015A-3D63-DECF-7384-13F132837A03}"/>
              </a:ext>
            </a:extLst>
          </p:cNvPr>
          <p:cNvSpPr>
            <a:spLocks noChangeArrowheads="1"/>
          </p:cNvSpPr>
          <p:nvPr/>
        </p:nvSpPr>
        <p:spPr bwMode="auto">
          <a:xfrm>
            <a:off x="4326301" y="5117038"/>
            <a:ext cx="2242170" cy="184666"/>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a:t> </a:t>
            </a:r>
            <a:r>
              <a:rPr lang="fr-FR" sz="600" i="1"/>
              <a:t>Prompt énumération des </a:t>
            </a:r>
            <a:r>
              <a:rPr lang="fr-FR" sz="600" i="1" u="sng"/>
              <a:t>10 </a:t>
            </a:r>
            <a:r>
              <a:rPr lang="fr-FR" sz="600" i="1"/>
              <a:t>digits du </a:t>
            </a:r>
            <a:r>
              <a:rPr lang="fr-FR" sz="600" i="1" u="sng" err="1"/>
              <a:t>n</a:t>
            </a:r>
            <a:r>
              <a:rPr lang="fr-FR" sz="600" i="1" u="sng"/>
              <a:t>°</a:t>
            </a:r>
            <a:r>
              <a:rPr lang="fr-FR" sz="600" i="1" u="sng" strike="sngStrike"/>
              <a:t> </a:t>
            </a:r>
            <a:r>
              <a:rPr lang="fr-FR" sz="600" b="1" i="1" u="sng">
                <a:solidFill>
                  <a:srgbClr val="FF0000"/>
                </a:solidFill>
              </a:rPr>
              <a:t>SAISIE</a:t>
            </a:r>
          </a:p>
        </p:txBody>
      </p:sp>
      <p:sp>
        <p:nvSpPr>
          <p:cNvPr id="28" name="AutoShape 37">
            <a:extLst>
              <a:ext uri="{FF2B5EF4-FFF2-40B4-BE49-F238E27FC236}">
                <a16:creationId xmlns:a16="http://schemas.microsoft.com/office/drawing/2014/main" id="{0A0C9344-5298-4A61-CF74-B94B44BD25BA}"/>
              </a:ext>
            </a:extLst>
          </p:cNvPr>
          <p:cNvSpPr>
            <a:spLocks noChangeArrowheads="1"/>
          </p:cNvSpPr>
          <p:nvPr/>
        </p:nvSpPr>
        <p:spPr bwMode="auto">
          <a:xfrm>
            <a:off x="7258744" y="3497068"/>
            <a:ext cx="1153791" cy="16020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73000_AUTODIAG_NMNI_1</a:t>
            </a:r>
          </a:p>
        </p:txBody>
      </p:sp>
      <p:sp>
        <p:nvSpPr>
          <p:cNvPr id="58" name="AutoShape 16">
            <a:extLst>
              <a:ext uri="{FF2B5EF4-FFF2-40B4-BE49-F238E27FC236}">
                <a16:creationId xmlns:a16="http://schemas.microsoft.com/office/drawing/2014/main" id="{12F6DC45-9758-1E32-B781-39D5D925F18A}"/>
              </a:ext>
            </a:extLst>
          </p:cNvPr>
          <p:cNvSpPr>
            <a:spLocks noChangeArrowheads="1"/>
          </p:cNvSpPr>
          <p:nvPr/>
        </p:nvSpPr>
        <p:spPr bwMode="auto">
          <a:xfrm>
            <a:off x="2266325" y="4569404"/>
            <a:ext cx="768980" cy="336398"/>
          </a:xfrm>
          <a:prstGeom prst="diamond">
            <a:avLst/>
          </a:prstGeom>
          <a:solidFill>
            <a:srgbClr val="B8EDE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GINGER</a:t>
            </a:r>
          </a:p>
        </p:txBody>
      </p:sp>
      <p:cxnSp>
        <p:nvCxnSpPr>
          <p:cNvPr id="14355" name="Connecteur droit 14354">
            <a:extLst>
              <a:ext uri="{FF2B5EF4-FFF2-40B4-BE49-F238E27FC236}">
                <a16:creationId xmlns:a16="http://schemas.microsoft.com/office/drawing/2014/main" id="{39E588A8-5AD4-276B-D3B9-77C030EB90AE}"/>
              </a:ext>
            </a:extLst>
          </p:cNvPr>
          <p:cNvCxnSpPr>
            <a:stCxn id="10" idx="2"/>
            <a:endCxn id="3" idx="0"/>
          </p:cNvCxnSpPr>
          <p:nvPr/>
        </p:nvCxnSpPr>
        <p:spPr bwMode="auto">
          <a:xfrm>
            <a:off x="4544224" y="3345836"/>
            <a:ext cx="17649" cy="1031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7" name="Connecteur : en angle 14356">
            <a:extLst>
              <a:ext uri="{FF2B5EF4-FFF2-40B4-BE49-F238E27FC236}">
                <a16:creationId xmlns:a16="http://schemas.microsoft.com/office/drawing/2014/main" id="{080953F0-9974-D195-574D-E279C983C8A8}"/>
              </a:ext>
            </a:extLst>
          </p:cNvPr>
          <p:cNvCxnSpPr>
            <a:stCxn id="3" idx="2"/>
            <a:endCxn id="4" idx="6"/>
          </p:cNvCxnSpPr>
          <p:nvPr/>
        </p:nvCxnSpPr>
        <p:spPr bwMode="auto">
          <a:xfrm rot="16200000" flipH="1">
            <a:off x="4875473" y="3384623"/>
            <a:ext cx="245207" cy="87240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8" name="Connecteur : en angle 14357">
            <a:extLst>
              <a:ext uri="{FF2B5EF4-FFF2-40B4-BE49-F238E27FC236}">
                <a16:creationId xmlns:a16="http://schemas.microsoft.com/office/drawing/2014/main" id="{87FD8AAE-83C7-5972-4070-F78527578FE0}"/>
              </a:ext>
            </a:extLst>
          </p:cNvPr>
          <p:cNvCxnSpPr>
            <a:stCxn id="5" idx="7"/>
            <a:endCxn id="3" idx="2"/>
          </p:cNvCxnSpPr>
          <p:nvPr/>
        </p:nvCxnSpPr>
        <p:spPr bwMode="auto">
          <a:xfrm rot="5400000" flipH="1" flipV="1">
            <a:off x="4281947" y="3660515"/>
            <a:ext cx="242216" cy="31763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3" name="Connecteur droit 14372">
            <a:extLst>
              <a:ext uri="{FF2B5EF4-FFF2-40B4-BE49-F238E27FC236}">
                <a16:creationId xmlns:a16="http://schemas.microsoft.com/office/drawing/2014/main" id="{110238F3-71CD-563D-4EE9-86E2F28382EE}"/>
              </a:ext>
            </a:extLst>
          </p:cNvPr>
          <p:cNvCxnSpPr>
            <a:stCxn id="32" idx="2"/>
            <a:endCxn id="9" idx="0"/>
          </p:cNvCxnSpPr>
          <p:nvPr/>
        </p:nvCxnSpPr>
        <p:spPr bwMode="auto">
          <a:xfrm>
            <a:off x="4544225" y="2189205"/>
            <a:ext cx="7971" cy="702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9" name="Connecteur droit 14378">
            <a:extLst>
              <a:ext uri="{FF2B5EF4-FFF2-40B4-BE49-F238E27FC236}">
                <a16:creationId xmlns:a16="http://schemas.microsoft.com/office/drawing/2014/main" id="{D6D3F38A-FD5E-AAED-F44B-8527B759275B}"/>
              </a:ext>
            </a:extLst>
          </p:cNvPr>
          <p:cNvCxnSpPr>
            <a:stCxn id="9" idx="2"/>
            <a:endCxn id="11" idx="0"/>
          </p:cNvCxnSpPr>
          <p:nvPr/>
        </p:nvCxnSpPr>
        <p:spPr bwMode="auto">
          <a:xfrm flipH="1">
            <a:off x="4547946" y="2536419"/>
            <a:ext cx="4250" cy="613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82" name="Connecteur droit 14381">
            <a:extLst>
              <a:ext uri="{FF2B5EF4-FFF2-40B4-BE49-F238E27FC236}">
                <a16:creationId xmlns:a16="http://schemas.microsoft.com/office/drawing/2014/main" id="{EAC38FEA-C86A-D522-8D2F-A5794E21A0E0}"/>
              </a:ext>
            </a:extLst>
          </p:cNvPr>
          <p:cNvCxnSpPr>
            <a:stCxn id="11" idx="2"/>
            <a:endCxn id="10" idx="0"/>
          </p:cNvCxnSpPr>
          <p:nvPr/>
        </p:nvCxnSpPr>
        <p:spPr bwMode="auto">
          <a:xfrm flipH="1">
            <a:off x="4544224" y="2782403"/>
            <a:ext cx="3722" cy="1017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13" name="Connecteur droit 14412">
            <a:extLst>
              <a:ext uri="{FF2B5EF4-FFF2-40B4-BE49-F238E27FC236}">
                <a16:creationId xmlns:a16="http://schemas.microsoft.com/office/drawing/2014/main" id="{C4BB0FA9-9504-C1FE-8FD9-46E8721F867C}"/>
              </a:ext>
            </a:extLst>
          </p:cNvPr>
          <p:cNvCxnSpPr>
            <a:cxnSpLocks/>
            <a:stCxn id="20" idx="2"/>
            <a:endCxn id="24" idx="0"/>
          </p:cNvCxnSpPr>
          <p:nvPr/>
        </p:nvCxnSpPr>
        <p:spPr bwMode="auto">
          <a:xfrm>
            <a:off x="5421662" y="4801879"/>
            <a:ext cx="25724" cy="3151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21" name="Connecteur droit 14420">
            <a:extLst>
              <a:ext uri="{FF2B5EF4-FFF2-40B4-BE49-F238E27FC236}">
                <a16:creationId xmlns:a16="http://schemas.microsoft.com/office/drawing/2014/main" id="{75B450C3-2C98-4BD0-3B8E-813E66C5FCC3}"/>
              </a:ext>
            </a:extLst>
          </p:cNvPr>
          <p:cNvCxnSpPr>
            <a:cxnSpLocks/>
            <a:stCxn id="14525" idx="3"/>
            <a:endCxn id="28" idx="1"/>
          </p:cNvCxnSpPr>
          <p:nvPr/>
        </p:nvCxnSpPr>
        <p:spPr bwMode="auto">
          <a:xfrm flipV="1">
            <a:off x="6961841" y="3577170"/>
            <a:ext cx="296903" cy="9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27" name="Connecteur : en angle 14426">
            <a:extLst>
              <a:ext uri="{FF2B5EF4-FFF2-40B4-BE49-F238E27FC236}">
                <a16:creationId xmlns:a16="http://schemas.microsoft.com/office/drawing/2014/main" id="{5502506F-EAB7-BBF8-2812-9F2B991465C1}"/>
              </a:ext>
            </a:extLst>
          </p:cNvPr>
          <p:cNvCxnSpPr>
            <a:cxnSpLocks/>
            <a:stCxn id="14536" idx="0"/>
            <a:endCxn id="9" idx="0"/>
          </p:cNvCxnSpPr>
          <p:nvPr/>
        </p:nvCxnSpPr>
        <p:spPr bwMode="auto">
          <a:xfrm rot="16200000" flipV="1">
            <a:off x="6272430" y="539186"/>
            <a:ext cx="377516" cy="3817984"/>
          </a:xfrm>
          <a:prstGeom prst="bentConnector3">
            <a:avLst>
              <a:gd name="adj1" fmla="val 10897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29" name="AutoShape 37">
            <a:extLst>
              <a:ext uri="{FF2B5EF4-FFF2-40B4-BE49-F238E27FC236}">
                <a16:creationId xmlns:a16="http://schemas.microsoft.com/office/drawing/2014/main" id="{65AC3036-15BD-1DF0-B304-AF0596D37F08}"/>
              </a:ext>
            </a:extLst>
          </p:cNvPr>
          <p:cNvSpPr>
            <a:spLocks noChangeArrowheads="1"/>
          </p:cNvSpPr>
          <p:nvPr/>
        </p:nvSpPr>
        <p:spPr bwMode="auto">
          <a:xfrm>
            <a:off x="7778959" y="4480020"/>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73000_AUTODIAG_NMNI_2</a:t>
            </a:r>
          </a:p>
        </p:txBody>
      </p:sp>
      <p:cxnSp>
        <p:nvCxnSpPr>
          <p:cNvPr id="14431" name="Connecteur : en angle 14430">
            <a:extLst>
              <a:ext uri="{FF2B5EF4-FFF2-40B4-BE49-F238E27FC236}">
                <a16:creationId xmlns:a16="http://schemas.microsoft.com/office/drawing/2014/main" id="{2175A6E6-9F0A-EF59-4119-6AB006868255}"/>
              </a:ext>
            </a:extLst>
          </p:cNvPr>
          <p:cNvCxnSpPr>
            <a:cxnSpLocks/>
            <a:stCxn id="28" idx="3"/>
            <a:endCxn id="14429" idx="0"/>
          </p:cNvCxnSpPr>
          <p:nvPr/>
        </p:nvCxnSpPr>
        <p:spPr bwMode="auto">
          <a:xfrm>
            <a:off x="8412535" y="3577170"/>
            <a:ext cx="29895" cy="90285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39" name="Connecteur droit 14438">
            <a:extLst>
              <a:ext uri="{FF2B5EF4-FFF2-40B4-BE49-F238E27FC236}">
                <a16:creationId xmlns:a16="http://schemas.microsoft.com/office/drawing/2014/main" id="{0D735847-01F0-18A7-B65F-9DA5E56C9934}"/>
              </a:ext>
            </a:extLst>
          </p:cNvPr>
          <p:cNvCxnSpPr>
            <a:cxnSpLocks/>
            <a:stCxn id="14429" idx="2"/>
            <a:endCxn id="16" idx="0"/>
          </p:cNvCxnSpPr>
          <p:nvPr/>
        </p:nvCxnSpPr>
        <p:spPr bwMode="auto">
          <a:xfrm flipH="1">
            <a:off x="8433221" y="4632866"/>
            <a:ext cx="9209" cy="323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41" name="AutoShape 19">
            <a:extLst>
              <a:ext uri="{FF2B5EF4-FFF2-40B4-BE49-F238E27FC236}">
                <a16:creationId xmlns:a16="http://schemas.microsoft.com/office/drawing/2014/main" id="{74441713-E8F9-A58A-6466-3D210788AF20}"/>
              </a:ext>
            </a:extLst>
          </p:cNvPr>
          <p:cNvSpPr>
            <a:spLocks noChangeArrowheads="1"/>
          </p:cNvSpPr>
          <p:nvPr/>
        </p:nvSpPr>
        <p:spPr bwMode="auto">
          <a:xfrm>
            <a:off x="8361782" y="5171427"/>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cxnSp>
        <p:nvCxnSpPr>
          <p:cNvPr id="14443" name="Connecteur droit 14442">
            <a:extLst>
              <a:ext uri="{FF2B5EF4-FFF2-40B4-BE49-F238E27FC236}">
                <a16:creationId xmlns:a16="http://schemas.microsoft.com/office/drawing/2014/main" id="{86C7FB8B-E1DC-0CA0-4C5A-0F57FE768B27}"/>
              </a:ext>
            </a:extLst>
          </p:cNvPr>
          <p:cNvCxnSpPr>
            <a:cxnSpLocks/>
            <a:stCxn id="16" idx="2"/>
            <a:endCxn id="14441" idx="0"/>
          </p:cNvCxnSpPr>
          <p:nvPr/>
        </p:nvCxnSpPr>
        <p:spPr bwMode="auto">
          <a:xfrm flipH="1">
            <a:off x="8433220" y="5034576"/>
            <a:ext cx="1" cy="1368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48" name="Connecteur droit 14447">
            <a:extLst>
              <a:ext uri="{FF2B5EF4-FFF2-40B4-BE49-F238E27FC236}">
                <a16:creationId xmlns:a16="http://schemas.microsoft.com/office/drawing/2014/main" id="{DFD7B150-44D1-13BC-6848-7F19ACB0CE15}"/>
              </a:ext>
            </a:extLst>
          </p:cNvPr>
          <p:cNvCxnSpPr>
            <a:stCxn id="24" idx="2"/>
            <a:endCxn id="23" idx="0"/>
          </p:cNvCxnSpPr>
          <p:nvPr/>
        </p:nvCxnSpPr>
        <p:spPr bwMode="auto">
          <a:xfrm flipH="1">
            <a:off x="5430611" y="5301704"/>
            <a:ext cx="16775" cy="712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52" name="AutoShape 52">
            <a:extLst>
              <a:ext uri="{FF2B5EF4-FFF2-40B4-BE49-F238E27FC236}">
                <a16:creationId xmlns:a16="http://schemas.microsoft.com/office/drawing/2014/main" id="{13FBDED0-61F4-4FF1-BD0E-2205BA55B880}"/>
              </a:ext>
            </a:extLst>
          </p:cNvPr>
          <p:cNvSpPr>
            <a:spLocks noChangeArrowheads="1"/>
          </p:cNvSpPr>
          <p:nvPr/>
        </p:nvSpPr>
        <p:spPr bwMode="auto">
          <a:xfrm>
            <a:off x="4899374" y="5922922"/>
            <a:ext cx="522287" cy="212864"/>
          </a:xfrm>
          <a:prstGeom prst="flowChartDecision">
            <a:avLst/>
          </a:prstGeom>
          <a:solidFill>
            <a:schemeClr val="hlink"/>
          </a:solidFill>
          <a:ln w="9525">
            <a:solidFill>
              <a:schemeClr val="tx1"/>
            </a:solid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latin typeface="+mn-lt"/>
                <a:ea typeface="ＭＳ Ｐゴシック" charset="0"/>
              </a:rPr>
              <a:t>Choix</a:t>
            </a:r>
          </a:p>
        </p:txBody>
      </p:sp>
      <p:sp>
        <p:nvSpPr>
          <p:cNvPr id="14453" name="AutoShape 17">
            <a:extLst>
              <a:ext uri="{FF2B5EF4-FFF2-40B4-BE49-F238E27FC236}">
                <a16:creationId xmlns:a16="http://schemas.microsoft.com/office/drawing/2014/main" id="{AE3874E0-0163-CE22-D3A8-71E3B9C92329}"/>
              </a:ext>
            </a:extLst>
          </p:cNvPr>
          <p:cNvSpPr>
            <a:spLocks noChangeArrowheads="1"/>
          </p:cNvSpPr>
          <p:nvPr/>
        </p:nvSpPr>
        <p:spPr bwMode="auto">
          <a:xfrm>
            <a:off x="5231486" y="6258072"/>
            <a:ext cx="215900" cy="150497"/>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2</a:t>
            </a:r>
          </a:p>
        </p:txBody>
      </p:sp>
      <p:sp>
        <p:nvSpPr>
          <p:cNvPr id="14454" name="AutoShape 17">
            <a:extLst>
              <a:ext uri="{FF2B5EF4-FFF2-40B4-BE49-F238E27FC236}">
                <a16:creationId xmlns:a16="http://schemas.microsoft.com/office/drawing/2014/main" id="{B93D7F39-96E4-C4C0-E4FD-B69CC838CA30}"/>
              </a:ext>
            </a:extLst>
          </p:cNvPr>
          <p:cNvSpPr>
            <a:spLocks noChangeArrowheads="1"/>
          </p:cNvSpPr>
          <p:nvPr/>
        </p:nvSpPr>
        <p:spPr bwMode="auto">
          <a:xfrm>
            <a:off x="4853782" y="6244234"/>
            <a:ext cx="215900" cy="150497"/>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latin typeface="+mn-lt"/>
              </a:rPr>
              <a:t>1</a:t>
            </a:r>
          </a:p>
        </p:txBody>
      </p:sp>
      <p:cxnSp>
        <p:nvCxnSpPr>
          <p:cNvPr id="14455" name="Connecteur : en angle 14454">
            <a:extLst>
              <a:ext uri="{FF2B5EF4-FFF2-40B4-BE49-F238E27FC236}">
                <a16:creationId xmlns:a16="http://schemas.microsoft.com/office/drawing/2014/main" id="{ED5F935D-74C3-8435-FF7E-83977D8586A8}"/>
              </a:ext>
            </a:extLst>
          </p:cNvPr>
          <p:cNvCxnSpPr>
            <a:stCxn id="14452" idx="2"/>
            <a:endCxn id="14453" idx="6"/>
          </p:cNvCxnSpPr>
          <p:nvPr/>
        </p:nvCxnSpPr>
        <p:spPr bwMode="auto">
          <a:xfrm rot="16200000" flipH="1">
            <a:off x="5188834" y="6107470"/>
            <a:ext cx="122286" cy="17891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56" name="Connecteur : en angle 14455">
            <a:extLst>
              <a:ext uri="{FF2B5EF4-FFF2-40B4-BE49-F238E27FC236}">
                <a16:creationId xmlns:a16="http://schemas.microsoft.com/office/drawing/2014/main" id="{97E37339-6F61-0CDC-6CFB-64542FC22E07}"/>
              </a:ext>
            </a:extLst>
          </p:cNvPr>
          <p:cNvCxnSpPr>
            <a:stCxn id="14454" idx="7"/>
            <a:endCxn id="14452" idx="2"/>
          </p:cNvCxnSpPr>
          <p:nvPr/>
        </p:nvCxnSpPr>
        <p:spPr bwMode="auto">
          <a:xfrm rot="5400000" flipH="1" flipV="1">
            <a:off x="4997495" y="6100023"/>
            <a:ext cx="127260" cy="19878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60" name="Connecteur droit 14459">
            <a:extLst>
              <a:ext uri="{FF2B5EF4-FFF2-40B4-BE49-F238E27FC236}">
                <a16:creationId xmlns:a16="http://schemas.microsoft.com/office/drawing/2014/main" id="{C3D5D5E2-3B04-8323-7726-06DA0C9D2B1C}"/>
              </a:ext>
            </a:extLst>
          </p:cNvPr>
          <p:cNvCxnSpPr>
            <a:cxnSpLocks/>
            <a:stCxn id="4" idx="2"/>
            <a:endCxn id="14559" idx="0"/>
          </p:cNvCxnSpPr>
          <p:nvPr/>
        </p:nvCxnSpPr>
        <p:spPr bwMode="auto">
          <a:xfrm flipH="1">
            <a:off x="5428356" y="4119644"/>
            <a:ext cx="5924" cy="1050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17" name="Connecteur : en angle 14516">
            <a:extLst>
              <a:ext uri="{FF2B5EF4-FFF2-40B4-BE49-F238E27FC236}">
                <a16:creationId xmlns:a16="http://schemas.microsoft.com/office/drawing/2014/main" id="{54F33A53-2659-B02B-1171-A1A05C107979}"/>
              </a:ext>
            </a:extLst>
          </p:cNvPr>
          <p:cNvCxnSpPr>
            <a:cxnSpLocks/>
            <a:stCxn id="5" idx="2"/>
            <a:endCxn id="14555" idx="0"/>
          </p:cNvCxnSpPr>
          <p:nvPr/>
        </p:nvCxnSpPr>
        <p:spPr bwMode="auto">
          <a:xfrm rot="5400000">
            <a:off x="4057621" y="4022581"/>
            <a:ext cx="114573" cy="25866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25" name="AutoShape 16">
            <a:extLst>
              <a:ext uri="{FF2B5EF4-FFF2-40B4-BE49-F238E27FC236}">
                <a16:creationId xmlns:a16="http://schemas.microsoft.com/office/drawing/2014/main" id="{BA3A0F75-7B50-7E3B-D399-2E61B8A8E131}"/>
              </a:ext>
            </a:extLst>
          </p:cNvPr>
          <p:cNvSpPr>
            <a:spLocks noChangeArrowheads="1"/>
          </p:cNvSpPr>
          <p:nvPr/>
        </p:nvSpPr>
        <p:spPr bwMode="auto">
          <a:xfrm>
            <a:off x="6415985" y="3409926"/>
            <a:ext cx="545856" cy="336398"/>
          </a:xfrm>
          <a:prstGeom prst="diamond">
            <a:avLst/>
          </a:prstGeom>
          <a:solidFill>
            <a:srgbClr val="B8EDE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ESSAI&gt;1</a:t>
            </a:r>
          </a:p>
        </p:txBody>
      </p:sp>
      <p:cxnSp>
        <p:nvCxnSpPr>
          <p:cNvPr id="14531" name="Connecteur droit 14530">
            <a:extLst>
              <a:ext uri="{FF2B5EF4-FFF2-40B4-BE49-F238E27FC236}">
                <a16:creationId xmlns:a16="http://schemas.microsoft.com/office/drawing/2014/main" id="{7B439E22-4314-6D01-AF70-DC70F9E4F62A}"/>
              </a:ext>
            </a:extLst>
          </p:cNvPr>
          <p:cNvCxnSpPr>
            <a:stCxn id="8" idx="0"/>
            <a:endCxn id="14525" idx="1"/>
          </p:cNvCxnSpPr>
          <p:nvPr/>
        </p:nvCxnSpPr>
        <p:spPr bwMode="auto">
          <a:xfrm>
            <a:off x="6081321" y="3571072"/>
            <a:ext cx="334664" cy="70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32" name="ZoneTexte 14531">
            <a:extLst>
              <a:ext uri="{FF2B5EF4-FFF2-40B4-BE49-F238E27FC236}">
                <a16:creationId xmlns:a16="http://schemas.microsoft.com/office/drawing/2014/main" id="{7E66B7EB-57EB-4C2E-F048-B16E25165818}"/>
              </a:ext>
            </a:extLst>
          </p:cNvPr>
          <p:cNvSpPr txBox="1"/>
          <p:nvPr/>
        </p:nvSpPr>
        <p:spPr>
          <a:xfrm>
            <a:off x="6658913" y="3948487"/>
            <a:ext cx="375671" cy="184666"/>
          </a:xfrm>
          <a:prstGeom prst="rect">
            <a:avLst/>
          </a:prstGeom>
          <a:noFill/>
        </p:spPr>
        <p:txBody>
          <a:bodyPr wrap="square" rtlCol="0">
            <a:spAutoFit/>
          </a:bodyPr>
          <a:lstStyle/>
          <a:p>
            <a:r>
              <a:rPr lang="fr-FR" sz="600"/>
              <a:t>OUI</a:t>
            </a:r>
          </a:p>
        </p:txBody>
      </p:sp>
      <p:sp>
        <p:nvSpPr>
          <p:cNvPr id="14533" name="ZoneTexte 14532">
            <a:extLst>
              <a:ext uri="{FF2B5EF4-FFF2-40B4-BE49-F238E27FC236}">
                <a16:creationId xmlns:a16="http://schemas.microsoft.com/office/drawing/2014/main" id="{85821A7F-0537-B9A1-1A9E-B16007274FAE}"/>
              </a:ext>
            </a:extLst>
          </p:cNvPr>
          <p:cNvSpPr txBox="1"/>
          <p:nvPr/>
        </p:nvSpPr>
        <p:spPr>
          <a:xfrm>
            <a:off x="6919586" y="3549029"/>
            <a:ext cx="356188" cy="184666"/>
          </a:xfrm>
          <a:prstGeom prst="rect">
            <a:avLst/>
          </a:prstGeom>
          <a:noFill/>
        </p:spPr>
        <p:txBody>
          <a:bodyPr wrap="none" rtlCol="0">
            <a:spAutoFit/>
          </a:bodyPr>
          <a:lstStyle/>
          <a:p>
            <a:r>
              <a:rPr lang="fr-FR" sz="600"/>
              <a:t>NON</a:t>
            </a:r>
          </a:p>
        </p:txBody>
      </p:sp>
      <p:cxnSp>
        <p:nvCxnSpPr>
          <p:cNvPr id="14535" name="Connecteur : en angle 14534">
            <a:extLst>
              <a:ext uri="{FF2B5EF4-FFF2-40B4-BE49-F238E27FC236}">
                <a16:creationId xmlns:a16="http://schemas.microsoft.com/office/drawing/2014/main" id="{58899F1F-E3DB-7B3C-FFDC-CE3F47D54311}"/>
              </a:ext>
            </a:extLst>
          </p:cNvPr>
          <p:cNvCxnSpPr>
            <a:stCxn id="14525" idx="2"/>
            <a:endCxn id="14429" idx="0"/>
          </p:cNvCxnSpPr>
          <p:nvPr/>
        </p:nvCxnSpPr>
        <p:spPr bwMode="auto">
          <a:xfrm rot="16200000" flipH="1">
            <a:off x="7198823" y="3236413"/>
            <a:ext cx="733696" cy="175351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36" name="Rectangle 68">
            <a:extLst>
              <a:ext uri="{FF2B5EF4-FFF2-40B4-BE49-F238E27FC236}">
                <a16:creationId xmlns:a16="http://schemas.microsoft.com/office/drawing/2014/main" id="{9BB470FD-9B32-6CA1-F29E-7A393EB74E24}"/>
              </a:ext>
            </a:extLst>
          </p:cNvPr>
          <p:cNvSpPr>
            <a:spLocks noChangeArrowheads="1"/>
          </p:cNvSpPr>
          <p:nvPr/>
        </p:nvSpPr>
        <p:spPr bwMode="auto">
          <a:xfrm>
            <a:off x="7793284" y="2636936"/>
            <a:ext cx="1153791"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ERREUR_SAISIE_MOB_1</a:t>
            </a:r>
          </a:p>
          <a:p>
            <a:pPr algn="ctr" eaLnBrk="0" hangingPunct="0"/>
            <a:r>
              <a:rPr lang="fr-FR" sz="600">
                <a:latin typeface="+mn-lt"/>
                <a:ea typeface="ＭＳ Ｐゴシック" pitchFamily="-80" charset="-128"/>
              </a:rPr>
              <a:t>Désolé, nous n’avons pas compris votre choix.</a:t>
            </a:r>
          </a:p>
        </p:txBody>
      </p:sp>
      <p:cxnSp>
        <p:nvCxnSpPr>
          <p:cNvPr id="14542" name="Connecteur : en angle 14541">
            <a:extLst>
              <a:ext uri="{FF2B5EF4-FFF2-40B4-BE49-F238E27FC236}">
                <a16:creationId xmlns:a16="http://schemas.microsoft.com/office/drawing/2014/main" id="{B1170A0C-32E0-71F6-3510-DE4D277DF7E1}"/>
              </a:ext>
            </a:extLst>
          </p:cNvPr>
          <p:cNvCxnSpPr>
            <a:cxnSpLocks/>
            <a:stCxn id="14536" idx="2"/>
            <a:endCxn id="28" idx="3"/>
          </p:cNvCxnSpPr>
          <p:nvPr/>
        </p:nvCxnSpPr>
        <p:spPr bwMode="auto">
          <a:xfrm rot="16200000" flipH="1">
            <a:off x="8105906" y="3270541"/>
            <a:ext cx="570902" cy="42355"/>
          </a:xfrm>
          <a:prstGeom prst="bentConnector4">
            <a:avLst>
              <a:gd name="adj1" fmla="val 50400"/>
              <a:gd name="adj2" fmla="val 90228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46" name="Connecteur : en angle 14545">
            <a:extLst>
              <a:ext uri="{FF2B5EF4-FFF2-40B4-BE49-F238E27FC236}">
                <a16:creationId xmlns:a16="http://schemas.microsoft.com/office/drawing/2014/main" id="{0F3D96AE-70D3-EED5-9A89-2B74745E8B08}"/>
              </a:ext>
            </a:extLst>
          </p:cNvPr>
          <p:cNvCxnSpPr>
            <a:cxnSpLocks/>
          </p:cNvCxnSpPr>
          <p:nvPr/>
        </p:nvCxnSpPr>
        <p:spPr bwMode="auto">
          <a:xfrm rot="5400000" flipH="1">
            <a:off x="4124615" y="5652701"/>
            <a:ext cx="874516" cy="609544"/>
          </a:xfrm>
          <a:prstGeom prst="bentConnector4">
            <a:avLst>
              <a:gd name="adj1" fmla="val -26140"/>
              <a:gd name="adj2" fmla="val 5885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55" name="AutoShape 37">
            <a:extLst>
              <a:ext uri="{FF2B5EF4-FFF2-40B4-BE49-F238E27FC236}">
                <a16:creationId xmlns:a16="http://schemas.microsoft.com/office/drawing/2014/main" id="{A67C8925-652C-9024-7906-B7B32510E344}"/>
              </a:ext>
            </a:extLst>
          </p:cNvPr>
          <p:cNvSpPr>
            <a:spLocks noChangeArrowheads="1"/>
          </p:cNvSpPr>
          <p:nvPr/>
        </p:nvSpPr>
        <p:spPr bwMode="auto">
          <a:xfrm>
            <a:off x="3367025" y="4209199"/>
            <a:ext cx="1237099" cy="16636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73000_AUTODIAG_MOB_OK</a:t>
            </a:r>
          </a:p>
        </p:txBody>
      </p:sp>
      <p:sp>
        <p:nvSpPr>
          <p:cNvPr id="14560" name="AutoShape 37">
            <a:extLst>
              <a:ext uri="{FF2B5EF4-FFF2-40B4-BE49-F238E27FC236}">
                <a16:creationId xmlns:a16="http://schemas.microsoft.com/office/drawing/2014/main" id="{C31B3196-8A93-B8A1-E8CF-D6B8808B52E9}"/>
              </a:ext>
            </a:extLst>
          </p:cNvPr>
          <p:cNvSpPr>
            <a:spLocks noChangeArrowheads="1"/>
          </p:cNvSpPr>
          <p:nvPr/>
        </p:nvSpPr>
        <p:spPr bwMode="auto">
          <a:xfrm>
            <a:off x="2927260" y="5451282"/>
            <a:ext cx="1424928" cy="13786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73000_AUTODIAG_MOB_SAISIE_OK</a:t>
            </a:r>
          </a:p>
        </p:txBody>
      </p:sp>
      <p:cxnSp>
        <p:nvCxnSpPr>
          <p:cNvPr id="14568" name="Connecteur droit 14567">
            <a:extLst>
              <a:ext uri="{FF2B5EF4-FFF2-40B4-BE49-F238E27FC236}">
                <a16:creationId xmlns:a16="http://schemas.microsoft.com/office/drawing/2014/main" id="{520FF174-2AE4-6BFC-8DDF-02D405B7149D}"/>
              </a:ext>
            </a:extLst>
          </p:cNvPr>
          <p:cNvCxnSpPr>
            <a:cxnSpLocks/>
            <a:stCxn id="20" idx="0"/>
            <a:endCxn id="14559" idx="2"/>
          </p:cNvCxnSpPr>
          <p:nvPr/>
        </p:nvCxnSpPr>
        <p:spPr bwMode="auto">
          <a:xfrm flipV="1">
            <a:off x="5421662" y="4345019"/>
            <a:ext cx="6694" cy="875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31" name="Connecteur : en angle 14630">
            <a:extLst>
              <a:ext uri="{FF2B5EF4-FFF2-40B4-BE49-F238E27FC236}">
                <a16:creationId xmlns:a16="http://schemas.microsoft.com/office/drawing/2014/main" id="{67EA3D65-5B33-577E-3518-0A0B8768CF7D}"/>
              </a:ext>
            </a:extLst>
          </p:cNvPr>
          <p:cNvCxnSpPr>
            <a:stCxn id="14555" idx="2"/>
            <a:endCxn id="58" idx="0"/>
          </p:cNvCxnSpPr>
          <p:nvPr/>
        </p:nvCxnSpPr>
        <p:spPr bwMode="auto">
          <a:xfrm rot="5400000">
            <a:off x="3221277" y="3805105"/>
            <a:ext cx="193837" cy="133476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36" name="Connecteur : en angle 14635">
            <a:extLst>
              <a:ext uri="{FF2B5EF4-FFF2-40B4-BE49-F238E27FC236}">
                <a16:creationId xmlns:a16="http://schemas.microsoft.com/office/drawing/2014/main" id="{A19E6923-94B0-534A-1563-7BA78503466D}"/>
              </a:ext>
            </a:extLst>
          </p:cNvPr>
          <p:cNvCxnSpPr>
            <a:cxnSpLocks/>
            <a:stCxn id="14560" idx="0"/>
            <a:endCxn id="58" idx="0"/>
          </p:cNvCxnSpPr>
          <p:nvPr/>
        </p:nvCxnSpPr>
        <p:spPr bwMode="auto">
          <a:xfrm rot="16200000" flipV="1">
            <a:off x="2704331" y="4515888"/>
            <a:ext cx="881878" cy="988909"/>
          </a:xfrm>
          <a:prstGeom prst="bentConnector3">
            <a:avLst>
              <a:gd name="adj1" fmla="val 11188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45" name="AutoShape 19">
            <a:extLst>
              <a:ext uri="{FF2B5EF4-FFF2-40B4-BE49-F238E27FC236}">
                <a16:creationId xmlns:a16="http://schemas.microsoft.com/office/drawing/2014/main" id="{7FAD4DC0-E5D2-5A29-DD2C-7CDCD355DC9F}"/>
              </a:ext>
            </a:extLst>
          </p:cNvPr>
          <p:cNvSpPr>
            <a:spLocks noChangeArrowheads="1"/>
          </p:cNvSpPr>
          <p:nvPr/>
        </p:nvSpPr>
        <p:spPr bwMode="auto">
          <a:xfrm>
            <a:off x="2579376" y="6284568"/>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cxnSp>
        <p:nvCxnSpPr>
          <p:cNvPr id="14667" name="Connecteur droit 14666">
            <a:extLst>
              <a:ext uri="{FF2B5EF4-FFF2-40B4-BE49-F238E27FC236}">
                <a16:creationId xmlns:a16="http://schemas.microsoft.com/office/drawing/2014/main" id="{011CD957-C1F4-E75C-334D-585D3D3DEF7F}"/>
              </a:ext>
            </a:extLst>
          </p:cNvPr>
          <p:cNvCxnSpPr>
            <a:cxnSpLocks/>
            <a:stCxn id="58" idx="2"/>
            <a:endCxn id="63" idx="0"/>
          </p:cNvCxnSpPr>
          <p:nvPr/>
        </p:nvCxnSpPr>
        <p:spPr bwMode="auto">
          <a:xfrm>
            <a:off x="2650815" y="4905802"/>
            <a:ext cx="217" cy="7914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74" name="AutoShape 37">
            <a:extLst>
              <a:ext uri="{FF2B5EF4-FFF2-40B4-BE49-F238E27FC236}">
                <a16:creationId xmlns:a16="http://schemas.microsoft.com/office/drawing/2014/main" id="{8383FBC6-3B01-E949-85FE-36BDDBF7F884}"/>
              </a:ext>
            </a:extLst>
          </p:cNvPr>
          <p:cNvSpPr>
            <a:spLocks noChangeArrowheads="1"/>
          </p:cNvSpPr>
          <p:nvPr/>
        </p:nvSpPr>
        <p:spPr bwMode="auto">
          <a:xfrm>
            <a:off x="37048" y="4834575"/>
            <a:ext cx="1492682" cy="18689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73000_MESSAGEREST20_[code erreur]</a:t>
            </a:r>
          </a:p>
        </p:txBody>
      </p:sp>
      <p:sp>
        <p:nvSpPr>
          <p:cNvPr id="14746" name="ZoneTexte 14745">
            <a:extLst>
              <a:ext uri="{FF2B5EF4-FFF2-40B4-BE49-F238E27FC236}">
                <a16:creationId xmlns:a16="http://schemas.microsoft.com/office/drawing/2014/main" id="{2CCDF1A0-C4F4-0E04-90EE-3582F2DAA6BF}"/>
              </a:ext>
            </a:extLst>
          </p:cNvPr>
          <p:cNvSpPr txBox="1"/>
          <p:nvPr/>
        </p:nvSpPr>
        <p:spPr>
          <a:xfrm>
            <a:off x="2677083" y="4873358"/>
            <a:ext cx="375671" cy="184666"/>
          </a:xfrm>
          <a:prstGeom prst="rect">
            <a:avLst/>
          </a:prstGeom>
          <a:noFill/>
        </p:spPr>
        <p:txBody>
          <a:bodyPr wrap="square" rtlCol="0">
            <a:spAutoFit/>
          </a:bodyPr>
          <a:lstStyle/>
          <a:p>
            <a:r>
              <a:rPr lang="fr-FR" sz="600"/>
              <a:t>OK</a:t>
            </a:r>
          </a:p>
        </p:txBody>
      </p:sp>
      <p:cxnSp>
        <p:nvCxnSpPr>
          <p:cNvPr id="14762" name="Connecteur droit 14761">
            <a:extLst>
              <a:ext uri="{FF2B5EF4-FFF2-40B4-BE49-F238E27FC236}">
                <a16:creationId xmlns:a16="http://schemas.microsoft.com/office/drawing/2014/main" id="{72F35061-89ED-D348-5B70-10EEE353B0ED}"/>
              </a:ext>
            </a:extLst>
          </p:cNvPr>
          <p:cNvCxnSpPr>
            <a:stCxn id="8" idx="4"/>
            <a:endCxn id="3" idx="3"/>
          </p:cNvCxnSpPr>
          <p:nvPr/>
        </p:nvCxnSpPr>
        <p:spPr bwMode="auto">
          <a:xfrm flipH="1">
            <a:off x="4823016" y="3571072"/>
            <a:ext cx="842052" cy="25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66" name="Rectangle 68">
            <a:extLst>
              <a:ext uri="{FF2B5EF4-FFF2-40B4-BE49-F238E27FC236}">
                <a16:creationId xmlns:a16="http://schemas.microsoft.com/office/drawing/2014/main" id="{61374072-A1E1-7F7F-2BBF-D1E4BA853477}"/>
              </a:ext>
            </a:extLst>
          </p:cNvPr>
          <p:cNvSpPr>
            <a:spLocks noChangeArrowheads="1"/>
          </p:cNvSpPr>
          <p:nvPr/>
        </p:nvSpPr>
        <p:spPr bwMode="auto">
          <a:xfrm>
            <a:off x="8188676" y="5825311"/>
            <a:ext cx="850284" cy="6463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ERREUR_SAISIE_MOB_2</a:t>
            </a:r>
          </a:p>
          <a:p>
            <a:pPr algn="ctr" eaLnBrk="0" hangingPunct="0"/>
            <a:r>
              <a:rPr lang="fr-FR" sz="600">
                <a:latin typeface="+mn-lt"/>
                <a:ea typeface="ＭＳ Ｐゴシック" pitchFamily="-80" charset="-128"/>
              </a:rPr>
              <a:t>Désolé, nous n’avons pas compris votre choix.</a:t>
            </a:r>
          </a:p>
        </p:txBody>
      </p:sp>
      <p:sp>
        <p:nvSpPr>
          <p:cNvPr id="14767" name="AutoShape 37">
            <a:extLst>
              <a:ext uri="{FF2B5EF4-FFF2-40B4-BE49-F238E27FC236}">
                <a16:creationId xmlns:a16="http://schemas.microsoft.com/office/drawing/2014/main" id="{D934DE8F-C30B-335E-C155-2C90009F8B19}"/>
              </a:ext>
            </a:extLst>
          </p:cNvPr>
          <p:cNvSpPr>
            <a:spLocks noChangeArrowheads="1"/>
          </p:cNvSpPr>
          <p:nvPr/>
        </p:nvSpPr>
        <p:spPr bwMode="auto">
          <a:xfrm>
            <a:off x="6737467" y="5697266"/>
            <a:ext cx="1395407" cy="15946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73000_AUTODIAG_SAISIE_NMNI_1</a:t>
            </a:r>
          </a:p>
        </p:txBody>
      </p:sp>
      <p:cxnSp>
        <p:nvCxnSpPr>
          <p:cNvPr id="14768" name="Connecteur droit 14767">
            <a:extLst>
              <a:ext uri="{FF2B5EF4-FFF2-40B4-BE49-F238E27FC236}">
                <a16:creationId xmlns:a16="http://schemas.microsoft.com/office/drawing/2014/main" id="{65DBCC30-78A8-C4FD-36B2-7E4FCDB7EC0C}"/>
              </a:ext>
            </a:extLst>
          </p:cNvPr>
          <p:cNvCxnSpPr>
            <a:cxnSpLocks/>
            <a:stCxn id="14799" idx="1"/>
            <a:endCxn id="14780" idx="0"/>
          </p:cNvCxnSpPr>
          <p:nvPr/>
        </p:nvCxnSpPr>
        <p:spPr bwMode="auto">
          <a:xfrm flipH="1" flipV="1">
            <a:off x="5985048" y="6338690"/>
            <a:ext cx="33301" cy="52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69" name="AutoShape 37">
            <a:extLst>
              <a:ext uri="{FF2B5EF4-FFF2-40B4-BE49-F238E27FC236}">
                <a16:creationId xmlns:a16="http://schemas.microsoft.com/office/drawing/2014/main" id="{A8A0FAD2-856C-4F8C-60A0-ACE88AB71C88}"/>
              </a:ext>
            </a:extLst>
          </p:cNvPr>
          <p:cNvSpPr>
            <a:spLocks noChangeArrowheads="1"/>
          </p:cNvSpPr>
          <p:nvPr/>
        </p:nvSpPr>
        <p:spPr bwMode="auto">
          <a:xfrm>
            <a:off x="6799601" y="5960292"/>
            <a:ext cx="1326941" cy="15284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73000_AUTODIAG_SAISIE_NMNI_2</a:t>
            </a:r>
          </a:p>
        </p:txBody>
      </p:sp>
      <p:sp>
        <p:nvSpPr>
          <p:cNvPr id="14772" name="AutoShape 19">
            <a:extLst>
              <a:ext uri="{FF2B5EF4-FFF2-40B4-BE49-F238E27FC236}">
                <a16:creationId xmlns:a16="http://schemas.microsoft.com/office/drawing/2014/main" id="{D2C6FA61-446A-457C-4FE8-615E74DA6483}"/>
              </a:ext>
            </a:extLst>
          </p:cNvPr>
          <p:cNvSpPr>
            <a:spLocks noChangeArrowheads="1"/>
          </p:cNvSpPr>
          <p:nvPr/>
        </p:nvSpPr>
        <p:spPr bwMode="auto">
          <a:xfrm>
            <a:off x="8542380" y="6519115"/>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cxnSp>
        <p:nvCxnSpPr>
          <p:cNvPr id="14773" name="Connecteur droit 14772">
            <a:extLst>
              <a:ext uri="{FF2B5EF4-FFF2-40B4-BE49-F238E27FC236}">
                <a16:creationId xmlns:a16="http://schemas.microsoft.com/office/drawing/2014/main" id="{49016496-DBA5-A7C4-3221-129B0D02D490}"/>
              </a:ext>
            </a:extLst>
          </p:cNvPr>
          <p:cNvCxnSpPr>
            <a:cxnSpLocks/>
            <a:stCxn id="14766" idx="2"/>
            <a:endCxn id="14772" idx="0"/>
          </p:cNvCxnSpPr>
          <p:nvPr/>
        </p:nvCxnSpPr>
        <p:spPr bwMode="auto">
          <a:xfrm>
            <a:off x="8613818" y="6471642"/>
            <a:ext cx="0" cy="474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77" name="Connecteur : en angle 14776">
            <a:extLst>
              <a:ext uri="{FF2B5EF4-FFF2-40B4-BE49-F238E27FC236}">
                <a16:creationId xmlns:a16="http://schemas.microsoft.com/office/drawing/2014/main" id="{400266EC-9EC1-E971-A1BE-E7861922F792}"/>
              </a:ext>
            </a:extLst>
          </p:cNvPr>
          <p:cNvCxnSpPr>
            <a:cxnSpLocks/>
            <a:stCxn id="20" idx="0"/>
            <a:endCxn id="14778" idx="0"/>
          </p:cNvCxnSpPr>
          <p:nvPr/>
        </p:nvCxnSpPr>
        <p:spPr bwMode="auto">
          <a:xfrm rot="16200000" flipH="1">
            <a:off x="5910608" y="3943601"/>
            <a:ext cx="767018" cy="1744911"/>
          </a:xfrm>
          <a:prstGeom prst="bentConnector3">
            <a:avLst>
              <a:gd name="adj1" fmla="val -2980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78" name="Rectangle 68">
            <a:extLst>
              <a:ext uri="{FF2B5EF4-FFF2-40B4-BE49-F238E27FC236}">
                <a16:creationId xmlns:a16="http://schemas.microsoft.com/office/drawing/2014/main" id="{A6D5B396-5887-5284-009F-2FCFE4533351}"/>
              </a:ext>
            </a:extLst>
          </p:cNvPr>
          <p:cNvSpPr>
            <a:spLocks noChangeArrowheads="1"/>
          </p:cNvSpPr>
          <p:nvPr/>
        </p:nvSpPr>
        <p:spPr bwMode="auto">
          <a:xfrm>
            <a:off x="6589677" y="5199565"/>
            <a:ext cx="1153791"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latin typeface="+mn-lt"/>
              </a:rPr>
              <a:t>ERREUR_SAISIE_MOB_1</a:t>
            </a:r>
          </a:p>
          <a:p>
            <a:pPr algn="ctr" eaLnBrk="0" hangingPunct="0"/>
            <a:r>
              <a:rPr lang="fr-FR" sz="600">
                <a:latin typeface="+mn-lt"/>
                <a:ea typeface="ＭＳ Ｐゴシック" pitchFamily="-80" charset="-128"/>
              </a:rPr>
              <a:t>Désolé, nous n’avons pas compris votre choix.</a:t>
            </a:r>
          </a:p>
        </p:txBody>
      </p:sp>
      <p:sp>
        <p:nvSpPr>
          <p:cNvPr id="14780" name="AutoShape 22">
            <a:extLst>
              <a:ext uri="{FF2B5EF4-FFF2-40B4-BE49-F238E27FC236}">
                <a16:creationId xmlns:a16="http://schemas.microsoft.com/office/drawing/2014/main" id="{7DD725F2-0EDB-5207-551B-EBD6985CCC94}"/>
              </a:ext>
            </a:extLst>
          </p:cNvPr>
          <p:cNvSpPr>
            <a:spLocks noChangeArrowheads="1"/>
          </p:cNvSpPr>
          <p:nvPr/>
        </p:nvSpPr>
        <p:spPr bwMode="auto">
          <a:xfrm>
            <a:off x="5568795" y="6244234"/>
            <a:ext cx="416253" cy="1889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a:t>
            </a:r>
          </a:p>
        </p:txBody>
      </p:sp>
      <p:cxnSp>
        <p:nvCxnSpPr>
          <p:cNvPr id="14782" name="Connecteur droit 14781">
            <a:extLst>
              <a:ext uri="{FF2B5EF4-FFF2-40B4-BE49-F238E27FC236}">
                <a16:creationId xmlns:a16="http://schemas.microsoft.com/office/drawing/2014/main" id="{A027775C-C84C-2ACA-7276-2BBED1F8B6AA}"/>
              </a:ext>
            </a:extLst>
          </p:cNvPr>
          <p:cNvCxnSpPr>
            <a:stCxn id="14453" idx="0"/>
            <a:endCxn id="14780" idx="5"/>
          </p:cNvCxnSpPr>
          <p:nvPr/>
        </p:nvCxnSpPr>
        <p:spPr bwMode="auto">
          <a:xfrm>
            <a:off x="5447386" y="6333321"/>
            <a:ext cx="145023" cy="53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86" name="Connecteur : en angle 14785">
            <a:extLst>
              <a:ext uri="{FF2B5EF4-FFF2-40B4-BE49-F238E27FC236}">
                <a16:creationId xmlns:a16="http://schemas.microsoft.com/office/drawing/2014/main" id="{1D0BD8D5-0A30-9AAB-C278-88098445189F}"/>
              </a:ext>
            </a:extLst>
          </p:cNvPr>
          <p:cNvCxnSpPr>
            <a:stCxn id="58" idx="1"/>
            <a:endCxn id="14674" idx="0"/>
          </p:cNvCxnSpPr>
          <p:nvPr/>
        </p:nvCxnSpPr>
        <p:spPr bwMode="auto">
          <a:xfrm rot="10800000" flipV="1">
            <a:off x="783389" y="4737603"/>
            <a:ext cx="1482936" cy="9697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88" name="Rectangle 63">
            <a:extLst>
              <a:ext uri="{FF2B5EF4-FFF2-40B4-BE49-F238E27FC236}">
                <a16:creationId xmlns:a16="http://schemas.microsoft.com/office/drawing/2014/main" id="{272303DB-F8F5-E0D5-F685-2EC02753E42F}"/>
              </a:ext>
            </a:extLst>
          </p:cNvPr>
          <p:cNvSpPr>
            <a:spLocks noChangeArrowheads="1"/>
          </p:cNvSpPr>
          <p:nvPr/>
        </p:nvSpPr>
        <p:spPr bwMode="auto">
          <a:xfrm>
            <a:off x="0" y="5239932"/>
            <a:ext cx="1566778" cy="42138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MESSAGE WS _ERREUR QUIT</a:t>
            </a:r>
          </a:p>
          <a:p>
            <a:pPr algn="ctr" defTabSz="379413" eaLnBrk="0" hangingPunct="0">
              <a:defRPr/>
            </a:pPr>
            <a:r>
              <a:rPr lang="fr-FR" sz="800"/>
              <a:t>Suite à un soucis technique nous ne pouvons vous envoyer le lien par SMS</a:t>
            </a:r>
            <a:endParaRPr lang="fr-FR" sz="600"/>
          </a:p>
        </p:txBody>
      </p:sp>
      <p:sp>
        <p:nvSpPr>
          <p:cNvPr id="14789" name="ZoneTexte 14788">
            <a:extLst>
              <a:ext uri="{FF2B5EF4-FFF2-40B4-BE49-F238E27FC236}">
                <a16:creationId xmlns:a16="http://schemas.microsoft.com/office/drawing/2014/main" id="{66394EBA-1176-E74D-13F0-714105950BDD}"/>
              </a:ext>
            </a:extLst>
          </p:cNvPr>
          <p:cNvSpPr txBox="1"/>
          <p:nvPr/>
        </p:nvSpPr>
        <p:spPr>
          <a:xfrm>
            <a:off x="2012093" y="4565452"/>
            <a:ext cx="375671" cy="184666"/>
          </a:xfrm>
          <a:prstGeom prst="rect">
            <a:avLst/>
          </a:prstGeom>
          <a:noFill/>
        </p:spPr>
        <p:txBody>
          <a:bodyPr wrap="square" rtlCol="0">
            <a:spAutoFit/>
          </a:bodyPr>
          <a:lstStyle/>
          <a:p>
            <a:r>
              <a:rPr lang="fr-FR" sz="600"/>
              <a:t>NOK</a:t>
            </a:r>
          </a:p>
        </p:txBody>
      </p:sp>
      <p:sp>
        <p:nvSpPr>
          <p:cNvPr id="14790" name="ZoneTexte 14789">
            <a:extLst>
              <a:ext uri="{FF2B5EF4-FFF2-40B4-BE49-F238E27FC236}">
                <a16:creationId xmlns:a16="http://schemas.microsoft.com/office/drawing/2014/main" id="{1D9A19DC-5C84-D371-05A8-FC18BAC95BB4}"/>
              </a:ext>
            </a:extLst>
          </p:cNvPr>
          <p:cNvSpPr txBox="1"/>
          <p:nvPr/>
        </p:nvSpPr>
        <p:spPr>
          <a:xfrm>
            <a:off x="13613" y="4237763"/>
            <a:ext cx="1582484" cy="461665"/>
          </a:xfrm>
          <a:prstGeom prst="rect">
            <a:avLst/>
          </a:prstGeom>
          <a:noFill/>
          <a:ln w="28575">
            <a:solidFill>
              <a:schemeClr val="tx1"/>
            </a:solidFill>
          </a:ln>
        </p:spPr>
        <p:txBody>
          <a:bodyPr wrap="none" rtlCol="0">
            <a:spAutoFit/>
          </a:bodyPr>
          <a:lstStyle/>
          <a:p>
            <a:r>
              <a:rPr lang="fr-FR" sz="800">
                <a:highlight>
                  <a:srgbClr val="FFFF00"/>
                </a:highlight>
              </a:rPr>
              <a:t>Webservice messagerest20</a:t>
            </a:r>
          </a:p>
          <a:p>
            <a:r>
              <a:rPr lang="fr-FR" sz="800"/>
              <a:t>Incrémenter </a:t>
            </a:r>
            <a:r>
              <a:rPr lang="fr-FR" sz="800" err="1"/>
              <a:t>ballise</a:t>
            </a:r>
            <a:r>
              <a:rPr lang="fr-FR" sz="800"/>
              <a:t> avec</a:t>
            </a:r>
          </a:p>
          <a:p>
            <a:r>
              <a:rPr lang="fr-FR" sz="800"/>
              <a:t> code retour webservice erreur</a:t>
            </a:r>
          </a:p>
        </p:txBody>
      </p:sp>
      <p:cxnSp>
        <p:nvCxnSpPr>
          <p:cNvPr id="14792" name="Connecteur droit 14791">
            <a:extLst>
              <a:ext uri="{FF2B5EF4-FFF2-40B4-BE49-F238E27FC236}">
                <a16:creationId xmlns:a16="http://schemas.microsoft.com/office/drawing/2014/main" id="{AB59D01B-A7D8-292F-AE35-423ED46363EC}"/>
              </a:ext>
            </a:extLst>
          </p:cNvPr>
          <p:cNvCxnSpPr>
            <a:stCxn id="14674" idx="2"/>
            <a:endCxn id="14788" idx="0"/>
          </p:cNvCxnSpPr>
          <p:nvPr/>
        </p:nvCxnSpPr>
        <p:spPr bwMode="auto">
          <a:xfrm>
            <a:off x="783389" y="5021473"/>
            <a:ext cx="0" cy="2184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94" name="AutoShape 56">
            <a:extLst>
              <a:ext uri="{FF2B5EF4-FFF2-40B4-BE49-F238E27FC236}">
                <a16:creationId xmlns:a16="http://schemas.microsoft.com/office/drawing/2014/main" id="{1A235035-A48E-5BA1-6D15-126D2BC1BB15}"/>
              </a:ext>
            </a:extLst>
          </p:cNvPr>
          <p:cNvCxnSpPr>
            <a:cxnSpLocks noChangeShapeType="1"/>
            <a:stCxn id="14788" idx="2"/>
            <a:endCxn id="14795" idx="0"/>
          </p:cNvCxnSpPr>
          <p:nvPr/>
        </p:nvCxnSpPr>
        <p:spPr bwMode="auto">
          <a:xfrm>
            <a:off x="783389" y="5661312"/>
            <a:ext cx="0" cy="295629"/>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795" name="AutoShape 19">
            <a:extLst>
              <a:ext uri="{FF2B5EF4-FFF2-40B4-BE49-F238E27FC236}">
                <a16:creationId xmlns:a16="http://schemas.microsoft.com/office/drawing/2014/main" id="{F3470C8E-D186-AC57-94A3-EC96EACD7E93}"/>
              </a:ext>
            </a:extLst>
          </p:cNvPr>
          <p:cNvSpPr>
            <a:spLocks noChangeArrowheads="1"/>
          </p:cNvSpPr>
          <p:nvPr/>
        </p:nvSpPr>
        <p:spPr bwMode="auto">
          <a:xfrm>
            <a:off x="711951" y="5956941"/>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14799" name="AutoShape 16">
            <a:extLst>
              <a:ext uri="{FF2B5EF4-FFF2-40B4-BE49-F238E27FC236}">
                <a16:creationId xmlns:a16="http://schemas.microsoft.com/office/drawing/2014/main" id="{3784370B-1133-E820-2CA6-8B87BB44B069}"/>
              </a:ext>
            </a:extLst>
          </p:cNvPr>
          <p:cNvSpPr>
            <a:spLocks noChangeArrowheads="1"/>
          </p:cNvSpPr>
          <p:nvPr/>
        </p:nvSpPr>
        <p:spPr bwMode="auto">
          <a:xfrm>
            <a:off x="6018349" y="6175721"/>
            <a:ext cx="545856" cy="336398"/>
          </a:xfrm>
          <a:prstGeom prst="diamond">
            <a:avLst/>
          </a:prstGeom>
          <a:solidFill>
            <a:srgbClr val="B8EDE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ESSAI&gt;1</a:t>
            </a:r>
          </a:p>
        </p:txBody>
      </p:sp>
      <p:sp>
        <p:nvSpPr>
          <p:cNvPr id="14800" name="ZoneTexte 14799">
            <a:extLst>
              <a:ext uri="{FF2B5EF4-FFF2-40B4-BE49-F238E27FC236}">
                <a16:creationId xmlns:a16="http://schemas.microsoft.com/office/drawing/2014/main" id="{9DCC93D4-79A3-5587-0913-60FE3991A210}"/>
              </a:ext>
            </a:extLst>
          </p:cNvPr>
          <p:cNvSpPr txBox="1"/>
          <p:nvPr/>
        </p:nvSpPr>
        <p:spPr>
          <a:xfrm>
            <a:off x="5935089" y="6071497"/>
            <a:ext cx="356188" cy="184666"/>
          </a:xfrm>
          <a:prstGeom prst="rect">
            <a:avLst/>
          </a:prstGeom>
          <a:noFill/>
        </p:spPr>
        <p:txBody>
          <a:bodyPr wrap="none" rtlCol="0">
            <a:spAutoFit/>
          </a:bodyPr>
          <a:lstStyle/>
          <a:p>
            <a:r>
              <a:rPr lang="fr-FR" sz="600"/>
              <a:t>NON</a:t>
            </a:r>
          </a:p>
        </p:txBody>
      </p:sp>
      <p:cxnSp>
        <p:nvCxnSpPr>
          <p:cNvPr id="14816" name="Connecteur : en angle 14815">
            <a:extLst>
              <a:ext uri="{FF2B5EF4-FFF2-40B4-BE49-F238E27FC236}">
                <a16:creationId xmlns:a16="http://schemas.microsoft.com/office/drawing/2014/main" id="{AB3E0D50-ACFE-F312-F307-2EA3DFFDEE0B}"/>
              </a:ext>
            </a:extLst>
          </p:cNvPr>
          <p:cNvCxnSpPr>
            <a:stCxn id="14767" idx="3"/>
            <a:endCxn id="14778" idx="2"/>
          </p:cNvCxnSpPr>
          <p:nvPr/>
        </p:nvCxnSpPr>
        <p:spPr bwMode="auto">
          <a:xfrm flipH="1" flipV="1">
            <a:off x="7166573" y="5568897"/>
            <a:ext cx="966301" cy="208102"/>
          </a:xfrm>
          <a:prstGeom prst="bentConnector4">
            <a:avLst>
              <a:gd name="adj1" fmla="val -23657"/>
              <a:gd name="adj2" fmla="val 6915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25" name="ZoneTexte 14824">
            <a:extLst>
              <a:ext uri="{FF2B5EF4-FFF2-40B4-BE49-F238E27FC236}">
                <a16:creationId xmlns:a16="http://schemas.microsoft.com/office/drawing/2014/main" id="{9D195F7D-0856-9B74-97EC-9C15297DEFBD}"/>
              </a:ext>
            </a:extLst>
          </p:cNvPr>
          <p:cNvSpPr txBox="1"/>
          <p:nvPr/>
        </p:nvSpPr>
        <p:spPr>
          <a:xfrm>
            <a:off x="6288290" y="6423653"/>
            <a:ext cx="375671" cy="184666"/>
          </a:xfrm>
          <a:prstGeom prst="rect">
            <a:avLst/>
          </a:prstGeom>
          <a:noFill/>
        </p:spPr>
        <p:txBody>
          <a:bodyPr wrap="square" rtlCol="0">
            <a:spAutoFit/>
          </a:bodyPr>
          <a:lstStyle/>
          <a:p>
            <a:r>
              <a:rPr lang="fr-FR" sz="600"/>
              <a:t>OUI</a:t>
            </a:r>
          </a:p>
        </p:txBody>
      </p:sp>
      <p:cxnSp>
        <p:nvCxnSpPr>
          <p:cNvPr id="14839" name="Connecteur : en angle 14838">
            <a:extLst>
              <a:ext uri="{FF2B5EF4-FFF2-40B4-BE49-F238E27FC236}">
                <a16:creationId xmlns:a16="http://schemas.microsoft.com/office/drawing/2014/main" id="{8288541C-AF84-0AAC-F096-8CBAA7930D94}"/>
              </a:ext>
            </a:extLst>
          </p:cNvPr>
          <p:cNvCxnSpPr>
            <a:cxnSpLocks/>
            <a:stCxn id="14799" idx="3"/>
            <a:endCxn id="14767" idx="1"/>
          </p:cNvCxnSpPr>
          <p:nvPr/>
        </p:nvCxnSpPr>
        <p:spPr bwMode="auto">
          <a:xfrm flipV="1">
            <a:off x="6564205" y="5776999"/>
            <a:ext cx="173262" cy="566921"/>
          </a:xfrm>
          <a:prstGeom prst="bentConnector3">
            <a:avLst>
              <a:gd name="adj1" fmla="val -314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41" name="Connecteur : en angle 14840">
            <a:extLst>
              <a:ext uri="{FF2B5EF4-FFF2-40B4-BE49-F238E27FC236}">
                <a16:creationId xmlns:a16="http://schemas.microsoft.com/office/drawing/2014/main" id="{BEC8B46B-DB86-9CFF-561E-D0A88FE065A0}"/>
              </a:ext>
            </a:extLst>
          </p:cNvPr>
          <p:cNvCxnSpPr>
            <a:stCxn id="48" idx="3"/>
            <a:endCxn id="14769" idx="1"/>
          </p:cNvCxnSpPr>
          <p:nvPr/>
        </p:nvCxnSpPr>
        <p:spPr bwMode="auto">
          <a:xfrm flipV="1">
            <a:off x="6222467" y="6036715"/>
            <a:ext cx="577134" cy="545174"/>
          </a:xfrm>
          <a:prstGeom prst="bentConnector3">
            <a:avLst>
              <a:gd name="adj1" fmla="val 5586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73" name="Connecteur : en angle 14872">
            <a:extLst>
              <a:ext uri="{FF2B5EF4-FFF2-40B4-BE49-F238E27FC236}">
                <a16:creationId xmlns:a16="http://schemas.microsoft.com/office/drawing/2014/main" id="{CD2977A7-9B84-EF29-9558-E172639C7512}"/>
              </a:ext>
            </a:extLst>
          </p:cNvPr>
          <p:cNvCxnSpPr>
            <a:stCxn id="48" idx="0"/>
            <a:endCxn id="14453" idx="2"/>
          </p:cNvCxnSpPr>
          <p:nvPr/>
        </p:nvCxnSpPr>
        <p:spPr bwMode="auto">
          <a:xfrm rot="16200000" flipV="1">
            <a:off x="5372527" y="6375479"/>
            <a:ext cx="104387" cy="17056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93" name="Connecteur : en angle 14892">
            <a:extLst>
              <a:ext uri="{FF2B5EF4-FFF2-40B4-BE49-F238E27FC236}">
                <a16:creationId xmlns:a16="http://schemas.microsoft.com/office/drawing/2014/main" id="{775C2832-A098-D68A-EBAC-FAAFF4349D1C}"/>
              </a:ext>
            </a:extLst>
          </p:cNvPr>
          <p:cNvCxnSpPr>
            <a:stCxn id="14769" idx="3"/>
            <a:endCxn id="14766" idx="0"/>
          </p:cNvCxnSpPr>
          <p:nvPr/>
        </p:nvCxnSpPr>
        <p:spPr bwMode="auto">
          <a:xfrm flipV="1">
            <a:off x="8126542" y="5825311"/>
            <a:ext cx="487276" cy="211404"/>
          </a:xfrm>
          <a:prstGeom prst="bentConnector4">
            <a:avLst>
              <a:gd name="adj1" fmla="val 6376"/>
              <a:gd name="adj2" fmla="val 1200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AutoShape 16">
            <a:extLst>
              <a:ext uri="{FF2B5EF4-FFF2-40B4-BE49-F238E27FC236}">
                <a16:creationId xmlns:a16="http://schemas.microsoft.com/office/drawing/2014/main" id="{78BBCBD4-1EF6-7E4E-E4AC-E2DA1198CBB1}"/>
              </a:ext>
            </a:extLst>
          </p:cNvPr>
          <p:cNvSpPr>
            <a:spLocks noChangeArrowheads="1"/>
          </p:cNvSpPr>
          <p:nvPr/>
        </p:nvSpPr>
        <p:spPr bwMode="auto">
          <a:xfrm>
            <a:off x="4159735" y="1852807"/>
            <a:ext cx="768980" cy="336398"/>
          </a:xfrm>
          <a:prstGeom prst="diamond">
            <a:avLst/>
          </a:prstGeom>
          <a:solidFill>
            <a:srgbClr val="B8EDE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SMS</a:t>
            </a:r>
          </a:p>
          <a:p>
            <a:pPr algn="ctr" eaLnBrk="0" hangingPunct="0"/>
            <a:r>
              <a:rPr lang="fr-FR" sz="600"/>
              <a:t>APPELANT</a:t>
            </a:r>
          </a:p>
        </p:txBody>
      </p:sp>
      <p:sp>
        <p:nvSpPr>
          <p:cNvPr id="34" name="ZoneTexte 33">
            <a:extLst>
              <a:ext uri="{FF2B5EF4-FFF2-40B4-BE49-F238E27FC236}">
                <a16:creationId xmlns:a16="http://schemas.microsoft.com/office/drawing/2014/main" id="{4C9B557C-7117-2E83-E295-5815EA28BF15}"/>
              </a:ext>
            </a:extLst>
          </p:cNvPr>
          <p:cNvSpPr txBox="1"/>
          <p:nvPr/>
        </p:nvSpPr>
        <p:spPr>
          <a:xfrm>
            <a:off x="548603" y="1987847"/>
            <a:ext cx="2570548" cy="338554"/>
          </a:xfrm>
          <a:prstGeom prst="rect">
            <a:avLst/>
          </a:prstGeom>
          <a:noFill/>
          <a:ln w="28575">
            <a:solidFill>
              <a:schemeClr val="tx1"/>
            </a:solidFill>
          </a:ln>
        </p:spPr>
        <p:txBody>
          <a:bodyPr wrap="square" rtlCol="0">
            <a:spAutoFit/>
          </a:bodyPr>
          <a:lstStyle/>
          <a:p>
            <a:r>
              <a:rPr lang="fr-FR" sz="800"/>
              <a:t>Si NUM CONTACT APPELANT 06 ou 07</a:t>
            </a:r>
          </a:p>
          <a:p>
            <a:r>
              <a:rPr lang="fr-FR" sz="800"/>
              <a:t>AUTRES NUMERO vers </a:t>
            </a:r>
            <a:r>
              <a:rPr lang="fr-FR" sz="700" b="1"/>
              <a:t>SMS_SAISIE_MOB_SAISIE</a:t>
            </a:r>
          </a:p>
        </p:txBody>
      </p:sp>
      <p:cxnSp>
        <p:nvCxnSpPr>
          <p:cNvPr id="59" name="Connecteur droit 58">
            <a:extLst>
              <a:ext uri="{FF2B5EF4-FFF2-40B4-BE49-F238E27FC236}">
                <a16:creationId xmlns:a16="http://schemas.microsoft.com/office/drawing/2014/main" id="{2D655443-BC2F-B68A-A966-F78627B0855E}"/>
              </a:ext>
            </a:extLst>
          </p:cNvPr>
          <p:cNvCxnSpPr>
            <a:stCxn id="25" idx="2"/>
            <a:endCxn id="32" idx="0"/>
          </p:cNvCxnSpPr>
          <p:nvPr/>
        </p:nvCxnSpPr>
        <p:spPr bwMode="auto">
          <a:xfrm>
            <a:off x="4544225" y="1794009"/>
            <a:ext cx="0" cy="587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Rectangle 99">
            <a:extLst>
              <a:ext uri="{FF2B5EF4-FFF2-40B4-BE49-F238E27FC236}">
                <a16:creationId xmlns:a16="http://schemas.microsoft.com/office/drawing/2014/main" id="{BC05005C-F53E-61DA-974C-8F544D1CA23A}"/>
              </a:ext>
            </a:extLst>
          </p:cNvPr>
          <p:cNvSpPr>
            <a:spLocks noChangeArrowheads="1"/>
          </p:cNvSpPr>
          <p:nvPr/>
        </p:nvSpPr>
        <p:spPr bwMode="auto">
          <a:xfrm>
            <a:off x="4623809" y="4811602"/>
            <a:ext cx="1792176" cy="276999"/>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SMS_MOB_SAISIE</a:t>
            </a:r>
          </a:p>
          <a:p>
            <a:pPr algn="ctr" eaLnBrk="0" hangingPunct="0"/>
            <a:r>
              <a:rPr lang="fr-FR" sz="600"/>
              <a:t>Un SMS va vous être envoyé sur le </a:t>
            </a:r>
          </a:p>
        </p:txBody>
      </p:sp>
      <p:sp>
        <p:nvSpPr>
          <p:cNvPr id="14" name="AutoShape 37">
            <a:extLst>
              <a:ext uri="{FF2B5EF4-FFF2-40B4-BE49-F238E27FC236}">
                <a16:creationId xmlns:a16="http://schemas.microsoft.com/office/drawing/2014/main" id="{D693637D-6BCC-7957-2403-3265CDB85C27}"/>
              </a:ext>
            </a:extLst>
          </p:cNvPr>
          <p:cNvSpPr>
            <a:spLocks noChangeArrowheads="1"/>
          </p:cNvSpPr>
          <p:nvPr/>
        </p:nvSpPr>
        <p:spPr bwMode="auto">
          <a:xfrm>
            <a:off x="1761023" y="5156555"/>
            <a:ext cx="1492682" cy="18689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73000_MESSAGEREST20_OK</a:t>
            </a:r>
          </a:p>
        </p:txBody>
      </p:sp>
      <p:sp>
        <p:nvSpPr>
          <p:cNvPr id="48" name="AutoShape 37">
            <a:extLst>
              <a:ext uri="{FF2B5EF4-FFF2-40B4-BE49-F238E27FC236}">
                <a16:creationId xmlns:a16="http://schemas.microsoft.com/office/drawing/2014/main" id="{493CC1AB-D622-2F32-A129-9E729BAECE6E}"/>
              </a:ext>
            </a:extLst>
          </p:cNvPr>
          <p:cNvSpPr>
            <a:spLocks noChangeArrowheads="1"/>
          </p:cNvSpPr>
          <p:nvPr/>
        </p:nvSpPr>
        <p:spPr bwMode="auto">
          <a:xfrm>
            <a:off x="4797539" y="6512956"/>
            <a:ext cx="1424928" cy="13786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73000_AUTODIAG_MOB_SAISIE_NOK</a:t>
            </a:r>
          </a:p>
        </p:txBody>
      </p:sp>
      <p:cxnSp>
        <p:nvCxnSpPr>
          <p:cNvPr id="14785" name="Connecteur : en angle 14784">
            <a:extLst>
              <a:ext uri="{FF2B5EF4-FFF2-40B4-BE49-F238E27FC236}">
                <a16:creationId xmlns:a16="http://schemas.microsoft.com/office/drawing/2014/main" id="{0E68FE47-E3CD-BA5A-BC9D-42A397043159}"/>
              </a:ext>
            </a:extLst>
          </p:cNvPr>
          <p:cNvCxnSpPr>
            <a:stCxn id="20" idx="0"/>
            <a:endCxn id="48" idx="2"/>
          </p:cNvCxnSpPr>
          <p:nvPr/>
        </p:nvCxnSpPr>
        <p:spPr bwMode="auto">
          <a:xfrm rot="16200000" flipH="1">
            <a:off x="4356694" y="5497514"/>
            <a:ext cx="2218275" cy="88341"/>
          </a:xfrm>
          <a:prstGeom prst="bentConnector5">
            <a:avLst>
              <a:gd name="adj1" fmla="val -10305"/>
              <a:gd name="adj2" fmla="val 1299440"/>
              <a:gd name="adj3" fmla="val 10687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30" name="Connecteur : en angle 14829">
            <a:extLst>
              <a:ext uri="{FF2B5EF4-FFF2-40B4-BE49-F238E27FC236}">
                <a16:creationId xmlns:a16="http://schemas.microsoft.com/office/drawing/2014/main" id="{4B9C6EE6-2DA9-D885-72E8-763E295BA677}"/>
              </a:ext>
            </a:extLst>
          </p:cNvPr>
          <p:cNvCxnSpPr>
            <a:cxnSpLocks/>
            <a:stCxn id="32" idx="3"/>
            <a:endCxn id="14832" idx="1"/>
          </p:cNvCxnSpPr>
          <p:nvPr/>
        </p:nvCxnSpPr>
        <p:spPr bwMode="auto">
          <a:xfrm>
            <a:off x="4928715" y="2021006"/>
            <a:ext cx="2564254" cy="327"/>
          </a:xfrm>
          <a:prstGeom prst="bentConnector3">
            <a:avLst>
              <a:gd name="adj1" fmla="val 5132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31" name="ZoneTexte 14830">
            <a:extLst>
              <a:ext uri="{FF2B5EF4-FFF2-40B4-BE49-F238E27FC236}">
                <a16:creationId xmlns:a16="http://schemas.microsoft.com/office/drawing/2014/main" id="{6FC08367-5C2C-F330-A75C-BE7FE620F7B8}"/>
              </a:ext>
            </a:extLst>
          </p:cNvPr>
          <p:cNvSpPr txBox="1"/>
          <p:nvPr/>
        </p:nvSpPr>
        <p:spPr>
          <a:xfrm>
            <a:off x="4878506" y="1829093"/>
            <a:ext cx="1151277" cy="215444"/>
          </a:xfrm>
          <a:prstGeom prst="rect">
            <a:avLst/>
          </a:prstGeom>
          <a:noFill/>
        </p:spPr>
        <p:txBody>
          <a:bodyPr wrap="none" rtlCol="0">
            <a:spAutoFit/>
          </a:bodyPr>
          <a:lstStyle/>
          <a:p>
            <a:r>
              <a:rPr lang="fr-FR" sz="800"/>
              <a:t>Différent de 06 ou 07</a:t>
            </a:r>
          </a:p>
        </p:txBody>
      </p:sp>
      <p:sp>
        <p:nvSpPr>
          <p:cNvPr id="14832" name="AutoShape 37">
            <a:extLst>
              <a:ext uri="{FF2B5EF4-FFF2-40B4-BE49-F238E27FC236}">
                <a16:creationId xmlns:a16="http://schemas.microsoft.com/office/drawing/2014/main" id="{7B4131A2-A9CF-452B-6E60-1F404FE41F61}"/>
              </a:ext>
            </a:extLst>
          </p:cNvPr>
          <p:cNvSpPr>
            <a:spLocks noChangeArrowheads="1"/>
          </p:cNvSpPr>
          <p:nvPr/>
        </p:nvSpPr>
        <p:spPr bwMode="auto">
          <a:xfrm>
            <a:off x="7492969" y="1909381"/>
            <a:ext cx="1527422" cy="22390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73000_AUTODIAG_FIXE_APPELANT</a:t>
            </a:r>
          </a:p>
        </p:txBody>
      </p:sp>
      <p:cxnSp>
        <p:nvCxnSpPr>
          <p:cNvPr id="14846" name="Connecteur : en angle 14845">
            <a:extLst>
              <a:ext uri="{FF2B5EF4-FFF2-40B4-BE49-F238E27FC236}">
                <a16:creationId xmlns:a16="http://schemas.microsoft.com/office/drawing/2014/main" id="{7D83EF69-4060-B96A-0892-5028B5AD23EA}"/>
              </a:ext>
            </a:extLst>
          </p:cNvPr>
          <p:cNvCxnSpPr>
            <a:cxnSpLocks/>
            <a:stCxn id="14832" idx="3"/>
            <a:endCxn id="20" idx="0"/>
          </p:cNvCxnSpPr>
          <p:nvPr/>
        </p:nvCxnSpPr>
        <p:spPr bwMode="auto">
          <a:xfrm flipH="1">
            <a:off x="5421662" y="2021333"/>
            <a:ext cx="3598729" cy="2411214"/>
          </a:xfrm>
          <a:prstGeom prst="bentConnector4">
            <a:avLst>
              <a:gd name="adj1" fmla="val -1176"/>
              <a:gd name="adj2" fmla="val 9834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0" name="ZoneTexte 14339">
            <a:extLst>
              <a:ext uri="{FF2B5EF4-FFF2-40B4-BE49-F238E27FC236}">
                <a16:creationId xmlns:a16="http://schemas.microsoft.com/office/drawing/2014/main" id="{D16B1ED4-A411-A883-FCA7-F9C02478B14F}"/>
              </a:ext>
            </a:extLst>
          </p:cNvPr>
          <p:cNvSpPr txBox="1"/>
          <p:nvPr/>
        </p:nvSpPr>
        <p:spPr>
          <a:xfrm>
            <a:off x="1163858" y="1625577"/>
            <a:ext cx="1417376" cy="215444"/>
          </a:xfrm>
          <a:prstGeom prst="rect">
            <a:avLst/>
          </a:prstGeom>
          <a:noFill/>
        </p:spPr>
        <p:txBody>
          <a:bodyPr wrap="none" rtlCol="0">
            <a:spAutoFit/>
          </a:bodyPr>
          <a:lstStyle/>
          <a:p>
            <a:r>
              <a:rPr lang="fr-FR" sz="800"/>
              <a:t>NUM APPELANT 06 ou 07</a:t>
            </a:r>
          </a:p>
        </p:txBody>
      </p:sp>
      <p:sp>
        <p:nvSpPr>
          <p:cNvPr id="14559" name="AutoShape 37">
            <a:extLst>
              <a:ext uri="{FF2B5EF4-FFF2-40B4-BE49-F238E27FC236}">
                <a16:creationId xmlns:a16="http://schemas.microsoft.com/office/drawing/2014/main" id="{42B72F57-6ACB-BF0F-629A-2A8E6AEE9B55}"/>
              </a:ext>
            </a:extLst>
          </p:cNvPr>
          <p:cNvSpPr>
            <a:spLocks noChangeArrowheads="1"/>
          </p:cNvSpPr>
          <p:nvPr/>
        </p:nvSpPr>
        <p:spPr bwMode="auto">
          <a:xfrm>
            <a:off x="4778090" y="4224665"/>
            <a:ext cx="1300532" cy="12035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latin typeface="+mn-lt"/>
              </a:rPr>
              <a:t>73000_AUTODIAG_MOB_NOK</a:t>
            </a:r>
          </a:p>
        </p:txBody>
      </p:sp>
    </p:spTree>
    <p:extLst>
      <p:ext uri="{BB962C8B-B14F-4D97-AF65-F5344CB8AC3E}">
        <p14:creationId xmlns:p14="http://schemas.microsoft.com/office/powerpoint/2010/main" val="20132539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56</a:t>
            </a:fld>
            <a:endParaRPr lang="fr-FR"/>
          </a:p>
        </p:txBody>
      </p:sp>
      <p:sp>
        <p:nvSpPr>
          <p:cNvPr id="7" name="AutoShape 252">
            <a:hlinkClick r:id="" action="ppaction://noaction"/>
          </p:cNvPr>
          <p:cNvSpPr>
            <a:spLocks noChangeArrowheads="1"/>
          </p:cNvSpPr>
          <p:nvPr/>
        </p:nvSpPr>
        <p:spPr bwMode="auto">
          <a:xfrm rot="10800000">
            <a:off x="854727" y="1231014"/>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ACTIVATION</a:t>
            </a:r>
            <a:endParaRPr lang="fr-FR" sz="600">
              <a:ea typeface="ＭＳ Ｐゴシック" charset="0"/>
            </a:endParaRP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ANC</a:t>
            </a:r>
          </a:p>
        </p:txBody>
      </p:sp>
      <p:sp>
        <p:nvSpPr>
          <p:cNvPr id="41" name="AutoShape 252">
            <a:hlinkClick r:id="" action="ppaction://noaction"/>
          </p:cNvPr>
          <p:cNvSpPr>
            <a:spLocks noChangeArrowheads="1"/>
          </p:cNvSpPr>
          <p:nvPr/>
        </p:nvSpPr>
        <p:spPr bwMode="auto">
          <a:xfrm rot="10800000">
            <a:off x="2152306" y="123660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CLNS</a:t>
            </a:r>
            <a:endParaRPr lang="fr-FR" sz="600">
              <a:ea typeface="ＭＳ Ｐゴシック" charset="0"/>
            </a:endParaRPr>
          </a:p>
        </p:txBody>
      </p:sp>
      <p:sp>
        <p:nvSpPr>
          <p:cNvPr id="42" name="AutoShape 252">
            <a:hlinkClick r:id="" action="ppaction://noaction"/>
          </p:cNvPr>
          <p:cNvSpPr>
            <a:spLocks noChangeArrowheads="1"/>
          </p:cNvSpPr>
          <p:nvPr/>
        </p:nvSpPr>
        <p:spPr bwMode="auto">
          <a:xfrm rot="10800000">
            <a:off x="3444255" y="122821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NOS</a:t>
            </a:r>
            <a:endParaRPr lang="fr-FR" sz="600">
              <a:ea typeface="ＭＳ Ｐゴシック" charset="0"/>
            </a:endParaRPr>
          </a:p>
        </p:txBody>
      </p:sp>
      <p:cxnSp>
        <p:nvCxnSpPr>
          <p:cNvPr id="6" name="Connecteur en angle 5"/>
          <p:cNvCxnSpPr>
            <a:stCxn id="41" idx="0"/>
            <a:endCxn id="25" idx="0"/>
          </p:cNvCxnSpPr>
          <p:nvPr/>
        </p:nvCxnSpPr>
        <p:spPr bwMode="auto">
          <a:xfrm rot="16200000" flipH="1">
            <a:off x="2983825" y="1305088"/>
            <a:ext cx="713826" cy="129686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42" idx="0"/>
            <a:endCxn id="25" idx="0"/>
          </p:cNvCxnSpPr>
          <p:nvPr/>
        </p:nvCxnSpPr>
        <p:spPr bwMode="auto">
          <a:xfrm rot="16200000" flipH="1">
            <a:off x="3625604" y="1946866"/>
            <a:ext cx="722219" cy="49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en angle 10"/>
          <p:cNvCxnSpPr>
            <a:stCxn id="24" idx="0"/>
            <a:endCxn id="25" idx="0"/>
          </p:cNvCxnSpPr>
          <p:nvPr/>
        </p:nvCxnSpPr>
        <p:spPr bwMode="auto">
          <a:xfrm rot="5400000">
            <a:off x="4365266" y="1207641"/>
            <a:ext cx="726699" cy="14788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stCxn id="27" idx="0"/>
            <a:endCxn id="25" idx="0"/>
          </p:cNvCxnSpPr>
          <p:nvPr/>
        </p:nvCxnSpPr>
        <p:spPr bwMode="auto">
          <a:xfrm rot="5400000">
            <a:off x="5147974" y="424932"/>
            <a:ext cx="726699" cy="30443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56"/>
          <p:cNvCxnSpPr>
            <a:cxnSpLocks noChangeShapeType="1"/>
            <a:stCxn id="59" idx="2"/>
            <a:endCxn id="56" idx="0"/>
          </p:cNvCxnSpPr>
          <p:nvPr/>
        </p:nvCxnSpPr>
        <p:spPr bwMode="auto">
          <a:xfrm>
            <a:off x="3989822" y="3891710"/>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6" name="AutoShape 19"/>
          <p:cNvSpPr>
            <a:spLocks noChangeArrowheads="1"/>
          </p:cNvSpPr>
          <p:nvPr/>
        </p:nvSpPr>
        <p:spPr bwMode="auto">
          <a:xfrm>
            <a:off x="3918384" y="4208160"/>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59" name="Rectangle 55"/>
          <p:cNvSpPr>
            <a:spLocks noChangeArrowheads="1"/>
          </p:cNvSpPr>
          <p:nvPr/>
        </p:nvSpPr>
        <p:spPr bwMode="auto">
          <a:xfrm>
            <a:off x="3077009" y="3645647"/>
            <a:ext cx="1825625" cy="246063"/>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cxnSp>
        <p:nvCxnSpPr>
          <p:cNvPr id="26" name="Connecteur en angle 25"/>
          <p:cNvCxnSpPr>
            <a:stCxn id="25" idx="2"/>
            <a:endCxn id="59" idx="0"/>
          </p:cNvCxnSpPr>
          <p:nvPr/>
        </p:nvCxnSpPr>
        <p:spPr bwMode="auto">
          <a:xfrm rot="16200000" flipH="1">
            <a:off x="3598008" y="3253832"/>
            <a:ext cx="782977" cy="65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252">
            <a:hlinkClick r:id="" action="ppaction://noaction"/>
          </p:cNvPr>
          <p:cNvSpPr>
            <a:spLocks noChangeArrowheads="1"/>
          </p:cNvSpPr>
          <p:nvPr/>
        </p:nvSpPr>
        <p:spPr bwMode="auto">
          <a:xfrm rot="10800000">
            <a:off x="4762781" y="1223735"/>
            <a:ext cx="1410554"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ROUTAGE ADMIN 1 SUITE</a:t>
            </a:r>
            <a:endParaRPr lang="fr-FR" sz="600">
              <a:ea typeface="ＭＳ Ｐゴシック" charset="0"/>
            </a:endParaRPr>
          </a:p>
        </p:txBody>
      </p:sp>
      <p:sp>
        <p:nvSpPr>
          <p:cNvPr id="27" name="AutoShape 252">
            <a:hlinkClick r:id="" action="ppaction://noaction"/>
          </p:cNvPr>
          <p:cNvSpPr>
            <a:spLocks noChangeArrowheads="1"/>
          </p:cNvSpPr>
          <p:nvPr/>
        </p:nvSpPr>
        <p:spPr bwMode="auto">
          <a:xfrm rot="10800000">
            <a:off x="6482917" y="1223735"/>
            <a:ext cx="1101116"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ROUTAGE ADMIN 3</a:t>
            </a:r>
            <a:endParaRPr lang="fr-FR" sz="600">
              <a:ea typeface="ＭＳ Ｐゴシック" charset="0"/>
            </a:endParaRPr>
          </a:p>
        </p:txBody>
      </p:sp>
      <p:cxnSp>
        <p:nvCxnSpPr>
          <p:cNvPr id="17" name="Connecteur en angle 16"/>
          <p:cNvCxnSpPr>
            <a:stCxn id="7" idx="0"/>
            <a:endCxn id="25" idx="0"/>
          </p:cNvCxnSpPr>
          <p:nvPr/>
        </p:nvCxnSpPr>
        <p:spPr bwMode="auto">
          <a:xfrm rot="16200000" flipH="1">
            <a:off x="2332239" y="653502"/>
            <a:ext cx="719420" cy="259444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Rectangle 63"/>
          <p:cNvSpPr>
            <a:spLocks noChangeArrowheads="1"/>
          </p:cNvSpPr>
          <p:nvPr/>
        </p:nvSpPr>
        <p:spPr bwMode="auto">
          <a:xfrm>
            <a:off x="2152650" y="2310434"/>
            <a:ext cx="3673041" cy="55223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HNO ACTIVATION</a:t>
            </a:r>
          </a:p>
          <a:p>
            <a:pPr algn="ctr" defTabSz="433388" eaLnBrk="0" hangingPunct="0"/>
            <a:r>
              <a:rPr lang="fr-FR" sz="600"/>
              <a:t>Nos conseillers sont à votre disposition, du lundi au dimanche, de 8h à 22h, hors jours fériés.</a:t>
            </a:r>
          </a:p>
          <a:p>
            <a:pPr algn="ctr" defTabSz="433388" eaLnBrk="0" hangingPunct="0"/>
            <a:r>
              <a:rPr lang="fr-FR" sz="600"/>
              <a:t>Pour toutes vos questions, rendez-vous sur l’appli SFR &amp; Moi ou sur la rubrique assistance du site sfr.fr.</a:t>
            </a:r>
          </a:p>
        </p:txBody>
      </p:sp>
      <p:sp>
        <p:nvSpPr>
          <p:cNvPr id="20" name="ZoneTexte 19"/>
          <p:cNvSpPr txBox="1"/>
          <p:nvPr/>
        </p:nvSpPr>
        <p:spPr>
          <a:xfrm rot="20284957">
            <a:off x="4791588" y="2512065"/>
            <a:ext cx="3382657" cy="307777"/>
          </a:xfrm>
          <a:prstGeom prst="rect">
            <a:avLst/>
          </a:prstGeom>
          <a:solidFill>
            <a:srgbClr val="FFFF00"/>
          </a:solidFill>
        </p:spPr>
        <p:txBody>
          <a:bodyPr wrap="none" rtlCol="0">
            <a:spAutoFit/>
          </a:bodyPr>
          <a:lstStyle/>
          <a:p>
            <a:r>
              <a:rPr lang="fr-FR" sz="1400"/>
              <a:t>Modifiable dans HO/HNO de FIXE_ANC</a:t>
            </a:r>
          </a:p>
        </p:txBody>
      </p:sp>
    </p:spTree>
    <p:extLst>
      <p:ext uri="{BB962C8B-B14F-4D97-AF65-F5344CB8AC3E}">
        <p14:creationId xmlns:p14="http://schemas.microsoft.com/office/powerpoint/2010/main" val="23215332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57</a:t>
            </a:fld>
            <a:endParaRPr lang="fr-FR"/>
          </a:p>
        </p:txBody>
      </p:sp>
      <p:sp>
        <p:nvSpPr>
          <p:cNvPr id="7" name="AutoShape 252">
            <a:hlinkClick r:id="" action="ppaction://noaction"/>
          </p:cNvPr>
          <p:cNvSpPr>
            <a:spLocks noChangeArrowheads="1"/>
          </p:cNvSpPr>
          <p:nvPr/>
        </p:nvSpPr>
        <p:spPr bwMode="auto">
          <a:xfrm rot="10800000">
            <a:off x="2108624" y="1290076"/>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ea typeface="ＭＳ Ｐゴシック" charset="0"/>
              </a:rPr>
              <a:t>MENU PRINCIPAL</a:t>
            </a: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DEM</a:t>
            </a:r>
          </a:p>
        </p:txBody>
      </p:sp>
      <p:cxnSp>
        <p:nvCxnSpPr>
          <p:cNvPr id="41" name="AutoShape 56"/>
          <p:cNvCxnSpPr>
            <a:cxnSpLocks noChangeShapeType="1"/>
            <a:stCxn id="49" idx="2"/>
            <a:endCxn id="42" idx="0"/>
          </p:cNvCxnSpPr>
          <p:nvPr/>
        </p:nvCxnSpPr>
        <p:spPr bwMode="auto">
          <a:xfrm>
            <a:off x="3989822" y="3891710"/>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2" name="AutoShape 19"/>
          <p:cNvSpPr>
            <a:spLocks noChangeArrowheads="1"/>
          </p:cNvSpPr>
          <p:nvPr/>
        </p:nvSpPr>
        <p:spPr bwMode="auto">
          <a:xfrm>
            <a:off x="3918384" y="4208160"/>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49" name="Rectangle 55"/>
          <p:cNvSpPr>
            <a:spLocks noChangeArrowheads="1"/>
          </p:cNvSpPr>
          <p:nvPr/>
        </p:nvSpPr>
        <p:spPr bwMode="auto">
          <a:xfrm>
            <a:off x="3077009" y="3645647"/>
            <a:ext cx="1825625" cy="246063"/>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cxnSp>
        <p:nvCxnSpPr>
          <p:cNvPr id="51" name="Connecteur en angle 50"/>
          <p:cNvCxnSpPr>
            <a:endCxn id="49" idx="0"/>
          </p:cNvCxnSpPr>
          <p:nvPr/>
        </p:nvCxnSpPr>
        <p:spPr bwMode="auto">
          <a:xfrm rot="16200000" flipH="1">
            <a:off x="3573496" y="3229321"/>
            <a:ext cx="832108" cy="54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AutoShape 252">
            <a:hlinkClick r:id="" action="ppaction://noaction"/>
          </p:cNvPr>
          <p:cNvSpPr>
            <a:spLocks noChangeArrowheads="1"/>
          </p:cNvSpPr>
          <p:nvPr/>
        </p:nvSpPr>
        <p:spPr bwMode="auto">
          <a:xfrm rot="10800000">
            <a:off x="3448963" y="1290076"/>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ea typeface="ＭＳ Ｐゴシック" charset="0"/>
              </a:rPr>
              <a:t>PREMIUM</a:t>
            </a:r>
          </a:p>
        </p:txBody>
      </p:sp>
      <p:cxnSp>
        <p:nvCxnSpPr>
          <p:cNvPr id="4" name="Connecteur en angle 3"/>
          <p:cNvCxnSpPr>
            <a:stCxn id="16" idx="0"/>
            <a:endCxn id="21" idx="0"/>
          </p:cNvCxnSpPr>
          <p:nvPr/>
        </p:nvCxnSpPr>
        <p:spPr bwMode="auto">
          <a:xfrm rot="16200000" flipH="1">
            <a:off x="3658888" y="1980151"/>
            <a:ext cx="660358" cy="20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AutoShape 252">
            <a:hlinkClick r:id="" action="ppaction://noaction"/>
          </p:cNvPr>
          <p:cNvSpPr>
            <a:spLocks noChangeArrowheads="1"/>
          </p:cNvSpPr>
          <p:nvPr/>
        </p:nvSpPr>
        <p:spPr bwMode="auto">
          <a:xfrm rot="10800000">
            <a:off x="4655433" y="129007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WCB DIGITAL</a:t>
            </a:r>
          </a:p>
        </p:txBody>
      </p:sp>
      <p:cxnSp>
        <p:nvCxnSpPr>
          <p:cNvPr id="6" name="Connecteur en angle 5"/>
          <p:cNvCxnSpPr>
            <a:stCxn id="19" idx="0"/>
            <a:endCxn id="21" idx="0"/>
          </p:cNvCxnSpPr>
          <p:nvPr/>
        </p:nvCxnSpPr>
        <p:spPr bwMode="auto">
          <a:xfrm rot="5400000">
            <a:off x="4262123" y="1377123"/>
            <a:ext cx="660359" cy="120626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7" idx="0"/>
            <a:endCxn id="21" idx="0"/>
          </p:cNvCxnSpPr>
          <p:nvPr/>
        </p:nvCxnSpPr>
        <p:spPr bwMode="auto">
          <a:xfrm rot="16200000" flipH="1">
            <a:off x="2988718" y="1309981"/>
            <a:ext cx="660358" cy="134054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63"/>
          <p:cNvSpPr>
            <a:spLocks noChangeArrowheads="1"/>
          </p:cNvSpPr>
          <p:nvPr/>
        </p:nvSpPr>
        <p:spPr bwMode="auto">
          <a:xfrm>
            <a:off x="2152650" y="2310434"/>
            <a:ext cx="3673041" cy="55223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HNO DEMENAGEMENT</a:t>
            </a:r>
          </a:p>
          <a:p>
            <a:pPr algn="ctr" defTabSz="433388" eaLnBrk="0" hangingPunct="0"/>
            <a:r>
              <a:rPr lang="fr-FR" sz="600"/>
              <a:t>Nos conseillers sont à votre disposition, du lundi au dimanche, de 8h à 22h, hors jours fériés.</a:t>
            </a:r>
          </a:p>
          <a:p>
            <a:pPr algn="ctr" defTabSz="433388" eaLnBrk="0" hangingPunct="0"/>
            <a:r>
              <a:rPr lang="fr-FR" sz="600"/>
              <a:t>Pour toutes vos questions, rendez-vous sur l’appli SFR &amp; Moi ou sur la rubrique assistance du site sfr.fr.</a:t>
            </a:r>
          </a:p>
        </p:txBody>
      </p:sp>
      <p:sp>
        <p:nvSpPr>
          <p:cNvPr id="17" name="ZoneTexte 16"/>
          <p:cNvSpPr txBox="1"/>
          <p:nvPr/>
        </p:nvSpPr>
        <p:spPr>
          <a:xfrm rot="20284957">
            <a:off x="4507886" y="2607633"/>
            <a:ext cx="3401893" cy="307777"/>
          </a:xfrm>
          <a:prstGeom prst="rect">
            <a:avLst/>
          </a:prstGeom>
          <a:solidFill>
            <a:srgbClr val="FFFF00"/>
          </a:solidFill>
        </p:spPr>
        <p:txBody>
          <a:bodyPr wrap="none" rtlCol="0">
            <a:spAutoFit/>
          </a:bodyPr>
          <a:lstStyle/>
          <a:p>
            <a:r>
              <a:rPr lang="fr-FR" sz="1400"/>
              <a:t>Modifiable dans HO/HNO de FIXE_DEM</a:t>
            </a:r>
          </a:p>
        </p:txBody>
      </p:sp>
    </p:spTree>
    <p:extLst>
      <p:ext uri="{BB962C8B-B14F-4D97-AF65-F5344CB8AC3E}">
        <p14:creationId xmlns:p14="http://schemas.microsoft.com/office/powerpoint/2010/main" val="25101539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A1C6FE-39C9-4D3D-B08A-21EE3CBB42E2}"/>
              </a:ext>
            </a:extLst>
          </p:cNvPr>
          <p:cNvSpPr/>
          <p:nvPr/>
        </p:nvSpPr>
        <p:spPr bwMode="auto">
          <a:xfrm>
            <a:off x="2192556" y="1041149"/>
            <a:ext cx="1384682" cy="743892"/>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58</a:t>
            </a:fld>
            <a:endParaRPr lang="fr-FR"/>
          </a:p>
        </p:txBody>
      </p:sp>
      <p:sp>
        <p:nvSpPr>
          <p:cNvPr id="7" name="AutoShape 252">
            <a:hlinkClick r:id="" action="ppaction://noaction"/>
          </p:cNvPr>
          <p:cNvSpPr>
            <a:spLocks noChangeArrowheads="1"/>
          </p:cNvSpPr>
          <p:nvPr/>
        </p:nvSpPr>
        <p:spPr bwMode="auto">
          <a:xfrm rot="10800000">
            <a:off x="47767" y="1308123"/>
            <a:ext cx="94065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dirty="0"/>
              <a:t>MENU PRINCIPAL</a:t>
            </a:r>
            <a:endParaRPr lang="fr-FR" sz="600" dirty="0">
              <a:ea typeface="ＭＳ Ｐゴシック" charset="0"/>
            </a:endParaRP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COM</a:t>
            </a:r>
          </a:p>
        </p:txBody>
      </p:sp>
      <p:cxnSp>
        <p:nvCxnSpPr>
          <p:cNvPr id="49" name="AutoShape 56"/>
          <p:cNvCxnSpPr>
            <a:cxnSpLocks noChangeShapeType="1"/>
            <a:stCxn id="52" idx="2"/>
            <a:endCxn id="50" idx="0"/>
          </p:cNvCxnSpPr>
          <p:nvPr/>
        </p:nvCxnSpPr>
        <p:spPr bwMode="auto">
          <a:xfrm>
            <a:off x="4638501" y="4251218"/>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0" name="AutoShape 19"/>
          <p:cNvSpPr>
            <a:spLocks noChangeArrowheads="1"/>
          </p:cNvSpPr>
          <p:nvPr/>
        </p:nvSpPr>
        <p:spPr bwMode="auto">
          <a:xfrm>
            <a:off x="4567063" y="4567668"/>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52" name="Rectangle 55"/>
          <p:cNvSpPr>
            <a:spLocks noChangeArrowheads="1"/>
          </p:cNvSpPr>
          <p:nvPr/>
        </p:nvSpPr>
        <p:spPr bwMode="auto">
          <a:xfrm>
            <a:off x="3725688" y="4005155"/>
            <a:ext cx="1825625" cy="246063"/>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cxnSp>
        <p:nvCxnSpPr>
          <p:cNvPr id="55" name="Connecteur en angle 54"/>
          <p:cNvCxnSpPr>
            <a:stCxn id="28" idx="2"/>
            <a:endCxn id="52" idx="0"/>
          </p:cNvCxnSpPr>
          <p:nvPr/>
        </p:nvCxnSpPr>
        <p:spPr bwMode="auto">
          <a:xfrm rot="16200000" flipH="1">
            <a:off x="4309440" y="3676093"/>
            <a:ext cx="657579" cy="54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cxnSpLocks/>
            <a:stCxn id="25" idx="0"/>
            <a:endCxn id="28" idx="0"/>
          </p:cNvCxnSpPr>
          <p:nvPr/>
        </p:nvCxnSpPr>
        <p:spPr bwMode="auto">
          <a:xfrm rot="5400000">
            <a:off x="4842442" y="1453940"/>
            <a:ext cx="1136915" cy="154588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en angle 10"/>
          <p:cNvCxnSpPr>
            <a:cxnSpLocks/>
            <a:stCxn id="27" idx="0"/>
            <a:endCxn id="28" idx="0"/>
          </p:cNvCxnSpPr>
          <p:nvPr/>
        </p:nvCxnSpPr>
        <p:spPr bwMode="auto">
          <a:xfrm rot="5400000">
            <a:off x="5441960" y="844182"/>
            <a:ext cx="1147156" cy="275516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cxnSpLocks/>
            <a:stCxn id="7" idx="0"/>
            <a:endCxn id="28" idx="0"/>
          </p:cNvCxnSpPr>
          <p:nvPr/>
        </p:nvCxnSpPr>
        <p:spPr bwMode="auto">
          <a:xfrm rot="16200000" flipH="1">
            <a:off x="2014416" y="171798"/>
            <a:ext cx="1127217" cy="411986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252">
            <a:hlinkClick r:id="" action="ppaction://noaction"/>
          </p:cNvPr>
          <p:cNvSpPr>
            <a:spLocks noChangeArrowheads="1"/>
          </p:cNvSpPr>
          <p:nvPr/>
        </p:nvSpPr>
        <p:spPr bwMode="auto">
          <a:xfrm rot="10800000">
            <a:off x="4444934" y="1291493"/>
            <a:ext cx="117756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dirty="0"/>
              <a:t>PREMIUM SOUS MENU</a:t>
            </a:r>
            <a:endParaRPr lang="fr-FR" sz="600" dirty="0">
              <a:ea typeface="ＭＳ Ｐゴシック" charset="0"/>
            </a:endParaRPr>
          </a:p>
        </p:txBody>
      </p:sp>
      <p:cxnSp>
        <p:nvCxnSpPr>
          <p:cNvPr id="4" name="Connecteur en angle 3"/>
          <p:cNvCxnSpPr>
            <a:cxnSpLocks/>
            <a:stCxn id="22" idx="0"/>
            <a:endCxn id="28" idx="0"/>
          </p:cNvCxnSpPr>
          <p:nvPr/>
        </p:nvCxnSpPr>
        <p:spPr bwMode="auto">
          <a:xfrm rot="5400000">
            <a:off x="4263913" y="2025538"/>
            <a:ext cx="1143847" cy="39575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AutoShape 252">
            <a:hlinkClick r:id="" action="ppaction://noaction"/>
          </p:cNvPr>
          <p:cNvSpPr>
            <a:spLocks noChangeArrowheads="1"/>
          </p:cNvSpPr>
          <p:nvPr/>
        </p:nvSpPr>
        <p:spPr bwMode="auto">
          <a:xfrm rot="10800000">
            <a:off x="5667465" y="1298425"/>
            <a:ext cx="1032752"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dirty="0"/>
              <a:t>ROUTAGE ADMIN 2</a:t>
            </a:r>
            <a:endParaRPr lang="fr-FR" sz="600" dirty="0">
              <a:ea typeface="ＭＳ Ｐゴシック" charset="0"/>
            </a:endParaRPr>
          </a:p>
        </p:txBody>
      </p:sp>
      <p:sp>
        <p:nvSpPr>
          <p:cNvPr id="27" name="AutoShape 252">
            <a:hlinkClick r:id="" action="ppaction://noaction"/>
          </p:cNvPr>
          <p:cNvSpPr>
            <a:spLocks noChangeArrowheads="1"/>
          </p:cNvSpPr>
          <p:nvPr/>
        </p:nvSpPr>
        <p:spPr bwMode="auto">
          <a:xfrm rot="10800000">
            <a:off x="6770217" y="1288184"/>
            <a:ext cx="1245802"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ROUTAGE ADMIN 1 SUITE</a:t>
            </a:r>
            <a:endParaRPr lang="fr-FR" sz="600">
              <a:ea typeface="ＭＳ Ｐゴシック" charset="0"/>
            </a:endParaRPr>
          </a:p>
        </p:txBody>
      </p:sp>
      <p:sp>
        <p:nvSpPr>
          <p:cNvPr id="29" name="AutoShape 252">
            <a:hlinkClick r:id="" action="ppaction://noaction"/>
          </p:cNvPr>
          <p:cNvSpPr>
            <a:spLocks noChangeArrowheads="1"/>
          </p:cNvSpPr>
          <p:nvPr/>
        </p:nvSpPr>
        <p:spPr bwMode="auto">
          <a:xfrm rot="10800000">
            <a:off x="8086019" y="1288184"/>
            <a:ext cx="1019881"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ROUTAGE ADMIN 1</a:t>
            </a:r>
            <a:endParaRPr lang="fr-FR" sz="600">
              <a:ea typeface="ＭＳ Ｐゴシック" charset="0"/>
            </a:endParaRPr>
          </a:p>
        </p:txBody>
      </p:sp>
      <p:cxnSp>
        <p:nvCxnSpPr>
          <p:cNvPr id="12" name="Connecteur en angle 11"/>
          <p:cNvCxnSpPr>
            <a:cxnSpLocks/>
            <a:stCxn id="29" idx="0"/>
            <a:endCxn id="28" idx="0"/>
          </p:cNvCxnSpPr>
          <p:nvPr/>
        </p:nvCxnSpPr>
        <p:spPr bwMode="auto">
          <a:xfrm rot="5400000">
            <a:off x="6043380" y="242761"/>
            <a:ext cx="1147156" cy="395800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Rectangle 63"/>
          <p:cNvSpPr>
            <a:spLocks noChangeArrowheads="1"/>
          </p:cNvSpPr>
          <p:nvPr/>
        </p:nvSpPr>
        <p:spPr bwMode="auto">
          <a:xfrm>
            <a:off x="2801436" y="2795340"/>
            <a:ext cx="3673041" cy="55223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HNO COMMERCIAL</a:t>
            </a:r>
          </a:p>
          <a:p>
            <a:pPr algn="ctr" defTabSz="433388" eaLnBrk="0" hangingPunct="0"/>
            <a:r>
              <a:rPr lang="fr-FR" sz="600"/>
              <a:t>Nos conseillers sont à votre disposition, du lundi au samedi, de 8h à 22h, hors jours fériés.</a:t>
            </a:r>
          </a:p>
          <a:p>
            <a:pPr algn="ctr" defTabSz="433388" eaLnBrk="0" hangingPunct="0"/>
            <a:r>
              <a:rPr lang="fr-FR" sz="600"/>
              <a:t>Pour toutes vos questions, rendez-vous sur l’appli SFR &amp; Moi ou sur la rubrique assistance du site sfr.fr.</a:t>
            </a:r>
          </a:p>
        </p:txBody>
      </p:sp>
      <p:sp>
        <p:nvSpPr>
          <p:cNvPr id="23" name="ZoneTexte 22"/>
          <p:cNvSpPr txBox="1"/>
          <p:nvPr/>
        </p:nvSpPr>
        <p:spPr>
          <a:xfrm rot="20284957">
            <a:off x="312342" y="2801968"/>
            <a:ext cx="3421129" cy="307777"/>
          </a:xfrm>
          <a:prstGeom prst="rect">
            <a:avLst/>
          </a:prstGeom>
          <a:solidFill>
            <a:srgbClr val="FFFF00"/>
          </a:solidFill>
        </p:spPr>
        <p:txBody>
          <a:bodyPr wrap="none" rtlCol="0">
            <a:spAutoFit/>
          </a:bodyPr>
          <a:lstStyle/>
          <a:p>
            <a:r>
              <a:rPr lang="fr-FR" sz="1400"/>
              <a:t>Modifiable dans HO/HNO de FIXE_COM</a:t>
            </a:r>
          </a:p>
        </p:txBody>
      </p:sp>
      <p:sp>
        <p:nvSpPr>
          <p:cNvPr id="21" name="AutoShape 252">
            <a:hlinkClick r:id="" action="ppaction://noaction"/>
          </p:cNvPr>
          <p:cNvSpPr>
            <a:spLocks noChangeArrowheads="1"/>
          </p:cNvSpPr>
          <p:nvPr/>
        </p:nvSpPr>
        <p:spPr bwMode="auto">
          <a:xfrm rot="10800000">
            <a:off x="1355090" y="1293265"/>
            <a:ext cx="767466"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strike="sngStrike" dirty="0"/>
              <a:t>RESILIE</a:t>
            </a:r>
          </a:p>
          <a:p>
            <a:pPr algn="ctr" eaLnBrk="0" hangingPunct="0">
              <a:defRPr/>
            </a:pPr>
            <a:r>
              <a:rPr lang="fr-FR" sz="800" dirty="0">
                <a:ea typeface="ＭＳ Ｐゴシック" charset="0"/>
              </a:rPr>
              <a:t>RESILIE GP</a:t>
            </a:r>
            <a:endParaRPr lang="fr-FR" sz="600" dirty="0">
              <a:ea typeface="ＭＳ Ｐゴシック" charset="0"/>
            </a:endParaRPr>
          </a:p>
        </p:txBody>
      </p:sp>
      <p:cxnSp>
        <p:nvCxnSpPr>
          <p:cNvPr id="5" name="Connecteur en angle 4"/>
          <p:cNvCxnSpPr>
            <a:cxnSpLocks/>
            <a:stCxn id="21" idx="0"/>
            <a:endCxn id="28" idx="0"/>
          </p:cNvCxnSpPr>
          <p:nvPr/>
        </p:nvCxnSpPr>
        <p:spPr bwMode="auto">
          <a:xfrm rot="16200000" flipH="1">
            <a:off x="2617353" y="774735"/>
            <a:ext cx="1142075" cy="289913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11">
            <a:hlinkClick r:id="rId3" action="ppaction://hlinksldjump"/>
            <a:extLst>
              <a:ext uri="{FF2B5EF4-FFF2-40B4-BE49-F238E27FC236}">
                <a16:creationId xmlns:a16="http://schemas.microsoft.com/office/drawing/2014/main" id="{CBEEE55E-583D-4D40-9B5E-D73419AF6E20}"/>
              </a:ext>
            </a:extLst>
          </p:cNvPr>
          <p:cNvSpPr>
            <a:spLocks noChangeArrowheads="1"/>
          </p:cNvSpPr>
          <p:nvPr/>
        </p:nvSpPr>
        <p:spPr bwMode="auto">
          <a:xfrm rot="10800000">
            <a:off x="3253963" y="4913328"/>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RESILIE RDGU</a:t>
            </a:r>
          </a:p>
        </p:txBody>
      </p:sp>
      <p:sp>
        <p:nvSpPr>
          <p:cNvPr id="26" name="AutoShape 11">
            <a:hlinkClick r:id="rId3" action="ppaction://hlinksldjump"/>
            <a:extLst>
              <a:ext uri="{FF2B5EF4-FFF2-40B4-BE49-F238E27FC236}">
                <a16:creationId xmlns:a16="http://schemas.microsoft.com/office/drawing/2014/main" id="{0831F0D5-BCCE-4E90-841C-7DBF168608F8}"/>
              </a:ext>
            </a:extLst>
          </p:cNvPr>
          <p:cNvSpPr>
            <a:spLocks noChangeArrowheads="1"/>
          </p:cNvSpPr>
          <p:nvPr/>
        </p:nvSpPr>
        <p:spPr bwMode="auto">
          <a:xfrm rot="10800000">
            <a:off x="2506289" y="1307236"/>
            <a:ext cx="869732"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RESILIE RDGU</a:t>
            </a:r>
          </a:p>
        </p:txBody>
      </p:sp>
      <p:sp>
        <p:nvSpPr>
          <p:cNvPr id="17" name="Flèche : bas 16">
            <a:extLst>
              <a:ext uri="{FF2B5EF4-FFF2-40B4-BE49-F238E27FC236}">
                <a16:creationId xmlns:a16="http://schemas.microsoft.com/office/drawing/2014/main" id="{592200EA-41B1-41F5-B8FE-B8B5C9FF6990}"/>
              </a:ext>
            </a:extLst>
          </p:cNvPr>
          <p:cNvSpPr/>
          <p:nvPr/>
        </p:nvSpPr>
        <p:spPr bwMode="auto">
          <a:xfrm rot="4543960">
            <a:off x="3836239" y="316501"/>
            <a:ext cx="484632" cy="978408"/>
          </a:xfrm>
          <a:prstGeom prst="downArrow">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57484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DA8DEDD-1977-4938-BE23-89ACD50A3C4A}"/>
              </a:ext>
            </a:extLst>
          </p:cNvPr>
          <p:cNvSpPr/>
          <p:nvPr/>
        </p:nvSpPr>
        <p:spPr bwMode="auto">
          <a:xfrm>
            <a:off x="-19627" y="1041149"/>
            <a:ext cx="1511432" cy="977958"/>
          </a:xfrm>
          <a:prstGeom prst="rect">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59</a:t>
            </a:fld>
            <a:endParaRPr lang="fr-F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TECH</a:t>
            </a:r>
          </a:p>
        </p:txBody>
      </p:sp>
      <p:sp>
        <p:nvSpPr>
          <p:cNvPr id="41" name="AutoShape 252">
            <a:hlinkClick r:id="" action="ppaction://noaction"/>
          </p:cNvPr>
          <p:cNvSpPr>
            <a:spLocks noChangeArrowheads="1"/>
          </p:cNvSpPr>
          <p:nvPr/>
        </p:nvSpPr>
        <p:spPr bwMode="auto">
          <a:xfrm rot="10800000">
            <a:off x="2921351" y="1298380"/>
            <a:ext cx="61557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PREMIUM</a:t>
            </a:r>
          </a:p>
        </p:txBody>
      </p:sp>
      <p:sp>
        <p:nvSpPr>
          <p:cNvPr id="48" name="AutoShape 252">
            <a:hlinkClick r:id="" action="ppaction://noaction"/>
          </p:cNvPr>
          <p:cNvSpPr>
            <a:spLocks noChangeArrowheads="1"/>
          </p:cNvSpPr>
          <p:nvPr/>
        </p:nvSpPr>
        <p:spPr bwMode="auto">
          <a:xfrm rot="10800000">
            <a:off x="1561706" y="1308221"/>
            <a:ext cx="767601"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ea typeface="ＭＳ Ｐゴシック" charset="0"/>
              </a:rPr>
              <a:t>MENU PRINCIPAL</a:t>
            </a:r>
          </a:p>
        </p:txBody>
      </p:sp>
      <p:sp>
        <p:nvSpPr>
          <p:cNvPr id="49" name="AutoShape 252">
            <a:hlinkClick r:id="" action="ppaction://noaction"/>
          </p:cNvPr>
          <p:cNvSpPr>
            <a:spLocks noChangeArrowheads="1"/>
          </p:cNvSpPr>
          <p:nvPr/>
        </p:nvSpPr>
        <p:spPr bwMode="auto">
          <a:xfrm rot="10800000">
            <a:off x="2369211" y="1298380"/>
            <a:ext cx="505371"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HOME</a:t>
            </a:r>
          </a:p>
        </p:txBody>
      </p:sp>
      <p:cxnSp>
        <p:nvCxnSpPr>
          <p:cNvPr id="51" name="AutoShape 56"/>
          <p:cNvCxnSpPr>
            <a:cxnSpLocks noChangeShapeType="1"/>
            <a:stCxn id="55" idx="2"/>
            <a:endCxn id="52" idx="0"/>
          </p:cNvCxnSpPr>
          <p:nvPr/>
        </p:nvCxnSpPr>
        <p:spPr bwMode="auto">
          <a:xfrm>
            <a:off x="3989822" y="3891710"/>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2" name="AutoShape 19"/>
          <p:cNvSpPr>
            <a:spLocks noChangeArrowheads="1"/>
          </p:cNvSpPr>
          <p:nvPr/>
        </p:nvSpPr>
        <p:spPr bwMode="auto">
          <a:xfrm>
            <a:off x="3918384" y="4208160"/>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55" name="Rectangle 55"/>
          <p:cNvSpPr>
            <a:spLocks noChangeArrowheads="1"/>
          </p:cNvSpPr>
          <p:nvPr/>
        </p:nvSpPr>
        <p:spPr bwMode="auto">
          <a:xfrm>
            <a:off x="3077009" y="3645647"/>
            <a:ext cx="1825625" cy="246063"/>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cxnSp>
        <p:nvCxnSpPr>
          <p:cNvPr id="58" name="Connecteur en angle 57"/>
          <p:cNvCxnSpPr>
            <a:endCxn id="55" idx="0"/>
          </p:cNvCxnSpPr>
          <p:nvPr/>
        </p:nvCxnSpPr>
        <p:spPr bwMode="auto">
          <a:xfrm rot="16200000" flipH="1">
            <a:off x="3573496" y="3229321"/>
            <a:ext cx="832108" cy="54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en angle 5"/>
          <p:cNvCxnSpPr>
            <a:stCxn id="41" idx="0"/>
          </p:cNvCxnSpPr>
          <p:nvPr/>
        </p:nvCxnSpPr>
        <p:spPr bwMode="auto">
          <a:xfrm rot="16200000" flipH="1">
            <a:off x="3382363" y="1505154"/>
            <a:ext cx="643742" cy="95019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en angle 10"/>
          <p:cNvCxnSpPr>
            <a:stCxn id="48" idx="0"/>
          </p:cNvCxnSpPr>
          <p:nvPr/>
        </p:nvCxnSpPr>
        <p:spPr bwMode="auto">
          <a:xfrm rot="16200000" flipH="1">
            <a:off x="2980981" y="632745"/>
            <a:ext cx="643740" cy="271469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en angle 12"/>
          <p:cNvCxnSpPr>
            <a:stCxn id="49" idx="0"/>
          </p:cNvCxnSpPr>
          <p:nvPr/>
        </p:nvCxnSpPr>
        <p:spPr bwMode="auto">
          <a:xfrm rot="16200000" flipH="1">
            <a:off x="3200252" y="1080024"/>
            <a:ext cx="643740" cy="180045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AutoShape 252">
            <a:hlinkClick r:id="" action="ppaction://noaction"/>
          </p:cNvPr>
          <p:cNvSpPr>
            <a:spLocks noChangeArrowheads="1"/>
          </p:cNvSpPr>
          <p:nvPr/>
        </p:nvSpPr>
        <p:spPr bwMode="auto">
          <a:xfrm rot="10800000">
            <a:off x="6472618" y="1290068"/>
            <a:ext cx="1511432"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INCIDENT DISSUASION ORIENTEE</a:t>
            </a:r>
          </a:p>
        </p:txBody>
      </p:sp>
      <p:cxnSp>
        <p:nvCxnSpPr>
          <p:cNvPr id="15" name="Connecteur en angle 14"/>
          <p:cNvCxnSpPr>
            <a:stCxn id="60" idx="0"/>
          </p:cNvCxnSpPr>
          <p:nvPr/>
        </p:nvCxnSpPr>
        <p:spPr bwMode="auto">
          <a:xfrm rot="5400000">
            <a:off x="5286935" y="352413"/>
            <a:ext cx="643745" cy="323905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252">
            <a:hlinkClick r:id="" action="ppaction://noaction"/>
          </p:cNvPr>
          <p:cNvSpPr>
            <a:spLocks noChangeArrowheads="1"/>
          </p:cNvSpPr>
          <p:nvPr/>
        </p:nvSpPr>
        <p:spPr bwMode="auto">
          <a:xfrm rot="10800000">
            <a:off x="3606827" y="1290069"/>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WCB DIGITAL</a:t>
            </a:r>
          </a:p>
        </p:txBody>
      </p:sp>
      <p:sp>
        <p:nvSpPr>
          <p:cNvPr id="25" name="AutoShape 252">
            <a:hlinkClick r:id="" action="ppaction://noaction"/>
          </p:cNvPr>
          <p:cNvSpPr>
            <a:spLocks noChangeArrowheads="1"/>
          </p:cNvSpPr>
          <p:nvPr/>
        </p:nvSpPr>
        <p:spPr bwMode="auto">
          <a:xfrm rot="10800000">
            <a:off x="4970523" y="129006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ROUTAGE ADMIN 1</a:t>
            </a:r>
          </a:p>
        </p:txBody>
      </p:sp>
      <p:cxnSp>
        <p:nvCxnSpPr>
          <p:cNvPr id="18" name="Connecteur en angle 17"/>
          <p:cNvCxnSpPr>
            <a:stCxn id="25" idx="0"/>
          </p:cNvCxnSpPr>
          <p:nvPr/>
        </p:nvCxnSpPr>
        <p:spPr bwMode="auto">
          <a:xfrm rot="5400000">
            <a:off x="4428029" y="1211318"/>
            <a:ext cx="643745" cy="152124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en angle 19"/>
          <p:cNvCxnSpPr>
            <a:stCxn id="24" idx="0"/>
          </p:cNvCxnSpPr>
          <p:nvPr/>
        </p:nvCxnSpPr>
        <p:spPr bwMode="auto">
          <a:xfrm rot="5400000">
            <a:off x="3746181" y="1893167"/>
            <a:ext cx="643744" cy="15754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Rectangle 63"/>
          <p:cNvSpPr>
            <a:spLocks noChangeArrowheads="1"/>
          </p:cNvSpPr>
          <p:nvPr/>
        </p:nvSpPr>
        <p:spPr bwMode="auto">
          <a:xfrm>
            <a:off x="2152650" y="2310434"/>
            <a:ext cx="3673041" cy="55223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HNO TECHNIQUE</a:t>
            </a:r>
          </a:p>
          <a:p>
            <a:pPr algn="ctr" defTabSz="433388" eaLnBrk="0" hangingPunct="0"/>
            <a:r>
              <a:rPr lang="fr-FR" sz="600"/>
              <a:t>Nos conseillers sont à votre disposition, du lundi au dimanche, de 8h à 22h, hors jours fériés.</a:t>
            </a:r>
          </a:p>
          <a:p>
            <a:pPr algn="ctr" defTabSz="433388" eaLnBrk="0" hangingPunct="0"/>
            <a:r>
              <a:rPr lang="fr-FR" sz="600"/>
              <a:t>Pour toutes vos questions, rendez-vous sur l’appli SFR &amp; Moi ou sur la rubrique assistance du site sfr.fr.</a:t>
            </a:r>
          </a:p>
        </p:txBody>
      </p:sp>
      <p:sp>
        <p:nvSpPr>
          <p:cNvPr id="22" name="ZoneTexte 21"/>
          <p:cNvSpPr txBox="1"/>
          <p:nvPr/>
        </p:nvSpPr>
        <p:spPr>
          <a:xfrm rot="20284957">
            <a:off x="4446543" y="2659650"/>
            <a:ext cx="3491661" cy="307777"/>
          </a:xfrm>
          <a:prstGeom prst="rect">
            <a:avLst/>
          </a:prstGeom>
          <a:solidFill>
            <a:srgbClr val="FFFF00"/>
          </a:solidFill>
        </p:spPr>
        <p:txBody>
          <a:bodyPr wrap="none" rtlCol="0">
            <a:spAutoFit/>
          </a:bodyPr>
          <a:lstStyle/>
          <a:p>
            <a:r>
              <a:rPr lang="fr-FR" sz="1400"/>
              <a:t>Modifiable dans HO/HNO de FIXE_TECH</a:t>
            </a:r>
          </a:p>
        </p:txBody>
      </p:sp>
      <p:sp>
        <p:nvSpPr>
          <p:cNvPr id="23" name="AutoShape 252">
            <a:hlinkClick r:id="" action="ppaction://noaction"/>
            <a:extLst>
              <a:ext uri="{FF2B5EF4-FFF2-40B4-BE49-F238E27FC236}">
                <a16:creationId xmlns:a16="http://schemas.microsoft.com/office/drawing/2014/main" id="{00E94499-31F6-4A92-B336-F57857D93E86}"/>
              </a:ext>
            </a:extLst>
          </p:cNvPr>
          <p:cNvSpPr>
            <a:spLocks noChangeArrowheads="1"/>
          </p:cNvSpPr>
          <p:nvPr/>
        </p:nvSpPr>
        <p:spPr bwMode="auto">
          <a:xfrm rot="10800000">
            <a:off x="906248" y="1321089"/>
            <a:ext cx="55214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ea typeface="ＭＳ Ｐゴシック" charset="0"/>
              </a:rPr>
              <a:t>NOS</a:t>
            </a:r>
          </a:p>
        </p:txBody>
      </p:sp>
      <p:sp>
        <p:nvSpPr>
          <p:cNvPr id="26" name="AutoShape 252">
            <a:hlinkClick r:id="" action="ppaction://noaction"/>
            <a:extLst>
              <a:ext uri="{FF2B5EF4-FFF2-40B4-BE49-F238E27FC236}">
                <a16:creationId xmlns:a16="http://schemas.microsoft.com/office/drawing/2014/main" id="{CA41E43D-517A-4820-BCDC-EBB6CA669D5B}"/>
              </a:ext>
            </a:extLst>
          </p:cNvPr>
          <p:cNvSpPr>
            <a:spLocks noChangeArrowheads="1"/>
          </p:cNvSpPr>
          <p:nvPr/>
        </p:nvSpPr>
        <p:spPr bwMode="auto">
          <a:xfrm rot="10800000">
            <a:off x="15015" y="1290067"/>
            <a:ext cx="767601"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dirty="0">
                <a:ea typeface="ＭＳ Ｐゴシック" charset="0"/>
              </a:rPr>
              <a:t>CLNS</a:t>
            </a:r>
          </a:p>
        </p:txBody>
      </p:sp>
      <p:sp>
        <p:nvSpPr>
          <p:cNvPr id="4" name="Flèche : droite 3">
            <a:extLst>
              <a:ext uri="{FF2B5EF4-FFF2-40B4-BE49-F238E27FC236}">
                <a16:creationId xmlns:a16="http://schemas.microsoft.com/office/drawing/2014/main" id="{462C4B98-4A1F-42B1-9CDB-ED76EE553FE3}"/>
              </a:ext>
            </a:extLst>
          </p:cNvPr>
          <p:cNvSpPr/>
          <p:nvPr/>
        </p:nvSpPr>
        <p:spPr bwMode="auto">
          <a:xfrm rot="10074585">
            <a:off x="1651254" y="582142"/>
            <a:ext cx="978408" cy="484632"/>
          </a:xfrm>
          <a:prstGeom prst="rightArrow">
            <a:avLst/>
          </a:prstGeom>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858582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xfrm>
            <a:off x="8629650" y="341434"/>
            <a:ext cx="476250" cy="1572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47CADE4-D109-4346-80EB-B01056EFC88B}" type="slidenum">
              <a:rPr lang="fr-FR" smtClean="0"/>
              <a:pPr eaLnBrk="1" hangingPunct="1"/>
              <a:t>60</a:t>
            </a:fld>
            <a:endParaRPr lang="fr-FR"/>
          </a:p>
        </p:txBody>
      </p:sp>
      <p:sp>
        <p:nvSpPr>
          <p:cNvPr id="36"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HNO RET</a:t>
            </a:r>
          </a:p>
        </p:txBody>
      </p:sp>
      <p:sp>
        <p:nvSpPr>
          <p:cNvPr id="41" name="AutoShape 252">
            <a:hlinkClick r:id="" action="ppaction://noaction"/>
          </p:cNvPr>
          <p:cNvSpPr>
            <a:spLocks noChangeArrowheads="1"/>
          </p:cNvSpPr>
          <p:nvPr/>
        </p:nvSpPr>
        <p:spPr bwMode="auto">
          <a:xfrm rot="10800000">
            <a:off x="2388259" y="1307279"/>
            <a:ext cx="1358106"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ea typeface="ＭＳ Ｐゴシック" charset="0"/>
              </a:rPr>
              <a:t>PREMIUM SOUS MENU</a:t>
            </a:r>
          </a:p>
        </p:txBody>
      </p:sp>
      <p:cxnSp>
        <p:nvCxnSpPr>
          <p:cNvPr id="48" name="AutoShape 56"/>
          <p:cNvCxnSpPr>
            <a:cxnSpLocks noChangeShapeType="1"/>
            <a:stCxn id="51" idx="2"/>
            <a:endCxn id="49" idx="0"/>
          </p:cNvCxnSpPr>
          <p:nvPr/>
        </p:nvCxnSpPr>
        <p:spPr bwMode="auto">
          <a:xfrm>
            <a:off x="3989822" y="3891710"/>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9" name="AutoShape 19"/>
          <p:cNvSpPr>
            <a:spLocks noChangeArrowheads="1"/>
          </p:cNvSpPr>
          <p:nvPr/>
        </p:nvSpPr>
        <p:spPr bwMode="auto">
          <a:xfrm>
            <a:off x="3918384" y="4208160"/>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51" name="Rectangle 55"/>
          <p:cNvSpPr>
            <a:spLocks noChangeArrowheads="1"/>
          </p:cNvSpPr>
          <p:nvPr/>
        </p:nvSpPr>
        <p:spPr bwMode="auto">
          <a:xfrm>
            <a:off x="3077009" y="3645647"/>
            <a:ext cx="1825625" cy="246063"/>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cxnSp>
        <p:nvCxnSpPr>
          <p:cNvPr id="53" name="Connecteur en angle 52"/>
          <p:cNvCxnSpPr>
            <a:endCxn id="51" idx="0"/>
          </p:cNvCxnSpPr>
          <p:nvPr/>
        </p:nvCxnSpPr>
        <p:spPr bwMode="auto">
          <a:xfrm rot="16200000" flipH="1">
            <a:off x="3573496" y="3229321"/>
            <a:ext cx="832108" cy="54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en angle 5"/>
          <p:cNvCxnSpPr>
            <a:stCxn id="41" idx="0"/>
          </p:cNvCxnSpPr>
          <p:nvPr/>
        </p:nvCxnSpPr>
        <p:spPr bwMode="auto">
          <a:xfrm rot="16200000" flipH="1">
            <a:off x="3215028" y="1519562"/>
            <a:ext cx="626534" cy="92196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en angle 9"/>
          <p:cNvCxnSpPr>
            <a:stCxn id="18" idx="0"/>
          </p:cNvCxnSpPr>
          <p:nvPr/>
        </p:nvCxnSpPr>
        <p:spPr bwMode="auto">
          <a:xfrm rot="5400000">
            <a:off x="4141527" y="1515032"/>
            <a:ext cx="626533" cy="93102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AutoShape 252">
            <a:hlinkClick r:id="" action="ppaction://noaction"/>
          </p:cNvPr>
          <p:cNvSpPr>
            <a:spLocks noChangeArrowheads="1"/>
          </p:cNvSpPr>
          <p:nvPr/>
        </p:nvSpPr>
        <p:spPr bwMode="auto">
          <a:xfrm rot="10800000">
            <a:off x="4380307" y="1307280"/>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800"/>
              <a:t>RESILIATION 1</a:t>
            </a:r>
            <a:endParaRPr lang="fr-FR" sz="600">
              <a:ea typeface="ＭＳ Ｐゴシック" charset="0"/>
            </a:endParaRPr>
          </a:p>
        </p:txBody>
      </p:sp>
      <p:sp>
        <p:nvSpPr>
          <p:cNvPr id="20" name="Rectangle 63"/>
          <p:cNvSpPr>
            <a:spLocks noChangeArrowheads="1"/>
          </p:cNvSpPr>
          <p:nvPr/>
        </p:nvSpPr>
        <p:spPr bwMode="auto">
          <a:xfrm>
            <a:off x="2152650" y="2310434"/>
            <a:ext cx="3673041" cy="552236"/>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379413" eaLnBrk="0" hangingPunct="0">
              <a:defRPr/>
            </a:pPr>
            <a:r>
              <a:rPr lang="fr-FR" sz="600">
                <a:solidFill>
                  <a:srgbClr val="FF0000"/>
                </a:solidFill>
                <a:latin typeface="Arial" pitchFamily="34" charset="0"/>
                <a:ea typeface="ＭＳ Ｐゴシック" charset="-128"/>
              </a:rPr>
              <a:t>HNO RET</a:t>
            </a:r>
          </a:p>
          <a:p>
            <a:pPr algn="ctr" defTabSz="433388" eaLnBrk="0" hangingPunct="0"/>
            <a:r>
              <a:rPr lang="fr-FR" sz="600"/>
              <a:t>Nos conseillers sont à votre disposition, du lundi au dimanche, de 8h à 22h, hors jours fériés.</a:t>
            </a:r>
          </a:p>
          <a:p>
            <a:pPr algn="ctr" defTabSz="433388" eaLnBrk="0" hangingPunct="0"/>
            <a:r>
              <a:rPr lang="fr-FR" sz="600"/>
              <a:t>Pour toutes vos questions, rendez-vous sur l’appli SFR &amp; Moi ou sur la rubrique assistance du site sfr.fr.</a:t>
            </a:r>
          </a:p>
        </p:txBody>
      </p:sp>
      <p:sp>
        <p:nvSpPr>
          <p:cNvPr id="14" name="ZoneTexte 13"/>
          <p:cNvSpPr txBox="1"/>
          <p:nvPr/>
        </p:nvSpPr>
        <p:spPr>
          <a:xfrm rot="20284957">
            <a:off x="4968705" y="2432664"/>
            <a:ext cx="3361818" cy="307777"/>
          </a:xfrm>
          <a:prstGeom prst="rect">
            <a:avLst/>
          </a:prstGeom>
          <a:solidFill>
            <a:srgbClr val="FFFF00"/>
          </a:solidFill>
        </p:spPr>
        <p:txBody>
          <a:bodyPr wrap="none" rtlCol="0">
            <a:spAutoFit/>
          </a:bodyPr>
          <a:lstStyle/>
          <a:p>
            <a:r>
              <a:rPr lang="fr-FR" sz="1400"/>
              <a:t>Modifiable dans HO/HNO de FIXE_RET</a:t>
            </a:r>
          </a:p>
        </p:txBody>
      </p:sp>
    </p:spTree>
    <p:extLst>
      <p:ext uri="{BB962C8B-B14F-4D97-AF65-F5344CB8AC3E}">
        <p14:creationId xmlns:p14="http://schemas.microsoft.com/office/powerpoint/2010/main" val="37517813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E4B462-8473-4439-FB30-D3066E698670}"/>
              </a:ext>
            </a:extLst>
          </p:cNvPr>
          <p:cNvSpPr>
            <a:spLocks noGrp="1"/>
          </p:cNvSpPr>
          <p:nvPr>
            <p:ph type="title"/>
          </p:nvPr>
        </p:nvSpPr>
        <p:spPr/>
        <p:txBody>
          <a:bodyPr/>
          <a:lstStyle/>
          <a:p>
            <a:r>
              <a:rPr lang="fr-FR"/>
              <a:t>TABLEAU DES OFFRES </a:t>
            </a:r>
          </a:p>
        </p:txBody>
      </p:sp>
      <p:sp>
        <p:nvSpPr>
          <p:cNvPr id="4" name="Espace réservé du numéro de diapositive 3">
            <a:extLst>
              <a:ext uri="{FF2B5EF4-FFF2-40B4-BE49-F238E27FC236}">
                <a16:creationId xmlns:a16="http://schemas.microsoft.com/office/drawing/2014/main" id="{9CB97194-D9F3-88D6-E7E9-51C88C1A9DF2}"/>
              </a:ext>
            </a:extLst>
          </p:cNvPr>
          <p:cNvSpPr>
            <a:spLocks noGrp="1"/>
          </p:cNvSpPr>
          <p:nvPr>
            <p:ph type="sldNum" sz="quarter" idx="10"/>
          </p:nvPr>
        </p:nvSpPr>
        <p:spPr/>
        <p:txBody>
          <a:bodyPr/>
          <a:lstStyle/>
          <a:p>
            <a:pPr>
              <a:defRPr/>
            </a:pPr>
            <a:fld id="{3328B884-BB66-4D70-B39E-B74023A95CDC}" type="slidenum">
              <a:rPr lang="fr-FR" smtClean="0"/>
              <a:pPr>
                <a:defRPr/>
              </a:pPr>
              <a:t>61</a:t>
            </a:fld>
            <a:endParaRPr lang="fr-FR"/>
          </a:p>
        </p:txBody>
      </p:sp>
      <p:graphicFrame>
        <p:nvGraphicFramePr>
          <p:cNvPr id="5" name="Tableau 4">
            <a:extLst>
              <a:ext uri="{FF2B5EF4-FFF2-40B4-BE49-F238E27FC236}">
                <a16:creationId xmlns:a16="http://schemas.microsoft.com/office/drawing/2014/main" id="{981F7B9D-10EA-88A1-7320-9FB8E3F0F08D}"/>
              </a:ext>
            </a:extLst>
          </p:cNvPr>
          <p:cNvGraphicFramePr>
            <a:graphicFrameLocks noGrp="1"/>
          </p:cNvGraphicFramePr>
          <p:nvPr>
            <p:extLst>
              <p:ext uri="{D42A27DB-BD31-4B8C-83A1-F6EECF244321}">
                <p14:modId xmlns:p14="http://schemas.microsoft.com/office/powerpoint/2010/main" val="4283398085"/>
              </p:ext>
            </p:extLst>
          </p:nvPr>
        </p:nvGraphicFramePr>
        <p:xfrm>
          <a:off x="1298694" y="1445342"/>
          <a:ext cx="5161542" cy="3637933"/>
        </p:xfrm>
        <a:graphic>
          <a:graphicData uri="http://schemas.openxmlformats.org/drawingml/2006/table">
            <a:tbl>
              <a:tblPr firstRow="1" bandRow="1">
                <a:tableStyleId>{7E9639D4-E3E2-4D34-9284-5A2195B3D0D7}</a:tableStyleId>
              </a:tblPr>
              <a:tblGrid>
                <a:gridCol w="900438">
                  <a:extLst>
                    <a:ext uri="{9D8B030D-6E8A-4147-A177-3AD203B41FA5}">
                      <a16:colId xmlns:a16="http://schemas.microsoft.com/office/drawing/2014/main" val="20000"/>
                    </a:ext>
                  </a:extLst>
                </a:gridCol>
                <a:gridCol w="1670304">
                  <a:extLst>
                    <a:ext uri="{9D8B030D-6E8A-4147-A177-3AD203B41FA5}">
                      <a16:colId xmlns:a16="http://schemas.microsoft.com/office/drawing/2014/main" val="20001"/>
                    </a:ext>
                  </a:extLst>
                </a:gridCol>
                <a:gridCol w="2590800">
                  <a:extLst>
                    <a:ext uri="{9D8B030D-6E8A-4147-A177-3AD203B41FA5}">
                      <a16:colId xmlns:a16="http://schemas.microsoft.com/office/drawing/2014/main" val="2311894926"/>
                    </a:ext>
                  </a:extLst>
                </a:gridCol>
              </a:tblGrid>
              <a:tr h="501281">
                <a:tc>
                  <a:txBody>
                    <a:bodyPr/>
                    <a:lstStyle/>
                    <a:p>
                      <a:r>
                        <a:rPr lang="fr-FR" sz="1100"/>
                        <a:t>Type</a:t>
                      </a:r>
                      <a:r>
                        <a:rPr lang="fr-FR" sz="1100" baseline="0"/>
                        <a:t> Offre</a:t>
                      </a:r>
                      <a:endParaRPr lang="fr-FR" sz="1100"/>
                    </a:p>
                  </a:txBody>
                  <a:tcPr/>
                </a:tc>
                <a:tc>
                  <a:txBody>
                    <a:bodyPr/>
                    <a:lstStyle/>
                    <a:p>
                      <a:r>
                        <a:rPr lang="fr-FR" sz="1100">
                          <a:solidFill>
                            <a:schemeClr val="bg1"/>
                          </a:solidFill>
                        </a:rPr>
                        <a:t>DEXTER (1)</a:t>
                      </a:r>
                    </a:p>
                  </a:txBody>
                  <a:tcPr/>
                </a:tc>
                <a:tc>
                  <a:txBody>
                    <a:bodyPr/>
                    <a:lstStyle/>
                    <a:p>
                      <a:r>
                        <a:rPr lang="fr-FR" sz="1100" dirty="0">
                          <a:solidFill>
                            <a:schemeClr val="bg1"/>
                          </a:solidFill>
                        </a:rPr>
                        <a:t>SEARCH</a:t>
                      </a:r>
                    </a:p>
                  </a:txBody>
                  <a:tcPr/>
                </a:tc>
                <a:extLst>
                  <a:ext uri="{0D108BD9-81ED-4DB2-BD59-A6C34878D82A}">
                    <a16:rowId xmlns:a16="http://schemas.microsoft.com/office/drawing/2014/main" val="10000"/>
                  </a:ext>
                </a:extLst>
              </a:tr>
              <a:tr h="398669">
                <a:tc>
                  <a:txBody>
                    <a:bodyPr/>
                    <a:lstStyle/>
                    <a:p>
                      <a:r>
                        <a:rPr lang="fr-FR" sz="1100"/>
                        <a:t>FTTB</a:t>
                      </a:r>
                    </a:p>
                  </a:txBody>
                  <a:tcPr/>
                </a:tc>
                <a:tc>
                  <a:txBody>
                    <a:bodyPr/>
                    <a:lstStyle/>
                    <a:p>
                      <a:r>
                        <a:rPr lang="fr-FR" sz="1100" dirty="0"/>
                        <a:t>TECHNO = FTTB</a:t>
                      </a:r>
                    </a:p>
                  </a:txBody>
                  <a:tcPr/>
                </a:tc>
                <a:tc>
                  <a:txBody>
                    <a:bodyPr/>
                    <a:lstStyle/>
                    <a:p>
                      <a:r>
                        <a:rPr lang="fr-FR" sz="1100" dirty="0" err="1">
                          <a:solidFill>
                            <a:schemeClr val="tx1"/>
                          </a:solidFill>
                        </a:rPr>
                        <a:t>technoFixe</a:t>
                      </a:r>
                      <a:r>
                        <a:rPr lang="fr-FR" sz="1100" dirty="0">
                          <a:solidFill>
                            <a:schemeClr val="tx1"/>
                          </a:solidFill>
                        </a:rPr>
                        <a:t> = FTTB</a:t>
                      </a:r>
                    </a:p>
                  </a:txBody>
                  <a:tcPr/>
                </a:tc>
                <a:extLst>
                  <a:ext uri="{0D108BD9-81ED-4DB2-BD59-A6C34878D82A}">
                    <a16:rowId xmlns:a16="http://schemas.microsoft.com/office/drawing/2014/main" val="10001"/>
                  </a:ext>
                </a:extLst>
              </a:tr>
              <a:tr h="501281">
                <a:tc>
                  <a:txBody>
                    <a:bodyPr/>
                    <a:lstStyle/>
                    <a:p>
                      <a:r>
                        <a:rPr lang="fr-FR" sz="1100"/>
                        <a:t>FTTH</a:t>
                      </a:r>
                    </a:p>
                  </a:txBody>
                  <a:tcPr/>
                </a:tc>
                <a:tc>
                  <a:txBody>
                    <a:bodyPr/>
                    <a:lstStyle/>
                    <a:p>
                      <a:r>
                        <a:rPr lang="fr-FR" sz="1100"/>
                        <a:t>TECHNO</a:t>
                      </a:r>
                      <a:r>
                        <a:rPr lang="fr-FR" sz="1100" baseline="0"/>
                        <a:t> = FTTH</a:t>
                      </a:r>
                      <a:endParaRPr lang="fr-FR" sz="1100"/>
                    </a:p>
                  </a:txBody>
                  <a:tcPr/>
                </a:tc>
                <a:tc>
                  <a:txBody>
                    <a:bodyPr/>
                    <a:lstStyle/>
                    <a:p>
                      <a:r>
                        <a:rPr lang="fr-FR" sz="1100" dirty="0" err="1">
                          <a:solidFill>
                            <a:schemeClr val="tx1"/>
                          </a:solidFill>
                        </a:rPr>
                        <a:t>technoFixe</a:t>
                      </a:r>
                      <a:r>
                        <a:rPr lang="fr-FR" sz="1100" dirty="0">
                          <a:solidFill>
                            <a:schemeClr val="tx1"/>
                          </a:solidFill>
                        </a:rPr>
                        <a:t> = FTTH</a:t>
                      </a:r>
                    </a:p>
                  </a:txBody>
                  <a:tcPr/>
                </a:tc>
                <a:extLst>
                  <a:ext uri="{0D108BD9-81ED-4DB2-BD59-A6C34878D82A}">
                    <a16:rowId xmlns:a16="http://schemas.microsoft.com/office/drawing/2014/main" val="10002"/>
                  </a:ext>
                </a:extLst>
              </a:tr>
              <a:tr h="398669">
                <a:tc>
                  <a:txBody>
                    <a:bodyPr/>
                    <a:lstStyle/>
                    <a:p>
                      <a:r>
                        <a:rPr lang="fr-FR" sz="1100"/>
                        <a:t>ADSL</a:t>
                      </a:r>
                    </a:p>
                  </a:txBody>
                  <a:tcPr/>
                </a:tc>
                <a:tc>
                  <a:txBody>
                    <a:bodyPr/>
                    <a:lstStyle/>
                    <a:p>
                      <a:r>
                        <a:rPr lang="fr-FR" sz="1100"/>
                        <a:t>TECHNO = ADSL</a:t>
                      </a:r>
                    </a:p>
                  </a:txBody>
                  <a:tcPr/>
                </a:tc>
                <a:tc>
                  <a:txBody>
                    <a:bodyPr/>
                    <a:lstStyle/>
                    <a:p>
                      <a:r>
                        <a:rPr lang="fr-FR" sz="1100" dirty="0" err="1">
                          <a:solidFill>
                            <a:schemeClr val="tx1"/>
                          </a:solidFill>
                        </a:rPr>
                        <a:t>technoFixe</a:t>
                      </a:r>
                      <a:r>
                        <a:rPr lang="fr-FR" sz="1100" dirty="0">
                          <a:solidFill>
                            <a:schemeClr val="tx1"/>
                          </a:solidFill>
                        </a:rPr>
                        <a:t> = ADSL</a:t>
                      </a:r>
                    </a:p>
                  </a:txBody>
                  <a:tcPr/>
                </a:tc>
                <a:extLst>
                  <a:ext uri="{0D108BD9-81ED-4DB2-BD59-A6C34878D82A}">
                    <a16:rowId xmlns:a16="http://schemas.microsoft.com/office/drawing/2014/main" val="10003"/>
                  </a:ext>
                </a:extLst>
              </a:tr>
              <a:tr h="501281">
                <a:tc>
                  <a:txBody>
                    <a:bodyPr/>
                    <a:lstStyle/>
                    <a:p>
                      <a:r>
                        <a:rPr lang="fr-FR" sz="1100"/>
                        <a:t>ECOTEL</a:t>
                      </a:r>
                    </a:p>
                  </a:txBody>
                  <a:tcPr/>
                </a:tc>
                <a:tc>
                  <a:txBody>
                    <a:bodyPr/>
                    <a:lstStyle/>
                    <a:p>
                      <a:r>
                        <a:rPr lang="fr-FR" sz="1100"/>
                        <a:t>OFFRE_VOIX = ECOTEL</a:t>
                      </a:r>
                    </a:p>
                  </a:txBody>
                  <a:tcPr/>
                </a:tc>
                <a:tc>
                  <a:txBody>
                    <a:bodyPr/>
                    <a:lstStyle/>
                    <a:p>
                      <a:r>
                        <a:rPr lang="fr-FR" sz="1100" dirty="0">
                          <a:solidFill>
                            <a:schemeClr val="tx1"/>
                          </a:solidFill>
                        </a:rPr>
                        <a:t>VOIX</a:t>
                      </a:r>
                    </a:p>
                  </a:txBody>
                  <a:tcPr/>
                </a:tc>
                <a:extLst>
                  <a:ext uri="{0D108BD9-81ED-4DB2-BD59-A6C34878D82A}">
                    <a16:rowId xmlns:a16="http://schemas.microsoft.com/office/drawing/2014/main" val="10004"/>
                  </a:ext>
                </a:extLst>
              </a:tr>
              <a:tr h="668376">
                <a:tc>
                  <a:txBody>
                    <a:bodyPr/>
                    <a:lstStyle/>
                    <a:p>
                      <a:r>
                        <a:rPr lang="fr-FR" sz="1100"/>
                        <a:t>AUTRE</a:t>
                      </a:r>
                    </a:p>
                  </a:txBody>
                  <a:tcPr/>
                </a:tc>
                <a:tc>
                  <a:txBody>
                    <a:bodyPr/>
                    <a:lstStyle/>
                    <a:p>
                      <a:r>
                        <a:rPr lang="fr-FR" sz="1100"/>
                        <a:t>TECHNO = AUTRE (sauf ECOTEL)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err="1">
                          <a:solidFill>
                            <a:schemeClr val="tx1"/>
                          </a:solidFill>
                        </a:rPr>
                        <a:t>technoFixe</a:t>
                      </a:r>
                      <a:r>
                        <a:rPr lang="fr-FR" sz="1100" dirty="0">
                          <a:solidFill>
                            <a:schemeClr val="tx1"/>
                          </a:solidFill>
                        </a:rPr>
                        <a:t> != ADSL, FTTH et FTTB</a:t>
                      </a:r>
                    </a:p>
                    <a:p>
                      <a:endParaRPr lang="fr-FR" sz="1100" dirty="0">
                        <a:solidFill>
                          <a:schemeClr val="tx1"/>
                        </a:solidFill>
                      </a:endParaRPr>
                    </a:p>
                  </a:txBody>
                  <a:tcPr/>
                </a:tc>
                <a:extLst>
                  <a:ext uri="{0D108BD9-81ED-4DB2-BD59-A6C34878D82A}">
                    <a16:rowId xmlns:a16="http://schemas.microsoft.com/office/drawing/2014/main" val="10005"/>
                  </a:ext>
                </a:extLst>
              </a:tr>
              <a:tr h="668376">
                <a:tc>
                  <a:txBody>
                    <a:bodyPr/>
                    <a:lstStyle/>
                    <a:p>
                      <a:r>
                        <a:rPr lang="fr-FR" sz="1100"/>
                        <a:t>MIG_NC</a:t>
                      </a:r>
                    </a:p>
                  </a:txBody>
                  <a:tcPr/>
                </a:tc>
                <a:tc>
                  <a:txBody>
                    <a:bodyPr/>
                    <a:lstStyle/>
                    <a:p>
                      <a:r>
                        <a:rPr lang="fr-FR" sz="1100"/>
                        <a:t>CODE APPORTEUR = MIG_NC</a:t>
                      </a:r>
                    </a:p>
                  </a:txBody>
                  <a:tcPr/>
                </a:tc>
                <a:tc>
                  <a:txBody>
                    <a:bodyPr/>
                    <a:lstStyle/>
                    <a:p>
                      <a:endParaRPr lang="fr-FR" sz="1100" dirty="0"/>
                    </a:p>
                  </a:txBody>
                  <a:tcPr/>
                </a:tc>
                <a:extLst>
                  <a:ext uri="{0D108BD9-81ED-4DB2-BD59-A6C34878D82A}">
                    <a16:rowId xmlns:a16="http://schemas.microsoft.com/office/drawing/2014/main" val="10006"/>
                  </a:ext>
                </a:extLst>
              </a:tr>
            </a:tbl>
          </a:graphicData>
        </a:graphic>
      </p:graphicFrame>
      <p:sp>
        <p:nvSpPr>
          <p:cNvPr id="6" name="Espace réservé du texte 4">
            <a:extLst>
              <a:ext uri="{FF2B5EF4-FFF2-40B4-BE49-F238E27FC236}">
                <a16:creationId xmlns:a16="http://schemas.microsoft.com/office/drawing/2014/main" id="{8A49ADC2-A030-2F35-2A3D-A505C323DAB1}"/>
              </a:ext>
            </a:extLst>
          </p:cNvPr>
          <p:cNvSpPr txBox="1">
            <a:spLocks/>
          </p:cNvSpPr>
          <p:nvPr/>
        </p:nvSpPr>
        <p:spPr>
          <a:xfrm>
            <a:off x="43815" y="42863"/>
            <a:ext cx="2622550" cy="261937"/>
          </a:xfrm>
          <a:prstGeom prst="rect">
            <a:avLst/>
          </a:prstGeom>
        </p:spPr>
        <p:txBody>
          <a:bodyPr/>
          <a:lst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a:lstStyle>
          <a:p>
            <a:pPr marL="0" indent="0">
              <a:buNone/>
            </a:pPr>
            <a:r>
              <a:rPr lang="fr-F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rPr>
              <a:t>SVI FIXE</a:t>
            </a:r>
          </a:p>
        </p:txBody>
      </p:sp>
    </p:spTree>
    <p:extLst>
      <p:ext uri="{BB962C8B-B14F-4D97-AF65-F5344CB8AC3E}">
        <p14:creationId xmlns:p14="http://schemas.microsoft.com/office/powerpoint/2010/main" val="27691671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Connecteur en angle 18"/>
          <p:cNvCxnSpPr>
            <a:cxnSpLocks/>
            <a:stCxn id="116" idx="2"/>
            <a:endCxn id="103" idx="1"/>
          </p:cNvCxnSpPr>
          <p:nvPr/>
        </p:nvCxnSpPr>
        <p:spPr bwMode="auto">
          <a:xfrm rot="16200000" flipH="1">
            <a:off x="6202341" y="3323382"/>
            <a:ext cx="711838" cy="225971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en angle 16"/>
          <p:cNvCxnSpPr>
            <a:cxnSpLocks/>
            <a:stCxn id="116" idx="2"/>
            <a:endCxn id="101" idx="1"/>
          </p:cNvCxnSpPr>
          <p:nvPr/>
        </p:nvCxnSpPr>
        <p:spPr bwMode="auto">
          <a:xfrm rot="16200000" flipH="1">
            <a:off x="6354326" y="3171398"/>
            <a:ext cx="398650" cy="225049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en angle 14"/>
          <p:cNvCxnSpPr>
            <a:cxnSpLocks/>
            <a:stCxn id="116" idx="2"/>
            <a:endCxn id="99" idx="1"/>
          </p:cNvCxnSpPr>
          <p:nvPr/>
        </p:nvCxnSpPr>
        <p:spPr bwMode="auto">
          <a:xfrm rot="16200000" flipH="1">
            <a:off x="6512468" y="3013256"/>
            <a:ext cx="79588" cy="224771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 name="Titre 2"/>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INCIDENT DISSUASION ORIENTEE</a:t>
            </a:r>
          </a:p>
        </p:txBody>
      </p:sp>
      <p:sp>
        <p:nvSpPr>
          <p:cNvPr id="116" name="AutoShape 131"/>
          <p:cNvSpPr>
            <a:spLocks noChangeArrowheads="1"/>
          </p:cNvSpPr>
          <p:nvPr/>
        </p:nvSpPr>
        <p:spPr bwMode="auto">
          <a:xfrm>
            <a:off x="5139827" y="3764563"/>
            <a:ext cx="577151" cy="332758"/>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a:t>
            </a:r>
          </a:p>
        </p:txBody>
      </p:sp>
      <p:sp>
        <p:nvSpPr>
          <p:cNvPr id="119" name="AutoShape 142"/>
          <p:cNvSpPr>
            <a:spLocks noChangeArrowheads="1"/>
          </p:cNvSpPr>
          <p:nvPr/>
        </p:nvSpPr>
        <p:spPr bwMode="auto">
          <a:xfrm>
            <a:off x="7575768" y="5034673"/>
            <a:ext cx="104692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TRANSFRT</a:t>
            </a:r>
          </a:p>
          <a:p>
            <a:pPr algn="ctr" eaLnBrk="0" hangingPunct="0"/>
            <a:r>
              <a:rPr lang="fr-FR" sz="600"/>
              <a:t>FTT PREMIUM DO FTTB</a:t>
            </a:r>
          </a:p>
        </p:txBody>
      </p:sp>
      <p:cxnSp>
        <p:nvCxnSpPr>
          <p:cNvPr id="120" name="AutoShape 13"/>
          <p:cNvCxnSpPr>
            <a:cxnSpLocks noChangeShapeType="1"/>
            <a:stCxn id="121" idx="3"/>
            <a:endCxn id="119" idx="1"/>
          </p:cNvCxnSpPr>
          <p:nvPr/>
        </p:nvCxnSpPr>
        <p:spPr bwMode="auto">
          <a:xfrm flipV="1">
            <a:off x="7315837" y="5159768"/>
            <a:ext cx="259931" cy="6841"/>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1" name="AutoShape 43"/>
          <p:cNvSpPr>
            <a:spLocks noChangeArrowheads="1"/>
          </p:cNvSpPr>
          <p:nvPr/>
        </p:nvSpPr>
        <p:spPr bwMode="auto">
          <a:xfrm>
            <a:off x="5902894" y="5072426"/>
            <a:ext cx="1412943" cy="1883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10000_FTT_PREMIUM_DO_FTTB</a:t>
            </a:r>
          </a:p>
        </p:txBody>
      </p:sp>
      <p:sp>
        <p:nvSpPr>
          <p:cNvPr id="122" name="AutoShape 142"/>
          <p:cNvSpPr>
            <a:spLocks noChangeArrowheads="1"/>
          </p:cNvSpPr>
          <p:nvPr/>
        </p:nvSpPr>
        <p:spPr bwMode="auto">
          <a:xfrm>
            <a:off x="7660783" y="5440895"/>
            <a:ext cx="1036625"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FTTH</a:t>
            </a:r>
          </a:p>
        </p:txBody>
      </p:sp>
      <p:cxnSp>
        <p:nvCxnSpPr>
          <p:cNvPr id="123" name="AutoShape 13"/>
          <p:cNvCxnSpPr>
            <a:cxnSpLocks noChangeShapeType="1"/>
            <a:stCxn id="124" idx="3"/>
            <a:endCxn id="122" idx="1"/>
          </p:cNvCxnSpPr>
          <p:nvPr/>
        </p:nvCxnSpPr>
        <p:spPr bwMode="auto">
          <a:xfrm flipV="1">
            <a:off x="7374926" y="5565990"/>
            <a:ext cx="285857" cy="2017"/>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4" name="AutoShape 43"/>
          <p:cNvSpPr>
            <a:spLocks noChangeArrowheads="1"/>
          </p:cNvSpPr>
          <p:nvPr/>
        </p:nvSpPr>
        <p:spPr bwMode="auto">
          <a:xfrm>
            <a:off x="5922005" y="5478648"/>
            <a:ext cx="1452921" cy="17871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10000_FTT_PREMIUM_DO_FTTH</a:t>
            </a:r>
          </a:p>
        </p:txBody>
      </p:sp>
      <p:sp>
        <p:nvSpPr>
          <p:cNvPr id="125" name="AutoShape 142"/>
          <p:cNvSpPr>
            <a:spLocks noChangeArrowheads="1"/>
          </p:cNvSpPr>
          <p:nvPr/>
        </p:nvSpPr>
        <p:spPr bwMode="auto">
          <a:xfrm>
            <a:off x="7654170" y="5859447"/>
            <a:ext cx="103940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AUTRE</a:t>
            </a:r>
          </a:p>
        </p:txBody>
      </p:sp>
      <p:cxnSp>
        <p:nvCxnSpPr>
          <p:cNvPr id="126" name="AutoShape 13"/>
          <p:cNvCxnSpPr>
            <a:cxnSpLocks noChangeShapeType="1"/>
            <a:stCxn id="127" idx="3"/>
            <a:endCxn id="125" idx="1"/>
          </p:cNvCxnSpPr>
          <p:nvPr/>
        </p:nvCxnSpPr>
        <p:spPr bwMode="auto">
          <a:xfrm flipV="1">
            <a:off x="7362802" y="5984542"/>
            <a:ext cx="291368" cy="3660"/>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7" name="AutoShape 43"/>
          <p:cNvSpPr>
            <a:spLocks noChangeArrowheads="1"/>
          </p:cNvSpPr>
          <p:nvPr/>
        </p:nvSpPr>
        <p:spPr bwMode="auto">
          <a:xfrm>
            <a:off x="5906525" y="5897201"/>
            <a:ext cx="1456277" cy="18200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10000_FTT_PREMIUM_DO_AUTRE</a:t>
            </a:r>
          </a:p>
        </p:txBody>
      </p:sp>
      <p:cxnSp>
        <p:nvCxnSpPr>
          <p:cNvPr id="128" name="Connecteur en angle 127"/>
          <p:cNvCxnSpPr>
            <a:cxnSpLocks/>
            <a:stCxn id="116" idx="2"/>
            <a:endCxn id="121" idx="1"/>
          </p:cNvCxnSpPr>
          <p:nvPr/>
        </p:nvCxnSpPr>
        <p:spPr bwMode="auto">
          <a:xfrm rot="16200000" flipH="1">
            <a:off x="5131004" y="4394719"/>
            <a:ext cx="1069288" cy="47449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Connecteur en angle 129"/>
          <p:cNvCxnSpPr>
            <a:cxnSpLocks/>
            <a:stCxn id="116" idx="2"/>
            <a:endCxn id="124" idx="1"/>
          </p:cNvCxnSpPr>
          <p:nvPr/>
        </p:nvCxnSpPr>
        <p:spPr bwMode="auto">
          <a:xfrm rot="16200000" flipH="1">
            <a:off x="4939861" y="4585863"/>
            <a:ext cx="1470686" cy="49360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Connecteur en angle 130"/>
          <p:cNvCxnSpPr>
            <a:cxnSpLocks/>
            <a:stCxn id="116" idx="2"/>
            <a:endCxn id="127" idx="1"/>
          </p:cNvCxnSpPr>
          <p:nvPr/>
        </p:nvCxnSpPr>
        <p:spPr bwMode="auto">
          <a:xfrm rot="16200000" flipH="1">
            <a:off x="4722024" y="4803700"/>
            <a:ext cx="1890881" cy="47812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131"/>
          <p:cNvSpPr>
            <a:spLocks noChangeArrowheads="1"/>
          </p:cNvSpPr>
          <p:nvPr/>
        </p:nvSpPr>
        <p:spPr bwMode="auto">
          <a:xfrm>
            <a:off x="1907661" y="6132697"/>
            <a:ext cx="619460" cy="532366"/>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800"/>
              <a:t>Type </a:t>
            </a:r>
          </a:p>
          <a:p>
            <a:pPr algn="ctr" eaLnBrk="0" hangingPunct="0"/>
            <a:r>
              <a:rPr lang="fr-FR" sz="800"/>
              <a:t>Client ?</a:t>
            </a:r>
          </a:p>
        </p:txBody>
      </p:sp>
      <p:sp>
        <p:nvSpPr>
          <p:cNvPr id="133" name="AutoShape 142"/>
          <p:cNvSpPr>
            <a:spLocks noChangeArrowheads="1"/>
          </p:cNvSpPr>
          <p:nvPr/>
        </p:nvSpPr>
        <p:spPr bwMode="auto">
          <a:xfrm>
            <a:off x="3931773" y="6604831"/>
            <a:ext cx="986787" cy="191714"/>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br>
              <a:rPr lang="fr-FR" sz="600"/>
            </a:br>
            <a:r>
              <a:rPr lang="fr-FR" sz="600"/>
              <a:t>FTT DO AUTRE</a:t>
            </a:r>
            <a:endParaRPr lang="fr-FR" sz="600" i="1"/>
          </a:p>
        </p:txBody>
      </p:sp>
      <p:sp>
        <p:nvSpPr>
          <p:cNvPr id="134" name="AutoShape 208"/>
          <p:cNvSpPr>
            <a:spLocks noChangeArrowheads="1"/>
          </p:cNvSpPr>
          <p:nvPr/>
        </p:nvSpPr>
        <p:spPr bwMode="auto">
          <a:xfrm>
            <a:off x="2763059" y="6631472"/>
            <a:ext cx="911834" cy="9845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14000_FTT_DO_AUTRE</a:t>
            </a:r>
          </a:p>
        </p:txBody>
      </p:sp>
      <p:cxnSp>
        <p:nvCxnSpPr>
          <p:cNvPr id="135" name="Connecteur en angle 134"/>
          <p:cNvCxnSpPr>
            <a:cxnSpLocks/>
            <a:stCxn id="132" idx="3"/>
            <a:endCxn id="134" idx="1"/>
          </p:cNvCxnSpPr>
          <p:nvPr/>
        </p:nvCxnSpPr>
        <p:spPr bwMode="auto">
          <a:xfrm>
            <a:off x="2527121" y="6398880"/>
            <a:ext cx="235938" cy="28181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132"/>
          <p:cNvCxnSpPr>
            <a:cxnSpLocks noChangeShapeType="1"/>
            <a:stCxn id="134" idx="3"/>
            <a:endCxn id="133" idx="1"/>
          </p:cNvCxnSpPr>
          <p:nvPr/>
        </p:nvCxnSpPr>
        <p:spPr bwMode="auto">
          <a:xfrm>
            <a:off x="3674893" y="6680699"/>
            <a:ext cx="256880" cy="1998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AutoShape 208"/>
          <p:cNvSpPr>
            <a:spLocks noChangeArrowheads="1"/>
          </p:cNvSpPr>
          <p:nvPr/>
        </p:nvSpPr>
        <p:spPr bwMode="auto">
          <a:xfrm>
            <a:off x="2763059" y="6321506"/>
            <a:ext cx="911833" cy="13913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14000_FTT_DO_FTTB</a:t>
            </a:r>
          </a:p>
        </p:txBody>
      </p:sp>
      <p:cxnSp>
        <p:nvCxnSpPr>
          <p:cNvPr id="139" name="Connecteur en angle 138"/>
          <p:cNvCxnSpPr>
            <a:cxnSpLocks/>
            <a:stCxn id="132" idx="3"/>
            <a:endCxn id="137" idx="1"/>
          </p:cNvCxnSpPr>
          <p:nvPr/>
        </p:nvCxnSpPr>
        <p:spPr bwMode="auto">
          <a:xfrm flipV="1">
            <a:off x="2527121" y="6391072"/>
            <a:ext cx="235938" cy="780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132"/>
          <p:cNvCxnSpPr>
            <a:cxnSpLocks noChangeShapeType="1"/>
            <a:stCxn id="137" idx="3"/>
            <a:endCxn id="148" idx="1"/>
          </p:cNvCxnSpPr>
          <p:nvPr/>
        </p:nvCxnSpPr>
        <p:spPr bwMode="auto">
          <a:xfrm>
            <a:off x="3674892" y="6391072"/>
            <a:ext cx="263695" cy="537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132"/>
          <p:cNvCxnSpPr>
            <a:cxnSpLocks noChangeShapeType="1"/>
            <a:stCxn id="144" idx="3"/>
            <a:endCxn id="146" idx="1"/>
          </p:cNvCxnSpPr>
          <p:nvPr/>
        </p:nvCxnSpPr>
        <p:spPr bwMode="auto">
          <a:xfrm flipV="1">
            <a:off x="3686278" y="6088307"/>
            <a:ext cx="256879" cy="1163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AutoShape 208"/>
          <p:cNvSpPr>
            <a:spLocks noChangeArrowheads="1"/>
          </p:cNvSpPr>
          <p:nvPr/>
        </p:nvSpPr>
        <p:spPr bwMode="auto">
          <a:xfrm>
            <a:off x="2763060" y="6030372"/>
            <a:ext cx="923218" cy="13913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14000_FTT_DO_FTTH</a:t>
            </a:r>
          </a:p>
        </p:txBody>
      </p:sp>
      <p:cxnSp>
        <p:nvCxnSpPr>
          <p:cNvPr id="145" name="Connecteur en angle 144"/>
          <p:cNvCxnSpPr>
            <a:cxnSpLocks/>
            <a:stCxn id="132" idx="3"/>
            <a:endCxn id="144" idx="1"/>
          </p:cNvCxnSpPr>
          <p:nvPr/>
        </p:nvCxnSpPr>
        <p:spPr bwMode="auto">
          <a:xfrm flipV="1">
            <a:off x="2527121" y="6099938"/>
            <a:ext cx="235939" cy="298942"/>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AutoShape 142"/>
          <p:cNvSpPr>
            <a:spLocks noChangeArrowheads="1"/>
          </p:cNvSpPr>
          <p:nvPr/>
        </p:nvSpPr>
        <p:spPr bwMode="auto">
          <a:xfrm>
            <a:off x="3943157" y="5980603"/>
            <a:ext cx="986788" cy="21540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br>
              <a:rPr lang="fr-FR" sz="600"/>
            </a:br>
            <a:r>
              <a:rPr lang="fr-FR" sz="600"/>
              <a:t>FTT DO FTTH</a:t>
            </a:r>
            <a:endParaRPr lang="fr-FR" sz="600" i="1"/>
          </a:p>
        </p:txBody>
      </p:sp>
      <p:sp>
        <p:nvSpPr>
          <p:cNvPr id="148" name="AutoShape 142"/>
          <p:cNvSpPr>
            <a:spLocks noChangeArrowheads="1"/>
          </p:cNvSpPr>
          <p:nvPr/>
        </p:nvSpPr>
        <p:spPr bwMode="auto">
          <a:xfrm>
            <a:off x="3938587" y="6284515"/>
            <a:ext cx="973158" cy="22386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a:t>FTT DO FTTB</a:t>
            </a:r>
          </a:p>
        </p:txBody>
      </p:sp>
      <p:sp>
        <p:nvSpPr>
          <p:cNvPr id="149" name="AutoShape 239"/>
          <p:cNvSpPr>
            <a:spLocks noChangeArrowheads="1"/>
          </p:cNvSpPr>
          <p:nvPr/>
        </p:nvSpPr>
        <p:spPr bwMode="auto">
          <a:xfrm>
            <a:off x="2112758" y="2103475"/>
            <a:ext cx="734046" cy="383244"/>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FFFFFF"/>
                </a:solidFill>
              </a:rPr>
              <a:t>PREMIUM</a:t>
            </a:r>
          </a:p>
        </p:txBody>
      </p:sp>
      <p:sp>
        <p:nvSpPr>
          <p:cNvPr id="150" name="Text Box 157"/>
          <p:cNvSpPr txBox="1">
            <a:spLocks noChangeArrowheads="1"/>
          </p:cNvSpPr>
          <p:nvPr/>
        </p:nvSpPr>
        <p:spPr bwMode="auto">
          <a:xfrm>
            <a:off x="1756181" y="2118546"/>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NON</a:t>
            </a:r>
          </a:p>
        </p:txBody>
      </p:sp>
      <p:sp>
        <p:nvSpPr>
          <p:cNvPr id="151" name="Text Box 157"/>
          <p:cNvSpPr txBox="1">
            <a:spLocks noChangeArrowheads="1"/>
          </p:cNvSpPr>
          <p:nvPr/>
        </p:nvSpPr>
        <p:spPr bwMode="auto">
          <a:xfrm>
            <a:off x="2765967" y="2151032"/>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OUI</a:t>
            </a:r>
          </a:p>
        </p:txBody>
      </p:sp>
      <p:sp>
        <p:nvSpPr>
          <p:cNvPr id="153" name="AutoShape 87">
            <a:hlinkClick r:id="rId3" action="ppaction://hlinksldjump"/>
          </p:cNvPr>
          <p:cNvSpPr>
            <a:spLocks noChangeArrowheads="1"/>
          </p:cNvSpPr>
          <p:nvPr/>
        </p:nvSpPr>
        <p:spPr bwMode="auto">
          <a:xfrm rot="10800000">
            <a:off x="6310335" y="3243432"/>
            <a:ext cx="801330" cy="263506"/>
          </a:xfrm>
          <a:prstGeom prst="upArrowCallout">
            <a:avLst>
              <a:gd name="adj1" fmla="val 56438"/>
              <a:gd name="adj2" fmla="val 56438"/>
              <a:gd name="adj3" fmla="val 16667"/>
              <a:gd name="adj4" fmla="val 66667"/>
            </a:avLst>
          </a:prstGeom>
          <a:solidFill>
            <a:srgbClr val="00B050"/>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MODE CONTINU</a:t>
            </a:r>
          </a:p>
        </p:txBody>
      </p:sp>
      <p:grpSp>
        <p:nvGrpSpPr>
          <p:cNvPr id="155" name="Groupe 154"/>
          <p:cNvGrpSpPr/>
          <p:nvPr/>
        </p:nvGrpSpPr>
        <p:grpSpPr>
          <a:xfrm>
            <a:off x="5028924" y="2488760"/>
            <a:ext cx="701616" cy="559665"/>
            <a:chOff x="3575019" y="1519510"/>
            <a:chExt cx="701616" cy="559665"/>
          </a:xfrm>
        </p:grpSpPr>
        <p:sp>
          <p:nvSpPr>
            <p:cNvPr id="156" name="AutoShape 155"/>
            <p:cNvSpPr>
              <a:spLocks noChangeArrowheads="1"/>
            </p:cNvSpPr>
            <p:nvPr/>
          </p:nvSpPr>
          <p:spPr bwMode="auto">
            <a:xfrm>
              <a:off x="3646550" y="1519510"/>
              <a:ext cx="630085" cy="436235"/>
            </a:xfrm>
            <a:prstGeom prst="diamond">
              <a:avLst/>
            </a:prstGeom>
            <a:solidFill>
              <a:srgbClr val="3333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fr-FR" sz="600">
                  <a:solidFill>
                    <a:schemeClr val="bg1"/>
                  </a:solidFill>
                  <a:latin typeface="+mj-lt"/>
                  <a:ea typeface="+mn-ea"/>
                </a:rPr>
                <a:t>MODE</a:t>
              </a:r>
            </a:p>
            <a:p>
              <a:pPr algn="ctr">
                <a:defRPr/>
              </a:pPr>
              <a:r>
                <a:rPr lang="fr-FR" sz="600">
                  <a:solidFill>
                    <a:schemeClr val="bg1"/>
                  </a:solidFill>
                  <a:latin typeface="+mj-lt"/>
                  <a:ea typeface="+mn-ea"/>
                </a:rPr>
                <a:t>CONTINU </a:t>
              </a:r>
            </a:p>
            <a:p>
              <a:pPr algn="ctr">
                <a:defRPr/>
              </a:pPr>
              <a:r>
                <a:rPr lang="fr-FR" sz="600">
                  <a:solidFill>
                    <a:schemeClr val="bg1"/>
                  </a:solidFill>
                  <a:latin typeface="+mj-lt"/>
                  <a:ea typeface="+mn-ea"/>
                </a:rPr>
                <a:t>TECH</a:t>
              </a:r>
            </a:p>
          </p:txBody>
        </p:sp>
        <p:sp>
          <p:nvSpPr>
            <p:cNvPr id="157" name="Text Box 156"/>
            <p:cNvSpPr txBox="1">
              <a:spLocks noChangeArrowheads="1"/>
            </p:cNvSpPr>
            <p:nvPr/>
          </p:nvSpPr>
          <p:spPr bwMode="auto">
            <a:xfrm>
              <a:off x="3575019" y="1894079"/>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grpSp>
      <p:sp>
        <p:nvSpPr>
          <p:cNvPr id="159" name="AutoShape 208"/>
          <p:cNvSpPr>
            <a:spLocks noChangeArrowheads="1"/>
          </p:cNvSpPr>
          <p:nvPr/>
        </p:nvSpPr>
        <p:spPr bwMode="auto">
          <a:xfrm>
            <a:off x="6086054" y="2758755"/>
            <a:ext cx="1254749" cy="1633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10000_MC_DO_ PREMIUM_OK</a:t>
            </a:r>
          </a:p>
        </p:txBody>
      </p:sp>
      <p:sp>
        <p:nvSpPr>
          <p:cNvPr id="161" name="AutoShape 208"/>
          <p:cNvSpPr>
            <a:spLocks noChangeArrowheads="1"/>
          </p:cNvSpPr>
          <p:nvPr/>
        </p:nvSpPr>
        <p:spPr bwMode="auto">
          <a:xfrm>
            <a:off x="4820942" y="3039696"/>
            <a:ext cx="1202016" cy="2104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10000_MC_DO_PREMIUM_NOK</a:t>
            </a:r>
          </a:p>
        </p:txBody>
      </p:sp>
      <p:cxnSp>
        <p:nvCxnSpPr>
          <p:cNvPr id="162" name="Connecteur en angle 161"/>
          <p:cNvCxnSpPr>
            <a:cxnSpLocks/>
            <a:stCxn id="153" idx="0"/>
            <a:endCxn id="170" idx="3"/>
          </p:cNvCxnSpPr>
          <p:nvPr/>
        </p:nvCxnSpPr>
        <p:spPr bwMode="auto">
          <a:xfrm rot="5400000">
            <a:off x="6363969" y="3185841"/>
            <a:ext cx="25935" cy="66812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Connecteur droit avec flèche 162"/>
          <p:cNvCxnSpPr>
            <a:cxnSpLocks/>
            <a:stCxn id="161" idx="2"/>
            <a:endCxn id="170" idx="0"/>
          </p:cNvCxnSpPr>
          <p:nvPr/>
        </p:nvCxnSpPr>
        <p:spPr bwMode="auto">
          <a:xfrm flipH="1">
            <a:off x="5415498" y="3250138"/>
            <a:ext cx="6452" cy="18862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AutoShape 87">
            <a:hlinkClick r:id="rId3" action="ppaction://hlinksldjump"/>
          </p:cNvPr>
          <p:cNvSpPr>
            <a:spLocks noChangeArrowheads="1"/>
          </p:cNvSpPr>
          <p:nvPr/>
        </p:nvSpPr>
        <p:spPr bwMode="auto">
          <a:xfrm rot="10800000">
            <a:off x="157922" y="3369587"/>
            <a:ext cx="801330" cy="319967"/>
          </a:xfrm>
          <a:prstGeom prst="upArrowCallout">
            <a:avLst>
              <a:gd name="adj1" fmla="val 56438"/>
              <a:gd name="adj2" fmla="val 56438"/>
              <a:gd name="adj3" fmla="val 16667"/>
              <a:gd name="adj4" fmla="val 66667"/>
            </a:avLst>
          </a:prstGeom>
          <a:solidFill>
            <a:srgbClr val="00B050"/>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solidFill>
                  <a:srgbClr val="000000"/>
                </a:solidFill>
                <a:ea typeface="ＭＳ Ｐゴシック" charset="0"/>
              </a:rPr>
              <a:t>MODE CONTINU</a:t>
            </a:r>
          </a:p>
        </p:txBody>
      </p:sp>
      <p:grpSp>
        <p:nvGrpSpPr>
          <p:cNvPr id="166" name="Group 8"/>
          <p:cNvGrpSpPr>
            <a:grpSpLocks/>
          </p:cNvGrpSpPr>
          <p:nvPr/>
        </p:nvGrpSpPr>
        <p:grpSpPr bwMode="auto">
          <a:xfrm rot="21233081">
            <a:off x="2350954" y="2576252"/>
            <a:ext cx="523239" cy="223821"/>
            <a:chOff x="1920" y="715"/>
            <a:chExt cx="270" cy="139"/>
          </a:xfrm>
        </p:grpSpPr>
        <p:sp>
          <p:nvSpPr>
            <p:cNvPr id="167"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168"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sp>
        <p:nvSpPr>
          <p:cNvPr id="169" name="AutoShape 73"/>
          <p:cNvSpPr>
            <a:spLocks noChangeArrowheads="1"/>
          </p:cNvSpPr>
          <p:nvPr/>
        </p:nvSpPr>
        <p:spPr bwMode="auto">
          <a:xfrm>
            <a:off x="1449495" y="2651978"/>
            <a:ext cx="854931" cy="376988"/>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MODE CONTINU TECH</a:t>
            </a:r>
          </a:p>
        </p:txBody>
      </p:sp>
      <p:sp>
        <p:nvSpPr>
          <p:cNvPr id="171" name="AutoShape 208"/>
          <p:cNvSpPr>
            <a:spLocks noChangeArrowheads="1"/>
          </p:cNvSpPr>
          <p:nvPr/>
        </p:nvSpPr>
        <p:spPr bwMode="auto">
          <a:xfrm>
            <a:off x="171984" y="2767895"/>
            <a:ext cx="771370"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10041_MC_DO_OK</a:t>
            </a:r>
          </a:p>
        </p:txBody>
      </p:sp>
      <p:sp>
        <p:nvSpPr>
          <p:cNvPr id="172" name="Text Box 157"/>
          <p:cNvSpPr txBox="1">
            <a:spLocks noChangeArrowheads="1"/>
          </p:cNvSpPr>
          <p:nvPr/>
        </p:nvSpPr>
        <p:spPr bwMode="auto">
          <a:xfrm>
            <a:off x="1324073" y="262235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73" name="Text Box 157"/>
          <p:cNvSpPr txBox="1">
            <a:spLocks noChangeArrowheads="1"/>
          </p:cNvSpPr>
          <p:nvPr/>
        </p:nvSpPr>
        <p:spPr bwMode="auto">
          <a:xfrm>
            <a:off x="1925176" y="308409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NON</a:t>
            </a:r>
          </a:p>
        </p:txBody>
      </p:sp>
      <p:cxnSp>
        <p:nvCxnSpPr>
          <p:cNvPr id="174" name="Connecteur en angle 173"/>
          <p:cNvCxnSpPr>
            <a:stCxn id="149" idx="1"/>
            <a:endCxn id="169" idx="0"/>
          </p:cNvCxnSpPr>
          <p:nvPr/>
        </p:nvCxnSpPr>
        <p:spPr bwMode="auto">
          <a:xfrm rot="10800000" flipV="1">
            <a:off x="1876962" y="2295096"/>
            <a:ext cx="235797" cy="35688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Connecteur droit avec flèche 174"/>
          <p:cNvCxnSpPr>
            <a:stCxn id="156" idx="2"/>
            <a:endCxn id="161" idx="0"/>
          </p:cNvCxnSpPr>
          <p:nvPr/>
        </p:nvCxnSpPr>
        <p:spPr bwMode="auto">
          <a:xfrm>
            <a:off x="5415498" y="2924995"/>
            <a:ext cx="6452" cy="11470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6" name="Group 8"/>
          <p:cNvGrpSpPr>
            <a:grpSpLocks/>
          </p:cNvGrpSpPr>
          <p:nvPr/>
        </p:nvGrpSpPr>
        <p:grpSpPr bwMode="auto">
          <a:xfrm rot="21382281">
            <a:off x="4213087" y="2449708"/>
            <a:ext cx="682252" cy="225493"/>
            <a:chOff x="1920" y="715"/>
            <a:chExt cx="270" cy="139"/>
          </a:xfrm>
        </p:grpSpPr>
        <p:sp>
          <p:nvSpPr>
            <p:cNvPr id="177" name="AutoShape 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sp>
          <p:nvSpPr>
            <p:cNvPr id="178" name="AutoShape 10"/>
            <p:cNvSpPr>
              <a:spLocks noChangeArrowheads="1"/>
            </p:cNvSpPr>
            <p:nvPr/>
          </p:nvSpPr>
          <p:spPr bwMode="auto">
            <a:xfrm rot="5400000">
              <a:off x="2032" y="695"/>
              <a:ext cx="65" cy="252"/>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solidFill>
                  <a:srgbClr val="000000"/>
                </a:solidFill>
                <a:ea typeface="ＭＳ Ｐゴシック" charset="0"/>
              </a:endParaRPr>
            </a:p>
          </p:txBody>
        </p:sp>
      </p:grpSp>
      <p:cxnSp>
        <p:nvCxnSpPr>
          <p:cNvPr id="179" name="Connecteur en angle 178"/>
          <p:cNvCxnSpPr>
            <a:stCxn id="149" idx="3"/>
            <a:endCxn id="156" idx="0"/>
          </p:cNvCxnSpPr>
          <p:nvPr/>
        </p:nvCxnSpPr>
        <p:spPr bwMode="auto">
          <a:xfrm>
            <a:off x="2846804" y="2295097"/>
            <a:ext cx="2568694" cy="19366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Connecteur droit avec flèche 179"/>
          <p:cNvCxnSpPr>
            <a:cxnSpLocks/>
            <a:stCxn id="169" idx="2"/>
            <a:endCxn id="181" idx="0"/>
          </p:cNvCxnSpPr>
          <p:nvPr/>
        </p:nvCxnSpPr>
        <p:spPr bwMode="auto">
          <a:xfrm>
            <a:off x="1876961" y="3028966"/>
            <a:ext cx="1" cy="49406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AutoShape 208"/>
          <p:cNvSpPr>
            <a:spLocks noChangeArrowheads="1"/>
          </p:cNvSpPr>
          <p:nvPr/>
        </p:nvSpPr>
        <p:spPr bwMode="auto">
          <a:xfrm>
            <a:off x="1413402" y="3523030"/>
            <a:ext cx="927119" cy="14484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10000_MC_DO_NOK</a:t>
            </a:r>
          </a:p>
        </p:txBody>
      </p:sp>
      <p:sp>
        <p:nvSpPr>
          <p:cNvPr id="185" name="AutoShape 87">
            <a:hlinkClick r:id="rId4" action="ppaction://hlinksldjump"/>
          </p:cNvPr>
          <p:cNvSpPr>
            <a:spLocks noChangeArrowheads="1"/>
          </p:cNvSpPr>
          <p:nvPr/>
        </p:nvSpPr>
        <p:spPr bwMode="auto">
          <a:xfrm rot="10800000">
            <a:off x="583506" y="534712"/>
            <a:ext cx="747963" cy="354235"/>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ea typeface="ＭＳ Ｐゴシック" charset="0"/>
              </a:rPr>
              <a:t>INCIDENT</a:t>
            </a:r>
          </a:p>
        </p:txBody>
      </p:sp>
      <p:sp>
        <p:nvSpPr>
          <p:cNvPr id="88" name="AutoShape 113"/>
          <p:cNvSpPr>
            <a:spLocks noChangeArrowheads="1"/>
          </p:cNvSpPr>
          <p:nvPr/>
        </p:nvSpPr>
        <p:spPr bwMode="auto">
          <a:xfrm>
            <a:off x="2957364" y="2421360"/>
            <a:ext cx="929726" cy="583936"/>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err="1">
                <a:solidFill>
                  <a:srgbClr val="000000"/>
                </a:solidFill>
                <a:ea typeface="ＭＳ Ｐゴシック" charset="0"/>
              </a:rPr>
              <a:t>SVI_HLI_ST_Ouvert</a:t>
            </a:r>
            <a:r>
              <a:rPr lang="fr-FR" sz="600">
                <a:solidFill>
                  <a:srgbClr val="000000"/>
                </a:solidFill>
                <a:ea typeface="ＭＳ Ｐゴシック" charset="0"/>
              </a:rPr>
              <a:t>_</a:t>
            </a:r>
          </a:p>
          <a:p>
            <a:pPr algn="ctr" eaLnBrk="0" hangingPunct="0">
              <a:defRPr/>
            </a:pPr>
            <a:r>
              <a:rPr lang="fr-FR" sz="600" err="1">
                <a:solidFill>
                  <a:srgbClr val="000000"/>
                </a:solidFill>
                <a:ea typeface="ＭＳ Ｐゴシック" charset="0"/>
              </a:rPr>
              <a:t>ou_En_cours</a:t>
            </a:r>
            <a:endParaRPr lang="fr-FR" sz="600">
              <a:solidFill>
                <a:srgbClr val="000000"/>
              </a:solidFill>
              <a:ea typeface="ＭＳ Ｐゴシック" charset="0"/>
            </a:endParaRPr>
          </a:p>
          <a:p>
            <a:pPr algn="ctr" eaLnBrk="0" hangingPunct="0">
              <a:defRPr/>
            </a:pPr>
            <a:r>
              <a:rPr lang="fr-FR" sz="600">
                <a:solidFill>
                  <a:srgbClr val="000000"/>
                </a:solidFill>
                <a:ea typeface="ＭＳ Ｐゴシック" charset="0"/>
              </a:rPr>
              <a:t>+  WS Mode continu</a:t>
            </a:r>
          </a:p>
          <a:p>
            <a:pPr algn="ctr" eaLnBrk="0" hangingPunct="0">
              <a:defRPr/>
            </a:pPr>
            <a:r>
              <a:rPr lang="fr-FR" sz="600">
                <a:solidFill>
                  <a:srgbClr val="000000"/>
                </a:solidFill>
                <a:ea typeface="ＭＳ Ｐゴシック" charset="0"/>
              </a:rPr>
              <a:t>(PF_SVI_TECH)</a:t>
            </a:r>
          </a:p>
        </p:txBody>
      </p:sp>
      <p:sp>
        <p:nvSpPr>
          <p:cNvPr id="99" name="AutoShape 142"/>
          <p:cNvSpPr>
            <a:spLocks noChangeArrowheads="1"/>
          </p:cNvSpPr>
          <p:nvPr/>
        </p:nvSpPr>
        <p:spPr bwMode="auto">
          <a:xfrm>
            <a:off x="7676121" y="4051814"/>
            <a:ext cx="1128760"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TRANSFRT</a:t>
            </a:r>
          </a:p>
          <a:p>
            <a:pPr algn="ctr" eaLnBrk="0" hangingPunct="0"/>
            <a:r>
              <a:rPr lang="fr-FR" sz="600"/>
              <a:t>FTT PREMIUM DO FTTB FIDE</a:t>
            </a:r>
          </a:p>
        </p:txBody>
      </p:sp>
      <p:sp>
        <p:nvSpPr>
          <p:cNvPr id="100" name="AutoShape 43"/>
          <p:cNvSpPr>
            <a:spLocks noChangeArrowheads="1"/>
          </p:cNvSpPr>
          <p:nvPr/>
        </p:nvSpPr>
        <p:spPr bwMode="auto">
          <a:xfrm>
            <a:off x="5940121" y="4089567"/>
            <a:ext cx="1476069" cy="1883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10000_FTT_PREMIUM_DO_FTTB_FIDE</a:t>
            </a:r>
          </a:p>
        </p:txBody>
      </p:sp>
      <p:sp>
        <p:nvSpPr>
          <p:cNvPr id="101" name="AutoShape 142"/>
          <p:cNvSpPr>
            <a:spLocks noChangeArrowheads="1"/>
          </p:cNvSpPr>
          <p:nvPr/>
        </p:nvSpPr>
        <p:spPr bwMode="auto">
          <a:xfrm>
            <a:off x="7678899" y="4370876"/>
            <a:ext cx="112598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FTTH FIDE</a:t>
            </a:r>
          </a:p>
        </p:txBody>
      </p:sp>
      <p:sp>
        <p:nvSpPr>
          <p:cNvPr id="102" name="AutoShape 43"/>
          <p:cNvSpPr>
            <a:spLocks noChangeArrowheads="1"/>
          </p:cNvSpPr>
          <p:nvPr/>
        </p:nvSpPr>
        <p:spPr bwMode="auto">
          <a:xfrm>
            <a:off x="5940121" y="4408629"/>
            <a:ext cx="1452921" cy="17871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10000_FTT_PREMIUM_DO_FTTH_FIDE</a:t>
            </a:r>
          </a:p>
        </p:txBody>
      </p:sp>
      <p:sp>
        <p:nvSpPr>
          <p:cNvPr id="103" name="AutoShape 142"/>
          <p:cNvSpPr>
            <a:spLocks noChangeArrowheads="1"/>
          </p:cNvSpPr>
          <p:nvPr/>
        </p:nvSpPr>
        <p:spPr bwMode="auto">
          <a:xfrm>
            <a:off x="7688118" y="4684064"/>
            <a:ext cx="120517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AUTRE FIDE</a:t>
            </a:r>
          </a:p>
        </p:txBody>
      </p:sp>
      <p:sp>
        <p:nvSpPr>
          <p:cNvPr id="104" name="AutoShape 43"/>
          <p:cNvSpPr>
            <a:spLocks noChangeArrowheads="1"/>
          </p:cNvSpPr>
          <p:nvPr/>
        </p:nvSpPr>
        <p:spPr bwMode="auto">
          <a:xfrm>
            <a:off x="5848599" y="4718043"/>
            <a:ext cx="1548152" cy="185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10000_FTT_PREMIUM_DO_AUTRE_FIDE</a:t>
            </a:r>
          </a:p>
        </p:txBody>
      </p:sp>
      <p:sp>
        <p:nvSpPr>
          <p:cNvPr id="96" name="AutoShape 73"/>
          <p:cNvSpPr>
            <a:spLocks noChangeArrowheads="1"/>
          </p:cNvSpPr>
          <p:nvPr/>
        </p:nvSpPr>
        <p:spPr bwMode="auto">
          <a:xfrm>
            <a:off x="600194" y="1050576"/>
            <a:ext cx="702753"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sp>
        <p:nvSpPr>
          <p:cNvPr id="98" name="AutoShape 14"/>
          <p:cNvSpPr>
            <a:spLocks noChangeArrowheads="1"/>
          </p:cNvSpPr>
          <p:nvPr/>
        </p:nvSpPr>
        <p:spPr bwMode="auto">
          <a:xfrm>
            <a:off x="73401" y="1694049"/>
            <a:ext cx="950560" cy="17598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10000_IDO_ TECH _HNO</a:t>
            </a:r>
          </a:p>
        </p:txBody>
      </p:sp>
      <p:cxnSp>
        <p:nvCxnSpPr>
          <p:cNvPr id="105" name="Connecteur droit 104"/>
          <p:cNvCxnSpPr>
            <a:cxnSpLocks/>
            <a:stCxn id="98" idx="2"/>
            <a:endCxn id="106" idx="2"/>
          </p:cNvCxnSpPr>
          <p:nvPr/>
        </p:nvCxnSpPr>
        <p:spPr bwMode="auto">
          <a:xfrm>
            <a:off x="548681" y="1870033"/>
            <a:ext cx="1182" cy="170208"/>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1">
            <a:hlinkClick r:id="rId5" action="ppaction://hlinksldjump"/>
          </p:cNvPr>
          <p:cNvSpPr>
            <a:spLocks noChangeArrowheads="1"/>
          </p:cNvSpPr>
          <p:nvPr/>
        </p:nvSpPr>
        <p:spPr bwMode="auto">
          <a:xfrm rot="10800000">
            <a:off x="252622" y="2040241"/>
            <a:ext cx="594482" cy="27038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cxnSp>
        <p:nvCxnSpPr>
          <p:cNvPr id="107" name="Connecteur en angle 106"/>
          <p:cNvCxnSpPr>
            <a:cxnSpLocks/>
            <a:stCxn id="96" idx="1"/>
            <a:endCxn id="98" idx="0"/>
          </p:cNvCxnSpPr>
          <p:nvPr/>
        </p:nvCxnSpPr>
        <p:spPr bwMode="auto">
          <a:xfrm rot="10800000" flipV="1">
            <a:off x="548682" y="1242383"/>
            <a:ext cx="51513" cy="45166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ZoneTexte 151"/>
          <p:cNvSpPr txBox="1"/>
          <p:nvPr/>
        </p:nvSpPr>
        <p:spPr>
          <a:xfrm rot="16200000">
            <a:off x="8337956" y="5912607"/>
            <a:ext cx="1337226" cy="184666"/>
          </a:xfrm>
          <a:prstGeom prst="rect">
            <a:avLst/>
          </a:prstGeom>
          <a:noFill/>
        </p:spPr>
        <p:txBody>
          <a:bodyPr wrap="none" rtlCol="0">
            <a:spAutoFit/>
          </a:bodyPr>
          <a:lstStyle/>
          <a:p>
            <a:r>
              <a:rPr lang="fr-FR" sz="600"/>
              <a:t>AUTRE + Valeur1 = PLATINE_00</a:t>
            </a:r>
          </a:p>
        </p:txBody>
      </p:sp>
      <p:sp>
        <p:nvSpPr>
          <p:cNvPr id="160" name="ZoneTexte 129"/>
          <p:cNvSpPr txBox="1"/>
          <p:nvPr/>
        </p:nvSpPr>
        <p:spPr>
          <a:xfrm rot="16200000">
            <a:off x="8449801" y="4439299"/>
            <a:ext cx="1176271"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fr-FR" sz="600"/>
              <a:t>Valeur1 = PRE_FID_F</a:t>
            </a:r>
            <a:endParaRPr lang="fr-FR" sz="600">
              <a:solidFill>
                <a:srgbClr val="FF0000"/>
              </a:solidFill>
            </a:endParaRPr>
          </a:p>
        </p:txBody>
      </p:sp>
      <p:sp>
        <p:nvSpPr>
          <p:cNvPr id="183" name="Text Box 157"/>
          <p:cNvSpPr txBox="1">
            <a:spLocks noChangeArrowheads="1"/>
          </p:cNvSpPr>
          <p:nvPr/>
        </p:nvSpPr>
        <p:spPr bwMode="auto">
          <a:xfrm>
            <a:off x="261676" y="115278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HNO</a:t>
            </a:r>
          </a:p>
        </p:txBody>
      </p:sp>
      <p:sp>
        <p:nvSpPr>
          <p:cNvPr id="184" name="Text Box 157"/>
          <p:cNvSpPr txBox="1">
            <a:spLocks noChangeArrowheads="1"/>
          </p:cNvSpPr>
          <p:nvPr/>
        </p:nvSpPr>
        <p:spPr bwMode="auto">
          <a:xfrm>
            <a:off x="1196424" y="1055628"/>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HO</a:t>
            </a:r>
          </a:p>
        </p:txBody>
      </p:sp>
      <p:sp>
        <p:nvSpPr>
          <p:cNvPr id="165" name="Espace réservé du numéro de diapositive 3"/>
          <p:cNvSpPr txBox="1">
            <a:spLocks/>
          </p:cNvSpPr>
          <p:nvPr/>
        </p:nvSpPr>
        <p:spPr bwMode="auto">
          <a:xfrm>
            <a:off x="8399236" y="346694"/>
            <a:ext cx="476250" cy="157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800" b="0" kern="1200">
                <a:solidFill>
                  <a:schemeClr val="tx1"/>
                </a:solidFill>
                <a:latin typeface="Arial" charset="0"/>
                <a:ea typeface="ＭＳ Ｐゴシック" pitchFamily="1" charset="-128"/>
                <a:cs typeface="+mn-cs"/>
              </a:defRPr>
            </a:lvl1pPr>
            <a:lvl2pPr marL="742950" indent="-285750" algn="l" rtl="0" eaLnBrk="0" fontAlgn="base" hangingPunct="0">
              <a:spcBef>
                <a:spcPct val="0"/>
              </a:spcBef>
              <a:spcAft>
                <a:spcPct val="0"/>
              </a:spcAft>
              <a:defRPr kern="1200">
                <a:solidFill>
                  <a:schemeClr val="tx1"/>
                </a:solidFill>
                <a:latin typeface="Arial" charset="0"/>
                <a:ea typeface="ＭＳ Ｐゴシック" pitchFamily="1" charset="-128"/>
                <a:cs typeface="+mn-cs"/>
              </a:defRPr>
            </a:lvl2pPr>
            <a:lvl3pPr marL="1143000" indent="-228600" algn="l" rtl="0" eaLnBrk="0" fontAlgn="base" hangingPunct="0">
              <a:spcBef>
                <a:spcPct val="0"/>
              </a:spcBef>
              <a:spcAft>
                <a:spcPct val="0"/>
              </a:spcAft>
              <a:defRPr kern="1200">
                <a:solidFill>
                  <a:schemeClr val="tx1"/>
                </a:solidFill>
                <a:latin typeface="Arial" charset="0"/>
                <a:ea typeface="ＭＳ Ｐゴシック" pitchFamily="1" charset="-128"/>
                <a:cs typeface="+mn-cs"/>
              </a:defRPr>
            </a:lvl3pPr>
            <a:lvl4pPr marL="1600200" indent="-228600" algn="l" rtl="0" eaLnBrk="0" fontAlgn="base" hangingPunct="0">
              <a:spcBef>
                <a:spcPct val="0"/>
              </a:spcBef>
              <a:spcAft>
                <a:spcPct val="0"/>
              </a:spcAft>
              <a:defRPr kern="1200">
                <a:solidFill>
                  <a:schemeClr val="tx1"/>
                </a:solidFill>
                <a:latin typeface="Arial" charset="0"/>
                <a:ea typeface="ＭＳ Ｐゴシック" pitchFamily="1" charset="-128"/>
                <a:cs typeface="+mn-cs"/>
              </a:defRPr>
            </a:lvl4pPr>
            <a:lvl5pPr marL="2057400" indent="-228600" algn="l" rtl="0" eaLnBrk="0" fontAlgn="base" hangingPunct="0">
              <a:spcBef>
                <a:spcPct val="0"/>
              </a:spcBef>
              <a:spcAft>
                <a:spcPct val="0"/>
              </a:spcAft>
              <a:defRPr kern="1200">
                <a:solidFill>
                  <a:schemeClr val="tx1"/>
                </a:solidFill>
                <a:latin typeface="Arial" charset="0"/>
                <a:ea typeface="ＭＳ Ｐゴシック" pitchFamily="1" charset="-128"/>
                <a:cs typeface="+mn-cs"/>
              </a:defRPr>
            </a:lvl5pPr>
            <a:lvl6pPr marL="2514600" indent="-228600" algn="l" defTabSz="914400" rtl="0" eaLnBrk="0" fontAlgn="base" latinLnBrk="0" hangingPunct="0">
              <a:spcBef>
                <a:spcPct val="0"/>
              </a:spcBef>
              <a:spcAft>
                <a:spcPct val="0"/>
              </a:spcAft>
              <a:defRPr kern="1200">
                <a:solidFill>
                  <a:schemeClr val="tx1"/>
                </a:solidFill>
                <a:latin typeface="Arial" charset="0"/>
                <a:ea typeface="ＭＳ Ｐゴシック" pitchFamily="1" charset="-128"/>
                <a:cs typeface="+mn-cs"/>
              </a:defRPr>
            </a:lvl6pPr>
            <a:lvl7pPr marL="2971800" indent="-228600" algn="l" defTabSz="914400" rtl="0" eaLnBrk="0" fontAlgn="base" latinLnBrk="0" hangingPunct="0">
              <a:spcBef>
                <a:spcPct val="0"/>
              </a:spcBef>
              <a:spcAft>
                <a:spcPct val="0"/>
              </a:spcAft>
              <a:defRPr kern="1200">
                <a:solidFill>
                  <a:schemeClr val="tx1"/>
                </a:solidFill>
                <a:latin typeface="Arial" charset="0"/>
                <a:ea typeface="ＭＳ Ｐゴシック" pitchFamily="1" charset="-128"/>
                <a:cs typeface="+mn-cs"/>
              </a:defRPr>
            </a:lvl7pPr>
            <a:lvl8pPr marL="3429000" indent="-228600" algn="l" defTabSz="914400" rtl="0" eaLnBrk="0" fontAlgn="base" latinLnBrk="0" hangingPunct="0">
              <a:spcBef>
                <a:spcPct val="0"/>
              </a:spcBef>
              <a:spcAft>
                <a:spcPct val="0"/>
              </a:spcAft>
              <a:defRPr kern="1200">
                <a:solidFill>
                  <a:schemeClr val="tx1"/>
                </a:solidFill>
                <a:latin typeface="Arial" charset="0"/>
                <a:ea typeface="ＭＳ Ｐゴシック" pitchFamily="1" charset="-128"/>
                <a:cs typeface="+mn-cs"/>
              </a:defRPr>
            </a:lvl8pPr>
            <a:lvl9pPr marL="3886200" indent="-228600" algn="l" defTabSz="914400" rtl="0" eaLnBrk="0" fontAlgn="base" latinLnBrk="0" hangingPunct="0">
              <a:spcBef>
                <a:spcPct val="0"/>
              </a:spcBef>
              <a:spcAft>
                <a:spcPct val="0"/>
              </a:spcAft>
              <a:defRPr kern="1200">
                <a:solidFill>
                  <a:schemeClr val="tx1"/>
                </a:solidFill>
                <a:latin typeface="Arial" charset="0"/>
                <a:ea typeface="ＭＳ Ｐゴシック" pitchFamily="1" charset="-128"/>
                <a:cs typeface="+mn-cs"/>
              </a:defRPr>
            </a:lvl9pPr>
          </a:lstStyle>
          <a:p>
            <a:pPr eaLnBrk="1" hangingPunct="1"/>
            <a:r>
              <a:rPr lang="fr-FR"/>
              <a:t>44</a:t>
            </a:r>
          </a:p>
        </p:txBody>
      </p:sp>
      <p:sp>
        <p:nvSpPr>
          <p:cNvPr id="138" name="Rectangle 137"/>
          <p:cNvSpPr>
            <a:spLocks noChangeArrowheads="1"/>
          </p:cNvSpPr>
          <p:nvPr/>
        </p:nvSpPr>
        <p:spPr bwMode="auto">
          <a:xfrm>
            <a:off x="7403083" y="1398815"/>
            <a:ext cx="1704831" cy="1661993"/>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spAutoFit/>
          </a:bodyPr>
          <a:lstStyle/>
          <a:p>
            <a:r>
              <a:rPr lang="fr-FR" sz="600" b="1" u="sng">
                <a:solidFill>
                  <a:schemeClr val="tx1"/>
                </a:solidFill>
              </a:rPr>
              <a:t>ELIGIBILITE PREMIUM :</a:t>
            </a:r>
            <a:endParaRPr lang="fr-FR" sz="600" strike="sngStrike">
              <a:solidFill>
                <a:schemeClr val="tx1"/>
              </a:solidFill>
            </a:endParaRPr>
          </a:p>
          <a:p>
            <a:r>
              <a:rPr lang="fr-FR" sz="600" b="1">
                <a:solidFill>
                  <a:srgbClr val="FF0000"/>
                </a:solidFill>
              </a:rPr>
              <a:t>SEARCH</a:t>
            </a:r>
          </a:p>
          <a:p>
            <a:r>
              <a:rPr lang="fr-FR" sz="600">
                <a:solidFill>
                  <a:schemeClr val="tx1"/>
                </a:solidFill>
              </a:rPr>
              <a:t>Si </a:t>
            </a:r>
            <a:r>
              <a:rPr lang="fr-FR" sz="600" err="1">
                <a:solidFill>
                  <a:schemeClr val="tx1"/>
                </a:solidFill>
              </a:rPr>
              <a:t>titulaireType</a:t>
            </a:r>
            <a:r>
              <a:rPr lang="fr-FR" sz="600">
                <a:solidFill>
                  <a:schemeClr val="tx1"/>
                </a:solidFill>
              </a:rPr>
              <a:t>=</a:t>
            </a:r>
            <a:r>
              <a:rPr lang="fr-FR" sz="600" err="1">
                <a:solidFill>
                  <a:schemeClr val="tx1"/>
                </a:solidFill>
              </a:rPr>
              <a:t>PersonnePhysique</a:t>
            </a:r>
            <a:r>
              <a:rPr lang="fr-FR" sz="600">
                <a:solidFill>
                  <a:schemeClr val="tx1"/>
                </a:solidFill>
              </a:rPr>
              <a:t> et </a:t>
            </a:r>
          </a:p>
          <a:p>
            <a:r>
              <a:rPr lang="fr-FR" sz="600" err="1">
                <a:solidFill>
                  <a:schemeClr val="tx1"/>
                </a:solidFill>
              </a:rPr>
              <a:t>niveauQualificationPro</a:t>
            </a:r>
            <a:r>
              <a:rPr lang="fr-FR" sz="600">
                <a:solidFill>
                  <a:schemeClr val="tx1"/>
                </a:solidFill>
              </a:rPr>
              <a:t> = 05]</a:t>
            </a:r>
            <a:br>
              <a:rPr lang="fr-FR" sz="600">
                <a:solidFill>
                  <a:schemeClr val="tx1"/>
                </a:solidFill>
              </a:rPr>
            </a:br>
            <a:r>
              <a:rPr lang="fr-FR" sz="600">
                <a:solidFill>
                  <a:schemeClr val="tx1"/>
                </a:solidFill>
              </a:rPr>
              <a:t>OU [si </a:t>
            </a:r>
            <a:r>
              <a:rPr lang="fr-FR" sz="600" err="1">
                <a:solidFill>
                  <a:schemeClr val="tx1"/>
                </a:solidFill>
              </a:rPr>
              <a:t>titulaireType</a:t>
            </a:r>
            <a:r>
              <a:rPr lang="fr-FR" sz="600">
                <a:solidFill>
                  <a:schemeClr val="tx1"/>
                </a:solidFill>
              </a:rPr>
              <a:t>= moral]</a:t>
            </a:r>
            <a:br>
              <a:rPr lang="fr-FR" sz="600">
                <a:solidFill>
                  <a:schemeClr val="tx1"/>
                </a:solidFill>
              </a:rPr>
            </a:br>
            <a:r>
              <a:rPr lang="fr-FR" sz="600">
                <a:solidFill>
                  <a:schemeClr val="tx1"/>
                </a:solidFill>
              </a:rPr>
              <a:t>OU </a:t>
            </a:r>
            <a:r>
              <a:rPr lang="fr-FR" sz="600" err="1">
                <a:solidFill>
                  <a:schemeClr val="tx1"/>
                </a:solidFill>
              </a:rPr>
              <a:t>classeCompteFacturation</a:t>
            </a:r>
            <a:r>
              <a:rPr lang="fr-FR" sz="600">
                <a:solidFill>
                  <a:schemeClr val="tx1"/>
                </a:solidFill>
              </a:rPr>
              <a:t> = S</a:t>
            </a:r>
          </a:p>
          <a:p>
            <a:endParaRPr lang="fr-FR" sz="600">
              <a:solidFill>
                <a:schemeClr val="tx1"/>
              </a:solidFill>
            </a:endParaRPr>
          </a:p>
          <a:p>
            <a:r>
              <a:rPr lang="fr-FR" sz="600" b="1">
                <a:solidFill>
                  <a:schemeClr val="tx1"/>
                </a:solidFill>
              </a:rPr>
              <a:t>DEXTER</a:t>
            </a:r>
          </a:p>
          <a:p>
            <a:r>
              <a:rPr lang="fr-FR" sz="600">
                <a:solidFill>
                  <a:schemeClr val="tx1"/>
                </a:solidFill>
              </a:rPr>
              <a:t>COLLAB = OUI ou REMISE_PARTENAIRE = OUI ET (CODE_APPORTEUR = 1055888 OU 1050508 OU CACHE_SVI = CQT_LPM)</a:t>
            </a:r>
          </a:p>
          <a:p>
            <a:r>
              <a:rPr lang="fr-FR" sz="600" b="1">
                <a:solidFill>
                  <a:schemeClr val="tx1"/>
                </a:solidFill>
              </a:rPr>
              <a:t>ET</a:t>
            </a:r>
            <a:r>
              <a:rPr lang="fr-FR" sz="600">
                <a:solidFill>
                  <a:schemeClr val="tx1"/>
                </a:solidFill>
              </a:rPr>
              <a:t> WCB DIGITAL &lt;&gt; 1</a:t>
            </a:r>
          </a:p>
          <a:p>
            <a:r>
              <a:rPr lang="fr-FR" sz="600" b="1">
                <a:solidFill>
                  <a:schemeClr val="tx1"/>
                </a:solidFill>
              </a:rPr>
              <a:t>C2OL :</a:t>
            </a:r>
          </a:p>
          <a:p>
            <a:pPr>
              <a:buClr>
                <a:srgbClr val="D31E05"/>
              </a:buClr>
            </a:pPr>
            <a:r>
              <a:rPr lang="es-ES" altLang="fr-FR" sz="600" err="1">
                <a:solidFill>
                  <a:schemeClr val="tx1"/>
                </a:solidFill>
              </a:rPr>
              <a:t>Marqueur</a:t>
            </a:r>
            <a:r>
              <a:rPr lang="es-ES" altLang="fr-FR" sz="600">
                <a:solidFill>
                  <a:schemeClr val="tx1"/>
                </a:solidFill>
              </a:rPr>
              <a:t> : CELL_PREM </a:t>
            </a:r>
            <a:r>
              <a:rPr lang="es-ES" altLang="fr-FR" sz="600" b="1">
                <a:solidFill>
                  <a:schemeClr val="tx1"/>
                </a:solidFill>
              </a:rPr>
              <a:t>ET</a:t>
            </a:r>
            <a:r>
              <a:rPr lang="es-ES" altLang="fr-FR" sz="600">
                <a:solidFill>
                  <a:schemeClr val="tx1"/>
                </a:solidFill>
              </a:rPr>
              <a:t> </a:t>
            </a:r>
            <a:r>
              <a:rPr lang="es-ES" altLang="fr-FR" sz="600" err="1">
                <a:solidFill>
                  <a:schemeClr val="tx1"/>
                </a:solidFill>
              </a:rPr>
              <a:t>valeur</a:t>
            </a:r>
            <a:r>
              <a:rPr lang="es-ES" altLang="fr-FR" sz="600">
                <a:solidFill>
                  <a:schemeClr val="tx1"/>
                </a:solidFill>
              </a:rPr>
              <a:t> 1 </a:t>
            </a:r>
            <a:r>
              <a:rPr lang="es-ES" altLang="fr-FR" sz="600" err="1">
                <a:solidFill>
                  <a:schemeClr val="tx1"/>
                </a:solidFill>
              </a:rPr>
              <a:t>commence</a:t>
            </a:r>
            <a:r>
              <a:rPr lang="es-ES" altLang="fr-FR" sz="600">
                <a:solidFill>
                  <a:schemeClr val="tx1"/>
                </a:solidFill>
              </a:rPr>
              <a:t> par PRE_FID_F </a:t>
            </a:r>
          </a:p>
          <a:p>
            <a:pPr>
              <a:buClr>
                <a:srgbClr val="D31E05"/>
              </a:buClr>
            </a:pPr>
            <a:r>
              <a:rPr lang="es-ES" altLang="fr-FR" sz="600">
                <a:solidFill>
                  <a:schemeClr val="tx1"/>
                </a:solidFill>
              </a:rPr>
              <a:t>OU PLATINE_00</a:t>
            </a:r>
          </a:p>
          <a:p>
            <a:pPr>
              <a:buClr>
                <a:srgbClr val="D31E05"/>
              </a:buClr>
            </a:pPr>
            <a:r>
              <a:rPr lang="es-ES" sz="600" b="1">
                <a:solidFill>
                  <a:schemeClr val="tx1"/>
                </a:solidFill>
              </a:rPr>
              <a:t>OU PACKPRO_F</a:t>
            </a:r>
            <a:endParaRPr lang="fr-FR" sz="600" b="1">
              <a:solidFill>
                <a:schemeClr val="tx1"/>
              </a:solidFill>
            </a:endParaRPr>
          </a:p>
        </p:txBody>
      </p:sp>
      <p:cxnSp>
        <p:nvCxnSpPr>
          <p:cNvPr id="8" name="Connecteur droit 7">
            <a:extLst>
              <a:ext uri="{FF2B5EF4-FFF2-40B4-BE49-F238E27FC236}">
                <a16:creationId xmlns:a16="http://schemas.microsoft.com/office/drawing/2014/main" id="{7287C317-F36C-42FA-B57C-13C38BA823AF}"/>
              </a:ext>
            </a:extLst>
          </p:cNvPr>
          <p:cNvCxnSpPr>
            <a:stCxn id="169" idx="1"/>
            <a:endCxn id="171" idx="3"/>
          </p:cNvCxnSpPr>
          <p:nvPr/>
        </p:nvCxnSpPr>
        <p:spPr bwMode="auto">
          <a:xfrm flipH="1" flipV="1">
            <a:off x="943354" y="2840126"/>
            <a:ext cx="506141" cy="3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droit avec flèche 10">
            <a:extLst>
              <a:ext uri="{FF2B5EF4-FFF2-40B4-BE49-F238E27FC236}">
                <a16:creationId xmlns:a16="http://schemas.microsoft.com/office/drawing/2014/main" id="{52BD5478-A06B-439B-9DE3-0B4A8765C272}"/>
              </a:ext>
            </a:extLst>
          </p:cNvPr>
          <p:cNvCxnSpPr>
            <a:cxnSpLocks/>
            <a:stCxn id="210" idx="2"/>
            <a:endCxn id="164" idx="2"/>
          </p:cNvCxnSpPr>
          <p:nvPr/>
        </p:nvCxnSpPr>
        <p:spPr bwMode="auto">
          <a:xfrm flipH="1">
            <a:off x="558587" y="3209576"/>
            <a:ext cx="2588" cy="16001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73">
            <a:extLst>
              <a:ext uri="{FF2B5EF4-FFF2-40B4-BE49-F238E27FC236}">
                <a16:creationId xmlns:a16="http://schemas.microsoft.com/office/drawing/2014/main" id="{7C9B87AB-EB20-49A9-8B02-B351533822C1}"/>
              </a:ext>
            </a:extLst>
          </p:cNvPr>
          <p:cNvSpPr>
            <a:spLocks noChangeArrowheads="1"/>
          </p:cNvSpPr>
          <p:nvPr/>
        </p:nvSpPr>
        <p:spPr bwMode="auto">
          <a:xfrm>
            <a:off x="139228" y="4466480"/>
            <a:ext cx="854931" cy="376988"/>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CARE</a:t>
            </a:r>
          </a:p>
        </p:txBody>
      </p:sp>
      <p:cxnSp>
        <p:nvCxnSpPr>
          <p:cNvPr id="39" name="Connecteur : en angle 38">
            <a:extLst>
              <a:ext uri="{FF2B5EF4-FFF2-40B4-BE49-F238E27FC236}">
                <a16:creationId xmlns:a16="http://schemas.microsoft.com/office/drawing/2014/main" id="{2F18C842-5ECD-4568-951A-638EB5E5A860}"/>
              </a:ext>
            </a:extLst>
          </p:cNvPr>
          <p:cNvCxnSpPr>
            <a:cxnSpLocks/>
            <a:stCxn id="181" idx="2"/>
            <a:endCxn id="205" idx="0"/>
          </p:cNvCxnSpPr>
          <p:nvPr/>
        </p:nvCxnSpPr>
        <p:spPr bwMode="auto">
          <a:xfrm rot="5400000">
            <a:off x="976040" y="3248299"/>
            <a:ext cx="481342" cy="1320502"/>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AutoShape 208">
            <a:extLst>
              <a:ext uri="{FF2B5EF4-FFF2-40B4-BE49-F238E27FC236}">
                <a16:creationId xmlns:a16="http://schemas.microsoft.com/office/drawing/2014/main" id="{559430CD-904E-4D69-8C56-5490A76C9D48}"/>
              </a:ext>
            </a:extLst>
          </p:cNvPr>
          <p:cNvSpPr>
            <a:spLocks noChangeArrowheads="1"/>
          </p:cNvSpPr>
          <p:nvPr/>
        </p:nvSpPr>
        <p:spPr bwMode="auto">
          <a:xfrm>
            <a:off x="26401" y="5899365"/>
            <a:ext cx="1067886" cy="14904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10000_FTT_DO_CARE_OFF</a:t>
            </a:r>
          </a:p>
        </p:txBody>
      </p:sp>
      <p:sp>
        <p:nvSpPr>
          <p:cNvPr id="158" name="AutoShape 208">
            <a:extLst>
              <a:ext uri="{FF2B5EF4-FFF2-40B4-BE49-F238E27FC236}">
                <a16:creationId xmlns:a16="http://schemas.microsoft.com/office/drawing/2014/main" id="{6A6CA1C3-759D-40CE-8886-A9384EAB39DD}"/>
              </a:ext>
            </a:extLst>
          </p:cNvPr>
          <p:cNvSpPr>
            <a:spLocks noChangeArrowheads="1"/>
          </p:cNvSpPr>
          <p:nvPr/>
        </p:nvSpPr>
        <p:spPr bwMode="auto">
          <a:xfrm>
            <a:off x="1041475" y="4583249"/>
            <a:ext cx="962905" cy="14215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10000_FTT_DO_CARE_OK</a:t>
            </a:r>
          </a:p>
        </p:txBody>
      </p:sp>
      <p:cxnSp>
        <p:nvCxnSpPr>
          <p:cNvPr id="53" name="Connecteur droit 52">
            <a:extLst>
              <a:ext uri="{FF2B5EF4-FFF2-40B4-BE49-F238E27FC236}">
                <a16:creationId xmlns:a16="http://schemas.microsoft.com/office/drawing/2014/main" id="{025A86E0-AE70-4A40-80A5-0F84EB95D22A}"/>
              </a:ext>
            </a:extLst>
          </p:cNvPr>
          <p:cNvCxnSpPr>
            <a:cxnSpLocks/>
            <a:stCxn id="142" idx="2"/>
            <a:endCxn id="147" idx="0"/>
          </p:cNvCxnSpPr>
          <p:nvPr/>
        </p:nvCxnSpPr>
        <p:spPr bwMode="auto">
          <a:xfrm flipH="1">
            <a:off x="560344" y="4843468"/>
            <a:ext cx="6350" cy="10558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Connecteur droit 54">
            <a:extLst>
              <a:ext uri="{FF2B5EF4-FFF2-40B4-BE49-F238E27FC236}">
                <a16:creationId xmlns:a16="http://schemas.microsoft.com/office/drawing/2014/main" id="{215E53E8-83C4-475D-8E72-C65E7730A10F}"/>
              </a:ext>
            </a:extLst>
          </p:cNvPr>
          <p:cNvCxnSpPr>
            <a:cxnSpLocks/>
            <a:stCxn id="142" idx="3"/>
            <a:endCxn id="158" idx="1"/>
          </p:cNvCxnSpPr>
          <p:nvPr/>
        </p:nvCxnSpPr>
        <p:spPr bwMode="auto">
          <a:xfrm flipV="1">
            <a:off x="994159" y="4654326"/>
            <a:ext cx="47316" cy="6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2" name="AutoShape 131">
            <a:extLst>
              <a:ext uri="{FF2B5EF4-FFF2-40B4-BE49-F238E27FC236}">
                <a16:creationId xmlns:a16="http://schemas.microsoft.com/office/drawing/2014/main" id="{E1EA3D17-AD4E-4B1B-9707-79B2FEDE3177}"/>
              </a:ext>
            </a:extLst>
          </p:cNvPr>
          <p:cNvSpPr>
            <a:spLocks noChangeArrowheads="1"/>
          </p:cNvSpPr>
          <p:nvPr/>
        </p:nvSpPr>
        <p:spPr bwMode="auto">
          <a:xfrm>
            <a:off x="1781362" y="5196315"/>
            <a:ext cx="619460" cy="532366"/>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800"/>
              <a:t>Type </a:t>
            </a:r>
          </a:p>
          <a:p>
            <a:pPr algn="ctr" eaLnBrk="0" hangingPunct="0"/>
            <a:r>
              <a:rPr lang="fr-FR" sz="800"/>
              <a:t>Client ?</a:t>
            </a:r>
          </a:p>
        </p:txBody>
      </p:sp>
      <p:sp>
        <p:nvSpPr>
          <p:cNvPr id="186" name="AutoShape 142">
            <a:extLst>
              <a:ext uri="{FF2B5EF4-FFF2-40B4-BE49-F238E27FC236}">
                <a16:creationId xmlns:a16="http://schemas.microsoft.com/office/drawing/2014/main" id="{52E3AFB9-33D5-4C49-B088-9675C54F9027}"/>
              </a:ext>
            </a:extLst>
          </p:cNvPr>
          <p:cNvSpPr>
            <a:spLocks noChangeArrowheads="1"/>
          </p:cNvSpPr>
          <p:nvPr/>
        </p:nvSpPr>
        <p:spPr bwMode="auto">
          <a:xfrm>
            <a:off x="3953228" y="5653801"/>
            <a:ext cx="986787" cy="191714"/>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br>
              <a:rPr lang="fr-FR" sz="600"/>
            </a:br>
            <a:r>
              <a:rPr lang="fr-FR" sz="600"/>
              <a:t>FTT DO CARE AUTRE</a:t>
            </a:r>
            <a:endParaRPr lang="fr-FR" sz="600" i="1"/>
          </a:p>
        </p:txBody>
      </p:sp>
      <p:sp>
        <p:nvSpPr>
          <p:cNvPr id="188" name="AutoShape 208">
            <a:extLst>
              <a:ext uri="{FF2B5EF4-FFF2-40B4-BE49-F238E27FC236}">
                <a16:creationId xmlns:a16="http://schemas.microsoft.com/office/drawing/2014/main" id="{7094530B-B8C4-46CF-AFC2-A9B2F50189D9}"/>
              </a:ext>
            </a:extLst>
          </p:cNvPr>
          <p:cNvSpPr>
            <a:spLocks noChangeArrowheads="1"/>
          </p:cNvSpPr>
          <p:nvPr/>
        </p:nvSpPr>
        <p:spPr bwMode="auto">
          <a:xfrm>
            <a:off x="2611095" y="5694966"/>
            <a:ext cx="1160209" cy="12810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14000_FTT_DO_CARE_AUTRE</a:t>
            </a:r>
          </a:p>
        </p:txBody>
      </p:sp>
      <p:cxnSp>
        <p:nvCxnSpPr>
          <p:cNvPr id="189" name="Connecteur en angle 134">
            <a:extLst>
              <a:ext uri="{FF2B5EF4-FFF2-40B4-BE49-F238E27FC236}">
                <a16:creationId xmlns:a16="http://schemas.microsoft.com/office/drawing/2014/main" id="{E4775C82-EC5D-45DF-86C0-9AA13E789D34}"/>
              </a:ext>
            </a:extLst>
          </p:cNvPr>
          <p:cNvCxnSpPr>
            <a:cxnSpLocks/>
            <a:stCxn id="182" idx="3"/>
            <a:endCxn id="188" idx="1"/>
          </p:cNvCxnSpPr>
          <p:nvPr/>
        </p:nvCxnSpPr>
        <p:spPr bwMode="auto">
          <a:xfrm>
            <a:off x="2400822" y="5462498"/>
            <a:ext cx="210273" cy="296522"/>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AutoShape 132">
            <a:extLst>
              <a:ext uri="{FF2B5EF4-FFF2-40B4-BE49-F238E27FC236}">
                <a16:creationId xmlns:a16="http://schemas.microsoft.com/office/drawing/2014/main" id="{7F7D9C6B-0731-4AA6-96DA-5C12E8232FB0}"/>
              </a:ext>
            </a:extLst>
          </p:cNvPr>
          <p:cNvCxnSpPr>
            <a:cxnSpLocks noChangeShapeType="1"/>
            <a:stCxn id="188" idx="3"/>
            <a:endCxn id="186" idx="1"/>
          </p:cNvCxnSpPr>
          <p:nvPr/>
        </p:nvCxnSpPr>
        <p:spPr bwMode="auto">
          <a:xfrm flipV="1">
            <a:off x="3771304" y="5749658"/>
            <a:ext cx="181924" cy="936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AutoShape 208">
            <a:extLst>
              <a:ext uri="{FF2B5EF4-FFF2-40B4-BE49-F238E27FC236}">
                <a16:creationId xmlns:a16="http://schemas.microsoft.com/office/drawing/2014/main" id="{8B7C71C6-C51C-4228-B934-EAEAD75EF678}"/>
              </a:ext>
            </a:extLst>
          </p:cNvPr>
          <p:cNvSpPr>
            <a:spLocks noChangeArrowheads="1"/>
          </p:cNvSpPr>
          <p:nvPr/>
        </p:nvSpPr>
        <p:spPr bwMode="auto">
          <a:xfrm>
            <a:off x="2655320" y="5370476"/>
            <a:ext cx="1041027" cy="1469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14000_FTT_DO_CARE_FTTB</a:t>
            </a:r>
          </a:p>
        </p:txBody>
      </p:sp>
      <p:cxnSp>
        <p:nvCxnSpPr>
          <p:cNvPr id="192" name="Connecteur en angle 138">
            <a:extLst>
              <a:ext uri="{FF2B5EF4-FFF2-40B4-BE49-F238E27FC236}">
                <a16:creationId xmlns:a16="http://schemas.microsoft.com/office/drawing/2014/main" id="{FE381999-B4EF-497E-8F5B-6DE9EE1B51A8}"/>
              </a:ext>
            </a:extLst>
          </p:cNvPr>
          <p:cNvCxnSpPr>
            <a:cxnSpLocks/>
            <a:stCxn id="182" idx="3"/>
            <a:endCxn id="191" idx="1"/>
          </p:cNvCxnSpPr>
          <p:nvPr/>
        </p:nvCxnSpPr>
        <p:spPr bwMode="auto">
          <a:xfrm flipV="1">
            <a:off x="2400822" y="5443946"/>
            <a:ext cx="254498" cy="18552"/>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AutoShape 132">
            <a:extLst>
              <a:ext uri="{FF2B5EF4-FFF2-40B4-BE49-F238E27FC236}">
                <a16:creationId xmlns:a16="http://schemas.microsoft.com/office/drawing/2014/main" id="{F0C9A2BE-7B19-415A-A32F-9B238153765B}"/>
              </a:ext>
            </a:extLst>
          </p:cNvPr>
          <p:cNvCxnSpPr>
            <a:cxnSpLocks noChangeShapeType="1"/>
            <a:stCxn id="191" idx="3"/>
            <a:endCxn id="198" idx="1"/>
          </p:cNvCxnSpPr>
          <p:nvPr/>
        </p:nvCxnSpPr>
        <p:spPr bwMode="auto">
          <a:xfrm>
            <a:off x="3696347" y="5443946"/>
            <a:ext cx="263695" cy="147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AutoShape 132">
            <a:extLst>
              <a:ext uri="{FF2B5EF4-FFF2-40B4-BE49-F238E27FC236}">
                <a16:creationId xmlns:a16="http://schemas.microsoft.com/office/drawing/2014/main" id="{86C23D40-20F0-4D0D-9747-9E41EAA1D268}"/>
              </a:ext>
            </a:extLst>
          </p:cNvPr>
          <p:cNvCxnSpPr>
            <a:cxnSpLocks noChangeShapeType="1"/>
            <a:stCxn id="195" idx="3"/>
            <a:endCxn id="197" idx="1"/>
          </p:cNvCxnSpPr>
          <p:nvPr/>
        </p:nvCxnSpPr>
        <p:spPr bwMode="auto">
          <a:xfrm flipV="1">
            <a:off x="3707733" y="5137277"/>
            <a:ext cx="256879" cy="1943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 name="AutoShape 208">
            <a:extLst>
              <a:ext uri="{FF2B5EF4-FFF2-40B4-BE49-F238E27FC236}">
                <a16:creationId xmlns:a16="http://schemas.microsoft.com/office/drawing/2014/main" id="{8A09C3D8-36C5-4790-94B7-C38F8AC3A0E8}"/>
              </a:ext>
            </a:extLst>
          </p:cNvPr>
          <p:cNvSpPr>
            <a:spLocks noChangeArrowheads="1"/>
          </p:cNvSpPr>
          <p:nvPr/>
        </p:nvSpPr>
        <p:spPr bwMode="auto">
          <a:xfrm>
            <a:off x="2665559" y="5079342"/>
            <a:ext cx="1042174" cy="1547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14000_FTT_DO_CARE_FTTH</a:t>
            </a:r>
          </a:p>
        </p:txBody>
      </p:sp>
      <p:cxnSp>
        <p:nvCxnSpPr>
          <p:cNvPr id="196" name="Connecteur en angle 144">
            <a:extLst>
              <a:ext uri="{FF2B5EF4-FFF2-40B4-BE49-F238E27FC236}">
                <a16:creationId xmlns:a16="http://schemas.microsoft.com/office/drawing/2014/main" id="{C7D57594-93CD-46AB-9ABE-1FD7D804BFC2}"/>
              </a:ext>
            </a:extLst>
          </p:cNvPr>
          <p:cNvCxnSpPr>
            <a:cxnSpLocks/>
            <a:stCxn id="182" idx="3"/>
            <a:endCxn id="195" idx="1"/>
          </p:cNvCxnSpPr>
          <p:nvPr/>
        </p:nvCxnSpPr>
        <p:spPr bwMode="auto">
          <a:xfrm flipV="1">
            <a:off x="2400822" y="5156716"/>
            <a:ext cx="264737" cy="305782"/>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7" name="AutoShape 142">
            <a:extLst>
              <a:ext uri="{FF2B5EF4-FFF2-40B4-BE49-F238E27FC236}">
                <a16:creationId xmlns:a16="http://schemas.microsoft.com/office/drawing/2014/main" id="{CB68A47F-606C-4C45-BB36-2913935D8A25}"/>
              </a:ext>
            </a:extLst>
          </p:cNvPr>
          <p:cNvSpPr>
            <a:spLocks noChangeArrowheads="1"/>
          </p:cNvSpPr>
          <p:nvPr/>
        </p:nvSpPr>
        <p:spPr bwMode="auto">
          <a:xfrm>
            <a:off x="3964612" y="5029573"/>
            <a:ext cx="986788" cy="21540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br>
              <a:rPr lang="fr-FR" sz="600"/>
            </a:br>
            <a:r>
              <a:rPr lang="fr-FR" sz="600"/>
              <a:t>FTT DO CARE FTTH</a:t>
            </a:r>
            <a:endParaRPr lang="fr-FR" sz="600" i="1"/>
          </a:p>
        </p:txBody>
      </p:sp>
      <p:sp>
        <p:nvSpPr>
          <p:cNvPr id="198" name="AutoShape 142">
            <a:extLst>
              <a:ext uri="{FF2B5EF4-FFF2-40B4-BE49-F238E27FC236}">
                <a16:creationId xmlns:a16="http://schemas.microsoft.com/office/drawing/2014/main" id="{D1713B47-A5E5-4A15-9E3D-D3781DB51FB9}"/>
              </a:ext>
            </a:extLst>
          </p:cNvPr>
          <p:cNvSpPr>
            <a:spLocks noChangeArrowheads="1"/>
          </p:cNvSpPr>
          <p:nvPr/>
        </p:nvSpPr>
        <p:spPr bwMode="auto">
          <a:xfrm>
            <a:off x="3960042" y="5333485"/>
            <a:ext cx="973158" cy="22386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a:t>FTT DO CARE_FTTB</a:t>
            </a:r>
          </a:p>
        </p:txBody>
      </p:sp>
      <p:sp>
        <p:nvSpPr>
          <p:cNvPr id="199" name="Text Box 157">
            <a:extLst>
              <a:ext uri="{FF2B5EF4-FFF2-40B4-BE49-F238E27FC236}">
                <a16:creationId xmlns:a16="http://schemas.microsoft.com/office/drawing/2014/main" id="{E9A5F485-2566-44A0-8E0B-F9FFDA103E08}"/>
              </a:ext>
            </a:extLst>
          </p:cNvPr>
          <p:cNvSpPr txBox="1">
            <a:spLocks noChangeArrowheads="1"/>
          </p:cNvSpPr>
          <p:nvPr/>
        </p:nvSpPr>
        <p:spPr bwMode="auto">
          <a:xfrm>
            <a:off x="840171" y="443908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200" name="Text Box 157">
            <a:extLst>
              <a:ext uri="{FF2B5EF4-FFF2-40B4-BE49-F238E27FC236}">
                <a16:creationId xmlns:a16="http://schemas.microsoft.com/office/drawing/2014/main" id="{4D050737-5B1A-4704-96E6-E607F9F6D5D9}"/>
              </a:ext>
            </a:extLst>
          </p:cNvPr>
          <p:cNvSpPr txBox="1">
            <a:spLocks noChangeArrowheads="1"/>
          </p:cNvSpPr>
          <p:nvPr/>
        </p:nvSpPr>
        <p:spPr bwMode="auto">
          <a:xfrm>
            <a:off x="908801" y="4983118"/>
            <a:ext cx="37702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NON </a:t>
            </a:r>
          </a:p>
        </p:txBody>
      </p:sp>
      <p:sp>
        <p:nvSpPr>
          <p:cNvPr id="201" name="AutoShape 208">
            <a:extLst>
              <a:ext uri="{FF2B5EF4-FFF2-40B4-BE49-F238E27FC236}">
                <a16:creationId xmlns:a16="http://schemas.microsoft.com/office/drawing/2014/main" id="{FF616ECF-6A71-417A-8584-181950F8743E}"/>
              </a:ext>
            </a:extLst>
          </p:cNvPr>
          <p:cNvSpPr>
            <a:spLocks noChangeArrowheads="1"/>
          </p:cNvSpPr>
          <p:nvPr/>
        </p:nvSpPr>
        <p:spPr bwMode="auto">
          <a:xfrm>
            <a:off x="699466" y="5462498"/>
            <a:ext cx="1048566" cy="14215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10000_FTT_DO_CARE_NOK</a:t>
            </a:r>
          </a:p>
        </p:txBody>
      </p:sp>
      <p:cxnSp>
        <p:nvCxnSpPr>
          <p:cNvPr id="87" name="Connecteur : en angle 86">
            <a:extLst>
              <a:ext uri="{FF2B5EF4-FFF2-40B4-BE49-F238E27FC236}">
                <a16:creationId xmlns:a16="http://schemas.microsoft.com/office/drawing/2014/main" id="{732ABD97-345A-4D83-8025-BDFF71FC458E}"/>
              </a:ext>
            </a:extLst>
          </p:cNvPr>
          <p:cNvCxnSpPr>
            <a:stCxn id="142" idx="2"/>
            <a:endCxn id="201" idx="0"/>
          </p:cNvCxnSpPr>
          <p:nvPr/>
        </p:nvCxnSpPr>
        <p:spPr bwMode="auto">
          <a:xfrm rot="16200000" flipH="1">
            <a:off x="585706" y="4824455"/>
            <a:ext cx="619030" cy="65705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ZoneTexte 202">
            <a:extLst>
              <a:ext uri="{FF2B5EF4-FFF2-40B4-BE49-F238E27FC236}">
                <a16:creationId xmlns:a16="http://schemas.microsoft.com/office/drawing/2014/main" id="{CC93A424-2283-4D0C-B3B7-8B65329EA879}"/>
              </a:ext>
            </a:extLst>
          </p:cNvPr>
          <p:cNvSpPr txBox="1"/>
          <p:nvPr/>
        </p:nvSpPr>
        <p:spPr>
          <a:xfrm>
            <a:off x="19204" y="6630471"/>
            <a:ext cx="2268613" cy="18466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600"/>
              <a:t>CARE : Marqueur C2OL = ROUTAGE_TECH </a:t>
            </a:r>
            <a:r>
              <a:rPr lang="fr-FR" sz="600">
                <a:solidFill>
                  <a:schemeClr val="tx1"/>
                </a:solidFill>
              </a:rPr>
              <a:t>ET Valeur1 = 1</a:t>
            </a:r>
          </a:p>
        </p:txBody>
      </p:sp>
      <p:sp>
        <p:nvSpPr>
          <p:cNvPr id="170" name="AutoShape 31">
            <a:hlinkClick r:id="" action="ppaction://noaction"/>
            <a:extLst>
              <a:ext uri="{FF2B5EF4-FFF2-40B4-BE49-F238E27FC236}">
                <a16:creationId xmlns:a16="http://schemas.microsoft.com/office/drawing/2014/main" id="{526C514E-73A1-4332-BECF-1243E1BD399D}"/>
              </a:ext>
            </a:extLst>
          </p:cNvPr>
          <p:cNvSpPr>
            <a:spLocks noChangeArrowheads="1"/>
          </p:cNvSpPr>
          <p:nvPr/>
        </p:nvSpPr>
        <p:spPr bwMode="auto">
          <a:xfrm>
            <a:off x="4788123" y="3438765"/>
            <a:ext cx="1254749" cy="188215"/>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FIXE_MC_DO_PREMIUM_NOK</a:t>
            </a:r>
            <a:endParaRPr lang="fr-FR" sz="600">
              <a:solidFill>
                <a:srgbClr val="FF0000"/>
              </a:solidFill>
            </a:endParaRPr>
          </a:p>
        </p:txBody>
      </p:sp>
      <p:cxnSp>
        <p:nvCxnSpPr>
          <p:cNvPr id="30" name="Connecteur droit avec flèche 29">
            <a:extLst>
              <a:ext uri="{FF2B5EF4-FFF2-40B4-BE49-F238E27FC236}">
                <a16:creationId xmlns:a16="http://schemas.microsoft.com/office/drawing/2014/main" id="{66BA2589-FB89-4669-97E3-57832B7FAA38}"/>
              </a:ext>
            </a:extLst>
          </p:cNvPr>
          <p:cNvCxnSpPr>
            <a:cxnSpLocks/>
            <a:stCxn id="170" idx="2"/>
            <a:endCxn id="116" idx="0"/>
          </p:cNvCxnSpPr>
          <p:nvPr/>
        </p:nvCxnSpPr>
        <p:spPr bwMode="auto">
          <a:xfrm>
            <a:off x="5415498" y="3626980"/>
            <a:ext cx="12905" cy="13758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droit 37">
            <a:extLst>
              <a:ext uri="{FF2B5EF4-FFF2-40B4-BE49-F238E27FC236}">
                <a16:creationId xmlns:a16="http://schemas.microsoft.com/office/drawing/2014/main" id="{E338BF5D-0E2F-49B6-ACC3-B565427BD96C}"/>
              </a:ext>
            </a:extLst>
          </p:cNvPr>
          <p:cNvCxnSpPr>
            <a:stCxn id="159" idx="2"/>
            <a:endCxn id="187" idx="0"/>
          </p:cNvCxnSpPr>
          <p:nvPr/>
        </p:nvCxnSpPr>
        <p:spPr bwMode="auto">
          <a:xfrm flipH="1">
            <a:off x="6711000" y="2922145"/>
            <a:ext cx="2429" cy="441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AutoShape 31">
            <a:hlinkClick r:id="" action="ppaction://noaction"/>
            <a:extLst>
              <a:ext uri="{FF2B5EF4-FFF2-40B4-BE49-F238E27FC236}">
                <a16:creationId xmlns:a16="http://schemas.microsoft.com/office/drawing/2014/main" id="{57BB62D3-20C2-4E48-929A-698E9C1B3E6E}"/>
              </a:ext>
            </a:extLst>
          </p:cNvPr>
          <p:cNvSpPr>
            <a:spLocks noChangeArrowheads="1"/>
          </p:cNvSpPr>
          <p:nvPr/>
        </p:nvSpPr>
        <p:spPr bwMode="auto">
          <a:xfrm>
            <a:off x="6083625" y="2966250"/>
            <a:ext cx="1254749" cy="188215"/>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FIXE_MC_DO_PREMIUM_OK</a:t>
            </a:r>
            <a:endParaRPr lang="fr-FR" sz="600">
              <a:solidFill>
                <a:srgbClr val="FF0000"/>
              </a:solidFill>
            </a:endParaRPr>
          </a:p>
        </p:txBody>
      </p:sp>
      <p:cxnSp>
        <p:nvCxnSpPr>
          <p:cNvPr id="49" name="Connecteur droit 48">
            <a:extLst>
              <a:ext uri="{FF2B5EF4-FFF2-40B4-BE49-F238E27FC236}">
                <a16:creationId xmlns:a16="http://schemas.microsoft.com/office/drawing/2014/main" id="{A4B40722-CD11-4A72-84F4-8D0BB6D72916}"/>
              </a:ext>
            </a:extLst>
          </p:cNvPr>
          <p:cNvCxnSpPr>
            <a:stCxn id="187" idx="2"/>
            <a:endCxn id="153" idx="2"/>
          </p:cNvCxnSpPr>
          <p:nvPr/>
        </p:nvCxnSpPr>
        <p:spPr bwMode="auto">
          <a:xfrm>
            <a:off x="6711000" y="3154465"/>
            <a:ext cx="0" cy="889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2" name="AutoShape 208">
            <a:extLst>
              <a:ext uri="{FF2B5EF4-FFF2-40B4-BE49-F238E27FC236}">
                <a16:creationId xmlns:a16="http://schemas.microsoft.com/office/drawing/2014/main" id="{1C20A356-80C7-4B35-BF10-1E40671F1F23}"/>
              </a:ext>
            </a:extLst>
          </p:cNvPr>
          <p:cNvSpPr>
            <a:spLocks noChangeArrowheads="1"/>
          </p:cNvSpPr>
          <p:nvPr/>
        </p:nvSpPr>
        <p:spPr bwMode="auto">
          <a:xfrm>
            <a:off x="3559769" y="3035589"/>
            <a:ext cx="1202016" cy="2104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10000_MC_DO_PREMIUM_OFF</a:t>
            </a:r>
          </a:p>
        </p:txBody>
      </p:sp>
      <p:cxnSp>
        <p:nvCxnSpPr>
          <p:cNvPr id="51" name="Connecteur : en angle 50">
            <a:extLst>
              <a:ext uri="{FF2B5EF4-FFF2-40B4-BE49-F238E27FC236}">
                <a16:creationId xmlns:a16="http://schemas.microsoft.com/office/drawing/2014/main" id="{A04AE2A3-616A-4C62-B991-AF6574F9E087}"/>
              </a:ext>
            </a:extLst>
          </p:cNvPr>
          <p:cNvCxnSpPr>
            <a:stCxn id="156" idx="1"/>
            <a:endCxn id="202" idx="0"/>
          </p:cNvCxnSpPr>
          <p:nvPr/>
        </p:nvCxnSpPr>
        <p:spPr bwMode="auto">
          <a:xfrm rot="10800000" flipV="1">
            <a:off x="4160777" y="2706877"/>
            <a:ext cx="939678" cy="32871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Connecteur : en angle 53">
            <a:extLst>
              <a:ext uri="{FF2B5EF4-FFF2-40B4-BE49-F238E27FC236}">
                <a16:creationId xmlns:a16="http://schemas.microsoft.com/office/drawing/2014/main" id="{9A2CF733-CCAA-4EEA-957F-A217FE69F90B}"/>
              </a:ext>
            </a:extLst>
          </p:cNvPr>
          <p:cNvCxnSpPr>
            <a:stCxn id="202" idx="2"/>
            <a:endCxn id="170" idx="1"/>
          </p:cNvCxnSpPr>
          <p:nvPr/>
        </p:nvCxnSpPr>
        <p:spPr bwMode="auto">
          <a:xfrm rot="16200000" flipH="1">
            <a:off x="4331029" y="3075779"/>
            <a:ext cx="286842" cy="62734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 name="AutoShape 208">
            <a:extLst>
              <a:ext uri="{FF2B5EF4-FFF2-40B4-BE49-F238E27FC236}">
                <a16:creationId xmlns:a16="http://schemas.microsoft.com/office/drawing/2014/main" id="{6F137699-6986-456C-BDFA-116DA98D8E90}"/>
              </a:ext>
            </a:extLst>
          </p:cNvPr>
          <p:cNvSpPr>
            <a:spLocks noChangeArrowheads="1"/>
          </p:cNvSpPr>
          <p:nvPr/>
        </p:nvSpPr>
        <p:spPr bwMode="auto">
          <a:xfrm>
            <a:off x="2426978" y="3518585"/>
            <a:ext cx="927119" cy="14484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10000_MC_DO_OFF</a:t>
            </a:r>
          </a:p>
        </p:txBody>
      </p:sp>
      <p:cxnSp>
        <p:nvCxnSpPr>
          <p:cNvPr id="57" name="Connecteur : en angle 56">
            <a:extLst>
              <a:ext uri="{FF2B5EF4-FFF2-40B4-BE49-F238E27FC236}">
                <a16:creationId xmlns:a16="http://schemas.microsoft.com/office/drawing/2014/main" id="{52285EF8-BB1E-467C-8271-D3085C71A109}"/>
              </a:ext>
            </a:extLst>
          </p:cNvPr>
          <p:cNvCxnSpPr>
            <a:stCxn id="169" idx="3"/>
            <a:endCxn id="204" idx="0"/>
          </p:cNvCxnSpPr>
          <p:nvPr/>
        </p:nvCxnSpPr>
        <p:spPr bwMode="auto">
          <a:xfrm>
            <a:off x="2304426" y="2840472"/>
            <a:ext cx="586112" cy="67811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AutoShape 31">
            <a:hlinkClick r:id="" action="ppaction://noaction"/>
            <a:extLst>
              <a:ext uri="{FF2B5EF4-FFF2-40B4-BE49-F238E27FC236}">
                <a16:creationId xmlns:a16="http://schemas.microsoft.com/office/drawing/2014/main" id="{E5834D2C-F17E-4B51-BBB5-8AB937708E86}"/>
              </a:ext>
            </a:extLst>
          </p:cNvPr>
          <p:cNvSpPr>
            <a:spLocks noChangeArrowheads="1"/>
          </p:cNvSpPr>
          <p:nvPr/>
        </p:nvSpPr>
        <p:spPr bwMode="auto">
          <a:xfrm>
            <a:off x="125213" y="4149221"/>
            <a:ext cx="862493" cy="18849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FIXE_MC_DO_NOK</a:t>
            </a:r>
            <a:endParaRPr lang="fr-FR" sz="600">
              <a:solidFill>
                <a:srgbClr val="FF0000"/>
              </a:solidFill>
            </a:endParaRPr>
          </a:p>
        </p:txBody>
      </p:sp>
      <p:cxnSp>
        <p:nvCxnSpPr>
          <p:cNvPr id="79" name="Connecteur droit avec flèche 78">
            <a:extLst>
              <a:ext uri="{FF2B5EF4-FFF2-40B4-BE49-F238E27FC236}">
                <a16:creationId xmlns:a16="http://schemas.microsoft.com/office/drawing/2014/main" id="{3088D692-42FF-4A2E-99EC-70E0C786098E}"/>
              </a:ext>
            </a:extLst>
          </p:cNvPr>
          <p:cNvCxnSpPr>
            <a:stCxn id="205" idx="2"/>
            <a:endCxn id="142" idx="0"/>
          </p:cNvCxnSpPr>
          <p:nvPr/>
        </p:nvCxnSpPr>
        <p:spPr bwMode="auto">
          <a:xfrm>
            <a:off x="556460" y="4337713"/>
            <a:ext cx="10234" cy="1287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Connecteur droit 80">
            <a:extLst>
              <a:ext uri="{FF2B5EF4-FFF2-40B4-BE49-F238E27FC236}">
                <a16:creationId xmlns:a16="http://schemas.microsoft.com/office/drawing/2014/main" id="{ED5730DB-9905-44BB-8405-2BC422C8D8B3}"/>
              </a:ext>
            </a:extLst>
          </p:cNvPr>
          <p:cNvCxnSpPr>
            <a:cxnSpLocks/>
            <a:stCxn id="164" idx="0"/>
            <a:endCxn id="205" idx="0"/>
          </p:cNvCxnSpPr>
          <p:nvPr/>
        </p:nvCxnSpPr>
        <p:spPr bwMode="auto">
          <a:xfrm flipH="1">
            <a:off x="556460" y="3689554"/>
            <a:ext cx="2127" cy="4596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Connecteur : en angle 93">
            <a:extLst>
              <a:ext uri="{FF2B5EF4-FFF2-40B4-BE49-F238E27FC236}">
                <a16:creationId xmlns:a16="http://schemas.microsoft.com/office/drawing/2014/main" id="{6C8B24BF-F285-40E1-9031-BB3E40586C1B}"/>
              </a:ext>
            </a:extLst>
          </p:cNvPr>
          <p:cNvCxnSpPr>
            <a:stCxn id="204" idx="2"/>
            <a:endCxn id="205" idx="0"/>
          </p:cNvCxnSpPr>
          <p:nvPr/>
        </p:nvCxnSpPr>
        <p:spPr bwMode="auto">
          <a:xfrm rot="5400000">
            <a:off x="1480606" y="2739288"/>
            <a:ext cx="485787" cy="233407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0" name="AutoShape 31">
            <a:hlinkClick r:id="" action="ppaction://noaction"/>
            <a:extLst>
              <a:ext uri="{FF2B5EF4-FFF2-40B4-BE49-F238E27FC236}">
                <a16:creationId xmlns:a16="http://schemas.microsoft.com/office/drawing/2014/main" id="{D4EE183A-4B56-4548-9FF6-7C63AE2BC2A8}"/>
              </a:ext>
            </a:extLst>
          </p:cNvPr>
          <p:cNvSpPr>
            <a:spLocks noChangeArrowheads="1"/>
          </p:cNvSpPr>
          <p:nvPr/>
        </p:nvSpPr>
        <p:spPr bwMode="auto">
          <a:xfrm>
            <a:off x="129928" y="3021084"/>
            <a:ext cx="862493" cy="18849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FIXE_MC_DO_OK</a:t>
            </a:r>
            <a:endParaRPr lang="fr-FR" sz="600">
              <a:solidFill>
                <a:srgbClr val="FF0000"/>
              </a:solidFill>
            </a:endParaRPr>
          </a:p>
        </p:txBody>
      </p:sp>
      <p:cxnSp>
        <p:nvCxnSpPr>
          <p:cNvPr id="218" name="Connecteur droit 217">
            <a:extLst>
              <a:ext uri="{FF2B5EF4-FFF2-40B4-BE49-F238E27FC236}">
                <a16:creationId xmlns:a16="http://schemas.microsoft.com/office/drawing/2014/main" id="{6ECDEB10-A1AE-4C7A-B786-B864F751FF10}"/>
              </a:ext>
            </a:extLst>
          </p:cNvPr>
          <p:cNvCxnSpPr>
            <a:stCxn id="171" idx="2"/>
            <a:endCxn id="210" idx="0"/>
          </p:cNvCxnSpPr>
          <p:nvPr/>
        </p:nvCxnSpPr>
        <p:spPr bwMode="auto">
          <a:xfrm>
            <a:off x="557669" y="2912357"/>
            <a:ext cx="3506" cy="1087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5" name="AutoShape 31">
            <a:hlinkClick r:id="" action="ppaction://noaction"/>
            <a:extLst>
              <a:ext uri="{FF2B5EF4-FFF2-40B4-BE49-F238E27FC236}">
                <a16:creationId xmlns:a16="http://schemas.microsoft.com/office/drawing/2014/main" id="{E8C06C0A-3B46-4872-9B90-C64892587A95}"/>
              </a:ext>
            </a:extLst>
          </p:cNvPr>
          <p:cNvSpPr>
            <a:spLocks noChangeArrowheads="1"/>
          </p:cNvSpPr>
          <p:nvPr/>
        </p:nvSpPr>
        <p:spPr bwMode="auto">
          <a:xfrm>
            <a:off x="1601151" y="4812858"/>
            <a:ext cx="978054" cy="18475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FIXE_FTT_DO_CARE_OK</a:t>
            </a:r>
            <a:endParaRPr lang="fr-FR" sz="600">
              <a:solidFill>
                <a:srgbClr val="FF0000"/>
              </a:solidFill>
            </a:endParaRPr>
          </a:p>
        </p:txBody>
      </p:sp>
      <p:cxnSp>
        <p:nvCxnSpPr>
          <p:cNvPr id="227" name="Connecteur droit avec flèche 226">
            <a:extLst>
              <a:ext uri="{FF2B5EF4-FFF2-40B4-BE49-F238E27FC236}">
                <a16:creationId xmlns:a16="http://schemas.microsoft.com/office/drawing/2014/main" id="{5079F2F0-28F5-40F2-929B-472F45BB9F3B}"/>
              </a:ext>
            </a:extLst>
          </p:cNvPr>
          <p:cNvCxnSpPr>
            <a:cxnSpLocks/>
            <a:stCxn id="225" idx="2"/>
            <a:endCxn id="182" idx="0"/>
          </p:cNvCxnSpPr>
          <p:nvPr/>
        </p:nvCxnSpPr>
        <p:spPr bwMode="auto">
          <a:xfrm>
            <a:off x="2090178" y="4997617"/>
            <a:ext cx="914" cy="19869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 en angle 229">
            <a:extLst>
              <a:ext uri="{FF2B5EF4-FFF2-40B4-BE49-F238E27FC236}">
                <a16:creationId xmlns:a16="http://schemas.microsoft.com/office/drawing/2014/main" id="{2C130565-8817-41FE-A7F7-D3F0413B305B}"/>
              </a:ext>
            </a:extLst>
          </p:cNvPr>
          <p:cNvCxnSpPr>
            <a:cxnSpLocks/>
            <a:stCxn id="158" idx="3"/>
            <a:endCxn id="225" idx="0"/>
          </p:cNvCxnSpPr>
          <p:nvPr/>
        </p:nvCxnSpPr>
        <p:spPr bwMode="auto">
          <a:xfrm>
            <a:off x="2004380" y="4654326"/>
            <a:ext cx="85798" cy="15853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AutoShape 31">
            <a:hlinkClick r:id="" action="ppaction://noaction"/>
            <a:extLst>
              <a:ext uri="{FF2B5EF4-FFF2-40B4-BE49-F238E27FC236}">
                <a16:creationId xmlns:a16="http://schemas.microsoft.com/office/drawing/2014/main" id="{63074D62-1817-41F1-808A-DC35CD0DE8DE}"/>
              </a:ext>
            </a:extLst>
          </p:cNvPr>
          <p:cNvSpPr>
            <a:spLocks noChangeArrowheads="1"/>
          </p:cNvSpPr>
          <p:nvPr/>
        </p:nvSpPr>
        <p:spPr bwMode="auto">
          <a:xfrm>
            <a:off x="704088" y="6302223"/>
            <a:ext cx="1042174" cy="184759"/>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FIXE_FTT_DO_CARE_NOK</a:t>
            </a:r>
            <a:endParaRPr lang="fr-FR" sz="600">
              <a:solidFill>
                <a:srgbClr val="FF0000"/>
              </a:solidFill>
            </a:endParaRPr>
          </a:p>
        </p:txBody>
      </p:sp>
      <p:cxnSp>
        <p:nvCxnSpPr>
          <p:cNvPr id="241" name="Connecteur droit 240">
            <a:extLst>
              <a:ext uri="{FF2B5EF4-FFF2-40B4-BE49-F238E27FC236}">
                <a16:creationId xmlns:a16="http://schemas.microsoft.com/office/drawing/2014/main" id="{FA25BE6D-6318-4495-927C-580137D7860C}"/>
              </a:ext>
            </a:extLst>
          </p:cNvPr>
          <p:cNvCxnSpPr>
            <a:stCxn id="201" idx="2"/>
            <a:endCxn id="237" idx="0"/>
          </p:cNvCxnSpPr>
          <p:nvPr/>
        </p:nvCxnSpPr>
        <p:spPr bwMode="auto">
          <a:xfrm>
            <a:off x="1223749" y="5604651"/>
            <a:ext cx="1426" cy="6975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Connecteur : en angle 242">
            <a:extLst>
              <a:ext uri="{FF2B5EF4-FFF2-40B4-BE49-F238E27FC236}">
                <a16:creationId xmlns:a16="http://schemas.microsoft.com/office/drawing/2014/main" id="{958CB455-ADA1-4579-800D-D3BBB20B9C6A}"/>
              </a:ext>
            </a:extLst>
          </p:cNvPr>
          <p:cNvCxnSpPr>
            <a:stCxn id="147" idx="2"/>
            <a:endCxn id="237" idx="1"/>
          </p:cNvCxnSpPr>
          <p:nvPr/>
        </p:nvCxnSpPr>
        <p:spPr bwMode="auto">
          <a:xfrm rot="16200000" flipH="1">
            <a:off x="459120" y="6149634"/>
            <a:ext cx="346193" cy="14374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Connecteur droit 246">
            <a:extLst>
              <a:ext uri="{FF2B5EF4-FFF2-40B4-BE49-F238E27FC236}">
                <a16:creationId xmlns:a16="http://schemas.microsoft.com/office/drawing/2014/main" id="{78F9942B-2FE7-49FC-A0B6-0221706AC43B}"/>
              </a:ext>
            </a:extLst>
          </p:cNvPr>
          <p:cNvCxnSpPr>
            <a:cxnSpLocks/>
            <a:stCxn id="237" idx="3"/>
            <a:endCxn id="132" idx="1"/>
          </p:cNvCxnSpPr>
          <p:nvPr/>
        </p:nvCxnSpPr>
        <p:spPr bwMode="auto">
          <a:xfrm>
            <a:off x="1746262" y="6394603"/>
            <a:ext cx="161399" cy="427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 name="Text Box 157">
            <a:extLst>
              <a:ext uri="{FF2B5EF4-FFF2-40B4-BE49-F238E27FC236}">
                <a16:creationId xmlns:a16="http://schemas.microsoft.com/office/drawing/2014/main" id="{CB31FE5C-A4A2-41B7-A5A8-7E04F37E8464}"/>
              </a:ext>
            </a:extLst>
          </p:cNvPr>
          <p:cNvSpPr txBox="1">
            <a:spLocks noChangeArrowheads="1"/>
          </p:cNvSpPr>
          <p:nvPr/>
        </p:nvSpPr>
        <p:spPr bwMode="auto">
          <a:xfrm>
            <a:off x="2302992" y="286039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Désactivé</a:t>
            </a:r>
          </a:p>
        </p:txBody>
      </p:sp>
      <p:sp>
        <p:nvSpPr>
          <p:cNvPr id="207" name="AutoShape 142">
            <a:extLst>
              <a:ext uri="{FF2B5EF4-FFF2-40B4-BE49-F238E27FC236}">
                <a16:creationId xmlns:a16="http://schemas.microsoft.com/office/drawing/2014/main" id="{314A8207-E6DB-4EED-A628-0C13E66DCC0F}"/>
              </a:ext>
            </a:extLst>
          </p:cNvPr>
          <p:cNvSpPr>
            <a:spLocks noChangeArrowheads="1"/>
          </p:cNvSpPr>
          <p:nvPr/>
        </p:nvSpPr>
        <p:spPr bwMode="auto">
          <a:xfrm>
            <a:off x="2664725" y="4049819"/>
            <a:ext cx="1128760"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TRANSFRT</a:t>
            </a:r>
          </a:p>
          <a:p>
            <a:pPr algn="ctr" eaLnBrk="0" hangingPunct="0"/>
            <a:r>
              <a:rPr lang="fr-FR" sz="600"/>
              <a:t>FTT PACKPRO DO FTTB</a:t>
            </a:r>
          </a:p>
        </p:txBody>
      </p:sp>
      <p:sp>
        <p:nvSpPr>
          <p:cNvPr id="208" name="AutoShape 43">
            <a:extLst>
              <a:ext uri="{FF2B5EF4-FFF2-40B4-BE49-F238E27FC236}">
                <a16:creationId xmlns:a16="http://schemas.microsoft.com/office/drawing/2014/main" id="{F6D3FFC6-89C5-4E58-A733-E2DC301292BB}"/>
              </a:ext>
            </a:extLst>
          </p:cNvPr>
          <p:cNvSpPr>
            <a:spLocks noChangeArrowheads="1"/>
          </p:cNvSpPr>
          <p:nvPr/>
        </p:nvSpPr>
        <p:spPr bwMode="auto">
          <a:xfrm>
            <a:off x="3932934" y="4085599"/>
            <a:ext cx="1273796" cy="1883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10000_FTT_PACKPRO_DO_FTTB</a:t>
            </a:r>
          </a:p>
        </p:txBody>
      </p:sp>
      <p:sp>
        <p:nvSpPr>
          <p:cNvPr id="209" name="AutoShape 142">
            <a:extLst>
              <a:ext uri="{FF2B5EF4-FFF2-40B4-BE49-F238E27FC236}">
                <a16:creationId xmlns:a16="http://schemas.microsoft.com/office/drawing/2014/main" id="{F6F37E0C-96E7-4C28-895D-00EE1372F335}"/>
              </a:ext>
            </a:extLst>
          </p:cNvPr>
          <p:cNvSpPr>
            <a:spLocks noChangeArrowheads="1"/>
          </p:cNvSpPr>
          <p:nvPr/>
        </p:nvSpPr>
        <p:spPr bwMode="auto">
          <a:xfrm>
            <a:off x="2660397" y="4359500"/>
            <a:ext cx="112598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PACKPRO DO FTTH</a:t>
            </a:r>
          </a:p>
        </p:txBody>
      </p:sp>
      <p:sp>
        <p:nvSpPr>
          <p:cNvPr id="211" name="AutoShape 43">
            <a:extLst>
              <a:ext uri="{FF2B5EF4-FFF2-40B4-BE49-F238E27FC236}">
                <a16:creationId xmlns:a16="http://schemas.microsoft.com/office/drawing/2014/main" id="{C490BB28-EB6F-42AA-8701-5F7EBCB13F15}"/>
              </a:ext>
            </a:extLst>
          </p:cNvPr>
          <p:cNvSpPr>
            <a:spLocks noChangeArrowheads="1"/>
          </p:cNvSpPr>
          <p:nvPr/>
        </p:nvSpPr>
        <p:spPr bwMode="auto">
          <a:xfrm>
            <a:off x="3887090" y="4404661"/>
            <a:ext cx="1296492" cy="17871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10000_FTT_PACKPRO_DO_FTTH</a:t>
            </a:r>
          </a:p>
        </p:txBody>
      </p:sp>
      <p:sp>
        <p:nvSpPr>
          <p:cNvPr id="212" name="AutoShape 142">
            <a:extLst>
              <a:ext uri="{FF2B5EF4-FFF2-40B4-BE49-F238E27FC236}">
                <a16:creationId xmlns:a16="http://schemas.microsoft.com/office/drawing/2014/main" id="{AE366DE8-349D-44E0-B6EF-18A683F49C26}"/>
              </a:ext>
            </a:extLst>
          </p:cNvPr>
          <p:cNvSpPr>
            <a:spLocks noChangeArrowheads="1"/>
          </p:cNvSpPr>
          <p:nvPr/>
        </p:nvSpPr>
        <p:spPr bwMode="auto">
          <a:xfrm>
            <a:off x="2682485" y="4685450"/>
            <a:ext cx="1075628"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PACKPRO DO AUTRE</a:t>
            </a:r>
          </a:p>
        </p:txBody>
      </p:sp>
      <p:sp>
        <p:nvSpPr>
          <p:cNvPr id="213" name="AutoShape 43">
            <a:extLst>
              <a:ext uri="{FF2B5EF4-FFF2-40B4-BE49-F238E27FC236}">
                <a16:creationId xmlns:a16="http://schemas.microsoft.com/office/drawing/2014/main" id="{5929DAF3-2D7C-41A7-A595-452E1A6A6889}"/>
              </a:ext>
            </a:extLst>
          </p:cNvPr>
          <p:cNvSpPr>
            <a:spLocks noChangeArrowheads="1"/>
          </p:cNvSpPr>
          <p:nvPr/>
        </p:nvSpPr>
        <p:spPr bwMode="auto">
          <a:xfrm>
            <a:off x="3841055" y="4714075"/>
            <a:ext cx="1346236" cy="185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10000_FTT_PACKPRO_DO_AUTRE</a:t>
            </a:r>
          </a:p>
        </p:txBody>
      </p:sp>
      <p:cxnSp>
        <p:nvCxnSpPr>
          <p:cNvPr id="224" name="Connecteur : en angle 223">
            <a:extLst>
              <a:ext uri="{FF2B5EF4-FFF2-40B4-BE49-F238E27FC236}">
                <a16:creationId xmlns:a16="http://schemas.microsoft.com/office/drawing/2014/main" id="{48C4D0EA-EE1B-49AC-8E4B-C9EB56B33C9D}"/>
              </a:ext>
            </a:extLst>
          </p:cNvPr>
          <p:cNvCxnSpPr>
            <a:cxnSpLocks/>
            <a:stCxn id="116" idx="2"/>
            <a:endCxn id="208" idx="3"/>
          </p:cNvCxnSpPr>
          <p:nvPr/>
        </p:nvCxnSpPr>
        <p:spPr bwMode="auto">
          <a:xfrm rot="5400000">
            <a:off x="5276337" y="4027715"/>
            <a:ext cx="82461" cy="22167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Connecteur : en angle 213">
            <a:extLst>
              <a:ext uri="{FF2B5EF4-FFF2-40B4-BE49-F238E27FC236}">
                <a16:creationId xmlns:a16="http://schemas.microsoft.com/office/drawing/2014/main" id="{2A5FA929-5C03-4E62-8A34-B233D156696B}"/>
              </a:ext>
            </a:extLst>
          </p:cNvPr>
          <p:cNvCxnSpPr>
            <a:cxnSpLocks/>
            <a:stCxn id="116" idx="2"/>
            <a:endCxn id="211" idx="3"/>
          </p:cNvCxnSpPr>
          <p:nvPr/>
        </p:nvCxnSpPr>
        <p:spPr bwMode="auto">
          <a:xfrm rot="5400000">
            <a:off x="5107644" y="4173260"/>
            <a:ext cx="396699" cy="24482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Connecteur : en angle 214">
            <a:extLst>
              <a:ext uri="{FF2B5EF4-FFF2-40B4-BE49-F238E27FC236}">
                <a16:creationId xmlns:a16="http://schemas.microsoft.com/office/drawing/2014/main" id="{1F2E0E3B-0244-4317-8FBF-5A48A516A232}"/>
              </a:ext>
            </a:extLst>
          </p:cNvPr>
          <p:cNvCxnSpPr>
            <a:cxnSpLocks/>
            <a:stCxn id="116" idx="2"/>
            <a:endCxn id="213" idx="3"/>
          </p:cNvCxnSpPr>
          <p:nvPr/>
        </p:nvCxnSpPr>
        <p:spPr bwMode="auto">
          <a:xfrm rot="5400000">
            <a:off x="4953026" y="4331586"/>
            <a:ext cx="709643" cy="2411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Connecteur droit 232">
            <a:extLst>
              <a:ext uri="{FF2B5EF4-FFF2-40B4-BE49-F238E27FC236}">
                <a16:creationId xmlns:a16="http://schemas.microsoft.com/office/drawing/2014/main" id="{E4903606-7A1C-42A7-BA78-0EE88B01501C}"/>
              </a:ext>
            </a:extLst>
          </p:cNvPr>
          <p:cNvCxnSpPr>
            <a:stCxn id="208" idx="1"/>
            <a:endCxn id="207" idx="3"/>
          </p:cNvCxnSpPr>
          <p:nvPr/>
        </p:nvCxnSpPr>
        <p:spPr bwMode="auto">
          <a:xfrm flipH="1" flipV="1">
            <a:off x="3793485" y="4174914"/>
            <a:ext cx="139449" cy="48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Connecteur droit 234">
            <a:extLst>
              <a:ext uri="{FF2B5EF4-FFF2-40B4-BE49-F238E27FC236}">
                <a16:creationId xmlns:a16="http://schemas.microsoft.com/office/drawing/2014/main" id="{64F90DFE-4325-4CA5-88EC-511DC8CFEE02}"/>
              </a:ext>
            </a:extLst>
          </p:cNvPr>
          <p:cNvCxnSpPr>
            <a:stCxn id="211" idx="1"/>
            <a:endCxn id="209" idx="3"/>
          </p:cNvCxnSpPr>
          <p:nvPr/>
        </p:nvCxnSpPr>
        <p:spPr bwMode="auto">
          <a:xfrm flipH="1" flipV="1">
            <a:off x="3786379" y="4484595"/>
            <a:ext cx="100711" cy="942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Connecteur droit 237">
            <a:extLst>
              <a:ext uri="{FF2B5EF4-FFF2-40B4-BE49-F238E27FC236}">
                <a16:creationId xmlns:a16="http://schemas.microsoft.com/office/drawing/2014/main" id="{A409B382-9EDF-43AC-AF8E-53B7EA565D0E}"/>
              </a:ext>
            </a:extLst>
          </p:cNvPr>
          <p:cNvCxnSpPr>
            <a:stCxn id="213" idx="1"/>
            <a:endCxn id="212" idx="3"/>
          </p:cNvCxnSpPr>
          <p:nvPr/>
        </p:nvCxnSpPr>
        <p:spPr bwMode="auto">
          <a:xfrm flipH="1">
            <a:off x="3758113" y="4806964"/>
            <a:ext cx="82942" cy="35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6" name="ZoneTexte 129">
            <a:extLst>
              <a:ext uri="{FF2B5EF4-FFF2-40B4-BE49-F238E27FC236}">
                <a16:creationId xmlns:a16="http://schemas.microsoft.com/office/drawing/2014/main" id="{E078FCDF-A2D1-434B-B16F-57ADF7850423}"/>
              </a:ext>
            </a:extLst>
          </p:cNvPr>
          <p:cNvSpPr txBox="1"/>
          <p:nvPr/>
        </p:nvSpPr>
        <p:spPr>
          <a:xfrm rot="16200000">
            <a:off x="2086495" y="4312328"/>
            <a:ext cx="971238" cy="184666"/>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fr-FR" sz="600"/>
              <a:t>Valeur1 = PACKPRO</a:t>
            </a:r>
            <a:endParaRPr lang="fr-FR" sz="600">
              <a:solidFill>
                <a:srgbClr val="FF0000"/>
              </a:solidFill>
            </a:endParaRPr>
          </a:p>
        </p:txBody>
      </p:sp>
      <p:cxnSp>
        <p:nvCxnSpPr>
          <p:cNvPr id="253" name="Connecteur : en angle 252">
            <a:extLst>
              <a:ext uri="{FF2B5EF4-FFF2-40B4-BE49-F238E27FC236}">
                <a16:creationId xmlns:a16="http://schemas.microsoft.com/office/drawing/2014/main" id="{87A4AA18-DF7E-42DE-A6F0-7CB500527BC1}"/>
              </a:ext>
            </a:extLst>
          </p:cNvPr>
          <p:cNvCxnSpPr>
            <a:stCxn id="156" idx="3"/>
            <a:endCxn id="159" idx="0"/>
          </p:cNvCxnSpPr>
          <p:nvPr/>
        </p:nvCxnSpPr>
        <p:spPr bwMode="auto">
          <a:xfrm>
            <a:off x="5730540" y="2706878"/>
            <a:ext cx="982889" cy="5187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 name="AutoShape 73">
            <a:extLst>
              <a:ext uri="{FF2B5EF4-FFF2-40B4-BE49-F238E27FC236}">
                <a16:creationId xmlns:a16="http://schemas.microsoft.com/office/drawing/2014/main" id="{B4F509C7-1A4D-41BF-8014-B9A247516731}"/>
              </a:ext>
            </a:extLst>
          </p:cNvPr>
          <p:cNvSpPr>
            <a:spLocks noChangeArrowheads="1"/>
          </p:cNvSpPr>
          <p:nvPr/>
        </p:nvSpPr>
        <p:spPr bwMode="auto">
          <a:xfrm>
            <a:off x="2415688" y="1052148"/>
            <a:ext cx="606753"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RDGU</a:t>
            </a:r>
          </a:p>
        </p:txBody>
      </p:sp>
      <p:sp>
        <p:nvSpPr>
          <p:cNvPr id="257" name="AutoShape 14">
            <a:extLst>
              <a:ext uri="{FF2B5EF4-FFF2-40B4-BE49-F238E27FC236}">
                <a16:creationId xmlns:a16="http://schemas.microsoft.com/office/drawing/2014/main" id="{58C0E3F8-A87B-4486-8E5B-62A5EC67B1C9}"/>
              </a:ext>
            </a:extLst>
          </p:cNvPr>
          <p:cNvSpPr>
            <a:spLocks noChangeArrowheads="1"/>
          </p:cNvSpPr>
          <p:nvPr/>
        </p:nvSpPr>
        <p:spPr bwMode="auto">
          <a:xfrm>
            <a:off x="1356653" y="1168787"/>
            <a:ext cx="891026" cy="1548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10000_IDO_ TECH _HO</a:t>
            </a:r>
          </a:p>
        </p:txBody>
      </p:sp>
      <p:cxnSp>
        <p:nvCxnSpPr>
          <p:cNvPr id="75" name="Connecteur droit 74">
            <a:extLst>
              <a:ext uri="{FF2B5EF4-FFF2-40B4-BE49-F238E27FC236}">
                <a16:creationId xmlns:a16="http://schemas.microsoft.com/office/drawing/2014/main" id="{C7FEC83D-6784-4AFE-A9CF-0F3CDFDA4114}"/>
              </a:ext>
            </a:extLst>
          </p:cNvPr>
          <p:cNvCxnSpPr>
            <a:cxnSpLocks/>
            <a:stCxn id="96" idx="3"/>
            <a:endCxn id="257" idx="1"/>
          </p:cNvCxnSpPr>
          <p:nvPr/>
        </p:nvCxnSpPr>
        <p:spPr bwMode="auto">
          <a:xfrm>
            <a:off x="1302947" y="1242383"/>
            <a:ext cx="53706" cy="38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Connecteur droit avec flèche 84">
            <a:extLst>
              <a:ext uri="{FF2B5EF4-FFF2-40B4-BE49-F238E27FC236}">
                <a16:creationId xmlns:a16="http://schemas.microsoft.com/office/drawing/2014/main" id="{9F14BD8A-060F-431B-89FA-0AEC591F0E10}"/>
              </a:ext>
            </a:extLst>
          </p:cNvPr>
          <p:cNvCxnSpPr>
            <a:cxnSpLocks/>
            <a:stCxn id="185" idx="0"/>
            <a:endCxn id="96" idx="0"/>
          </p:cNvCxnSpPr>
          <p:nvPr/>
        </p:nvCxnSpPr>
        <p:spPr bwMode="auto">
          <a:xfrm flipH="1">
            <a:off x="951571" y="888947"/>
            <a:ext cx="5916" cy="16162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Connecteur droit avec flèche 89">
            <a:extLst>
              <a:ext uri="{FF2B5EF4-FFF2-40B4-BE49-F238E27FC236}">
                <a16:creationId xmlns:a16="http://schemas.microsoft.com/office/drawing/2014/main" id="{D79D543F-7555-40FF-9F0E-B0C559C23BF8}"/>
              </a:ext>
            </a:extLst>
          </p:cNvPr>
          <p:cNvCxnSpPr>
            <a:cxnSpLocks/>
            <a:stCxn id="257" idx="3"/>
            <a:endCxn id="256" idx="1"/>
          </p:cNvCxnSpPr>
          <p:nvPr/>
        </p:nvCxnSpPr>
        <p:spPr bwMode="auto">
          <a:xfrm flipV="1">
            <a:off x="2247679" y="1243955"/>
            <a:ext cx="168009" cy="22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9" name="AutoShape 142">
            <a:extLst>
              <a:ext uri="{FF2B5EF4-FFF2-40B4-BE49-F238E27FC236}">
                <a16:creationId xmlns:a16="http://schemas.microsoft.com/office/drawing/2014/main" id="{FF27C1D7-DBF8-4FAA-8559-6B4F090CCF16}"/>
              </a:ext>
            </a:extLst>
          </p:cNvPr>
          <p:cNvSpPr>
            <a:spLocks noChangeArrowheads="1"/>
          </p:cNvSpPr>
          <p:nvPr/>
        </p:nvSpPr>
        <p:spPr bwMode="auto">
          <a:xfrm>
            <a:off x="4682201" y="1020397"/>
            <a:ext cx="1247160"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FTTH RDGU</a:t>
            </a:r>
          </a:p>
        </p:txBody>
      </p:sp>
      <p:cxnSp>
        <p:nvCxnSpPr>
          <p:cNvPr id="260" name="AutoShape 13">
            <a:extLst>
              <a:ext uri="{FF2B5EF4-FFF2-40B4-BE49-F238E27FC236}">
                <a16:creationId xmlns:a16="http://schemas.microsoft.com/office/drawing/2014/main" id="{C9B5532F-CF8B-4427-A144-12FC3A582B99}"/>
              </a:ext>
            </a:extLst>
          </p:cNvPr>
          <p:cNvCxnSpPr>
            <a:cxnSpLocks noChangeShapeType="1"/>
            <a:stCxn id="266" idx="3"/>
            <a:endCxn id="259" idx="1"/>
          </p:cNvCxnSpPr>
          <p:nvPr/>
        </p:nvCxnSpPr>
        <p:spPr bwMode="auto">
          <a:xfrm>
            <a:off x="4438221" y="1145146"/>
            <a:ext cx="243980" cy="346"/>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1" name="AutoShape 142">
            <a:extLst>
              <a:ext uri="{FF2B5EF4-FFF2-40B4-BE49-F238E27FC236}">
                <a16:creationId xmlns:a16="http://schemas.microsoft.com/office/drawing/2014/main" id="{AEB22F79-BFFF-4F07-B440-FB846DAE58BD}"/>
              </a:ext>
            </a:extLst>
          </p:cNvPr>
          <p:cNvSpPr>
            <a:spLocks noChangeArrowheads="1"/>
          </p:cNvSpPr>
          <p:nvPr/>
        </p:nvSpPr>
        <p:spPr bwMode="auto">
          <a:xfrm>
            <a:off x="4679419" y="1297255"/>
            <a:ext cx="1247159"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AUTRE RDGU</a:t>
            </a:r>
          </a:p>
        </p:txBody>
      </p:sp>
      <p:cxnSp>
        <p:nvCxnSpPr>
          <p:cNvPr id="262" name="AutoShape 13">
            <a:extLst>
              <a:ext uri="{FF2B5EF4-FFF2-40B4-BE49-F238E27FC236}">
                <a16:creationId xmlns:a16="http://schemas.microsoft.com/office/drawing/2014/main" id="{D242C928-67A4-48AA-84A9-A950E69454FF}"/>
              </a:ext>
            </a:extLst>
          </p:cNvPr>
          <p:cNvCxnSpPr>
            <a:cxnSpLocks noChangeShapeType="1"/>
            <a:stCxn id="267" idx="3"/>
            <a:endCxn id="261" idx="1"/>
          </p:cNvCxnSpPr>
          <p:nvPr/>
        </p:nvCxnSpPr>
        <p:spPr bwMode="auto">
          <a:xfrm>
            <a:off x="4482370" y="1422004"/>
            <a:ext cx="197049" cy="346"/>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3" name="AutoShape 142">
            <a:extLst>
              <a:ext uri="{FF2B5EF4-FFF2-40B4-BE49-F238E27FC236}">
                <a16:creationId xmlns:a16="http://schemas.microsoft.com/office/drawing/2014/main" id="{B3B607F8-42B6-429E-9BEB-84BD08D6FB39}"/>
              </a:ext>
            </a:extLst>
          </p:cNvPr>
          <p:cNvSpPr>
            <a:spLocks noChangeArrowheads="1"/>
          </p:cNvSpPr>
          <p:nvPr/>
        </p:nvSpPr>
        <p:spPr bwMode="auto">
          <a:xfrm>
            <a:off x="4656273" y="727391"/>
            <a:ext cx="1273087"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FTT PREMIUM DO FTTB RDGU</a:t>
            </a:r>
          </a:p>
        </p:txBody>
      </p:sp>
      <p:cxnSp>
        <p:nvCxnSpPr>
          <p:cNvPr id="264" name="AutoShape 13">
            <a:extLst>
              <a:ext uri="{FF2B5EF4-FFF2-40B4-BE49-F238E27FC236}">
                <a16:creationId xmlns:a16="http://schemas.microsoft.com/office/drawing/2014/main" id="{AD98F165-BA04-4A72-B4CC-AF97949D6670}"/>
              </a:ext>
            </a:extLst>
          </p:cNvPr>
          <p:cNvCxnSpPr>
            <a:cxnSpLocks noChangeShapeType="1"/>
            <a:stCxn id="265" idx="3"/>
            <a:endCxn id="263" idx="1"/>
          </p:cNvCxnSpPr>
          <p:nvPr/>
        </p:nvCxnSpPr>
        <p:spPr bwMode="auto">
          <a:xfrm>
            <a:off x="4503183" y="848442"/>
            <a:ext cx="153090" cy="4044"/>
          </a:xfrm>
          <a:prstGeom prst="straightConnector1">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5" name="AutoShape 43">
            <a:extLst>
              <a:ext uri="{FF2B5EF4-FFF2-40B4-BE49-F238E27FC236}">
                <a16:creationId xmlns:a16="http://schemas.microsoft.com/office/drawing/2014/main" id="{D340D307-6C8D-4757-B094-26EE9B491294}"/>
              </a:ext>
            </a:extLst>
          </p:cNvPr>
          <p:cNvSpPr>
            <a:spLocks noChangeArrowheads="1"/>
          </p:cNvSpPr>
          <p:nvPr/>
        </p:nvSpPr>
        <p:spPr bwMode="auto">
          <a:xfrm>
            <a:off x="3235212" y="761138"/>
            <a:ext cx="1267971" cy="17460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10000_FTT_RDGU_DO_FTTB</a:t>
            </a:r>
          </a:p>
        </p:txBody>
      </p:sp>
      <p:sp>
        <p:nvSpPr>
          <p:cNvPr id="266" name="AutoShape 43">
            <a:extLst>
              <a:ext uri="{FF2B5EF4-FFF2-40B4-BE49-F238E27FC236}">
                <a16:creationId xmlns:a16="http://schemas.microsoft.com/office/drawing/2014/main" id="{523A59FC-2C2E-47CA-B8B3-54DAE10F3483}"/>
              </a:ext>
            </a:extLst>
          </p:cNvPr>
          <p:cNvSpPr>
            <a:spLocks noChangeArrowheads="1"/>
          </p:cNvSpPr>
          <p:nvPr/>
        </p:nvSpPr>
        <p:spPr bwMode="auto">
          <a:xfrm>
            <a:off x="3235213" y="1054145"/>
            <a:ext cx="1203008" cy="18200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10000_FTT_RDGU_DO_FTTH</a:t>
            </a:r>
          </a:p>
        </p:txBody>
      </p:sp>
      <p:sp>
        <p:nvSpPr>
          <p:cNvPr id="267" name="AutoShape 43">
            <a:extLst>
              <a:ext uri="{FF2B5EF4-FFF2-40B4-BE49-F238E27FC236}">
                <a16:creationId xmlns:a16="http://schemas.microsoft.com/office/drawing/2014/main" id="{7F46AA26-FF64-44E8-A1B1-AF1810CF39C4}"/>
              </a:ext>
            </a:extLst>
          </p:cNvPr>
          <p:cNvSpPr>
            <a:spLocks noChangeArrowheads="1"/>
          </p:cNvSpPr>
          <p:nvPr/>
        </p:nvSpPr>
        <p:spPr bwMode="auto">
          <a:xfrm>
            <a:off x="3235211" y="1331002"/>
            <a:ext cx="1247159" cy="1820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10000_FTT_RDGU_DO_AUTRE</a:t>
            </a:r>
          </a:p>
        </p:txBody>
      </p:sp>
      <p:cxnSp>
        <p:nvCxnSpPr>
          <p:cNvPr id="277" name="Connecteur : en angle 276">
            <a:extLst>
              <a:ext uri="{FF2B5EF4-FFF2-40B4-BE49-F238E27FC236}">
                <a16:creationId xmlns:a16="http://schemas.microsoft.com/office/drawing/2014/main" id="{A034AD02-256D-45A0-8894-C164423CE0A7}"/>
              </a:ext>
            </a:extLst>
          </p:cNvPr>
          <p:cNvCxnSpPr>
            <a:cxnSpLocks/>
            <a:stCxn id="256" idx="3"/>
            <a:endCxn id="265" idx="1"/>
          </p:cNvCxnSpPr>
          <p:nvPr/>
        </p:nvCxnSpPr>
        <p:spPr bwMode="auto">
          <a:xfrm flipV="1">
            <a:off x="3022441" y="848442"/>
            <a:ext cx="212771" cy="39551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Connecteur : en angle 278">
            <a:extLst>
              <a:ext uri="{FF2B5EF4-FFF2-40B4-BE49-F238E27FC236}">
                <a16:creationId xmlns:a16="http://schemas.microsoft.com/office/drawing/2014/main" id="{2F326C24-F560-4D1F-B6DB-1164FCE533EC}"/>
              </a:ext>
            </a:extLst>
          </p:cNvPr>
          <p:cNvCxnSpPr>
            <a:cxnSpLocks/>
            <a:stCxn id="256" idx="3"/>
            <a:endCxn id="266" idx="1"/>
          </p:cNvCxnSpPr>
          <p:nvPr/>
        </p:nvCxnSpPr>
        <p:spPr bwMode="auto">
          <a:xfrm flipV="1">
            <a:off x="3022441" y="1145146"/>
            <a:ext cx="212772" cy="9880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Connecteur : en angle 280">
            <a:extLst>
              <a:ext uri="{FF2B5EF4-FFF2-40B4-BE49-F238E27FC236}">
                <a16:creationId xmlns:a16="http://schemas.microsoft.com/office/drawing/2014/main" id="{7AFC1C4F-21EC-4093-BEE6-CC7007D4FE0E}"/>
              </a:ext>
            </a:extLst>
          </p:cNvPr>
          <p:cNvCxnSpPr>
            <a:cxnSpLocks/>
            <a:stCxn id="256" idx="3"/>
            <a:endCxn id="267" idx="1"/>
          </p:cNvCxnSpPr>
          <p:nvPr/>
        </p:nvCxnSpPr>
        <p:spPr bwMode="auto">
          <a:xfrm>
            <a:off x="3022441" y="1243955"/>
            <a:ext cx="212770" cy="17804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3" name="AutoShape 43">
            <a:extLst>
              <a:ext uri="{FF2B5EF4-FFF2-40B4-BE49-F238E27FC236}">
                <a16:creationId xmlns:a16="http://schemas.microsoft.com/office/drawing/2014/main" id="{A9D1CFC2-8FFC-44A9-BFF3-575C9CF9B3B7}"/>
              </a:ext>
            </a:extLst>
          </p:cNvPr>
          <p:cNvSpPr>
            <a:spLocks noChangeArrowheads="1"/>
          </p:cNvSpPr>
          <p:nvPr/>
        </p:nvSpPr>
        <p:spPr bwMode="auto">
          <a:xfrm>
            <a:off x="1294393" y="1721273"/>
            <a:ext cx="1165133" cy="1296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10000_IDO_TECH_RDGU_NOK</a:t>
            </a:r>
          </a:p>
        </p:txBody>
      </p:sp>
      <p:sp>
        <p:nvSpPr>
          <p:cNvPr id="290" name="AutoShape 43">
            <a:extLst>
              <a:ext uri="{FF2B5EF4-FFF2-40B4-BE49-F238E27FC236}">
                <a16:creationId xmlns:a16="http://schemas.microsoft.com/office/drawing/2014/main" id="{118BD8DE-78E3-474E-9958-2BEEE1275A16}"/>
              </a:ext>
            </a:extLst>
          </p:cNvPr>
          <p:cNvSpPr>
            <a:spLocks noChangeArrowheads="1"/>
          </p:cNvSpPr>
          <p:nvPr/>
        </p:nvSpPr>
        <p:spPr bwMode="auto">
          <a:xfrm>
            <a:off x="2535119" y="1724713"/>
            <a:ext cx="1165133" cy="1296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10000_IDO_TECH_RDGU_OFF</a:t>
            </a:r>
          </a:p>
        </p:txBody>
      </p:sp>
      <p:cxnSp>
        <p:nvCxnSpPr>
          <p:cNvPr id="292" name="Connecteur : en angle 291">
            <a:extLst>
              <a:ext uri="{FF2B5EF4-FFF2-40B4-BE49-F238E27FC236}">
                <a16:creationId xmlns:a16="http://schemas.microsoft.com/office/drawing/2014/main" id="{49DBC24D-E961-4D84-9C8A-F68B51A26A76}"/>
              </a:ext>
            </a:extLst>
          </p:cNvPr>
          <p:cNvCxnSpPr>
            <a:stCxn id="256" idx="2"/>
            <a:endCxn id="290" idx="0"/>
          </p:cNvCxnSpPr>
          <p:nvPr/>
        </p:nvCxnSpPr>
        <p:spPr bwMode="auto">
          <a:xfrm rot="16200000" flipH="1">
            <a:off x="2773900" y="1380926"/>
            <a:ext cx="288951" cy="39862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Connecteur : en angle 293">
            <a:extLst>
              <a:ext uri="{FF2B5EF4-FFF2-40B4-BE49-F238E27FC236}">
                <a16:creationId xmlns:a16="http://schemas.microsoft.com/office/drawing/2014/main" id="{E9BD8C8F-5EF8-4B83-855C-A74EAFAFFD05}"/>
              </a:ext>
            </a:extLst>
          </p:cNvPr>
          <p:cNvCxnSpPr>
            <a:stCxn id="256" idx="2"/>
            <a:endCxn id="283" idx="0"/>
          </p:cNvCxnSpPr>
          <p:nvPr/>
        </p:nvCxnSpPr>
        <p:spPr bwMode="auto">
          <a:xfrm rot="5400000">
            <a:off x="2155258" y="1157465"/>
            <a:ext cx="285511" cy="84210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Connecteur : en angle 295">
            <a:extLst>
              <a:ext uri="{FF2B5EF4-FFF2-40B4-BE49-F238E27FC236}">
                <a16:creationId xmlns:a16="http://schemas.microsoft.com/office/drawing/2014/main" id="{615B85A0-8DF4-4226-B05D-81E54333DEBE}"/>
              </a:ext>
            </a:extLst>
          </p:cNvPr>
          <p:cNvCxnSpPr>
            <a:stCxn id="283" idx="2"/>
            <a:endCxn id="149" idx="0"/>
          </p:cNvCxnSpPr>
          <p:nvPr/>
        </p:nvCxnSpPr>
        <p:spPr bwMode="auto">
          <a:xfrm rot="16200000" flipH="1">
            <a:off x="2052071" y="1675764"/>
            <a:ext cx="252599" cy="60282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Connecteur : en angle 297">
            <a:extLst>
              <a:ext uri="{FF2B5EF4-FFF2-40B4-BE49-F238E27FC236}">
                <a16:creationId xmlns:a16="http://schemas.microsoft.com/office/drawing/2014/main" id="{E68E42E5-CA88-4F15-96B0-8B6837EF3170}"/>
              </a:ext>
            </a:extLst>
          </p:cNvPr>
          <p:cNvCxnSpPr>
            <a:stCxn id="290" idx="2"/>
            <a:endCxn id="149" idx="0"/>
          </p:cNvCxnSpPr>
          <p:nvPr/>
        </p:nvCxnSpPr>
        <p:spPr bwMode="auto">
          <a:xfrm rot="5400000">
            <a:off x="2674155" y="1659943"/>
            <a:ext cx="249159" cy="63790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3" name="Text Box 157">
            <a:extLst>
              <a:ext uri="{FF2B5EF4-FFF2-40B4-BE49-F238E27FC236}">
                <a16:creationId xmlns:a16="http://schemas.microsoft.com/office/drawing/2014/main" id="{8880864C-F948-41E2-8728-48402E1B2B5B}"/>
              </a:ext>
            </a:extLst>
          </p:cNvPr>
          <p:cNvSpPr txBox="1">
            <a:spLocks noChangeArrowheads="1"/>
          </p:cNvSpPr>
          <p:nvPr/>
        </p:nvSpPr>
        <p:spPr bwMode="auto">
          <a:xfrm>
            <a:off x="1946634" y="142722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NON</a:t>
            </a:r>
          </a:p>
        </p:txBody>
      </p:sp>
      <p:sp>
        <p:nvSpPr>
          <p:cNvPr id="314" name="Text Box 157">
            <a:extLst>
              <a:ext uri="{FF2B5EF4-FFF2-40B4-BE49-F238E27FC236}">
                <a16:creationId xmlns:a16="http://schemas.microsoft.com/office/drawing/2014/main" id="{547D4CAD-965C-4FBD-ACE9-404097AE07A9}"/>
              </a:ext>
            </a:extLst>
          </p:cNvPr>
          <p:cNvSpPr txBox="1">
            <a:spLocks noChangeArrowheads="1"/>
          </p:cNvSpPr>
          <p:nvPr/>
        </p:nvSpPr>
        <p:spPr bwMode="auto">
          <a:xfrm>
            <a:off x="2669584" y="141843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Désactivé</a:t>
            </a:r>
          </a:p>
        </p:txBody>
      </p:sp>
      <p:sp>
        <p:nvSpPr>
          <p:cNvPr id="315" name="Text Box 157">
            <a:extLst>
              <a:ext uri="{FF2B5EF4-FFF2-40B4-BE49-F238E27FC236}">
                <a16:creationId xmlns:a16="http://schemas.microsoft.com/office/drawing/2014/main" id="{23513A01-D163-4AE4-A55A-66A6F08C2462}"/>
              </a:ext>
            </a:extLst>
          </p:cNvPr>
          <p:cNvSpPr txBox="1">
            <a:spLocks noChangeArrowheads="1"/>
          </p:cNvSpPr>
          <p:nvPr/>
        </p:nvSpPr>
        <p:spPr bwMode="auto">
          <a:xfrm>
            <a:off x="2628508" y="877019"/>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RDGU = 1</a:t>
            </a:r>
          </a:p>
        </p:txBody>
      </p:sp>
      <p:sp>
        <p:nvSpPr>
          <p:cNvPr id="316" name="Text Box 157">
            <a:extLst>
              <a:ext uri="{FF2B5EF4-FFF2-40B4-BE49-F238E27FC236}">
                <a16:creationId xmlns:a16="http://schemas.microsoft.com/office/drawing/2014/main" id="{CF0C2105-7C4C-4C8C-811C-02291DAE8BF9}"/>
              </a:ext>
            </a:extLst>
          </p:cNvPr>
          <p:cNvSpPr txBox="1">
            <a:spLocks noChangeArrowheads="1"/>
          </p:cNvSpPr>
          <p:nvPr/>
        </p:nvSpPr>
        <p:spPr bwMode="auto">
          <a:xfrm>
            <a:off x="50948" y="560604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fontAlgn="base" hangingPunct="1">
              <a:spcBef>
                <a:spcPct val="0"/>
              </a:spcBef>
              <a:spcAft>
                <a:spcPct val="0"/>
              </a:spcAft>
              <a:defRPr/>
            </a:pPr>
            <a:r>
              <a:rPr lang="fr-FR" sz="600">
                <a:solidFill>
                  <a:srgbClr val="000000"/>
                </a:solidFill>
              </a:rPr>
              <a:t>Désactivé</a:t>
            </a:r>
          </a:p>
        </p:txBody>
      </p:sp>
    </p:spTree>
    <p:extLst>
      <p:ext uri="{BB962C8B-B14F-4D97-AF65-F5344CB8AC3E}">
        <p14:creationId xmlns:p14="http://schemas.microsoft.com/office/powerpoint/2010/main" val="3710520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FLASH</a:t>
            </a:r>
          </a:p>
        </p:txBody>
      </p:sp>
      <p:sp>
        <p:nvSpPr>
          <p:cNvPr id="53" name="AutoShape 31">
            <a:hlinkClick r:id="" action="ppaction://noaction"/>
          </p:cNvPr>
          <p:cNvSpPr>
            <a:spLocks noChangeArrowheads="1"/>
          </p:cNvSpPr>
          <p:nvPr/>
        </p:nvSpPr>
        <p:spPr bwMode="auto">
          <a:xfrm>
            <a:off x="1391603" y="965199"/>
            <a:ext cx="6029325" cy="50720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endParaRPr lang="fr-FR" sz="600" b="1">
              <a:solidFill>
                <a:srgbClr val="D31E05"/>
              </a:solidFill>
            </a:endParaRPr>
          </a:p>
        </p:txBody>
      </p:sp>
      <p:sp>
        <p:nvSpPr>
          <p:cNvPr id="54" name="AutoShape 5"/>
          <p:cNvSpPr>
            <a:spLocks noChangeArrowheads="1"/>
          </p:cNvSpPr>
          <p:nvPr/>
        </p:nvSpPr>
        <p:spPr bwMode="auto">
          <a:xfrm>
            <a:off x="3486150" y="3040063"/>
            <a:ext cx="506413" cy="230187"/>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Flash</a:t>
            </a:r>
          </a:p>
        </p:txBody>
      </p:sp>
      <p:sp>
        <p:nvSpPr>
          <p:cNvPr id="55" name="Text Box 6"/>
          <p:cNvSpPr txBox="1">
            <a:spLocks noChangeArrowheads="1"/>
          </p:cNvSpPr>
          <p:nvPr/>
        </p:nvSpPr>
        <p:spPr bwMode="auto">
          <a:xfrm>
            <a:off x="4329113" y="29956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fr-FR" sz="600" b="1">
                <a:effectLst>
                  <a:outerShdw blurRad="38100" dist="38100" dir="2700000" algn="tl">
                    <a:srgbClr val="C0C0C0"/>
                  </a:outerShdw>
                </a:effectLst>
              </a:rPr>
              <a:t>Générique</a:t>
            </a:r>
          </a:p>
        </p:txBody>
      </p:sp>
      <p:sp>
        <p:nvSpPr>
          <p:cNvPr id="56" name="AutoShape 7"/>
          <p:cNvSpPr>
            <a:spLocks noChangeArrowheads="1"/>
          </p:cNvSpPr>
          <p:nvPr/>
        </p:nvSpPr>
        <p:spPr bwMode="auto">
          <a:xfrm>
            <a:off x="4854575" y="3279775"/>
            <a:ext cx="609600"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a:t>
            </a:r>
          </a:p>
        </p:txBody>
      </p:sp>
      <p:cxnSp>
        <p:nvCxnSpPr>
          <p:cNvPr id="57" name="AutoShape 8"/>
          <p:cNvCxnSpPr>
            <a:cxnSpLocks noChangeShapeType="1"/>
            <a:stCxn id="96" idx="2"/>
            <a:endCxn id="81" idx="2"/>
          </p:cNvCxnSpPr>
          <p:nvPr/>
        </p:nvCxnSpPr>
        <p:spPr bwMode="auto">
          <a:xfrm rot="5400000">
            <a:off x="3406262" y="4526242"/>
            <a:ext cx="454259" cy="93265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9"/>
          <p:cNvCxnSpPr>
            <a:cxnSpLocks noChangeShapeType="1"/>
            <a:stCxn id="54" idx="1"/>
            <a:endCxn id="81" idx="2"/>
          </p:cNvCxnSpPr>
          <p:nvPr/>
        </p:nvCxnSpPr>
        <p:spPr bwMode="auto">
          <a:xfrm rot="10800000" flipV="1">
            <a:off x="3167063" y="3155950"/>
            <a:ext cx="319087" cy="206375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AutoShape 10"/>
          <p:cNvSpPr>
            <a:spLocks noChangeArrowheads="1"/>
          </p:cNvSpPr>
          <p:nvPr/>
        </p:nvSpPr>
        <p:spPr bwMode="auto">
          <a:xfrm>
            <a:off x="3637756" y="4415632"/>
            <a:ext cx="923925"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_FC</a:t>
            </a:r>
          </a:p>
        </p:txBody>
      </p:sp>
      <p:cxnSp>
        <p:nvCxnSpPr>
          <p:cNvPr id="60" name="AutoShape 11"/>
          <p:cNvCxnSpPr>
            <a:cxnSpLocks noChangeShapeType="1"/>
            <a:stCxn id="54" idx="3"/>
            <a:endCxn id="56" idx="0"/>
          </p:cNvCxnSpPr>
          <p:nvPr/>
        </p:nvCxnSpPr>
        <p:spPr bwMode="auto">
          <a:xfrm>
            <a:off x="3992563" y="3155950"/>
            <a:ext cx="1166812" cy="12382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AutoShape 12"/>
          <p:cNvCxnSpPr>
            <a:cxnSpLocks noChangeShapeType="1"/>
            <a:stCxn id="56" idx="2"/>
            <a:endCxn id="82" idx="0"/>
          </p:cNvCxnSpPr>
          <p:nvPr/>
        </p:nvCxnSpPr>
        <p:spPr bwMode="auto">
          <a:xfrm rot="16200000" flipH="1">
            <a:off x="5083969" y="3499644"/>
            <a:ext cx="153987" cy="3175"/>
          </a:xfrm>
          <a:prstGeom prst="bentConnector3">
            <a:avLst>
              <a:gd name="adj1" fmla="val 4948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Text Box 13"/>
          <p:cNvSpPr txBox="1">
            <a:spLocks noChangeArrowheads="1"/>
          </p:cNvSpPr>
          <p:nvPr/>
        </p:nvSpPr>
        <p:spPr bwMode="auto">
          <a:xfrm>
            <a:off x="3203575" y="1081088"/>
            <a:ext cx="2809875" cy="483722"/>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lnSpc>
                <a:spcPct val="116000"/>
              </a:lnSpc>
              <a:spcBef>
                <a:spcPct val="50000"/>
              </a:spcBef>
              <a:buClr>
                <a:srgbClr val="000000"/>
              </a:buClr>
              <a:buSzPct val="100000"/>
              <a:buFont typeface="Times New Roman" pitchFamily="18" charset="0"/>
              <a:buNone/>
              <a:defRPr/>
            </a:pPr>
            <a:r>
              <a:rPr lang="fr-FR" sz="2400"/>
              <a:t>Message Flash</a:t>
            </a:r>
          </a:p>
        </p:txBody>
      </p:sp>
      <p:cxnSp>
        <p:nvCxnSpPr>
          <p:cNvPr id="63" name="AutoShape 14"/>
          <p:cNvCxnSpPr>
            <a:cxnSpLocks noChangeShapeType="1"/>
            <a:stCxn id="76" idx="0"/>
            <a:endCxn id="54" idx="0"/>
          </p:cNvCxnSpPr>
          <p:nvPr/>
        </p:nvCxnSpPr>
        <p:spPr bwMode="auto">
          <a:xfrm>
            <a:off x="3732213" y="2384425"/>
            <a:ext cx="7937" cy="655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AutoShape 15"/>
          <p:cNvSpPr>
            <a:spLocks noChangeArrowheads="1"/>
          </p:cNvSpPr>
          <p:nvPr/>
        </p:nvSpPr>
        <p:spPr bwMode="auto">
          <a:xfrm>
            <a:off x="4865688" y="4025900"/>
            <a:ext cx="595312" cy="398463"/>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Traitement</a:t>
            </a:r>
          </a:p>
        </p:txBody>
      </p:sp>
      <p:sp>
        <p:nvSpPr>
          <p:cNvPr id="65" name="AutoShape 16"/>
          <p:cNvSpPr>
            <a:spLocks noChangeArrowheads="1"/>
          </p:cNvSpPr>
          <p:nvPr/>
        </p:nvSpPr>
        <p:spPr bwMode="auto">
          <a:xfrm>
            <a:off x="4713287" y="4530255"/>
            <a:ext cx="898525"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_FD</a:t>
            </a:r>
          </a:p>
        </p:txBody>
      </p:sp>
      <p:sp>
        <p:nvSpPr>
          <p:cNvPr id="66" name="AutoShape 17"/>
          <p:cNvSpPr>
            <a:spLocks noChangeArrowheads="1"/>
          </p:cNvSpPr>
          <p:nvPr/>
        </p:nvSpPr>
        <p:spPr bwMode="auto">
          <a:xfrm>
            <a:off x="6015877" y="4454055"/>
            <a:ext cx="936625" cy="15240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_FT</a:t>
            </a:r>
          </a:p>
        </p:txBody>
      </p:sp>
      <p:sp>
        <p:nvSpPr>
          <p:cNvPr id="67" name="AutoShape 18"/>
          <p:cNvSpPr>
            <a:spLocks noChangeArrowheads="1"/>
          </p:cNvSpPr>
          <p:nvPr/>
        </p:nvSpPr>
        <p:spPr bwMode="auto">
          <a:xfrm>
            <a:off x="5092700" y="5659438"/>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cxnSp>
        <p:nvCxnSpPr>
          <p:cNvPr id="68" name="AutoShape 19"/>
          <p:cNvCxnSpPr>
            <a:cxnSpLocks noChangeShapeType="1"/>
            <a:stCxn id="64" idx="2"/>
            <a:endCxn id="65" idx="0"/>
          </p:cNvCxnSpPr>
          <p:nvPr/>
        </p:nvCxnSpPr>
        <p:spPr bwMode="auto">
          <a:xfrm rot="5400000">
            <a:off x="5110001" y="4476912"/>
            <a:ext cx="105892" cy="79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20"/>
          <p:cNvCxnSpPr>
            <a:cxnSpLocks noChangeShapeType="1"/>
            <a:stCxn id="64" idx="1"/>
            <a:endCxn id="59" idx="0"/>
          </p:cNvCxnSpPr>
          <p:nvPr/>
        </p:nvCxnSpPr>
        <p:spPr bwMode="auto">
          <a:xfrm rot="10800000" flipV="1">
            <a:off x="4099720" y="4225132"/>
            <a:ext cx="765969" cy="1905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AutoShape 21"/>
          <p:cNvCxnSpPr>
            <a:cxnSpLocks noChangeShapeType="1"/>
            <a:stCxn id="64" idx="3"/>
            <a:endCxn id="66" idx="0"/>
          </p:cNvCxnSpPr>
          <p:nvPr/>
        </p:nvCxnSpPr>
        <p:spPr bwMode="auto">
          <a:xfrm>
            <a:off x="5461000" y="4225132"/>
            <a:ext cx="1023190" cy="22892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AutoShape 22"/>
          <p:cNvCxnSpPr>
            <a:cxnSpLocks noChangeShapeType="1"/>
            <a:stCxn id="82" idx="2"/>
            <a:endCxn id="64" idx="0"/>
          </p:cNvCxnSpPr>
          <p:nvPr/>
        </p:nvCxnSpPr>
        <p:spPr bwMode="auto">
          <a:xfrm rot="16200000" flipH="1">
            <a:off x="5069681" y="3931444"/>
            <a:ext cx="187325" cy="158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AutoShape 23"/>
          <p:cNvCxnSpPr>
            <a:cxnSpLocks noChangeShapeType="1"/>
            <a:stCxn id="97" idx="2"/>
            <a:endCxn id="94" idx="0"/>
          </p:cNvCxnSpPr>
          <p:nvPr/>
        </p:nvCxnSpPr>
        <p:spPr bwMode="auto">
          <a:xfrm>
            <a:off x="6472237" y="4801952"/>
            <a:ext cx="1" cy="19549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AutoShape 24"/>
          <p:cNvCxnSpPr>
            <a:cxnSpLocks noChangeShapeType="1"/>
            <a:stCxn id="95" idx="2"/>
            <a:endCxn id="83" idx="0"/>
          </p:cNvCxnSpPr>
          <p:nvPr/>
        </p:nvCxnSpPr>
        <p:spPr bwMode="auto">
          <a:xfrm>
            <a:off x="5159375" y="4889738"/>
            <a:ext cx="3175" cy="1108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AutoShape 25"/>
          <p:cNvCxnSpPr>
            <a:cxnSpLocks noChangeShapeType="1"/>
            <a:stCxn id="83" idx="2"/>
            <a:endCxn id="67" idx="0"/>
          </p:cNvCxnSpPr>
          <p:nvPr/>
        </p:nvCxnSpPr>
        <p:spPr bwMode="auto">
          <a:xfrm rot="16200000" flipH="1">
            <a:off x="5076031" y="5561807"/>
            <a:ext cx="174625" cy="1588"/>
          </a:xfrm>
          <a:prstGeom prst="bentConnector3">
            <a:avLst>
              <a:gd name="adj1" fmla="val 51819"/>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Text Box 26"/>
          <p:cNvSpPr txBox="1">
            <a:spLocks noChangeArrowheads="1"/>
          </p:cNvSpPr>
          <p:nvPr/>
        </p:nvSpPr>
        <p:spPr bwMode="auto">
          <a:xfrm>
            <a:off x="2386013" y="2830513"/>
            <a:ext cx="8128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Multi appelant Nx</a:t>
            </a:r>
          </a:p>
        </p:txBody>
      </p:sp>
      <p:sp>
        <p:nvSpPr>
          <p:cNvPr id="76" name="AutoShape 27"/>
          <p:cNvSpPr>
            <a:spLocks noChangeArrowheads="1"/>
          </p:cNvSpPr>
          <p:nvPr/>
        </p:nvSpPr>
        <p:spPr bwMode="auto">
          <a:xfrm rot="10800000">
            <a:off x="3298825" y="1765300"/>
            <a:ext cx="866775" cy="619125"/>
          </a:xfrm>
          <a:prstGeom prst="upArrowCallout">
            <a:avLst>
              <a:gd name="adj1" fmla="val 35000"/>
              <a:gd name="adj2" fmla="val 35000"/>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a:r>
              <a:rPr lang="fr-FR" sz="600"/>
              <a:t>ENTREE FLASH</a:t>
            </a:r>
          </a:p>
        </p:txBody>
      </p:sp>
      <p:grpSp>
        <p:nvGrpSpPr>
          <p:cNvPr id="77" name="Group 28"/>
          <p:cNvGrpSpPr>
            <a:grpSpLocks/>
          </p:cNvGrpSpPr>
          <p:nvPr/>
        </p:nvGrpSpPr>
        <p:grpSpPr bwMode="auto">
          <a:xfrm rot="1292278">
            <a:off x="3033713" y="2346325"/>
            <a:ext cx="411162" cy="180975"/>
            <a:chOff x="1920" y="715"/>
            <a:chExt cx="270" cy="139"/>
          </a:xfrm>
        </p:grpSpPr>
        <p:sp>
          <p:nvSpPr>
            <p:cNvPr id="78" name="AutoShape 2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sp>
          <p:nvSpPr>
            <p:cNvPr id="79" name="AutoShape 3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grpSp>
      <p:sp>
        <p:nvSpPr>
          <p:cNvPr id="80" name="AutoShape 31"/>
          <p:cNvSpPr>
            <a:spLocks noChangeArrowheads="1"/>
          </p:cNvSpPr>
          <p:nvPr/>
        </p:nvSpPr>
        <p:spPr bwMode="auto">
          <a:xfrm>
            <a:off x="2043113" y="2125663"/>
            <a:ext cx="942975" cy="398462"/>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Fichier NDI</a:t>
            </a:r>
            <a:br>
              <a:rPr lang="fr-FR" sz="600" b="1"/>
            </a:br>
            <a:r>
              <a:rPr lang="fr-FR" sz="600" b="1"/>
              <a:t>+ champ « n » Passage</a:t>
            </a:r>
          </a:p>
        </p:txBody>
      </p:sp>
      <p:sp>
        <p:nvSpPr>
          <p:cNvPr id="81" name="AutoShape 32"/>
          <p:cNvSpPr>
            <a:spLocks noChangeArrowheads="1"/>
          </p:cNvSpPr>
          <p:nvPr/>
        </p:nvSpPr>
        <p:spPr bwMode="auto">
          <a:xfrm rot="10800000">
            <a:off x="2733675" y="5219700"/>
            <a:ext cx="866775" cy="619125"/>
          </a:xfrm>
          <a:prstGeom prst="upArrowCallout">
            <a:avLst>
              <a:gd name="adj1" fmla="val 35000"/>
              <a:gd name="adj2" fmla="val 35000"/>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a:r>
              <a:rPr lang="fr-FR" sz="600"/>
              <a:t>SORTIE FLASH</a:t>
            </a:r>
          </a:p>
        </p:txBody>
      </p:sp>
      <p:sp>
        <p:nvSpPr>
          <p:cNvPr id="82" name="Rectangle 33"/>
          <p:cNvSpPr>
            <a:spLocks noChangeArrowheads="1"/>
          </p:cNvSpPr>
          <p:nvPr/>
        </p:nvSpPr>
        <p:spPr bwMode="auto">
          <a:xfrm>
            <a:off x="4638675" y="3578225"/>
            <a:ext cx="1047750" cy="2603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r>
              <a:rPr lang="fr-FR" sz="800" b="1">
                <a:solidFill>
                  <a:srgbClr val="FF0000"/>
                </a:solidFill>
              </a:rPr>
              <a:t>MESSAGE_FLASH</a:t>
            </a:r>
            <a:endParaRPr lang="fr-FR" sz="400"/>
          </a:p>
        </p:txBody>
      </p:sp>
      <p:sp>
        <p:nvSpPr>
          <p:cNvPr id="83" name="Rectangle 34"/>
          <p:cNvSpPr>
            <a:spLocks noChangeArrowheads="1"/>
          </p:cNvSpPr>
          <p:nvPr/>
        </p:nvSpPr>
        <p:spPr bwMode="auto">
          <a:xfrm>
            <a:off x="4518025" y="5000625"/>
            <a:ext cx="1289050" cy="474663"/>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FF0000"/>
                </a:solidFill>
              </a:rPr>
              <a:t>QUIT</a:t>
            </a:r>
            <a:endParaRPr lang="fr-FR" sz="600"/>
          </a:p>
          <a:p>
            <a:pPr algn="ctr" eaLnBrk="0" hangingPunct="0"/>
            <a:r>
              <a:rPr lang="fr-FR" sz="600"/>
              <a:t>SFR vous remercie</a:t>
            </a:r>
            <a:br>
              <a:rPr lang="fr-FR" sz="600"/>
            </a:br>
            <a:r>
              <a:rPr lang="fr-FR" sz="600"/>
              <a:t>de votre Appel</a:t>
            </a:r>
          </a:p>
        </p:txBody>
      </p:sp>
      <p:sp>
        <p:nvSpPr>
          <p:cNvPr id="84" name="Freeform 35"/>
          <p:cNvSpPr>
            <a:spLocks/>
          </p:cNvSpPr>
          <p:nvPr/>
        </p:nvSpPr>
        <p:spPr bwMode="auto">
          <a:xfrm>
            <a:off x="3975100" y="2711450"/>
            <a:ext cx="1663700" cy="647700"/>
          </a:xfrm>
          <a:custGeom>
            <a:avLst/>
            <a:gdLst>
              <a:gd name="T0" fmla="*/ 0 w 1048"/>
              <a:gd name="T1" fmla="*/ 2147483647 h 408"/>
              <a:gd name="T2" fmla="*/ 2147483647 w 1048"/>
              <a:gd name="T3" fmla="*/ 0 h 408"/>
              <a:gd name="T4" fmla="*/ 2147483647 w 1048"/>
              <a:gd name="T5" fmla="*/ 0 h 408"/>
              <a:gd name="T6" fmla="*/ 2147483647 w 1048"/>
              <a:gd name="T7" fmla="*/ 2147483647 h 408"/>
              <a:gd name="T8" fmla="*/ 2147483647 w 1048"/>
              <a:gd name="T9" fmla="*/ 2147483647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8" h="408">
                <a:moveTo>
                  <a:pt x="0" y="272"/>
                </a:moveTo>
                <a:lnTo>
                  <a:pt x="352" y="0"/>
                </a:lnTo>
                <a:lnTo>
                  <a:pt x="1048" y="0"/>
                </a:lnTo>
                <a:lnTo>
                  <a:pt x="1048" y="408"/>
                </a:lnTo>
                <a:lnTo>
                  <a:pt x="936" y="40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85" name="Text Box 36"/>
          <p:cNvSpPr txBox="1">
            <a:spLocks noChangeArrowheads="1"/>
          </p:cNvSpPr>
          <p:nvPr/>
        </p:nvSpPr>
        <p:spPr bwMode="auto">
          <a:xfrm>
            <a:off x="4729163" y="2690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fr-FR" sz="600" b="1">
                <a:effectLst>
                  <a:outerShdw blurRad="38100" dist="38100" dir="2700000" algn="tl">
                    <a:srgbClr val="C0C0C0"/>
                  </a:outerShdw>
                </a:effectLst>
              </a:rPr>
              <a:t>Spécifique</a:t>
            </a:r>
          </a:p>
        </p:txBody>
      </p:sp>
      <p:grpSp>
        <p:nvGrpSpPr>
          <p:cNvPr id="86" name="Group 37"/>
          <p:cNvGrpSpPr>
            <a:grpSpLocks/>
          </p:cNvGrpSpPr>
          <p:nvPr/>
        </p:nvGrpSpPr>
        <p:grpSpPr bwMode="auto">
          <a:xfrm rot="-1789661">
            <a:off x="5745163" y="2466975"/>
            <a:ext cx="411162" cy="180975"/>
            <a:chOff x="1920" y="715"/>
            <a:chExt cx="270" cy="139"/>
          </a:xfrm>
        </p:grpSpPr>
        <p:sp>
          <p:nvSpPr>
            <p:cNvPr id="87" name="AutoShape 38"/>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sp>
          <p:nvSpPr>
            <p:cNvPr id="88" name="AutoShape 39"/>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grpSp>
      <p:sp>
        <p:nvSpPr>
          <p:cNvPr id="89" name="AutoShape 40"/>
          <p:cNvSpPr>
            <a:spLocks noChangeArrowheads="1"/>
          </p:cNvSpPr>
          <p:nvPr/>
        </p:nvSpPr>
        <p:spPr bwMode="auto">
          <a:xfrm>
            <a:off x="6215063" y="2233613"/>
            <a:ext cx="765175" cy="309562"/>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Fichier NDI</a:t>
            </a:r>
          </a:p>
        </p:txBody>
      </p:sp>
      <p:sp>
        <p:nvSpPr>
          <p:cNvPr id="90" name="AutoShape 41"/>
          <p:cNvSpPr>
            <a:spLocks noChangeArrowheads="1"/>
          </p:cNvSpPr>
          <p:nvPr/>
        </p:nvSpPr>
        <p:spPr bwMode="auto">
          <a:xfrm>
            <a:off x="3302000" y="2443163"/>
            <a:ext cx="862013" cy="458787"/>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Test Multi Appelant</a:t>
            </a:r>
          </a:p>
        </p:txBody>
      </p:sp>
      <p:cxnSp>
        <p:nvCxnSpPr>
          <p:cNvPr id="91" name="AutoShape 42"/>
          <p:cNvCxnSpPr>
            <a:cxnSpLocks noChangeShapeType="1"/>
            <a:stCxn id="90" idx="1"/>
            <a:endCxn id="81" idx="2"/>
          </p:cNvCxnSpPr>
          <p:nvPr/>
        </p:nvCxnSpPr>
        <p:spPr bwMode="auto">
          <a:xfrm rot="10800000" flipV="1">
            <a:off x="3167063" y="2673350"/>
            <a:ext cx="134937" cy="254635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Text Box 43"/>
          <p:cNvSpPr txBox="1">
            <a:spLocks noChangeArrowheads="1"/>
          </p:cNvSpPr>
          <p:nvPr/>
        </p:nvSpPr>
        <p:spPr bwMode="auto">
          <a:xfrm>
            <a:off x="3706813" y="3198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OUI</a:t>
            </a:r>
          </a:p>
        </p:txBody>
      </p:sp>
      <p:sp>
        <p:nvSpPr>
          <p:cNvPr id="93" name="Text Box 44"/>
          <p:cNvSpPr txBox="1">
            <a:spLocks noChangeArrowheads="1"/>
          </p:cNvSpPr>
          <p:nvPr/>
        </p:nvSpPr>
        <p:spPr bwMode="auto">
          <a:xfrm>
            <a:off x="3148013" y="3198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NON</a:t>
            </a:r>
          </a:p>
        </p:txBody>
      </p:sp>
      <p:sp>
        <p:nvSpPr>
          <p:cNvPr id="94" name="AutoShape 45"/>
          <p:cNvSpPr>
            <a:spLocks noChangeArrowheads="1"/>
          </p:cNvSpPr>
          <p:nvPr/>
        </p:nvSpPr>
        <p:spPr bwMode="auto">
          <a:xfrm>
            <a:off x="6042025" y="4997450"/>
            <a:ext cx="860425" cy="430213"/>
          </a:xfrm>
          <a:prstGeom prst="flowChartProcess">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t>Plateaux</a:t>
            </a:r>
            <a:endParaRPr lang="fr-FR" sz="600" i="1"/>
          </a:p>
        </p:txBody>
      </p:sp>
      <p:sp>
        <p:nvSpPr>
          <p:cNvPr id="95" name="AutoShape 16"/>
          <p:cNvSpPr>
            <a:spLocks noChangeArrowheads="1"/>
          </p:cNvSpPr>
          <p:nvPr/>
        </p:nvSpPr>
        <p:spPr bwMode="auto">
          <a:xfrm>
            <a:off x="4710112" y="4745275"/>
            <a:ext cx="898525"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FD_IdFlash</a:t>
            </a:r>
            <a:endParaRPr lang="fr-FR" sz="600" b="1"/>
          </a:p>
        </p:txBody>
      </p:sp>
      <p:sp>
        <p:nvSpPr>
          <p:cNvPr id="96" name="AutoShape 10"/>
          <p:cNvSpPr>
            <a:spLocks noChangeArrowheads="1"/>
          </p:cNvSpPr>
          <p:nvPr/>
        </p:nvSpPr>
        <p:spPr bwMode="auto">
          <a:xfrm>
            <a:off x="3637756" y="4620979"/>
            <a:ext cx="923925"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FC_IdFlash</a:t>
            </a:r>
            <a:endParaRPr lang="fr-FR" sz="600" b="1"/>
          </a:p>
        </p:txBody>
      </p:sp>
      <p:sp>
        <p:nvSpPr>
          <p:cNvPr id="97" name="AutoShape 17"/>
          <p:cNvSpPr>
            <a:spLocks noChangeArrowheads="1"/>
          </p:cNvSpPr>
          <p:nvPr/>
        </p:nvSpPr>
        <p:spPr bwMode="auto">
          <a:xfrm>
            <a:off x="6003924" y="4649552"/>
            <a:ext cx="936625" cy="15240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FT_IdFlash</a:t>
            </a:r>
            <a:endParaRPr lang="fr-FR" sz="600" b="1"/>
          </a:p>
        </p:txBody>
      </p:sp>
      <p:cxnSp>
        <p:nvCxnSpPr>
          <p:cNvPr id="98" name="Connecteur droit 97"/>
          <p:cNvCxnSpPr>
            <a:stCxn id="59" idx="2"/>
            <a:endCxn id="96" idx="0"/>
          </p:cNvCxnSpPr>
          <p:nvPr/>
        </p:nvCxnSpPr>
        <p:spPr bwMode="auto">
          <a:xfrm>
            <a:off x="4099719" y="4560094"/>
            <a:ext cx="0" cy="608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Connecteur droit 98"/>
          <p:cNvCxnSpPr>
            <a:stCxn id="65" idx="2"/>
            <a:endCxn id="95" idx="0"/>
          </p:cNvCxnSpPr>
          <p:nvPr/>
        </p:nvCxnSpPr>
        <p:spPr bwMode="auto">
          <a:xfrm flipH="1">
            <a:off x="5159375" y="4674718"/>
            <a:ext cx="3175" cy="705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Connecteur droit 99"/>
          <p:cNvCxnSpPr>
            <a:stCxn id="66" idx="2"/>
            <a:endCxn id="97" idx="0"/>
          </p:cNvCxnSpPr>
          <p:nvPr/>
        </p:nvCxnSpPr>
        <p:spPr bwMode="auto">
          <a:xfrm flipH="1">
            <a:off x="6472237" y="4606455"/>
            <a:ext cx="11953" cy="430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952557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AutoShape 31"/>
          <p:cNvSpPr>
            <a:spLocks noChangeArrowheads="1"/>
          </p:cNvSpPr>
          <p:nvPr/>
        </p:nvSpPr>
        <p:spPr bwMode="auto">
          <a:xfrm>
            <a:off x="280803" y="512956"/>
            <a:ext cx="8818923" cy="6285849"/>
          </a:xfrm>
          <a:prstGeom prst="roundRect">
            <a:avLst>
              <a:gd name="adj" fmla="val 16667"/>
            </a:avLst>
          </a:prstGeom>
          <a:solidFill>
            <a:srgbClr val="CC99FF"/>
          </a:solidFill>
          <a:ln w="9525">
            <a:solidFill>
              <a:schemeClr val="tx1"/>
            </a:solidFill>
            <a:round/>
            <a:headEnd/>
            <a:tailEnd/>
          </a:ln>
          <a:effectLst>
            <a:outerShdw blurRad="63500" dist="38099" dir="2700000" algn="ctr" rotWithShape="0">
              <a:srgbClr val="000000">
                <a:alpha val="74998"/>
              </a:srgbClr>
            </a:outerShdw>
          </a:effectLst>
        </p:spPr>
        <p:txBody>
          <a:bodyPr wrap="none" anchor="ctr"/>
          <a:lstStyle/>
          <a:p>
            <a:pPr algn="ctr" defTabSz="379413">
              <a:defRPr/>
            </a:pPr>
            <a:endParaRPr lang="fr-FR" sz="600">
              <a:solidFill>
                <a:srgbClr val="D31E05"/>
              </a:solidFill>
              <a:ea typeface="ＭＳ Ｐゴシック" charset="0"/>
            </a:endParaRPr>
          </a:p>
        </p:txBody>
      </p:sp>
      <p:sp>
        <p:nvSpPr>
          <p:cNvPr id="45"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3" name="Titre 2"/>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INCIDENT</a:t>
            </a:r>
          </a:p>
        </p:txBody>
      </p:sp>
      <p:sp>
        <p:nvSpPr>
          <p:cNvPr id="109" name="Text Box 13"/>
          <p:cNvSpPr txBox="1">
            <a:spLocks noChangeArrowheads="1"/>
          </p:cNvSpPr>
          <p:nvPr/>
        </p:nvSpPr>
        <p:spPr bwMode="auto">
          <a:xfrm>
            <a:off x="3246521" y="565044"/>
            <a:ext cx="2417672" cy="520784"/>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lnSpc>
                <a:spcPct val="116000"/>
              </a:lnSpc>
              <a:spcBef>
                <a:spcPct val="50000"/>
              </a:spcBef>
              <a:buClr>
                <a:srgbClr val="000000"/>
              </a:buClr>
              <a:buSzPct val="100000"/>
              <a:buFont typeface="Times New Roman" pitchFamily="18" charset="0"/>
              <a:buNone/>
              <a:defRPr/>
            </a:pPr>
            <a:r>
              <a:rPr lang="fr-FR">
                <a:solidFill>
                  <a:srgbClr val="FFFFFF"/>
                </a:solidFill>
                <a:effectLst>
                  <a:outerShdw blurRad="38100" dist="38100" dir="2700000" algn="tl">
                    <a:srgbClr val="C0C0C0"/>
                  </a:outerShdw>
                </a:effectLst>
              </a:rPr>
              <a:t>Incident</a:t>
            </a:r>
          </a:p>
        </p:txBody>
      </p:sp>
      <p:sp>
        <p:nvSpPr>
          <p:cNvPr id="111" name="Text Box 16"/>
          <p:cNvSpPr txBox="1">
            <a:spLocks noChangeArrowheads="1"/>
          </p:cNvSpPr>
          <p:nvPr/>
        </p:nvSpPr>
        <p:spPr bwMode="auto">
          <a:xfrm>
            <a:off x="620268" y="1475192"/>
            <a:ext cx="38623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12" name="AutoShape 17"/>
          <p:cNvSpPr>
            <a:spLocks noChangeArrowheads="1"/>
          </p:cNvSpPr>
          <p:nvPr/>
        </p:nvSpPr>
        <p:spPr bwMode="auto">
          <a:xfrm>
            <a:off x="3665999" y="3858113"/>
            <a:ext cx="497194" cy="293687"/>
          </a:xfrm>
          <a:prstGeom prst="diamond">
            <a:avLst/>
          </a:prstGeom>
          <a:solidFill>
            <a:srgbClr val="CCFF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Dissuasion</a:t>
            </a:r>
          </a:p>
        </p:txBody>
      </p:sp>
      <p:cxnSp>
        <p:nvCxnSpPr>
          <p:cNvPr id="114" name="AutoShape 21"/>
          <p:cNvCxnSpPr>
            <a:cxnSpLocks noChangeShapeType="1"/>
            <a:stCxn id="115" idx="1"/>
            <a:endCxn id="123" idx="2"/>
          </p:cNvCxnSpPr>
          <p:nvPr/>
        </p:nvCxnSpPr>
        <p:spPr bwMode="auto">
          <a:xfrm rot="10800000" flipV="1">
            <a:off x="695663" y="1636325"/>
            <a:ext cx="425337" cy="411428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5" name="AutoShape 24"/>
          <p:cNvSpPr>
            <a:spLocks noChangeArrowheads="1"/>
          </p:cNvSpPr>
          <p:nvPr/>
        </p:nvSpPr>
        <p:spPr bwMode="auto">
          <a:xfrm>
            <a:off x="1120999" y="1514881"/>
            <a:ext cx="432996" cy="242887"/>
          </a:xfrm>
          <a:prstGeom prst="diamond">
            <a:avLst/>
          </a:prstGeom>
          <a:solidFill>
            <a:srgbClr val="CCFF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Incident</a:t>
            </a:r>
          </a:p>
        </p:txBody>
      </p:sp>
      <p:grpSp>
        <p:nvGrpSpPr>
          <p:cNvPr id="116" name="Group 25"/>
          <p:cNvGrpSpPr>
            <a:grpSpLocks/>
          </p:cNvGrpSpPr>
          <p:nvPr/>
        </p:nvGrpSpPr>
        <p:grpSpPr bwMode="auto">
          <a:xfrm rot="9383760">
            <a:off x="1693792" y="1334895"/>
            <a:ext cx="353772" cy="135356"/>
            <a:chOff x="1920" y="715"/>
            <a:chExt cx="270" cy="139"/>
          </a:xfrm>
        </p:grpSpPr>
        <p:sp>
          <p:nvSpPr>
            <p:cNvPr id="117" name="AutoShape 26"/>
            <p:cNvSpPr>
              <a:spLocks noChangeArrowheads="1"/>
            </p:cNvSpPr>
            <p:nvPr/>
          </p:nvSpPr>
          <p:spPr bwMode="auto">
            <a:xfrm rot="-5400000">
              <a:off x="2008" y="633"/>
              <a:ext cx="67" cy="252"/>
            </a:xfrm>
            <a:prstGeom prst="upArrow">
              <a:avLst>
                <a:gd name="adj1" fmla="val 50000"/>
                <a:gd name="adj2" fmla="val 95455"/>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sp>
          <p:nvSpPr>
            <p:cNvPr id="118" name="AutoShape 27"/>
            <p:cNvSpPr>
              <a:spLocks noChangeArrowheads="1"/>
            </p:cNvSpPr>
            <p:nvPr/>
          </p:nvSpPr>
          <p:spPr bwMode="auto">
            <a:xfrm rot="5400000">
              <a:off x="2021" y="733"/>
              <a:ext cx="67" cy="245"/>
            </a:xfrm>
            <a:prstGeom prst="upArrow">
              <a:avLst>
                <a:gd name="adj1" fmla="val 50000"/>
                <a:gd name="adj2" fmla="val 96923"/>
              </a:avLst>
            </a:prstGeom>
            <a:solidFill>
              <a:schemeClr val="accent1"/>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grpSp>
      <p:sp>
        <p:nvSpPr>
          <p:cNvPr id="119" name="AutoShape 28"/>
          <p:cNvSpPr>
            <a:spLocks noChangeArrowheads="1"/>
          </p:cNvSpPr>
          <p:nvPr/>
        </p:nvSpPr>
        <p:spPr bwMode="auto">
          <a:xfrm>
            <a:off x="2128897" y="854769"/>
            <a:ext cx="811354" cy="398462"/>
          </a:xfrm>
          <a:prstGeom prst="can">
            <a:avLst>
              <a:gd name="adj" fmla="val 25000"/>
            </a:avLst>
          </a:prstGeom>
          <a:solidFill>
            <a:schemeClr val="accent1"/>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WS HEIMDALL</a:t>
            </a:r>
          </a:p>
        </p:txBody>
      </p:sp>
      <p:cxnSp>
        <p:nvCxnSpPr>
          <p:cNvPr id="120" name="AutoShape 29"/>
          <p:cNvCxnSpPr>
            <a:cxnSpLocks noChangeShapeType="1"/>
            <a:stCxn id="121" idx="0"/>
            <a:endCxn id="115" idx="0"/>
          </p:cNvCxnSpPr>
          <p:nvPr/>
        </p:nvCxnSpPr>
        <p:spPr bwMode="auto">
          <a:xfrm rot="16200000" flipH="1">
            <a:off x="1172649" y="1350033"/>
            <a:ext cx="306706" cy="22989"/>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1" name="AutoShape 30"/>
          <p:cNvSpPr>
            <a:spLocks noChangeArrowheads="1"/>
          </p:cNvSpPr>
          <p:nvPr/>
        </p:nvSpPr>
        <p:spPr bwMode="auto">
          <a:xfrm rot="10800000">
            <a:off x="941613" y="589050"/>
            <a:ext cx="745790" cy="619125"/>
          </a:xfrm>
          <a:prstGeom prst="upArrowCallout">
            <a:avLst>
              <a:gd name="adj1" fmla="val 35000"/>
              <a:gd name="adj2" fmla="val 35000"/>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sp>
        <p:nvSpPr>
          <p:cNvPr id="122" name="Text Box 31"/>
          <p:cNvSpPr txBox="1">
            <a:spLocks noChangeArrowheads="1"/>
          </p:cNvSpPr>
          <p:nvPr/>
        </p:nvSpPr>
        <p:spPr bwMode="auto">
          <a:xfrm>
            <a:off x="941612" y="643025"/>
            <a:ext cx="753986"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algn="ctr">
              <a:spcBef>
                <a:spcPct val="50000"/>
              </a:spcBef>
            </a:pPr>
            <a:r>
              <a:rPr lang="fr-FR" sz="600">
                <a:solidFill>
                  <a:srgbClr val="000000"/>
                </a:solidFill>
              </a:rPr>
              <a:t>ENTREE</a:t>
            </a:r>
            <a:br>
              <a:rPr lang="fr-FR" sz="600">
                <a:solidFill>
                  <a:srgbClr val="000000"/>
                </a:solidFill>
              </a:rPr>
            </a:br>
            <a:r>
              <a:rPr lang="fr-FR" sz="600">
                <a:solidFill>
                  <a:srgbClr val="000000"/>
                </a:solidFill>
              </a:rPr>
              <a:t>INCIDENT</a:t>
            </a:r>
          </a:p>
        </p:txBody>
      </p:sp>
      <p:sp>
        <p:nvSpPr>
          <p:cNvPr id="123" name="AutoShape 32"/>
          <p:cNvSpPr>
            <a:spLocks noChangeArrowheads="1"/>
          </p:cNvSpPr>
          <p:nvPr/>
        </p:nvSpPr>
        <p:spPr bwMode="auto">
          <a:xfrm rot="10800000">
            <a:off x="322767" y="5750605"/>
            <a:ext cx="745790" cy="619125"/>
          </a:xfrm>
          <a:prstGeom prst="upArrowCallout">
            <a:avLst>
              <a:gd name="adj1" fmla="val 35000"/>
              <a:gd name="adj2" fmla="val 35000"/>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sp>
        <p:nvSpPr>
          <p:cNvPr id="124" name="Text Box 33"/>
          <p:cNvSpPr txBox="1">
            <a:spLocks noChangeArrowheads="1"/>
          </p:cNvSpPr>
          <p:nvPr/>
        </p:nvSpPr>
        <p:spPr bwMode="auto">
          <a:xfrm>
            <a:off x="313241" y="5822840"/>
            <a:ext cx="753986"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algn="ctr">
              <a:spcBef>
                <a:spcPct val="50000"/>
              </a:spcBef>
            </a:pPr>
            <a:r>
              <a:rPr lang="fr-FR" sz="600">
                <a:solidFill>
                  <a:srgbClr val="000000"/>
                </a:solidFill>
              </a:rPr>
              <a:t>SORTIE</a:t>
            </a:r>
            <a:br>
              <a:rPr lang="fr-FR" sz="600">
                <a:solidFill>
                  <a:srgbClr val="000000"/>
                </a:solidFill>
              </a:rPr>
            </a:br>
            <a:r>
              <a:rPr lang="fr-FR" sz="600">
                <a:solidFill>
                  <a:srgbClr val="000000"/>
                </a:solidFill>
              </a:rPr>
              <a:t>INCIDENT</a:t>
            </a:r>
          </a:p>
        </p:txBody>
      </p:sp>
      <p:sp>
        <p:nvSpPr>
          <p:cNvPr id="125" name="AutoShape 34"/>
          <p:cNvSpPr>
            <a:spLocks noChangeArrowheads="1"/>
          </p:cNvSpPr>
          <p:nvPr/>
        </p:nvSpPr>
        <p:spPr bwMode="auto">
          <a:xfrm>
            <a:off x="2497112" y="1562146"/>
            <a:ext cx="681592" cy="144463"/>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26" name="Rectangle 35"/>
          <p:cNvSpPr>
            <a:spLocks noChangeArrowheads="1"/>
          </p:cNvSpPr>
          <p:nvPr/>
        </p:nvSpPr>
        <p:spPr bwMode="auto">
          <a:xfrm>
            <a:off x="3368665" y="1540878"/>
            <a:ext cx="1040828" cy="188821"/>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MESSAGE_INCIDENT</a:t>
            </a:r>
          </a:p>
        </p:txBody>
      </p:sp>
      <p:sp>
        <p:nvSpPr>
          <p:cNvPr id="127" name="AutoShape 38"/>
          <p:cNvSpPr>
            <a:spLocks noChangeArrowheads="1"/>
          </p:cNvSpPr>
          <p:nvPr/>
        </p:nvSpPr>
        <p:spPr bwMode="auto">
          <a:xfrm>
            <a:off x="3544374" y="5217388"/>
            <a:ext cx="744425" cy="144462"/>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_ID_#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28" name="Text Box 40"/>
          <p:cNvSpPr txBox="1">
            <a:spLocks noChangeArrowheads="1"/>
          </p:cNvSpPr>
          <p:nvPr/>
        </p:nvSpPr>
        <p:spPr bwMode="auto">
          <a:xfrm>
            <a:off x="2863789" y="4011422"/>
            <a:ext cx="526519"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Continuer (=filtrant)</a:t>
            </a:r>
          </a:p>
        </p:txBody>
      </p:sp>
      <p:sp>
        <p:nvSpPr>
          <p:cNvPr id="131" name="AutoShape 17"/>
          <p:cNvSpPr>
            <a:spLocks noChangeArrowheads="1"/>
          </p:cNvSpPr>
          <p:nvPr/>
        </p:nvSpPr>
        <p:spPr bwMode="auto">
          <a:xfrm>
            <a:off x="1574205" y="1974654"/>
            <a:ext cx="711020" cy="350667"/>
          </a:xfrm>
          <a:prstGeom prst="diamond">
            <a:avLst/>
          </a:prstGeom>
          <a:solidFill>
            <a:srgbClr val="0000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b="1">
                <a:solidFill>
                  <a:srgbClr val="FFFFFF"/>
                </a:solidFill>
                <a:ea typeface="ＭＳ Ｐゴシック" charset="0"/>
              </a:rPr>
              <a:t>DPR</a:t>
            </a:r>
          </a:p>
        </p:txBody>
      </p:sp>
      <p:sp>
        <p:nvSpPr>
          <p:cNvPr id="132" name="Rectangle 10"/>
          <p:cNvSpPr>
            <a:spLocks noChangeArrowheads="1"/>
          </p:cNvSpPr>
          <p:nvPr/>
        </p:nvSpPr>
        <p:spPr bwMode="auto">
          <a:xfrm>
            <a:off x="3828236" y="2434489"/>
            <a:ext cx="1211280" cy="125609"/>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108845" tIns="54423" rIns="108845" bIns="54423" anchor="ctr"/>
          <a:lstStyle/>
          <a:p>
            <a:pPr algn="ctr" defTabSz="1087438" eaLnBrk="0" hangingPunct="0"/>
            <a:r>
              <a:rPr lang="fr-FR" sz="600" b="1">
                <a:solidFill>
                  <a:srgbClr val="000000"/>
                </a:solidFill>
              </a:rPr>
              <a:t>Restitution  de la date &amp; l’heure</a:t>
            </a:r>
            <a:endParaRPr lang="fr-FR" sz="600">
              <a:solidFill>
                <a:srgbClr val="000000"/>
              </a:solidFill>
            </a:endParaRPr>
          </a:p>
        </p:txBody>
      </p:sp>
      <p:cxnSp>
        <p:nvCxnSpPr>
          <p:cNvPr id="133" name="Connecteur en angle 132"/>
          <p:cNvCxnSpPr>
            <a:stCxn id="126" idx="2"/>
            <a:endCxn id="131" idx="0"/>
          </p:cNvCxnSpPr>
          <p:nvPr/>
        </p:nvCxnSpPr>
        <p:spPr bwMode="auto">
          <a:xfrm rot="5400000">
            <a:off x="2786920" y="872494"/>
            <a:ext cx="244955" cy="195936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Rectangle 16"/>
          <p:cNvSpPr>
            <a:spLocks noChangeArrowheads="1"/>
          </p:cNvSpPr>
          <p:nvPr/>
        </p:nvSpPr>
        <p:spPr bwMode="auto">
          <a:xfrm>
            <a:off x="3625026" y="1995478"/>
            <a:ext cx="1611782" cy="31905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128"/>
              </a:rPr>
              <a:t>FIN_INCIDENT</a:t>
            </a:r>
          </a:p>
          <a:p>
            <a:pPr algn="ctr">
              <a:defRPr/>
            </a:pPr>
            <a:r>
              <a:rPr lang="fr-FR" sz="600">
                <a:solidFill>
                  <a:srgbClr val="000000"/>
                </a:solidFill>
              </a:rPr>
              <a:t>Le retour au fonctionnement normal </a:t>
            </a:r>
          </a:p>
          <a:p>
            <a:pPr algn="ctr">
              <a:defRPr/>
            </a:pPr>
            <a:r>
              <a:rPr lang="fr-FR" sz="600">
                <a:solidFill>
                  <a:srgbClr val="000000"/>
                </a:solidFill>
              </a:rPr>
              <a:t>aura lieu au plus tard le…</a:t>
            </a:r>
            <a:endParaRPr lang="fr-FR" sz="600">
              <a:solidFill>
                <a:srgbClr val="FF0000"/>
              </a:solidFill>
              <a:ea typeface="ＭＳ Ｐゴシック" charset="-128"/>
            </a:endParaRPr>
          </a:p>
        </p:txBody>
      </p:sp>
      <p:sp>
        <p:nvSpPr>
          <p:cNvPr id="140" name="Rectangle 39"/>
          <p:cNvSpPr>
            <a:spLocks noChangeArrowheads="1"/>
          </p:cNvSpPr>
          <p:nvPr/>
        </p:nvSpPr>
        <p:spPr bwMode="auto">
          <a:xfrm>
            <a:off x="3657657" y="6301430"/>
            <a:ext cx="1281722" cy="263525"/>
          </a:xfrm>
          <a:prstGeom prst="rect">
            <a:avLst/>
          </a:prstGeom>
          <a:solidFill>
            <a:schemeClr val="bg1">
              <a:lumMod val="7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0"/>
              </a:rPr>
              <a:t>QUIT</a:t>
            </a:r>
          </a:p>
          <a:p>
            <a:pPr algn="ctr">
              <a:defRPr/>
            </a:pPr>
            <a:r>
              <a:rPr lang="fr-FR" sz="600">
                <a:solidFill>
                  <a:srgbClr val="000000"/>
                </a:solidFill>
                <a:ea typeface="ＭＳ Ｐゴシック" charset="0"/>
              </a:rPr>
              <a:t>SFR vous remercie de votre appel.</a:t>
            </a:r>
          </a:p>
        </p:txBody>
      </p:sp>
      <p:sp>
        <p:nvSpPr>
          <p:cNvPr id="141" name="AutoShape 36"/>
          <p:cNvSpPr>
            <a:spLocks noChangeArrowheads="1"/>
          </p:cNvSpPr>
          <p:nvPr/>
        </p:nvSpPr>
        <p:spPr bwMode="auto">
          <a:xfrm>
            <a:off x="4238970" y="6614819"/>
            <a:ext cx="131128" cy="152400"/>
          </a:xfrm>
          <a:prstGeom prst="flowChartSummingJunction">
            <a:avLst/>
          </a:prstGeom>
          <a:solidFill>
            <a:schemeClr val="hlink"/>
          </a:solidFill>
          <a:ln w="19050">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cxnSp>
        <p:nvCxnSpPr>
          <p:cNvPr id="142" name="Connecteur droit 141"/>
          <p:cNvCxnSpPr>
            <a:stCxn id="140" idx="2"/>
            <a:endCxn id="141" idx="0"/>
          </p:cNvCxnSpPr>
          <p:nvPr/>
        </p:nvCxnSpPr>
        <p:spPr bwMode="auto">
          <a:xfrm>
            <a:off x="4298518" y="6564955"/>
            <a:ext cx="6016" cy="498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Rectangle 16"/>
          <p:cNvSpPr>
            <a:spLocks noChangeArrowheads="1"/>
          </p:cNvSpPr>
          <p:nvPr/>
        </p:nvSpPr>
        <p:spPr bwMode="auto">
          <a:xfrm>
            <a:off x="1638932" y="4812453"/>
            <a:ext cx="1810239" cy="468814"/>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128"/>
              </a:rPr>
              <a:t>MENU BOUTON IG</a:t>
            </a:r>
          </a:p>
          <a:p>
            <a:pPr algn="ctr">
              <a:defRPr/>
            </a:pPr>
            <a:r>
              <a:rPr lang="fr-FR" sz="600">
                <a:solidFill>
                  <a:srgbClr val="000000"/>
                </a:solidFill>
              </a:rPr>
              <a:t>Si toutefois vous souhaitez parler à un conseiller, </a:t>
            </a:r>
          </a:p>
          <a:p>
            <a:pPr algn="ctr">
              <a:defRPr/>
            </a:pPr>
            <a:r>
              <a:rPr lang="fr-FR" sz="600">
                <a:solidFill>
                  <a:srgbClr val="000000"/>
                </a:solidFill>
              </a:rPr>
              <a:t>appuyez sur la touche 7 de votre téléphone : </a:t>
            </a:r>
          </a:p>
        </p:txBody>
      </p:sp>
      <p:sp>
        <p:nvSpPr>
          <p:cNvPr id="144" name="AutoShape 52"/>
          <p:cNvSpPr>
            <a:spLocks noChangeArrowheads="1"/>
          </p:cNvSpPr>
          <p:nvPr/>
        </p:nvSpPr>
        <p:spPr bwMode="auto">
          <a:xfrm>
            <a:off x="2319593" y="5457480"/>
            <a:ext cx="449386"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Choix</a:t>
            </a:r>
          </a:p>
        </p:txBody>
      </p:sp>
      <p:sp>
        <p:nvSpPr>
          <p:cNvPr id="145" name="AutoShape 17"/>
          <p:cNvSpPr>
            <a:spLocks noChangeArrowheads="1"/>
          </p:cNvSpPr>
          <p:nvPr/>
        </p:nvSpPr>
        <p:spPr bwMode="auto">
          <a:xfrm>
            <a:off x="2061174" y="5693279"/>
            <a:ext cx="185765"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7</a:t>
            </a:r>
          </a:p>
        </p:txBody>
      </p:sp>
      <p:cxnSp>
        <p:nvCxnSpPr>
          <p:cNvPr id="146" name="AutoShape 10"/>
          <p:cNvCxnSpPr>
            <a:cxnSpLocks noChangeShapeType="1"/>
            <a:stCxn id="144" idx="1"/>
            <a:endCxn id="145" idx="6"/>
          </p:cNvCxnSpPr>
          <p:nvPr/>
        </p:nvCxnSpPr>
        <p:spPr bwMode="auto">
          <a:xfrm rot="10800000" flipV="1">
            <a:off x="2154057" y="5582099"/>
            <a:ext cx="165536" cy="11118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AutoShape 39"/>
          <p:cNvSpPr>
            <a:spLocks noChangeArrowheads="1"/>
          </p:cNvSpPr>
          <p:nvPr/>
        </p:nvSpPr>
        <p:spPr bwMode="auto">
          <a:xfrm>
            <a:off x="1147562" y="5695129"/>
            <a:ext cx="805891" cy="182121"/>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_IC_#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cxnSp>
        <p:nvCxnSpPr>
          <p:cNvPr id="148" name="AutoShape 10"/>
          <p:cNvCxnSpPr>
            <a:cxnSpLocks noChangeShapeType="1"/>
            <a:stCxn id="145" idx="4"/>
            <a:endCxn id="147" idx="3"/>
          </p:cNvCxnSpPr>
          <p:nvPr/>
        </p:nvCxnSpPr>
        <p:spPr bwMode="auto">
          <a:xfrm rot="10800000" flipV="1">
            <a:off x="1953454" y="5781386"/>
            <a:ext cx="107721" cy="480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Connecteur en angle 148"/>
          <p:cNvCxnSpPr>
            <a:stCxn id="147" idx="2"/>
            <a:endCxn id="124" idx="3"/>
          </p:cNvCxnSpPr>
          <p:nvPr/>
        </p:nvCxnSpPr>
        <p:spPr bwMode="auto">
          <a:xfrm rot="5400000">
            <a:off x="1267017" y="5677461"/>
            <a:ext cx="83703" cy="483281"/>
          </a:xfrm>
          <a:prstGeom prst="bentConnector2">
            <a:avLst/>
          </a:prstGeom>
          <a:solidFill>
            <a:schemeClr val="accent1"/>
          </a:solidFill>
          <a:ln w="9525" cap="flat" cmpd="sng" algn="ctr">
            <a:solidFill>
              <a:schemeClr val="tx1"/>
            </a:solidFill>
            <a:prstDash val="solid"/>
            <a:round/>
            <a:headEnd type="none" w="med" len="med"/>
            <a:tailEnd type="stealth"/>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 Box 40"/>
          <p:cNvSpPr txBox="1">
            <a:spLocks noChangeArrowheads="1"/>
          </p:cNvSpPr>
          <p:nvPr/>
        </p:nvSpPr>
        <p:spPr bwMode="auto">
          <a:xfrm>
            <a:off x="2994987" y="4391173"/>
            <a:ext cx="1043787"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Dissuader (=coupant) </a:t>
            </a:r>
            <a:r>
              <a:rPr lang="fr-FR" sz="600" b="1">
                <a:solidFill>
                  <a:srgbClr val="FF0000"/>
                </a:solidFill>
                <a:effectLst>
                  <a:outerShdw blurRad="38100" dist="38100" dir="2700000" algn="tl">
                    <a:srgbClr val="C0C0C0"/>
                  </a:outerShdw>
                </a:effectLst>
              </a:rPr>
              <a:t>OUI SI primo appelant</a:t>
            </a:r>
          </a:p>
        </p:txBody>
      </p:sp>
      <p:cxnSp>
        <p:nvCxnSpPr>
          <p:cNvPr id="151" name="AutoShape 10"/>
          <p:cNvCxnSpPr>
            <a:cxnSpLocks noChangeShapeType="1"/>
            <a:stCxn id="143" idx="2"/>
            <a:endCxn id="144" idx="0"/>
          </p:cNvCxnSpPr>
          <p:nvPr/>
        </p:nvCxnSpPr>
        <p:spPr bwMode="auto">
          <a:xfrm rot="16200000" flipH="1">
            <a:off x="2456063" y="5369256"/>
            <a:ext cx="176213" cy="23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AutoShape 17"/>
          <p:cNvSpPr>
            <a:spLocks noChangeArrowheads="1"/>
          </p:cNvSpPr>
          <p:nvPr/>
        </p:nvSpPr>
        <p:spPr bwMode="auto">
          <a:xfrm>
            <a:off x="2741513" y="5762932"/>
            <a:ext cx="270802" cy="165176"/>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NMNI</a:t>
            </a:r>
          </a:p>
        </p:txBody>
      </p:sp>
      <p:sp>
        <p:nvSpPr>
          <p:cNvPr id="153" name="AutoShape 52"/>
          <p:cNvSpPr>
            <a:spLocks noChangeArrowheads="1"/>
          </p:cNvSpPr>
          <p:nvPr/>
        </p:nvSpPr>
        <p:spPr bwMode="auto">
          <a:xfrm>
            <a:off x="1771371" y="4371300"/>
            <a:ext cx="449386" cy="249237"/>
          </a:xfrm>
          <a:prstGeom prst="flowChartDecision">
            <a:avLst/>
          </a:prstGeom>
          <a:solidFill>
            <a:srgbClr val="3366FF"/>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Bouton IG</a:t>
            </a:r>
          </a:p>
        </p:txBody>
      </p:sp>
      <p:cxnSp>
        <p:nvCxnSpPr>
          <p:cNvPr id="154" name="AutoShape 22"/>
          <p:cNvCxnSpPr>
            <a:cxnSpLocks noChangeShapeType="1"/>
            <a:stCxn id="153" idx="3"/>
            <a:endCxn id="143" idx="0"/>
          </p:cNvCxnSpPr>
          <p:nvPr/>
        </p:nvCxnSpPr>
        <p:spPr bwMode="auto">
          <a:xfrm>
            <a:off x="2220757" y="4495919"/>
            <a:ext cx="323295" cy="316534"/>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5" name="AutoShape 22"/>
          <p:cNvCxnSpPr>
            <a:cxnSpLocks noChangeShapeType="1"/>
            <a:stCxn id="153" idx="1"/>
            <a:endCxn id="147" idx="0"/>
          </p:cNvCxnSpPr>
          <p:nvPr/>
        </p:nvCxnSpPr>
        <p:spPr bwMode="auto">
          <a:xfrm rot="10800000" flipV="1">
            <a:off x="1550509" y="4495919"/>
            <a:ext cx="220863" cy="119921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56" name="Text Box 40"/>
          <p:cNvSpPr txBox="1">
            <a:spLocks noChangeArrowheads="1"/>
          </p:cNvSpPr>
          <p:nvPr/>
        </p:nvSpPr>
        <p:spPr bwMode="auto">
          <a:xfrm>
            <a:off x="1021659" y="4570427"/>
            <a:ext cx="60065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Filtre désactivée</a:t>
            </a:r>
          </a:p>
        </p:txBody>
      </p:sp>
      <p:sp>
        <p:nvSpPr>
          <p:cNvPr id="157" name="Text Box 40"/>
          <p:cNvSpPr txBox="1">
            <a:spLocks noChangeArrowheads="1"/>
          </p:cNvSpPr>
          <p:nvPr/>
        </p:nvSpPr>
        <p:spPr bwMode="auto">
          <a:xfrm>
            <a:off x="2091449" y="4302424"/>
            <a:ext cx="671209"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Filtre activée</a:t>
            </a:r>
          </a:p>
        </p:txBody>
      </p:sp>
      <p:sp>
        <p:nvSpPr>
          <p:cNvPr id="158" name="Rectangle 16"/>
          <p:cNvSpPr>
            <a:spLocks noChangeArrowheads="1"/>
          </p:cNvSpPr>
          <p:nvPr/>
        </p:nvSpPr>
        <p:spPr bwMode="auto">
          <a:xfrm>
            <a:off x="1055914" y="2802576"/>
            <a:ext cx="2312751" cy="293592"/>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128"/>
              </a:rPr>
              <a:t>MSG_SUITE_INCIDENT</a:t>
            </a:r>
          </a:p>
          <a:p>
            <a:pPr algn="ctr"/>
            <a:r>
              <a:rPr lang="fr-FR" sz="600">
                <a:solidFill>
                  <a:srgbClr val="000000"/>
                </a:solidFill>
              </a:rPr>
              <a:t>Nous vous prions de nous excuser pour la gêne occasionnée. </a:t>
            </a:r>
          </a:p>
        </p:txBody>
      </p:sp>
      <p:cxnSp>
        <p:nvCxnSpPr>
          <p:cNvPr id="163" name="Connecteur en angle 162"/>
          <p:cNvCxnSpPr>
            <a:stCxn id="112" idx="1"/>
            <a:endCxn id="153" idx="0"/>
          </p:cNvCxnSpPr>
          <p:nvPr/>
        </p:nvCxnSpPr>
        <p:spPr bwMode="auto">
          <a:xfrm rot="10800000" flipV="1">
            <a:off x="1996065" y="4004956"/>
            <a:ext cx="1669935" cy="36634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AutoShape 52"/>
          <p:cNvSpPr>
            <a:spLocks noChangeArrowheads="1"/>
          </p:cNvSpPr>
          <p:nvPr/>
        </p:nvSpPr>
        <p:spPr bwMode="auto">
          <a:xfrm>
            <a:off x="7735964" y="4141936"/>
            <a:ext cx="449386"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Choix</a:t>
            </a:r>
          </a:p>
        </p:txBody>
      </p:sp>
      <p:sp>
        <p:nvSpPr>
          <p:cNvPr id="167" name="AutoShape 17"/>
          <p:cNvSpPr>
            <a:spLocks noChangeArrowheads="1"/>
          </p:cNvSpPr>
          <p:nvPr/>
        </p:nvSpPr>
        <p:spPr bwMode="auto">
          <a:xfrm>
            <a:off x="8432791" y="4541079"/>
            <a:ext cx="185765"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7</a:t>
            </a:r>
          </a:p>
        </p:txBody>
      </p:sp>
      <p:cxnSp>
        <p:nvCxnSpPr>
          <p:cNvPr id="168" name="AutoShape 10"/>
          <p:cNvCxnSpPr>
            <a:cxnSpLocks noChangeShapeType="1"/>
            <a:stCxn id="166" idx="2"/>
            <a:endCxn id="167" idx="6"/>
          </p:cNvCxnSpPr>
          <p:nvPr/>
        </p:nvCxnSpPr>
        <p:spPr bwMode="auto">
          <a:xfrm rot="16200000" flipH="1">
            <a:off x="8168212" y="4183617"/>
            <a:ext cx="149906" cy="56501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AutoShape 17"/>
          <p:cNvSpPr>
            <a:spLocks noChangeArrowheads="1"/>
          </p:cNvSpPr>
          <p:nvPr/>
        </p:nvSpPr>
        <p:spPr bwMode="auto">
          <a:xfrm>
            <a:off x="6775710" y="5390396"/>
            <a:ext cx="270802" cy="165176"/>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NMNI</a:t>
            </a:r>
          </a:p>
        </p:txBody>
      </p:sp>
      <p:cxnSp>
        <p:nvCxnSpPr>
          <p:cNvPr id="170" name="Connecteur en angle 169"/>
          <p:cNvCxnSpPr>
            <a:stCxn id="166" idx="1"/>
            <a:endCxn id="169" idx="0"/>
          </p:cNvCxnSpPr>
          <p:nvPr/>
        </p:nvCxnSpPr>
        <p:spPr bwMode="auto">
          <a:xfrm rot="10800000" flipV="1">
            <a:off x="7046512" y="4266554"/>
            <a:ext cx="689452" cy="1206429"/>
          </a:xfrm>
          <a:prstGeom prst="bentConnector3">
            <a:avLst>
              <a:gd name="adj1" fmla="val 452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Text Box 40"/>
          <p:cNvSpPr txBox="1">
            <a:spLocks noChangeArrowheads="1"/>
          </p:cNvSpPr>
          <p:nvPr/>
        </p:nvSpPr>
        <p:spPr bwMode="auto">
          <a:xfrm>
            <a:off x="4961034" y="3835276"/>
            <a:ext cx="59771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Orienter</a:t>
            </a:r>
          </a:p>
        </p:txBody>
      </p:sp>
      <p:cxnSp>
        <p:nvCxnSpPr>
          <p:cNvPr id="175" name="Connecteur droit 174"/>
          <p:cNvCxnSpPr>
            <a:stCxn id="165" idx="2"/>
            <a:endCxn id="166" idx="0"/>
          </p:cNvCxnSpPr>
          <p:nvPr/>
        </p:nvCxnSpPr>
        <p:spPr bwMode="auto">
          <a:xfrm>
            <a:off x="7960657" y="3965331"/>
            <a:ext cx="0" cy="1766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en angle 175"/>
          <p:cNvCxnSpPr>
            <a:stCxn id="177" idx="2"/>
            <a:endCxn id="140" idx="0"/>
          </p:cNvCxnSpPr>
          <p:nvPr/>
        </p:nvCxnSpPr>
        <p:spPr bwMode="auto">
          <a:xfrm rot="5400000">
            <a:off x="5421497" y="4811814"/>
            <a:ext cx="366637" cy="261259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AutoShape 39"/>
          <p:cNvSpPr>
            <a:spLocks noChangeArrowheads="1"/>
          </p:cNvSpPr>
          <p:nvPr/>
        </p:nvSpPr>
        <p:spPr bwMode="auto">
          <a:xfrm>
            <a:off x="6508166" y="5769617"/>
            <a:ext cx="805891" cy="165176"/>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_IOD_#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cxnSp>
        <p:nvCxnSpPr>
          <p:cNvPr id="179" name="Connecteur droit avec flèche 178"/>
          <p:cNvCxnSpPr>
            <a:stCxn id="173" idx="2"/>
            <a:endCxn id="185" idx="2"/>
          </p:cNvCxnSpPr>
          <p:nvPr/>
        </p:nvCxnSpPr>
        <p:spPr bwMode="auto">
          <a:xfrm flipH="1">
            <a:off x="8528312" y="4946029"/>
            <a:ext cx="4171" cy="16303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Connecteur en angle 179"/>
          <p:cNvCxnSpPr>
            <a:stCxn id="158" idx="2"/>
            <a:endCxn id="96" idx="0"/>
          </p:cNvCxnSpPr>
          <p:nvPr/>
        </p:nvCxnSpPr>
        <p:spPr bwMode="auto">
          <a:xfrm rot="16200000" flipH="1">
            <a:off x="2397446" y="2911011"/>
            <a:ext cx="190840" cy="56115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Connecteur en angle 180"/>
          <p:cNvCxnSpPr>
            <a:stCxn id="144" idx="3"/>
            <a:endCxn id="152" idx="7"/>
          </p:cNvCxnSpPr>
          <p:nvPr/>
        </p:nvCxnSpPr>
        <p:spPr bwMode="auto">
          <a:xfrm>
            <a:off x="2768979" y="5582099"/>
            <a:ext cx="107935" cy="20148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Connecteur en angle 181"/>
          <p:cNvCxnSpPr>
            <a:stCxn id="184" idx="3"/>
            <a:endCxn id="140" idx="0"/>
          </p:cNvCxnSpPr>
          <p:nvPr/>
        </p:nvCxnSpPr>
        <p:spPr bwMode="auto">
          <a:xfrm>
            <a:off x="3859861" y="6128140"/>
            <a:ext cx="438657" cy="17329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 name="AutoShape 39"/>
          <p:cNvSpPr>
            <a:spLocks noChangeArrowheads="1"/>
          </p:cNvSpPr>
          <p:nvPr/>
        </p:nvSpPr>
        <p:spPr bwMode="auto">
          <a:xfrm>
            <a:off x="3053970" y="6045552"/>
            <a:ext cx="805891" cy="165176"/>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_ICD_#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85" name="AutoShape 87">
            <a:hlinkClick r:id="rId3" action="ppaction://hlinksldjump"/>
          </p:cNvPr>
          <p:cNvSpPr>
            <a:spLocks noChangeArrowheads="1"/>
          </p:cNvSpPr>
          <p:nvPr/>
        </p:nvSpPr>
        <p:spPr bwMode="auto">
          <a:xfrm rot="10800000">
            <a:off x="8007956" y="5109061"/>
            <a:ext cx="1040713" cy="4541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solidFill>
                  <a:srgbClr val="000000"/>
                </a:solidFill>
                <a:ea typeface="ＭＳ Ｐゴシック" charset="0"/>
              </a:rPr>
              <a:t>INCIDENT </a:t>
            </a:r>
          </a:p>
          <a:p>
            <a:pPr algn="ctr" eaLnBrk="0" hangingPunct="0">
              <a:defRPr/>
            </a:pPr>
            <a:r>
              <a:rPr lang="fr-FR" sz="600" b="1">
                <a:solidFill>
                  <a:srgbClr val="000000"/>
                </a:solidFill>
                <a:ea typeface="ＭＳ Ｐゴシック" charset="0"/>
              </a:rPr>
              <a:t>DISSUASION ORIENTEE</a:t>
            </a:r>
          </a:p>
        </p:txBody>
      </p:sp>
      <p:sp>
        <p:nvSpPr>
          <p:cNvPr id="186" name="ZoneTexte 185"/>
          <p:cNvSpPr txBox="1"/>
          <p:nvPr/>
        </p:nvSpPr>
        <p:spPr>
          <a:xfrm>
            <a:off x="6667412" y="2396544"/>
            <a:ext cx="2195785" cy="553998"/>
          </a:xfrm>
          <a:prstGeom prst="rect">
            <a:avLst/>
          </a:prstGeom>
          <a:solidFill>
            <a:srgbClr val="FFFFCC"/>
          </a:solidFill>
        </p:spPr>
        <p:txBody>
          <a:bodyPr wrap="square" rtlCol="0">
            <a:spAutoFit/>
          </a:bodyPr>
          <a:lstStyle/>
          <a:p>
            <a:pPr algn="ctr"/>
            <a:r>
              <a:rPr lang="fr-FR" sz="600">
                <a:solidFill>
                  <a:srgbClr val="000000"/>
                </a:solidFill>
              </a:rPr>
              <a:t>Les dissuasions sont gérées par ODIN. </a:t>
            </a:r>
          </a:p>
          <a:p>
            <a:pPr algn="ctr"/>
            <a:r>
              <a:rPr lang="fr-FR" sz="600">
                <a:solidFill>
                  <a:srgbClr val="000000"/>
                </a:solidFill>
              </a:rPr>
              <a:t>Et ODIN nous confirme que la dissuasion coupante </a:t>
            </a:r>
          </a:p>
          <a:p>
            <a:pPr algn="ctr"/>
            <a:r>
              <a:rPr lang="fr-FR" sz="600">
                <a:solidFill>
                  <a:srgbClr val="000000"/>
                </a:solidFill>
              </a:rPr>
              <a:t>et la dissuasion orientée ne peuvent être placées </a:t>
            </a:r>
          </a:p>
          <a:p>
            <a:pPr algn="ctr"/>
            <a:r>
              <a:rPr lang="fr-FR" sz="600"/>
              <a:t>que sur les choix techniques GP et PREMIUM</a:t>
            </a:r>
          </a:p>
          <a:p>
            <a:pPr algn="ctr">
              <a:defRPr/>
            </a:pPr>
            <a:r>
              <a:rPr lang="fr-FR" sz="600" b="1">
                <a:ea typeface="ＭＳ Ｐゴシック" charset="0"/>
              </a:rPr>
              <a:t>DPR = (Date prévisionnelle De Rétablissement)</a:t>
            </a:r>
            <a:endParaRPr lang="fr-FR" sz="600"/>
          </a:p>
        </p:txBody>
      </p:sp>
      <p:sp>
        <p:nvSpPr>
          <p:cNvPr id="173" name="AutoShape 38"/>
          <p:cNvSpPr>
            <a:spLocks noChangeArrowheads="1"/>
          </p:cNvSpPr>
          <p:nvPr/>
        </p:nvSpPr>
        <p:spPr bwMode="auto">
          <a:xfrm>
            <a:off x="8160270" y="4801567"/>
            <a:ext cx="744425" cy="144462"/>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_IO_#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83" name="Text Box 40"/>
          <p:cNvSpPr txBox="1">
            <a:spLocks noChangeArrowheads="1"/>
          </p:cNvSpPr>
          <p:nvPr/>
        </p:nvSpPr>
        <p:spPr bwMode="auto">
          <a:xfrm>
            <a:off x="980382" y="6233101"/>
            <a:ext cx="1846333" cy="461665"/>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b="1">
                <a:solidFill>
                  <a:srgbClr val="000000"/>
                </a:solidFill>
                <a:effectLst>
                  <a:outerShdw blurRad="38100" dist="38100" dir="2700000" algn="tl">
                    <a:srgbClr val="C0C0C0"/>
                  </a:outerShdw>
                </a:effectLst>
              </a:rPr>
              <a:t>Correspondance SVI-ODIN :</a:t>
            </a:r>
          </a:p>
          <a:p>
            <a:pPr eaLnBrk="1" hangingPunct="1">
              <a:defRPr/>
            </a:pPr>
            <a:r>
              <a:rPr lang="fr-FR" sz="600">
                <a:solidFill>
                  <a:srgbClr val="000000"/>
                </a:solidFill>
                <a:effectLst>
                  <a:outerShdw blurRad="38100" dist="38100" dir="2700000" algn="tl">
                    <a:srgbClr val="C0C0C0"/>
                  </a:outerShdw>
                </a:effectLst>
              </a:rPr>
              <a:t>Orienter =&gt; Dissuasion Orientée</a:t>
            </a:r>
          </a:p>
          <a:p>
            <a:pPr eaLnBrk="1" hangingPunct="1">
              <a:defRPr/>
            </a:pPr>
            <a:r>
              <a:rPr lang="fr-FR" sz="600">
                <a:solidFill>
                  <a:srgbClr val="000000"/>
                </a:solidFill>
                <a:effectLst>
                  <a:outerShdw blurRad="38100" dist="38100" dir="2700000" algn="tl">
                    <a:srgbClr val="C0C0C0"/>
                  </a:outerShdw>
                </a:effectLst>
              </a:rPr>
              <a:t>Continuer =&gt; Dissuasion Filtrante</a:t>
            </a:r>
          </a:p>
          <a:p>
            <a:pPr eaLnBrk="1" hangingPunct="1">
              <a:defRPr/>
            </a:pPr>
            <a:r>
              <a:rPr lang="fr-FR" sz="600">
                <a:solidFill>
                  <a:srgbClr val="000000"/>
                </a:solidFill>
                <a:effectLst>
                  <a:outerShdw blurRad="38100" dist="38100" dir="2700000" algn="tl">
                    <a:srgbClr val="C0C0C0"/>
                  </a:outerShdw>
                </a:effectLst>
              </a:rPr>
              <a:t>Dissuader = Dissuasion Coupante</a:t>
            </a:r>
          </a:p>
        </p:txBody>
      </p:sp>
      <p:cxnSp>
        <p:nvCxnSpPr>
          <p:cNvPr id="4" name="Connecteur en angle 3"/>
          <p:cNvCxnSpPr>
            <a:stCxn id="112" idx="3"/>
            <a:endCxn id="165" idx="0"/>
          </p:cNvCxnSpPr>
          <p:nvPr/>
        </p:nvCxnSpPr>
        <p:spPr bwMode="auto">
          <a:xfrm flipV="1">
            <a:off x="4163193" y="3496517"/>
            <a:ext cx="3797464" cy="508440"/>
          </a:xfrm>
          <a:prstGeom prst="bentConnector4">
            <a:avLst>
              <a:gd name="adj1" fmla="val 42613"/>
              <a:gd name="adj2" fmla="val 12098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AutoShape 73"/>
          <p:cNvSpPr>
            <a:spLocks noChangeArrowheads="1"/>
          </p:cNvSpPr>
          <p:nvPr/>
        </p:nvSpPr>
        <p:spPr bwMode="auto">
          <a:xfrm>
            <a:off x="2310791" y="3287008"/>
            <a:ext cx="925304" cy="382710"/>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 </a:t>
            </a:r>
          </a:p>
        </p:txBody>
      </p:sp>
      <p:sp>
        <p:nvSpPr>
          <p:cNvPr id="162" name="Text Box 40"/>
          <p:cNvSpPr txBox="1">
            <a:spLocks noChangeArrowheads="1"/>
          </p:cNvSpPr>
          <p:nvPr/>
        </p:nvSpPr>
        <p:spPr bwMode="auto">
          <a:xfrm>
            <a:off x="3156683" y="3286249"/>
            <a:ext cx="417664"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HNO</a:t>
            </a:r>
          </a:p>
        </p:txBody>
      </p:sp>
      <p:sp>
        <p:nvSpPr>
          <p:cNvPr id="187" name="Text Box 40"/>
          <p:cNvSpPr txBox="1">
            <a:spLocks noChangeArrowheads="1"/>
          </p:cNvSpPr>
          <p:nvPr/>
        </p:nvSpPr>
        <p:spPr bwMode="auto">
          <a:xfrm>
            <a:off x="2133195" y="3524957"/>
            <a:ext cx="417664"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HO</a:t>
            </a:r>
          </a:p>
        </p:txBody>
      </p:sp>
      <p:sp>
        <p:nvSpPr>
          <p:cNvPr id="104" name="AutoShape 87">
            <a:hlinkClick r:id="rId3" action="ppaction://hlinksldjump"/>
          </p:cNvPr>
          <p:cNvSpPr>
            <a:spLocks noChangeArrowheads="1"/>
          </p:cNvSpPr>
          <p:nvPr/>
        </p:nvSpPr>
        <p:spPr bwMode="auto">
          <a:xfrm rot="10800000">
            <a:off x="5716363" y="2775390"/>
            <a:ext cx="777445" cy="454152"/>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solidFill>
                  <a:srgbClr val="000000"/>
                </a:solidFill>
                <a:ea typeface="ＭＳ Ｐゴシック" charset="0"/>
              </a:rPr>
              <a:t>HNO GP</a:t>
            </a:r>
          </a:p>
        </p:txBody>
      </p:sp>
      <p:sp>
        <p:nvSpPr>
          <p:cNvPr id="165" name="Rectangle 16"/>
          <p:cNvSpPr>
            <a:spLocks noChangeArrowheads="1"/>
          </p:cNvSpPr>
          <p:nvPr/>
        </p:nvSpPr>
        <p:spPr bwMode="auto">
          <a:xfrm>
            <a:off x="7051257" y="3496517"/>
            <a:ext cx="1818800" cy="468814"/>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128"/>
              </a:rPr>
              <a:t>MENU BOUTON IG</a:t>
            </a:r>
          </a:p>
          <a:p>
            <a:pPr algn="ctr">
              <a:defRPr/>
            </a:pPr>
            <a:r>
              <a:rPr lang="fr-FR" sz="600">
                <a:solidFill>
                  <a:srgbClr val="000000"/>
                </a:solidFill>
              </a:rPr>
              <a:t>Si toutefois vous souhaitez parler à un conseiller, </a:t>
            </a:r>
          </a:p>
          <a:p>
            <a:pPr algn="ctr">
              <a:defRPr/>
            </a:pPr>
            <a:r>
              <a:rPr lang="fr-FR" sz="600">
                <a:solidFill>
                  <a:srgbClr val="000000"/>
                </a:solidFill>
              </a:rPr>
              <a:t>appuyez sur la touche 7 de votre téléphone : </a:t>
            </a:r>
          </a:p>
        </p:txBody>
      </p:sp>
      <p:sp>
        <p:nvSpPr>
          <p:cNvPr id="189" name="AutoShape 34"/>
          <p:cNvSpPr>
            <a:spLocks noChangeArrowheads="1"/>
          </p:cNvSpPr>
          <p:nvPr/>
        </p:nvSpPr>
        <p:spPr bwMode="auto">
          <a:xfrm>
            <a:off x="4500280" y="3393100"/>
            <a:ext cx="1028650" cy="167443"/>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_I_HNO_#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90" name="Rectangle à coins arrondis 1"/>
          <p:cNvSpPr>
            <a:spLocks noChangeArrowheads="1"/>
          </p:cNvSpPr>
          <p:nvPr/>
        </p:nvSpPr>
        <p:spPr bwMode="auto">
          <a:xfrm>
            <a:off x="4433920" y="3348875"/>
            <a:ext cx="1230273" cy="268415"/>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solidFill>
                <a:srgbClr val="000000"/>
              </a:solidFill>
            </a:endParaRPr>
          </a:p>
        </p:txBody>
      </p:sp>
      <p:sp>
        <p:nvSpPr>
          <p:cNvPr id="191" name="AutoShape 34"/>
          <p:cNvSpPr>
            <a:spLocks noChangeArrowheads="1"/>
          </p:cNvSpPr>
          <p:nvPr/>
        </p:nvSpPr>
        <p:spPr bwMode="auto">
          <a:xfrm>
            <a:off x="2838702" y="3662467"/>
            <a:ext cx="868543" cy="153460"/>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_I_HO_#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92" name="Rectangle à coins arrondis 1"/>
          <p:cNvSpPr>
            <a:spLocks noChangeArrowheads="1"/>
          </p:cNvSpPr>
          <p:nvPr/>
        </p:nvSpPr>
        <p:spPr bwMode="auto">
          <a:xfrm>
            <a:off x="2772342" y="3618241"/>
            <a:ext cx="996707" cy="268415"/>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solidFill>
                <a:srgbClr val="000000"/>
              </a:solidFill>
            </a:endParaRPr>
          </a:p>
        </p:txBody>
      </p:sp>
      <p:sp>
        <p:nvSpPr>
          <p:cNvPr id="98" name="AutoShape 31">
            <a:hlinkClick r:id="" action="ppaction://noaction"/>
          </p:cNvPr>
          <p:cNvSpPr>
            <a:spLocks noChangeArrowheads="1"/>
          </p:cNvSpPr>
          <p:nvPr/>
        </p:nvSpPr>
        <p:spPr bwMode="auto">
          <a:xfrm>
            <a:off x="3413657" y="5489880"/>
            <a:ext cx="1014293" cy="164864"/>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FIXE_INCIDENT_ID</a:t>
            </a:r>
            <a:endParaRPr lang="fr-FR" sz="600">
              <a:solidFill>
                <a:srgbClr val="FF0000"/>
              </a:solidFill>
            </a:endParaRPr>
          </a:p>
        </p:txBody>
      </p:sp>
      <p:sp>
        <p:nvSpPr>
          <p:cNvPr id="8" name="ZoneTexte 7"/>
          <p:cNvSpPr txBox="1"/>
          <p:nvPr/>
        </p:nvSpPr>
        <p:spPr>
          <a:xfrm>
            <a:off x="5573554" y="612898"/>
            <a:ext cx="2829314" cy="461665"/>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fr-FR" sz="800">
                <a:solidFill>
                  <a:srgbClr val="000000"/>
                </a:solidFill>
              </a:rPr>
              <a:t>Priorisation des multi-incidents pour un NDI :</a:t>
            </a:r>
          </a:p>
          <a:p>
            <a:pPr marL="171450" indent="-171450">
              <a:buFontTx/>
              <a:buChar char="-"/>
            </a:pPr>
            <a:r>
              <a:rPr lang="fr-FR" sz="800">
                <a:solidFill>
                  <a:srgbClr val="000000"/>
                </a:solidFill>
              </a:rPr>
              <a:t>Ordre « coupant » « Orienté » « Filtrant »</a:t>
            </a:r>
          </a:p>
          <a:p>
            <a:pPr marL="171450" indent="-171450">
              <a:buFontTx/>
              <a:buChar char="-"/>
            </a:pPr>
            <a:r>
              <a:rPr lang="fr-FR" sz="800">
                <a:solidFill>
                  <a:srgbClr val="000000"/>
                </a:solidFill>
              </a:rPr>
              <a:t>Date de début la plus récente (avant date d’appel)</a:t>
            </a:r>
          </a:p>
        </p:txBody>
      </p:sp>
      <p:graphicFrame>
        <p:nvGraphicFramePr>
          <p:cNvPr id="103" name="Tableau 102"/>
          <p:cNvGraphicFramePr>
            <a:graphicFrameLocks noGrp="1"/>
          </p:cNvGraphicFramePr>
          <p:nvPr>
            <p:extLst>
              <p:ext uri="{D42A27DB-BD31-4B8C-83A1-F6EECF244321}">
                <p14:modId xmlns:p14="http://schemas.microsoft.com/office/powerpoint/2010/main" val="4214583391"/>
              </p:ext>
            </p:extLst>
          </p:nvPr>
        </p:nvGraphicFramePr>
        <p:xfrm>
          <a:off x="5664193" y="1115329"/>
          <a:ext cx="3222053" cy="1212455"/>
        </p:xfrm>
        <a:graphic>
          <a:graphicData uri="http://schemas.openxmlformats.org/drawingml/2006/table">
            <a:tbl>
              <a:tblPr firstRow="1" bandRow="1">
                <a:tableStyleId>{00A15C55-8517-42AA-B614-E9B94910E393}</a:tableStyleId>
              </a:tblPr>
              <a:tblGrid>
                <a:gridCol w="1479376">
                  <a:extLst>
                    <a:ext uri="{9D8B030D-6E8A-4147-A177-3AD203B41FA5}">
                      <a16:colId xmlns:a16="http://schemas.microsoft.com/office/drawing/2014/main" val="20000"/>
                    </a:ext>
                  </a:extLst>
                </a:gridCol>
                <a:gridCol w="1742677">
                  <a:extLst>
                    <a:ext uri="{9D8B030D-6E8A-4147-A177-3AD203B41FA5}">
                      <a16:colId xmlns:a16="http://schemas.microsoft.com/office/drawing/2014/main" val="20001"/>
                    </a:ext>
                  </a:extLst>
                </a:gridCol>
              </a:tblGrid>
              <a:tr h="199819">
                <a:tc>
                  <a:txBody>
                    <a:bodyPr/>
                    <a:lstStyle/>
                    <a:p>
                      <a:r>
                        <a:rPr lang="fr-FR" sz="800"/>
                        <a:t>Positions incident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a:t>Balises génériques</a:t>
                      </a:r>
                    </a:p>
                  </a:txBody>
                  <a:tcPr/>
                </a:tc>
                <a:extLst>
                  <a:ext uri="{0D108BD9-81ED-4DB2-BD59-A6C34878D82A}">
                    <a16:rowId xmlns:a16="http://schemas.microsoft.com/office/drawing/2014/main" val="10000"/>
                  </a:ext>
                </a:extLst>
              </a:tr>
              <a:tr h="199819">
                <a:tc>
                  <a:txBody>
                    <a:bodyPr/>
                    <a:lstStyle/>
                    <a:p>
                      <a:r>
                        <a:rPr lang="fr-FR" sz="600"/>
                        <a:t>FIXE_INCIDENT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600"/>
                        <a:t>99999_FIXE_INCIDENT</a:t>
                      </a:r>
                    </a:p>
                  </a:txBody>
                  <a:tcPr/>
                </a:tc>
                <a:extLst>
                  <a:ext uri="{0D108BD9-81ED-4DB2-BD59-A6C34878D82A}">
                    <a16:rowId xmlns:a16="http://schemas.microsoft.com/office/drawing/2014/main" val="10001"/>
                  </a:ext>
                </a:extLst>
              </a:tr>
              <a:tr h="199819">
                <a:tc>
                  <a:txBody>
                    <a:bodyPr/>
                    <a:lstStyle/>
                    <a:p>
                      <a:r>
                        <a:rPr lang="fr-FR" sz="600"/>
                        <a:t>FIXE_INCIDENT_TECH</a:t>
                      </a:r>
                    </a:p>
                  </a:txBody>
                  <a:tcPr/>
                </a:tc>
                <a:tc>
                  <a:txBody>
                    <a:bodyPr/>
                    <a:lstStyle/>
                    <a:p>
                      <a:r>
                        <a:rPr lang="fr-FR" sz="600"/>
                        <a:t>99999_FIXE_INCIDENT_TECH</a:t>
                      </a:r>
                    </a:p>
                  </a:txBody>
                  <a:tcPr/>
                </a:tc>
                <a:extLst>
                  <a:ext uri="{0D108BD9-81ED-4DB2-BD59-A6C34878D82A}">
                    <a16:rowId xmlns:a16="http://schemas.microsoft.com/office/drawing/2014/main" val="10002"/>
                  </a:ext>
                </a:extLst>
              </a:tr>
              <a:tr h="199819">
                <a:tc>
                  <a:txBody>
                    <a:bodyPr/>
                    <a:lstStyle/>
                    <a:p>
                      <a:r>
                        <a:rPr lang="fr-FR" sz="600"/>
                        <a:t>FIXE_INCIDENT_TECH_INTERNET</a:t>
                      </a:r>
                    </a:p>
                  </a:txBody>
                  <a:tcPr/>
                </a:tc>
                <a:tc>
                  <a:txBody>
                    <a:bodyPr/>
                    <a:lstStyle/>
                    <a:p>
                      <a:r>
                        <a:rPr lang="fr-FR" sz="600"/>
                        <a:t>99999_FIXE_INCIDENT_TECH_INTERNET</a:t>
                      </a:r>
                    </a:p>
                  </a:txBody>
                  <a:tcPr/>
                </a:tc>
                <a:extLst>
                  <a:ext uri="{0D108BD9-81ED-4DB2-BD59-A6C34878D82A}">
                    <a16:rowId xmlns:a16="http://schemas.microsoft.com/office/drawing/2014/main" val="10003"/>
                  </a:ext>
                </a:extLst>
              </a:tr>
              <a:tr h="199819">
                <a:tc>
                  <a:txBody>
                    <a:bodyPr/>
                    <a:lstStyle/>
                    <a:p>
                      <a:r>
                        <a:rPr lang="fr-FR" sz="600"/>
                        <a:t>FIXE_INCIDENT_TECH_TV</a:t>
                      </a:r>
                    </a:p>
                  </a:txBody>
                  <a:tcPr/>
                </a:tc>
                <a:tc>
                  <a:txBody>
                    <a:bodyPr/>
                    <a:lstStyle/>
                    <a:p>
                      <a:r>
                        <a:rPr lang="fr-FR" sz="600"/>
                        <a:t>99999_FIXE_INCIDENT_TECH_TV</a:t>
                      </a:r>
                    </a:p>
                  </a:txBody>
                  <a:tcPr/>
                </a:tc>
                <a:extLst>
                  <a:ext uri="{0D108BD9-81ED-4DB2-BD59-A6C34878D82A}">
                    <a16:rowId xmlns:a16="http://schemas.microsoft.com/office/drawing/2014/main" val="10004"/>
                  </a:ext>
                </a:extLst>
              </a:tr>
              <a:tr h="199819">
                <a:tc>
                  <a:txBody>
                    <a:bodyPr/>
                    <a:lstStyle/>
                    <a:p>
                      <a:r>
                        <a:rPr lang="fr-FR" sz="600"/>
                        <a:t>FIXE_INCIDENT_TECH_AUTRE</a:t>
                      </a:r>
                    </a:p>
                  </a:txBody>
                  <a:tcPr/>
                </a:tc>
                <a:tc>
                  <a:txBody>
                    <a:bodyPr/>
                    <a:lstStyle/>
                    <a:p>
                      <a:r>
                        <a:rPr lang="fr-FR" sz="600"/>
                        <a:t>99999_FIXE_INCIDENT_TECH_AUTRE</a:t>
                      </a:r>
                    </a:p>
                  </a:txBody>
                  <a:tcPr/>
                </a:tc>
                <a:extLst>
                  <a:ext uri="{0D108BD9-81ED-4DB2-BD59-A6C34878D82A}">
                    <a16:rowId xmlns:a16="http://schemas.microsoft.com/office/drawing/2014/main" val="10005"/>
                  </a:ext>
                </a:extLst>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val="3909626497"/>
              </p:ext>
            </p:extLst>
          </p:nvPr>
        </p:nvGraphicFramePr>
        <p:xfrm>
          <a:off x="7339344" y="5640932"/>
          <a:ext cx="1723498" cy="1132010"/>
        </p:xfrm>
        <a:graphic>
          <a:graphicData uri="http://schemas.openxmlformats.org/drawingml/2006/table">
            <a:tbl>
              <a:tblPr firstRow="1" firstCol="1" bandRow="1">
                <a:effectLst>
                  <a:outerShdw blurRad="63500" sx="102000" sy="102000" algn="ctr" rotWithShape="0">
                    <a:prstClr val="black">
                      <a:alpha val="40000"/>
                    </a:prstClr>
                  </a:outerShdw>
                </a:effectLst>
              </a:tblPr>
              <a:tblGrid>
                <a:gridCol w="1723498">
                  <a:extLst>
                    <a:ext uri="{9D8B030D-6E8A-4147-A177-3AD203B41FA5}">
                      <a16:colId xmlns:a16="http://schemas.microsoft.com/office/drawing/2014/main" val="20000"/>
                    </a:ext>
                  </a:extLst>
                </a:gridCol>
              </a:tblGrid>
              <a:tr h="113201">
                <a:tc>
                  <a:txBody>
                    <a:bodyPr/>
                    <a:lstStyle/>
                    <a:p>
                      <a:pPr algn="ctr">
                        <a:spcAft>
                          <a:spcPts val="0"/>
                        </a:spcAft>
                      </a:pPr>
                      <a:r>
                        <a:rPr lang="fr-FR" sz="700" b="1">
                          <a:effectLst/>
                          <a:latin typeface="Calibri" panose="020F0502020204030204" pitchFamily="34" charset="0"/>
                          <a:ea typeface="Calibri" panose="020F0502020204030204" pitchFamily="34" charset="0"/>
                        </a:rPr>
                        <a:t>Exemple balises</a:t>
                      </a: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43100_MC_OK_HO_TECH</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43100_MC_OK_HO_TECH_I</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99999_FIXE_INCIDENT_TECH_I_#1234567</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99999_FIXE_INCIDENT_TECH_IOD_#1234567</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43100_MC_OK_HO_TECH_I</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99999_FIXE_INCIDENT_TECH_INTERNET_I</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99999_FIXE_INCIDENT_TECH_INTERNET_I_#1234567</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13201">
                <a:tc>
                  <a:txBody>
                    <a:bodyPr/>
                    <a:lstStyle/>
                    <a:p>
                      <a:pPr>
                        <a:spcAft>
                          <a:spcPts val="0"/>
                        </a:spcAft>
                      </a:pPr>
                      <a:r>
                        <a:rPr lang="fr-FR" sz="600">
                          <a:solidFill>
                            <a:srgbClr val="000000"/>
                          </a:solidFill>
                          <a:effectLst/>
                          <a:latin typeface="Calibri" panose="020F0502020204030204" pitchFamily="34" charset="0"/>
                          <a:ea typeface="Calibri" panose="020F0502020204030204" pitchFamily="34" charset="0"/>
                        </a:rPr>
                        <a:t>99999_FIXE_INCIDENT_TECH_INTERNET_IC_#1234567</a:t>
                      </a:r>
                      <a:endParaRPr lang="fr-FR" sz="600">
                        <a:effectLst/>
                        <a:latin typeface="Calibri" panose="020F0502020204030204" pitchFamily="34" charset="0"/>
                        <a:ea typeface="Calibri" panose="020F0502020204030204" pitchFamily="34" charset="0"/>
                      </a:endParaRPr>
                    </a:p>
                  </a:txBody>
                  <a:tcPr marL="5309" marR="530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91" name="Text Box 41"/>
          <p:cNvSpPr txBox="1">
            <a:spLocks noChangeArrowheads="1"/>
          </p:cNvSpPr>
          <p:nvPr/>
        </p:nvSpPr>
        <p:spPr bwMode="auto">
          <a:xfrm>
            <a:off x="2207575" y="1912159"/>
            <a:ext cx="700937"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 (autres)</a:t>
            </a:r>
          </a:p>
        </p:txBody>
      </p:sp>
      <p:sp>
        <p:nvSpPr>
          <p:cNvPr id="92" name="Text Box 16"/>
          <p:cNvSpPr txBox="1">
            <a:spLocks noChangeArrowheads="1"/>
          </p:cNvSpPr>
          <p:nvPr/>
        </p:nvSpPr>
        <p:spPr bwMode="auto">
          <a:xfrm>
            <a:off x="666409" y="1827075"/>
            <a:ext cx="132965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 (« </a:t>
            </a:r>
            <a:r>
              <a:rPr lang="fr-FR" sz="600" err="1"/>
              <a:t>announced_end_date</a:t>
            </a:r>
            <a:r>
              <a:rPr lang="fr-FR" sz="600"/>
              <a:t> » = </a:t>
            </a:r>
            <a:r>
              <a:rPr lang="fr-FR" sz="600" err="1"/>
              <a:t>null</a:t>
            </a:r>
            <a:r>
              <a:rPr lang="fr-FR" sz="600"/>
              <a:t> ou &lt; date d’appel)</a:t>
            </a:r>
          </a:p>
        </p:txBody>
      </p:sp>
      <p:sp>
        <p:nvSpPr>
          <p:cNvPr id="102" name="AutoShape 38"/>
          <p:cNvSpPr>
            <a:spLocks noChangeArrowheads="1"/>
          </p:cNvSpPr>
          <p:nvPr/>
        </p:nvSpPr>
        <p:spPr bwMode="auto">
          <a:xfrm>
            <a:off x="2567716" y="2412801"/>
            <a:ext cx="1102138" cy="134790"/>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a:t>
            </a:r>
            <a:r>
              <a:rPr lang="fr-FR" sz="600" err="1">
                <a:solidFill>
                  <a:srgbClr val="000000"/>
                </a:solidFill>
                <a:ea typeface="ＭＳ Ｐゴシック" charset="0"/>
              </a:rPr>
              <a:t>num-message_DPR_OFF</a:t>
            </a:r>
            <a:endParaRPr lang="fr-FR" sz="600">
              <a:solidFill>
                <a:srgbClr val="000000"/>
              </a:solidFill>
              <a:ea typeface="ＭＳ Ｐゴシック" charset="0"/>
            </a:endParaRPr>
          </a:p>
        </p:txBody>
      </p:sp>
      <p:sp>
        <p:nvSpPr>
          <p:cNvPr id="105" name="AutoShape 38"/>
          <p:cNvSpPr>
            <a:spLocks noChangeArrowheads="1"/>
          </p:cNvSpPr>
          <p:nvPr/>
        </p:nvSpPr>
        <p:spPr bwMode="auto">
          <a:xfrm>
            <a:off x="2373246" y="2082276"/>
            <a:ext cx="1102138" cy="134790"/>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a:t>
            </a:r>
            <a:r>
              <a:rPr lang="fr-FR" sz="600" err="1">
                <a:solidFill>
                  <a:srgbClr val="000000"/>
                </a:solidFill>
                <a:ea typeface="ＭＳ Ｐゴシック" charset="0"/>
              </a:rPr>
              <a:t>num-message_DPR_OUI</a:t>
            </a:r>
            <a:endParaRPr lang="fr-FR" sz="600">
              <a:solidFill>
                <a:srgbClr val="000000"/>
              </a:solidFill>
              <a:ea typeface="ＭＳ Ｐゴシック" charset="0"/>
            </a:endParaRPr>
          </a:p>
        </p:txBody>
      </p:sp>
      <p:sp>
        <p:nvSpPr>
          <p:cNvPr id="106" name="AutoShape 38"/>
          <p:cNvSpPr>
            <a:spLocks noChangeArrowheads="1"/>
          </p:cNvSpPr>
          <p:nvPr/>
        </p:nvSpPr>
        <p:spPr bwMode="auto">
          <a:xfrm>
            <a:off x="924657" y="2414462"/>
            <a:ext cx="1102138" cy="134790"/>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_I_#</a:t>
            </a:r>
            <a:r>
              <a:rPr lang="fr-FR" sz="600" err="1">
                <a:solidFill>
                  <a:srgbClr val="000000"/>
                </a:solidFill>
                <a:ea typeface="ＭＳ Ｐゴシック" charset="0"/>
              </a:rPr>
              <a:t>num-message_DPR_NON</a:t>
            </a:r>
            <a:endParaRPr lang="fr-FR" sz="600">
              <a:solidFill>
                <a:srgbClr val="000000"/>
              </a:solidFill>
              <a:ea typeface="ＭＳ Ｐゴシック" charset="0"/>
            </a:endParaRPr>
          </a:p>
        </p:txBody>
      </p:sp>
      <p:cxnSp>
        <p:nvCxnSpPr>
          <p:cNvPr id="107" name="Connecteur en angle 106"/>
          <p:cNvCxnSpPr>
            <a:stCxn id="131" idx="2"/>
            <a:endCxn id="102" idx="0"/>
          </p:cNvCxnSpPr>
          <p:nvPr/>
        </p:nvCxnSpPr>
        <p:spPr bwMode="auto">
          <a:xfrm rot="16200000" flipH="1">
            <a:off x="2480510" y="1774526"/>
            <a:ext cx="87480" cy="1189070"/>
          </a:xfrm>
          <a:prstGeom prst="bentConnector3">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droit 5"/>
          <p:cNvCxnSpPr>
            <a:stCxn id="131" idx="3"/>
            <a:endCxn id="105" idx="1"/>
          </p:cNvCxnSpPr>
          <p:nvPr/>
        </p:nvCxnSpPr>
        <p:spPr bwMode="auto">
          <a:xfrm flipV="1">
            <a:off x="2285225" y="2149671"/>
            <a:ext cx="88021" cy="31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9"/>
          <p:cNvCxnSpPr>
            <a:stCxn id="105" idx="3"/>
            <a:endCxn id="137" idx="1"/>
          </p:cNvCxnSpPr>
          <p:nvPr/>
        </p:nvCxnSpPr>
        <p:spPr bwMode="auto">
          <a:xfrm>
            <a:off x="3475384" y="2149671"/>
            <a:ext cx="149642" cy="533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p:cNvCxnSpPr>
            <a:stCxn id="137" idx="2"/>
            <a:endCxn id="132" idx="0"/>
          </p:cNvCxnSpPr>
          <p:nvPr/>
        </p:nvCxnSpPr>
        <p:spPr bwMode="auto">
          <a:xfrm>
            <a:off x="4430917" y="2314536"/>
            <a:ext cx="2959" cy="1199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en angle 17"/>
          <p:cNvCxnSpPr>
            <a:stCxn id="131" idx="1"/>
            <a:endCxn id="106" idx="0"/>
          </p:cNvCxnSpPr>
          <p:nvPr/>
        </p:nvCxnSpPr>
        <p:spPr bwMode="auto">
          <a:xfrm rot="10800000" flipV="1">
            <a:off x="1475727" y="2149988"/>
            <a:ext cx="98479" cy="26447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en angle 19"/>
          <p:cNvCxnSpPr>
            <a:stCxn id="106" idx="2"/>
            <a:endCxn id="158" idx="0"/>
          </p:cNvCxnSpPr>
          <p:nvPr/>
        </p:nvCxnSpPr>
        <p:spPr bwMode="auto">
          <a:xfrm rot="16200000" flipH="1">
            <a:off x="1717346" y="2307632"/>
            <a:ext cx="253324" cy="73656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en angle 21"/>
          <p:cNvCxnSpPr>
            <a:stCxn id="132" idx="2"/>
            <a:endCxn id="158" idx="0"/>
          </p:cNvCxnSpPr>
          <p:nvPr/>
        </p:nvCxnSpPr>
        <p:spPr bwMode="auto">
          <a:xfrm rot="5400000">
            <a:off x="3201844" y="1570544"/>
            <a:ext cx="242478" cy="2221586"/>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en angle 23"/>
          <p:cNvCxnSpPr>
            <a:stCxn id="102" idx="2"/>
            <a:endCxn id="158" idx="0"/>
          </p:cNvCxnSpPr>
          <p:nvPr/>
        </p:nvCxnSpPr>
        <p:spPr bwMode="auto">
          <a:xfrm rot="5400000">
            <a:off x="2538046" y="2221836"/>
            <a:ext cx="254985" cy="90649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onnecteur droit 27"/>
          <p:cNvCxnSpPr>
            <a:stCxn id="125" idx="3"/>
            <a:endCxn id="126" idx="1"/>
          </p:cNvCxnSpPr>
          <p:nvPr/>
        </p:nvCxnSpPr>
        <p:spPr bwMode="auto">
          <a:xfrm>
            <a:off x="3178704" y="1634378"/>
            <a:ext cx="189961" cy="9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34"/>
          <p:cNvSpPr>
            <a:spLocks noChangeArrowheads="1"/>
          </p:cNvSpPr>
          <p:nvPr/>
        </p:nvSpPr>
        <p:spPr bwMode="auto">
          <a:xfrm>
            <a:off x="1978124" y="1565529"/>
            <a:ext cx="290267" cy="137589"/>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a:t>
            </a:r>
          </a:p>
        </p:txBody>
      </p:sp>
      <p:cxnSp>
        <p:nvCxnSpPr>
          <p:cNvPr id="32" name="Connecteur droit 31"/>
          <p:cNvCxnSpPr>
            <a:stCxn id="115" idx="3"/>
            <a:endCxn id="129" idx="1"/>
          </p:cNvCxnSpPr>
          <p:nvPr/>
        </p:nvCxnSpPr>
        <p:spPr bwMode="auto">
          <a:xfrm flipV="1">
            <a:off x="1553995" y="1634324"/>
            <a:ext cx="424129" cy="20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droit 33"/>
          <p:cNvCxnSpPr>
            <a:stCxn id="129" idx="3"/>
            <a:endCxn id="125" idx="1"/>
          </p:cNvCxnSpPr>
          <p:nvPr/>
        </p:nvCxnSpPr>
        <p:spPr bwMode="auto">
          <a:xfrm>
            <a:off x="2268391" y="1634324"/>
            <a:ext cx="228721" cy="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droit 26">
            <a:extLst>
              <a:ext uri="{FF2B5EF4-FFF2-40B4-BE49-F238E27FC236}">
                <a16:creationId xmlns:a16="http://schemas.microsoft.com/office/drawing/2014/main" id="{7EE0C3EF-8D27-4E00-9CF9-7960537AF62B}"/>
              </a:ext>
            </a:extLst>
          </p:cNvPr>
          <p:cNvCxnSpPr>
            <a:stCxn id="173" idx="0"/>
            <a:endCxn id="167" idx="3"/>
          </p:cNvCxnSpPr>
          <p:nvPr/>
        </p:nvCxnSpPr>
        <p:spPr bwMode="auto">
          <a:xfrm flipH="1" flipV="1">
            <a:off x="8525674" y="4695265"/>
            <a:ext cx="6809" cy="1063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droit 46">
            <a:extLst>
              <a:ext uri="{FF2B5EF4-FFF2-40B4-BE49-F238E27FC236}">
                <a16:creationId xmlns:a16="http://schemas.microsoft.com/office/drawing/2014/main" id="{0A246C91-EA6E-4129-B5A2-1B7F3EDF12AC}"/>
              </a:ext>
            </a:extLst>
          </p:cNvPr>
          <p:cNvCxnSpPr>
            <a:stCxn id="169" idx="2"/>
            <a:endCxn id="177" idx="0"/>
          </p:cNvCxnSpPr>
          <p:nvPr/>
        </p:nvCxnSpPr>
        <p:spPr bwMode="auto">
          <a:xfrm>
            <a:off x="6911111" y="5555572"/>
            <a:ext cx="1" cy="2140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Connecteur : en angle 69">
            <a:extLst>
              <a:ext uri="{FF2B5EF4-FFF2-40B4-BE49-F238E27FC236}">
                <a16:creationId xmlns:a16="http://schemas.microsoft.com/office/drawing/2014/main" id="{857C7FA5-D571-4CED-8AD9-A8FF3E3EA04A}"/>
              </a:ext>
            </a:extLst>
          </p:cNvPr>
          <p:cNvCxnSpPr>
            <a:stCxn id="152" idx="2"/>
            <a:endCxn id="184" idx="1"/>
          </p:cNvCxnSpPr>
          <p:nvPr/>
        </p:nvCxnSpPr>
        <p:spPr bwMode="auto">
          <a:xfrm rot="16200000" flipH="1">
            <a:off x="2865426" y="5939596"/>
            <a:ext cx="200032" cy="17705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Connecteur droit 159">
            <a:extLst>
              <a:ext uri="{FF2B5EF4-FFF2-40B4-BE49-F238E27FC236}">
                <a16:creationId xmlns:a16="http://schemas.microsoft.com/office/drawing/2014/main" id="{1ACAE17C-288C-4962-97E3-D9D061E1FEFD}"/>
              </a:ext>
            </a:extLst>
          </p:cNvPr>
          <p:cNvCxnSpPr>
            <a:stCxn id="127" idx="2"/>
            <a:endCxn id="98" idx="0"/>
          </p:cNvCxnSpPr>
          <p:nvPr/>
        </p:nvCxnSpPr>
        <p:spPr bwMode="auto">
          <a:xfrm>
            <a:off x="3916587" y="5361850"/>
            <a:ext cx="4217" cy="1280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B2F354D8-6788-42EC-B412-D6AB91D25A19}"/>
              </a:ext>
            </a:extLst>
          </p:cNvPr>
          <p:cNvCxnSpPr>
            <a:stCxn id="104" idx="2"/>
            <a:endCxn id="189" idx="3"/>
          </p:cNvCxnSpPr>
          <p:nvPr/>
        </p:nvCxnSpPr>
        <p:spPr bwMode="auto">
          <a:xfrm rot="16200000" flipH="1" flipV="1">
            <a:off x="5466292" y="2838028"/>
            <a:ext cx="701432" cy="576155"/>
          </a:xfrm>
          <a:prstGeom prst="bentConnector4">
            <a:avLst>
              <a:gd name="adj1" fmla="val -32590"/>
              <a:gd name="adj2" fmla="val 8373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a:extLst>
              <a:ext uri="{FF2B5EF4-FFF2-40B4-BE49-F238E27FC236}">
                <a16:creationId xmlns:a16="http://schemas.microsoft.com/office/drawing/2014/main" id="{EF81FA8B-AE65-4C04-B3F9-7312E9B4BA17}"/>
              </a:ext>
            </a:extLst>
          </p:cNvPr>
          <p:cNvCxnSpPr>
            <a:stCxn id="96" idx="3"/>
            <a:endCxn id="189" idx="1"/>
          </p:cNvCxnSpPr>
          <p:nvPr/>
        </p:nvCxnSpPr>
        <p:spPr bwMode="auto">
          <a:xfrm flipV="1">
            <a:off x="3236095" y="3476822"/>
            <a:ext cx="1264185" cy="15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 en angle 37">
            <a:extLst>
              <a:ext uri="{FF2B5EF4-FFF2-40B4-BE49-F238E27FC236}">
                <a16:creationId xmlns:a16="http://schemas.microsoft.com/office/drawing/2014/main" id="{222817DD-13D7-47E6-8527-DDF8B040EA77}"/>
              </a:ext>
            </a:extLst>
          </p:cNvPr>
          <p:cNvCxnSpPr>
            <a:stCxn id="112" idx="2"/>
            <a:endCxn id="127" idx="0"/>
          </p:cNvCxnSpPr>
          <p:nvPr/>
        </p:nvCxnSpPr>
        <p:spPr bwMode="auto">
          <a:xfrm rot="16200000" flipH="1">
            <a:off x="3382797" y="4683598"/>
            <a:ext cx="1065588" cy="199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Connecteur : en angle 99">
            <a:extLst>
              <a:ext uri="{FF2B5EF4-FFF2-40B4-BE49-F238E27FC236}">
                <a16:creationId xmlns:a16="http://schemas.microsoft.com/office/drawing/2014/main" id="{539FCC3A-2B43-4711-8C61-838BCE0E9472}"/>
              </a:ext>
            </a:extLst>
          </p:cNvPr>
          <p:cNvCxnSpPr>
            <a:stCxn id="98" idx="2"/>
            <a:endCxn id="140" idx="0"/>
          </p:cNvCxnSpPr>
          <p:nvPr/>
        </p:nvCxnSpPr>
        <p:spPr bwMode="auto">
          <a:xfrm rot="16200000" flipH="1">
            <a:off x="3786318" y="5789230"/>
            <a:ext cx="646686" cy="377714"/>
          </a:xfrm>
          <a:prstGeom prst="bentConnector3">
            <a:avLst>
              <a:gd name="adj1" fmla="val 7424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 name="Text Box 40">
            <a:extLst>
              <a:ext uri="{FF2B5EF4-FFF2-40B4-BE49-F238E27FC236}">
                <a16:creationId xmlns:a16="http://schemas.microsoft.com/office/drawing/2014/main" id="{31F78E06-06D2-48D9-B3A4-12477296A1F2}"/>
              </a:ext>
            </a:extLst>
          </p:cNvPr>
          <p:cNvSpPr txBox="1">
            <a:spLocks noChangeArrowheads="1"/>
          </p:cNvSpPr>
          <p:nvPr/>
        </p:nvSpPr>
        <p:spPr bwMode="auto">
          <a:xfrm>
            <a:off x="3986480" y="4374486"/>
            <a:ext cx="60065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Filtre désactivée</a:t>
            </a:r>
          </a:p>
        </p:txBody>
      </p:sp>
      <p:cxnSp>
        <p:nvCxnSpPr>
          <p:cNvPr id="204" name="Connecteur : en angle 203">
            <a:extLst>
              <a:ext uri="{FF2B5EF4-FFF2-40B4-BE49-F238E27FC236}">
                <a16:creationId xmlns:a16="http://schemas.microsoft.com/office/drawing/2014/main" id="{B794C36F-1BAA-419A-89C9-1C3D32C73D85}"/>
              </a:ext>
            </a:extLst>
          </p:cNvPr>
          <p:cNvCxnSpPr>
            <a:stCxn id="96" idx="2"/>
            <a:endCxn id="191" idx="1"/>
          </p:cNvCxnSpPr>
          <p:nvPr/>
        </p:nvCxnSpPr>
        <p:spPr bwMode="auto">
          <a:xfrm rot="16200000" flipH="1">
            <a:off x="2771333" y="3671827"/>
            <a:ext cx="69479" cy="6525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Connecteur : en angle 206">
            <a:extLst>
              <a:ext uri="{FF2B5EF4-FFF2-40B4-BE49-F238E27FC236}">
                <a16:creationId xmlns:a16="http://schemas.microsoft.com/office/drawing/2014/main" id="{6475DD48-56C3-4E09-8E1C-8EB5E7DBDDE7}"/>
              </a:ext>
            </a:extLst>
          </p:cNvPr>
          <p:cNvCxnSpPr>
            <a:stCxn id="192" idx="3"/>
            <a:endCxn id="112" idx="0"/>
          </p:cNvCxnSpPr>
          <p:nvPr/>
        </p:nvCxnSpPr>
        <p:spPr bwMode="auto">
          <a:xfrm>
            <a:off x="3769049" y="3752449"/>
            <a:ext cx="145547" cy="1056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Connecteur : en angle 287">
            <a:extLst>
              <a:ext uri="{FF2B5EF4-FFF2-40B4-BE49-F238E27FC236}">
                <a16:creationId xmlns:a16="http://schemas.microsoft.com/office/drawing/2014/main" id="{9F610E74-416C-4092-B1F1-55E499C9C9CD}"/>
              </a:ext>
            </a:extLst>
          </p:cNvPr>
          <p:cNvCxnSpPr>
            <a:stCxn id="284" idx="2"/>
            <a:endCxn id="140" idx="0"/>
          </p:cNvCxnSpPr>
          <p:nvPr/>
        </p:nvCxnSpPr>
        <p:spPr bwMode="auto">
          <a:xfrm rot="5400000">
            <a:off x="4455804" y="5784127"/>
            <a:ext cx="360018" cy="674589"/>
          </a:xfrm>
          <a:prstGeom prst="bentConnector3">
            <a:avLst>
              <a:gd name="adj1" fmla="val 1613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5" name="AutoShape 32">
            <a:extLst>
              <a:ext uri="{FF2B5EF4-FFF2-40B4-BE49-F238E27FC236}">
                <a16:creationId xmlns:a16="http://schemas.microsoft.com/office/drawing/2014/main" id="{154CC330-80C4-4ECE-8118-D039570DD015}"/>
              </a:ext>
            </a:extLst>
          </p:cNvPr>
          <p:cNvSpPr>
            <a:spLocks noChangeArrowheads="1"/>
          </p:cNvSpPr>
          <p:nvPr/>
        </p:nvSpPr>
        <p:spPr bwMode="auto">
          <a:xfrm rot="10800000">
            <a:off x="6490362" y="4527987"/>
            <a:ext cx="745790" cy="619125"/>
          </a:xfrm>
          <a:prstGeom prst="upArrowCallout">
            <a:avLst>
              <a:gd name="adj1" fmla="val 35000"/>
              <a:gd name="adj2" fmla="val 35000"/>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endParaRPr lang="fr-FR" sz="600">
              <a:solidFill>
                <a:srgbClr val="000000"/>
              </a:solidFill>
              <a:ea typeface="ＭＳ Ｐゴシック" charset="0"/>
            </a:endParaRPr>
          </a:p>
        </p:txBody>
      </p:sp>
      <p:sp>
        <p:nvSpPr>
          <p:cNvPr id="326" name="Text Box 33">
            <a:extLst>
              <a:ext uri="{FF2B5EF4-FFF2-40B4-BE49-F238E27FC236}">
                <a16:creationId xmlns:a16="http://schemas.microsoft.com/office/drawing/2014/main" id="{4366EC2A-095D-4662-9270-7E0161EB241B}"/>
              </a:ext>
            </a:extLst>
          </p:cNvPr>
          <p:cNvSpPr txBox="1">
            <a:spLocks noChangeArrowheads="1"/>
          </p:cNvSpPr>
          <p:nvPr/>
        </p:nvSpPr>
        <p:spPr bwMode="auto">
          <a:xfrm>
            <a:off x="6472459" y="4565977"/>
            <a:ext cx="753986"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algn="ctr">
              <a:spcBef>
                <a:spcPct val="50000"/>
              </a:spcBef>
            </a:pPr>
            <a:r>
              <a:rPr lang="fr-FR" sz="600">
                <a:solidFill>
                  <a:srgbClr val="000000"/>
                </a:solidFill>
              </a:rPr>
              <a:t>SORTIE</a:t>
            </a:r>
            <a:br>
              <a:rPr lang="fr-FR" sz="600">
                <a:solidFill>
                  <a:srgbClr val="000000"/>
                </a:solidFill>
              </a:rPr>
            </a:br>
            <a:r>
              <a:rPr lang="fr-FR" sz="600">
                <a:solidFill>
                  <a:srgbClr val="000000"/>
                </a:solidFill>
              </a:rPr>
              <a:t>INCIDENT</a:t>
            </a:r>
          </a:p>
        </p:txBody>
      </p:sp>
      <p:sp>
        <p:nvSpPr>
          <p:cNvPr id="247" name="Rectangle 16">
            <a:extLst>
              <a:ext uri="{FF2B5EF4-FFF2-40B4-BE49-F238E27FC236}">
                <a16:creationId xmlns:a16="http://schemas.microsoft.com/office/drawing/2014/main" id="{444C2AA7-6414-4966-AFCF-5E8099C2AAA3}"/>
              </a:ext>
            </a:extLst>
          </p:cNvPr>
          <p:cNvSpPr>
            <a:spLocks noChangeArrowheads="1"/>
          </p:cNvSpPr>
          <p:nvPr/>
        </p:nvSpPr>
        <p:spPr bwMode="auto">
          <a:xfrm>
            <a:off x="4532351" y="4706874"/>
            <a:ext cx="1773989" cy="468814"/>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FF0000"/>
                </a:solidFill>
                <a:ea typeface="ＭＳ Ｐゴシック" charset="-128"/>
              </a:rPr>
              <a:t>MENU BOUTON IG</a:t>
            </a:r>
          </a:p>
          <a:p>
            <a:pPr algn="ctr">
              <a:defRPr/>
            </a:pPr>
            <a:r>
              <a:rPr lang="fr-FR" sz="600">
                <a:solidFill>
                  <a:srgbClr val="000000"/>
                </a:solidFill>
              </a:rPr>
              <a:t>Si toutefois vous souhaitez parler à un conseiller, </a:t>
            </a:r>
          </a:p>
          <a:p>
            <a:pPr algn="ctr">
              <a:defRPr/>
            </a:pPr>
            <a:r>
              <a:rPr lang="fr-FR" sz="600">
                <a:solidFill>
                  <a:srgbClr val="000000"/>
                </a:solidFill>
              </a:rPr>
              <a:t>appuyez sur la touche 7 de votre téléphone : </a:t>
            </a:r>
          </a:p>
        </p:txBody>
      </p:sp>
      <p:cxnSp>
        <p:nvCxnSpPr>
          <p:cNvPr id="263" name="Connecteur droit 262">
            <a:extLst>
              <a:ext uri="{FF2B5EF4-FFF2-40B4-BE49-F238E27FC236}">
                <a16:creationId xmlns:a16="http://schemas.microsoft.com/office/drawing/2014/main" id="{3898565F-05FB-45B3-AE23-6520DF4B48B5}"/>
              </a:ext>
            </a:extLst>
          </p:cNvPr>
          <p:cNvCxnSpPr>
            <a:stCxn id="247" idx="2"/>
            <a:endCxn id="178" idx="0"/>
          </p:cNvCxnSpPr>
          <p:nvPr/>
        </p:nvCxnSpPr>
        <p:spPr bwMode="auto">
          <a:xfrm>
            <a:off x="5419346" y="5175688"/>
            <a:ext cx="21390" cy="448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Text Box 40">
            <a:extLst>
              <a:ext uri="{FF2B5EF4-FFF2-40B4-BE49-F238E27FC236}">
                <a16:creationId xmlns:a16="http://schemas.microsoft.com/office/drawing/2014/main" id="{CAF1B118-0248-4344-B880-21E6A415889A}"/>
              </a:ext>
            </a:extLst>
          </p:cNvPr>
          <p:cNvSpPr txBox="1">
            <a:spLocks noChangeArrowheads="1"/>
          </p:cNvSpPr>
          <p:nvPr/>
        </p:nvSpPr>
        <p:spPr bwMode="auto">
          <a:xfrm>
            <a:off x="5259891" y="4323571"/>
            <a:ext cx="671209"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Filtre activée</a:t>
            </a:r>
          </a:p>
        </p:txBody>
      </p:sp>
      <p:sp>
        <p:nvSpPr>
          <p:cNvPr id="193" name="Text Box 40">
            <a:extLst>
              <a:ext uri="{FF2B5EF4-FFF2-40B4-BE49-F238E27FC236}">
                <a16:creationId xmlns:a16="http://schemas.microsoft.com/office/drawing/2014/main" id="{E8933962-16F7-44A8-B5B8-3C8D854A8DA4}"/>
              </a:ext>
            </a:extLst>
          </p:cNvPr>
          <p:cNvSpPr txBox="1">
            <a:spLocks noChangeArrowheads="1"/>
          </p:cNvSpPr>
          <p:nvPr/>
        </p:nvSpPr>
        <p:spPr bwMode="auto">
          <a:xfrm>
            <a:off x="3958864" y="3983259"/>
            <a:ext cx="1570066"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b="1" strike="sngStrike"/>
              <a:t>Dissuader (=coupant) </a:t>
            </a:r>
            <a:r>
              <a:rPr lang="fr-FR" sz="600" b="1"/>
              <a:t>NON  SI MC </a:t>
            </a:r>
            <a:r>
              <a:rPr lang="fr-FR" sz="600" b="1" strike="sngStrike"/>
              <a:t>TECH GP PREMIUM / RDGU</a:t>
            </a:r>
          </a:p>
        </p:txBody>
      </p:sp>
      <p:sp>
        <p:nvSpPr>
          <p:cNvPr id="130" name="AutoShape 52">
            <a:extLst>
              <a:ext uri="{FF2B5EF4-FFF2-40B4-BE49-F238E27FC236}">
                <a16:creationId xmlns:a16="http://schemas.microsoft.com/office/drawing/2014/main" id="{F0FE7107-1F63-41F9-B385-FBC705802E55}"/>
              </a:ext>
            </a:extLst>
          </p:cNvPr>
          <p:cNvSpPr>
            <a:spLocks noChangeArrowheads="1"/>
          </p:cNvSpPr>
          <p:nvPr/>
        </p:nvSpPr>
        <p:spPr bwMode="auto">
          <a:xfrm>
            <a:off x="4870096" y="4307867"/>
            <a:ext cx="449386" cy="249237"/>
          </a:xfrm>
          <a:prstGeom prst="flowChartDecision">
            <a:avLst/>
          </a:prstGeom>
          <a:solidFill>
            <a:srgbClr val="3366FF"/>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Bouton IG</a:t>
            </a:r>
          </a:p>
        </p:txBody>
      </p:sp>
      <p:cxnSp>
        <p:nvCxnSpPr>
          <p:cNvPr id="195" name="Connecteur : en angle 194">
            <a:extLst>
              <a:ext uri="{FF2B5EF4-FFF2-40B4-BE49-F238E27FC236}">
                <a16:creationId xmlns:a16="http://schemas.microsoft.com/office/drawing/2014/main" id="{EA6D380A-7B12-48E3-8B65-CDD54851FF85}"/>
              </a:ext>
            </a:extLst>
          </p:cNvPr>
          <p:cNvCxnSpPr>
            <a:stCxn id="130" idx="3"/>
            <a:endCxn id="247" idx="0"/>
          </p:cNvCxnSpPr>
          <p:nvPr/>
        </p:nvCxnSpPr>
        <p:spPr bwMode="auto">
          <a:xfrm>
            <a:off x="5319482" y="4432486"/>
            <a:ext cx="99864" cy="27438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Connecteur : en angle 170">
            <a:extLst>
              <a:ext uri="{FF2B5EF4-FFF2-40B4-BE49-F238E27FC236}">
                <a16:creationId xmlns:a16="http://schemas.microsoft.com/office/drawing/2014/main" id="{3AD40931-FFAA-4FFE-B87D-4EE0E556F9F9}"/>
              </a:ext>
            </a:extLst>
          </p:cNvPr>
          <p:cNvCxnSpPr>
            <a:stCxn id="134" idx="2"/>
            <a:endCxn id="127" idx="0"/>
          </p:cNvCxnSpPr>
          <p:nvPr/>
        </p:nvCxnSpPr>
        <p:spPr bwMode="auto">
          <a:xfrm rot="5400000">
            <a:off x="3835532" y="4649342"/>
            <a:ext cx="649101" cy="486990"/>
          </a:xfrm>
          <a:prstGeom prst="bentConnector3">
            <a:avLst>
              <a:gd name="adj1" fmla="val 1645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Connecteur : en angle 89">
            <a:extLst>
              <a:ext uri="{FF2B5EF4-FFF2-40B4-BE49-F238E27FC236}">
                <a16:creationId xmlns:a16="http://schemas.microsoft.com/office/drawing/2014/main" id="{581696AB-BAD9-48F5-9C73-A8CE31AE6840}"/>
              </a:ext>
            </a:extLst>
          </p:cNvPr>
          <p:cNvCxnSpPr>
            <a:stCxn id="112" idx="2"/>
            <a:endCxn id="134" idx="0"/>
          </p:cNvCxnSpPr>
          <p:nvPr/>
        </p:nvCxnSpPr>
        <p:spPr bwMode="auto">
          <a:xfrm rot="16200000" flipH="1">
            <a:off x="4083774" y="3982621"/>
            <a:ext cx="150624" cy="48898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Connecteur : en angle 312">
            <a:extLst>
              <a:ext uri="{FF2B5EF4-FFF2-40B4-BE49-F238E27FC236}">
                <a16:creationId xmlns:a16="http://schemas.microsoft.com/office/drawing/2014/main" id="{28F0EC6C-1ED2-40AB-9226-8BF734C77D86}"/>
              </a:ext>
            </a:extLst>
          </p:cNvPr>
          <p:cNvCxnSpPr>
            <a:stCxn id="303" idx="2"/>
            <a:endCxn id="325" idx="2"/>
          </p:cNvCxnSpPr>
          <p:nvPr/>
        </p:nvCxnSpPr>
        <p:spPr bwMode="auto">
          <a:xfrm rot="5400000" flipH="1" flipV="1">
            <a:off x="5645670" y="4728196"/>
            <a:ext cx="1417795" cy="1017377"/>
          </a:xfrm>
          <a:prstGeom prst="bentConnector5">
            <a:avLst>
              <a:gd name="adj1" fmla="val -3839"/>
              <a:gd name="adj2" fmla="val 51477"/>
              <a:gd name="adj3" fmla="val 11612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52">
            <a:extLst>
              <a:ext uri="{FF2B5EF4-FFF2-40B4-BE49-F238E27FC236}">
                <a16:creationId xmlns:a16="http://schemas.microsoft.com/office/drawing/2014/main" id="{048531D4-799F-41B0-8B95-24BBD1AF381A}"/>
              </a:ext>
            </a:extLst>
          </p:cNvPr>
          <p:cNvSpPr>
            <a:spLocks noChangeArrowheads="1"/>
          </p:cNvSpPr>
          <p:nvPr/>
        </p:nvSpPr>
        <p:spPr bwMode="auto">
          <a:xfrm>
            <a:off x="5216043" y="5220500"/>
            <a:ext cx="449386"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Choix</a:t>
            </a:r>
          </a:p>
        </p:txBody>
      </p:sp>
      <p:cxnSp>
        <p:nvCxnSpPr>
          <p:cNvPr id="272" name="Connecteur : en angle 271">
            <a:extLst>
              <a:ext uri="{FF2B5EF4-FFF2-40B4-BE49-F238E27FC236}">
                <a16:creationId xmlns:a16="http://schemas.microsoft.com/office/drawing/2014/main" id="{FF4D4512-C8E0-448D-B451-80E386606905}"/>
              </a:ext>
            </a:extLst>
          </p:cNvPr>
          <p:cNvCxnSpPr>
            <a:stCxn id="178" idx="1"/>
            <a:endCxn id="188" idx="7"/>
          </p:cNvCxnSpPr>
          <p:nvPr/>
        </p:nvCxnSpPr>
        <p:spPr bwMode="auto">
          <a:xfrm rot="10800000" flipV="1">
            <a:off x="4985581" y="5345118"/>
            <a:ext cx="230462" cy="16509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AutoShape 17">
            <a:extLst>
              <a:ext uri="{FF2B5EF4-FFF2-40B4-BE49-F238E27FC236}">
                <a16:creationId xmlns:a16="http://schemas.microsoft.com/office/drawing/2014/main" id="{FD8AB978-A7B6-4C4C-9A91-9D45FBD9620C}"/>
              </a:ext>
            </a:extLst>
          </p:cNvPr>
          <p:cNvSpPr>
            <a:spLocks noChangeArrowheads="1"/>
          </p:cNvSpPr>
          <p:nvPr/>
        </p:nvSpPr>
        <p:spPr bwMode="auto">
          <a:xfrm>
            <a:off x="5756086" y="5500315"/>
            <a:ext cx="185765"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7</a:t>
            </a:r>
          </a:p>
        </p:txBody>
      </p:sp>
      <p:cxnSp>
        <p:nvCxnSpPr>
          <p:cNvPr id="274" name="Connecteur : en angle 273">
            <a:extLst>
              <a:ext uri="{FF2B5EF4-FFF2-40B4-BE49-F238E27FC236}">
                <a16:creationId xmlns:a16="http://schemas.microsoft.com/office/drawing/2014/main" id="{1D2FD506-A399-4CE8-AD9C-16830B8F2906}"/>
              </a:ext>
            </a:extLst>
          </p:cNvPr>
          <p:cNvCxnSpPr>
            <a:stCxn id="178" idx="3"/>
            <a:endCxn id="183" idx="7"/>
          </p:cNvCxnSpPr>
          <p:nvPr/>
        </p:nvCxnSpPr>
        <p:spPr bwMode="auto">
          <a:xfrm>
            <a:off x="5665429" y="5345119"/>
            <a:ext cx="183540" cy="1772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3" name="AutoShape 39">
            <a:extLst>
              <a:ext uri="{FF2B5EF4-FFF2-40B4-BE49-F238E27FC236}">
                <a16:creationId xmlns:a16="http://schemas.microsoft.com/office/drawing/2014/main" id="{3BB21F8D-9673-4D26-9D73-7A647B249431}"/>
              </a:ext>
            </a:extLst>
          </p:cNvPr>
          <p:cNvSpPr>
            <a:spLocks noChangeArrowheads="1"/>
          </p:cNvSpPr>
          <p:nvPr/>
        </p:nvSpPr>
        <p:spPr bwMode="auto">
          <a:xfrm>
            <a:off x="5442934" y="5780606"/>
            <a:ext cx="805891" cy="165176"/>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_IDC_#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284" name="AutoShape 39">
            <a:extLst>
              <a:ext uri="{FF2B5EF4-FFF2-40B4-BE49-F238E27FC236}">
                <a16:creationId xmlns:a16="http://schemas.microsoft.com/office/drawing/2014/main" id="{0C3649F4-FB5C-4565-852A-8F96259EB692}"/>
              </a:ext>
            </a:extLst>
          </p:cNvPr>
          <p:cNvSpPr>
            <a:spLocks noChangeArrowheads="1"/>
          </p:cNvSpPr>
          <p:nvPr/>
        </p:nvSpPr>
        <p:spPr bwMode="auto">
          <a:xfrm>
            <a:off x="4570161" y="5776236"/>
            <a:ext cx="805891" cy="165176"/>
          </a:xfrm>
          <a:prstGeom prst="roundRect">
            <a:avLst>
              <a:gd name="adj" fmla="val 16667"/>
            </a:avLst>
          </a:prstGeom>
          <a:solidFill>
            <a:srgbClr val="F8DAD4"/>
          </a:solidFill>
          <a:ln w="9525">
            <a:solidFill>
              <a:schemeClr val="tx1"/>
            </a:solidFill>
            <a:round/>
            <a:headEnd/>
            <a:tailEnd/>
          </a:ln>
          <a:effectLst>
            <a:outerShdw blurRad="63500" dist="38099" dir="2700000" algn="ctr" rotWithShape="0">
              <a:schemeClr val="bg2">
                <a:alpha val="74998"/>
              </a:schemeClr>
            </a:outerShdw>
          </a:effectLst>
        </p:spPr>
        <p:txBody>
          <a:bodyPr wrap="none" anchor="ctr"/>
          <a:lstStyle/>
          <a:p>
            <a:pPr algn="ctr">
              <a:defRPr/>
            </a:pPr>
            <a:r>
              <a:rPr lang="fr-FR" sz="600">
                <a:solidFill>
                  <a:srgbClr val="000000"/>
                </a:solidFill>
                <a:ea typeface="ＭＳ Ｐゴシック" charset="0"/>
              </a:rPr>
              <a:t>_IDD_#</a:t>
            </a:r>
            <a:r>
              <a:rPr lang="fr-FR" sz="600" err="1">
                <a:solidFill>
                  <a:srgbClr val="000000"/>
                </a:solidFill>
                <a:ea typeface="ＭＳ Ｐゴシック" charset="0"/>
              </a:rPr>
              <a:t>num</a:t>
            </a:r>
            <a:r>
              <a:rPr lang="fr-FR" sz="600">
                <a:solidFill>
                  <a:srgbClr val="000000"/>
                </a:solidFill>
                <a:ea typeface="ＭＳ Ｐゴシック" charset="0"/>
              </a:rPr>
              <a:t>-message</a:t>
            </a:r>
          </a:p>
        </p:txBody>
      </p:sp>
      <p:sp>
        <p:nvSpPr>
          <p:cNvPr id="188" name="AutoShape 17">
            <a:extLst>
              <a:ext uri="{FF2B5EF4-FFF2-40B4-BE49-F238E27FC236}">
                <a16:creationId xmlns:a16="http://schemas.microsoft.com/office/drawing/2014/main" id="{879F772D-4E65-48A3-8FDC-CDEB9008CA34}"/>
              </a:ext>
            </a:extLst>
          </p:cNvPr>
          <p:cNvSpPr>
            <a:spLocks noChangeArrowheads="1"/>
          </p:cNvSpPr>
          <p:nvPr/>
        </p:nvSpPr>
        <p:spPr bwMode="auto">
          <a:xfrm>
            <a:off x="4850180" y="5489567"/>
            <a:ext cx="270802" cy="165176"/>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solidFill>
                  <a:srgbClr val="000000"/>
                </a:solidFill>
              </a:rPr>
              <a:t>NMNI</a:t>
            </a:r>
          </a:p>
        </p:txBody>
      </p:sp>
      <p:cxnSp>
        <p:nvCxnSpPr>
          <p:cNvPr id="309" name="Connecteur droit 308">
            <a:extLst>
              <a:ext uri="{FF2B5EF4-FFF2-40B4-BE49-F238E27FC236}">
                <a16:creationId xmlns:a16="http://schemas.microsoft.com/office/drawing/2014/main" id="{CD7D3BA7-7ED4-4D0B-BDC6-27E865CE577E}"/>
              </a:ext>
            </a:extLst>
          </p:cNvPr>
          <p:cNvCxnSpPr>
            <a:stCxn id="303" idx="0"/>
            <a:endCxn id="183" idx="3"/>
          </p:cNvCxnSpPr>
          <p:nvPr/>
        </p:nvCxnSpPr>
        <p:spPr bwMode="auto">
          <a:xfrm flipV="1">
            <a:off x="5845880" y="5654501"/>
            <a:ext cx="3089" cy="1261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Connecteur droit 296">
            <a:extLst>
              <a:ext uri="{FF2B5EF4-FFF2-40B4-BE49-F238E27FC236}">
                <a16:creationId xmlns:a16="http://schemas.microsoft.com/office/drawing/2014/main" id="{485EF0EA-7B35-4D7C-95A6-CED23C0A8F92}"/>
              </a:ext>
            </a:extLst>
          </p:cNvPr>
          <p:cNvCxnSpPr>
            <a:stCxn id="188" idx="2"/>
            <a:endCxn id="284" idx="0"/>
          </p:cNvCxnSpPr>
          <p:nvPr/>
        </p:nvCxnSpPr>
        <p:spPr bwMode="auto">
          <a:xfrm flipH="1">
            <a:off x="4973107" y="5654743"/>
            <a:ext cx="12474" cy="1214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ZoneTexte 10">
            <a:extLst>
              <a:ext uri="{FF2B5EF4-FFF2-40B4-BE49-F238E27FC236}">
                <a16:creationId xmlns:a16="http://schemas.microsoft.com/office/drawing/2014/main" id="{E7681A6C-FC19-461B-A22F-C435484B933A}"/>
              </a:ext>
            </a:extLst>
          </p:cNvPr>
          <p:cNvSpPr txBox="1"/>
          <p:nvPr/>
        </p:nvSpPr>
        <p:spPr>
          <a:xfrm flipH="1">
            <a:off x="4673468" y="4142509"/>
            <a:ext cx="1521180" cy="215444"/>
          </a:xfrm>
          <a:prstGeom prst="rect">
            <a:avLst/>
          </a:prstGeom>
          <a:noFill/>
          <a:ln>
            <a:solidFill>
              <a:schemeClr val="tx1"/>
            </a:solidFill>
          </a:ln>
        </p:spPr>
        <p:txBody>
          <a:bodyPr wrap="square" rtlCol="0">
            <a:spAutoFit/>
          </a:bodyPr>
          <a:lstStyle/>
          <a:p>
            <a:r>
              <a:rPr lang="fr-FR" sz="800"/>
              <a:t>Lorsque MC TECH éligible</a:t>
            </a:r>
          </a:p>
        </p:txBody>
      </p:sp>
      <p:sp>
        <p:nvSpPr>
          <p:cNvPr id="134" name="AutoShape 73">
            <a:extLst>
              <a:ext uri="{FF2B5EF4-FFF2-40B4-BE49-F238E27FC236}">
                <a16:creationId xmlns:a16="http://schemas.microsoft.com/office/drawing/2014/main" id="{36ED7B66-DA15-4A74-825B-12BC0A6BEBE5}"/>
              </a:ext>
            </a:extLst>
          </p:cNvPr>
          <p:cNvSpPr>
            <a:spLocks noChangeArrowheads="1"/>
          </p:cNvSpPr>
          <p:nvPr/>
        </p:nvSpPr>
        <p:spPr bwMode="auto">
          <a:xfrm>
            <a:off x="4082611" y="4302424"/>
            <a:ext cx="641931" cy="265863"/>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MC TECH</a:t>
            </a:r>
          </a:p>
        </p:txBody>
      </p:sp>
      <p:sp>
        <p:nvSpPr>
          <p:cNvPr id="159" name="Text Box 40">
            <a:extLst>
              <a:ext uri="{FF2B5EF4-FFF2-40B4-BE49-F238E27FC236}">
                <a16:creationId xmlns:a16="http://schemas.microsoft.com/office/drawing/2014/main" id="{16075B8A-55B3-4588-B0D1-7C34205B5ADE}"/>
              </a:ext>
            </a:extLst>
          </p:cNvPr>
          <p:cNvSpPr txBox="1">
            <a:spLocks noChangeArrowheads="1"/>
          </p:cNvSpPr>
          <p:nvPr/>
        </p:nvSpPr>
        <p:spPr bwMode="auto">
          <a:xfrm>
            <a:off x="3863091" y="4501979"/>
            <a:ext cx="643086"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161" name="Text Box 40">
            <a:extLst>
              <a:ext uri="{FF2B5EF4-FFF2-40B4-BE49-F238E27FC236}">
                <a16:creationId xmlns:a16="http://schemas.microsoft.com/office/drawing/2014/main" id="{04065AB1-4283-4B4C-AC79-E2DFA29C2E2A}"/>
              </a:ext>
            </a:extLst>
          </p:cNvPr>
          <p:cNvSpPr txBox="1">
            <a:spLocks noChangeArrowheads="1"/>
          </p:cNvSpPr>
          <p:nvPr/>
        </p:nvSpPr>
        <p:spPr bwMode="auto">
          <a:xfrm>
            <a:off x="4419107" y="4195475"/>
            <a:ext cx="513644"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ACTIVE</a:t>
            </a:r>
          </a:p>
        </p:txBody>
      </p:sp>
      <p:cxnSp>
        <p:nvCxnSpPr>
          <p:cNvPr id="69" name="Connecteur droit 68">
            <a:extLst>
              <a:ext uri="{FF2B5EF4-FFF2-40B4-BE49-F238E27FC236}">
                <a16:creationId xmlns:a16="http://schemas.microsoft.com/office/drawing/2014/main" id="{9E256D6D-65D6-452F-AD90-7AEBEBC43D88}"/>
              </a:ext>
            </a:extLst>
          </p:cNvPr>
          <p:cNvCxnSpPr>
            <a:stCxn id="134" idx="3"/>
            <a:endCxn id="130" idx="1"/>
          </p:cNvCxnSpPr>
          <p:nvPr/>
        </p:nvCxnSpPr>
        <p:spPr bwMode="auto">
          <a:xfrm flipV="1">
            <a:off x="4724542" y="4432486"/>
            <a:ext cx="145554" cy="28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Connecteur : en angle 75">
            <a:extLst>
              <a:ext uri="{FF2B5EF4-FFF2-40B4-BE49-F238E27FC236}">
                <a16:creationId xmlns:a16="http://schemas.microsoft.com/office/drawing/2014/main" id="{CFE5188C-79B6-44E0-A7C4-307F94DBABD2}"/>
              </a:ext>
            </a:extLst>
          </p:cNvPr>
          <p:cNvCxnSpPr>
            <a:stCxn id="130" idx="2"/>
            <a:endCxn id="127" idx="0"/>
          </p:cNvCxnSpPr>
          <p:nvPr/>
        </p:nvCxnSpPr>
        <p:spPr bwMode="auto">
          <a:xfrm rot="5400000">
            <a:off x="4175546" y="4298145"/>
            <a:ext cx="660284" cy="1178202"/>
          </a:xfrm>
          <a:prstGeom prst="bentConnector3">
            <a:avLst>
              <a:gd name="adj1" fmla="val 1834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 Box 40">
            <a:extLst>
              <a:ext uri="{FF2B5EF4-FFF2-40B4-BE49-F238E27FC236}">
                <a16:creationId xmlns:a16="http://schemas.microsoft.com/office/drawing/2014/main" id="{3257D088-6F3B-4F10-AD96-B9C88D52546A}"/>
              </a:ext>
            </a:extLst>
          </p:cNvPr>
          <p:cNvSpPr txBox="1">
            <a:spLocks noChangeArrowheads="1"/>
          </p:cNvSpPr>
          <p:nvPr/>
        </p:nvSpPr>
        <p:spPr bwMode="auto">
          <a:xfrm>
            <a:off x="4564049" y="4515347"/>
            <a:ext cx="643086"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Tree>
    <p:extLst>
      <p:ext uri="{BB962C8B-B14F-4D97-AF65-F5344CB8AC3E}">
        <p14:creationId xmlns:p14="http://schemas.microsoft.com/office/powerpoint/2010/main" val="23437939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Espace réservé du numéro de diapositive 3"/>
          <p:cNvSpPr>
            <a:spLocks noGrp="1"/>
          </p:cNvSpPr>
          <p:nvPr>
            <p:ph type="sldNum" sz="quarter" idx="10"/>
          </p:nvPr>
        </p:nvSpPr>
        <p:spPr>
          <a:xfrm>
            <a:off x="8115300" y="349250"/>
            <a:ext cx="476250" cy="304800"/>
          </a:xfrm>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E69B827-ED8C-480E-BEB2-5B7AE1B2B084}" type="slidenum">
              <a:rPr lang="fr-FR" smtClean="0"/>
              <a:pPr eaLnBrk="1" hangingPunct="1"/>
              <a:t>65</a:t>
            </a:fld>
            <a:endParaRPr lang="fr-FR"/>
          </a:p>
        </p:txBody>
      </p:sp>
      <p:sp>
        <p:nvSpPr>
          <p:cNvPr id="21510" name="Rectangle 5"/>
          <p:cNvSpPr>
            <a:spLocks noChangeArrowheads="1"/>
          </p:cNvSpPr>
          <p:nvPr/>
        </p:nvSpPr>
        <p:spPr bwMode="auto">
          <a:xfrm>
            <a:off x="322263" y="688975"/>
            <a:ext cx="915987" cy="287338"/>
          </a:xfrm>
          <a:prstGeom prst="rect">
            <a:avLst/>
          </a:prstGeom>
          <a:solidFill>
            <a:srgbClr val="D31E05"/>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700" b="1">
                <a:solidFill>
                  <a:schemeClr val="bg1"/>
                </a:solidFill>
              </a:rPr>
              <a:t>8AB</a:t>
            </a:r>
          </a:p>
          <a:p>
            <a:pPr algn="ctr" eaLnBrk="0" hangingPunct="0"/>
            <a:r>
              <a:rPr lang="fr-FR" sz="700" b="1">
                <a:solidFill>
                  <a:schemeClr val="bg1"/>
                </a:solidFill>
              </a:rPr>
              <a:t>SN xxxx</a:t>
            </a:r>
            <a:endParaRPr lang="fr-FR" sz="700"/>
          </a:p>
        </p:txBody>
      </p:sp>
      <p:sp>
        <p:nvSpPr>
          <p:cNvPr id="167942" name="AutoShape 6"/>
          <p:cNvSpPr>
            <a:spLocks noChangeArrowheads="1"/>
          </p:cNvSpPr>
          <p:nvPr/>
        </p:nvSpPr>
        <p:spPr bwMode="auto">
          <a:xfrm>
            <a:off x="315913" y="1112837"/>
            <a:ext cx="915987" cy="180975"/>
          </a:xfrm>
          <a:prstGeom prst="flowChartDocument">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err="1">
                <a:effectLst>
                  <a:outerShdw blurRad="38100" dist="38100" dir="2700000" algn="tl">
                    <a:srgbClr val="FFFFFF"/>
                  </a:outerShdw>
                </a:effectLst>
              </a:rPr>
              <a:t>DEcrochE</a:t>
            </a:r>
            <a:r>
              <a:rPr lang="fr-FR" sz="600">
                <a:effectLst>
                  <a:outerShdw blurRad="38100" dist="38100" dir="2700000" algn="tl">
                    <a:srgbClr val="FFFFFF"/>
                  </a:outerShdw>
                </a:effectLst>
              </a:rPr>
              <a:t> de l ’application</a:t>
            </a:r>
          </a:p>
        </p:txBody>
      </p:sp>
      <p:sp>
        <p:nvSpPr>
          <p:cNvPr id="21512" name="AutoShape 7"/>
          <p:cNvSpPr>
            <a:spLocks noChangeArrowheads="1"/>
          </p:cNvSpPr>
          <p:nvPr/>
        </p:nvSpPr>
        <p:spPr bwMode="auto">
          <a:xfrm>
            <a:off x="447675" y="1403350"/>
            <a:ext cx="66675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00001_Balise</a:t>
            </a:r>
          </a:p>
        </p:txBody>
      </p:sp>
      <p:sp>
        <p:nvSpPr>
          <p:cNvPr id="21514" name="Rectangle 10"/>
          <p:cNvSpPr>
            <a:spLocks noChangeArrowheads="1"/>
          </p:cNvSpPr>
          <p:nvPr/>
        </p:nvSpPr>
        <p:spPr bwMode="auto">
          <a:xfrm>
            <a:off x="282575" y="4192588"/>
            <a:ext cx="1054100" cy="130175"/>
          </a:xfrm>
          <a:prstGeom prst="rect">
            <a:avLst/>
          </a:prstGeom>
          <a:solidFill>
            <a:schemeClr val="folHlink"/>
          </a:solidFill>
          <a:ln w="9525">
            <a:noFill/>
            <a:miter lim="800000"/>
            <a:headEnd/>
            <a:tailEnd/>
          </a:ln>
          <a:effectLst>
            <a:outerShdw blurRad="50800" dist="38100" dir="2700000" algn="tl" rotWithShape="0">
              <a:prstClr val="black">
                <a:alpha val="40000"/>
              </a:prstClr>
            </a:outerShdw>
          </a:effectLst>
        </p:spPr>
        <p:txBody>
          <a:bodyPr wrap="none" lIns="108845" tIns="54423" rIns="108845" bIns="54423" anchor="ctr"/>
          <a:lstStyle/>
          <a:p>
            <a:pPr algn="ctr" defTabSz="1087438" eaLnBrk="0" hangingPunct="0"/>
            <a:r>
              <a:rPr lang="fr-FR" sz="600" b="1"/>
              <a:t>Restitution TTS</a:t>
            </a:r>
            <a:endParaRPr lang="fr-FR" sz="600"/>
          </a:p>
        </p:txBody>
      </p:sp>
      <p:sp>
        <p:nvSpPr>
          <p:cNvPr id="21515" name="AutoShape 11"/>
          <p:cNvSpPr>
            <a:spLocks noChangeArrowheads="1"/>
          </p:cNvSpPr>
          <p:nvPr/>
        </p:nvSpPr>
        <p:spPr bwMode="auto">
          <a:xfrm rot="10800000">
            <a:off x="4543425" y="1844675"/>
            <a:ext cx="1071563" cy="4064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b="1"/>
              <a:t>RENVOI</a:t>
            </a:r>
          </a:p>
        </p:txBody>
      </p:sp>
      <p:grpSp>
        <p:nvGrpSpPr>
          <p:cNvPr id="21516" name="Group 12"/>
          <p:cNvGrpSpPr>
            <a:grpSpLocks/>
          </p:cNvGrpSpPr>
          <p:nvPr/>
        </p:nvGrpSpPr>
        <p:grpSpPr bwMode="auto">
          <a:xfrm rot="10800000">
            <a:off x="1177925" y="6542088"/>
            <a:ext cx="450850" cy="130175"/>
            <a:chOff x="1920" y="715"/>
            <a:chExt cx="270" cy="139"/>
          </a:xfrm>
          <a:effectLst>
            <a:outerShdw blurRad="50800" dist="38100" dir="2700000" algn="tl" rotWithShape="0">
              <a:prstClr val="black">
                <a:alpha val="40000"/>
              </a:prstClr>
            </a:outerShdw>
          </a:effectLst>
        </p:grpSpPr>
        <p:sp>
          <p:nvSpPr>
            <p:cNvPr id="21553" name="AutoShape 13"/>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sp>
          <p:nvSpPr>
            <p:cNvPr id="21554" name="AutoShape 14"/>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a:outerShdw dist="35921" dir="2700000" algn="ctr" rotWithShape="0">
                <a:schemeClr val="bg2"/>
              </a:outerShdw>
            </a:effectLst>
          </p:spPr>
          <p:txBody>
            <a:bodyPr wrap="none" anchor="ctr"/>
            <a:lstStyle/>
            <a:p>
              <a:endParaRPr lang="fr-FR"/>
            </a:p>
          </p:txBody>
        </p:sp>
      </p:grpSp>
      <p:sp>
        <p:nvSpPr>
          <p:cNvPr id="21517" name="AutoShape 15"/>
          <p:cNvSpPr>
            <a:spLocks noChangeArrowheads="1"/>
          </p:cNvSpPr>
          <p:nvPr/>
        </p:nvSpPr>
        <p:spPr bwMode="auto">
          <a:xfrm>
            <a:off x="444500" y="6475413"/>
            <a:ext cx="611188" cy="233362"/>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Base 9T</a:t>
            </a:r>
          </a:p>
        </p:txBody>
      </p:sp>
      <p:grpSp>
        <p:nvGrpSpPr>
          <p:cNvPr id="21518" name="Group 16"/>
          <p:cNvGrpSpPr>
            <a:grpSpLocks/>
          </p:cNvGrpSpPr>
          <p:nvPr/>
        </p:nvGrpSpPr>
        <p:grpSpPr bwMode="auto">
          <a:xfrm>
            <a:off x="234950" y="4481513"/>
            <a:ext cx="1168400" cy="415925"/>
            <a:chOff x="2472" y="1979"/>
            <a:chExt cx="862" cy="409"/>
          </a:xfrm>
          <a:effectLst>
            <a:outerShdw blurRad="50800" dist="38100" dir="2700000" algn="tl" rotWithShape="0">
              <a:prstClr val="black">
                <a:alpha val="40000"/>
              </a:prstClr>
            </a:outerShdw>
          </a:effectLst>
        </p:grpSpPr>
        <p:sp>
          <p:nvSpPr>
            <p:cNvPr id="21551" name="AutoShape 17"/>
            <p:cNvSpPr>
              <a:spLocks noChangeArrowheads="1"/>
            </p:cNvSpPr>
            <p:nvPr/>
          </p:nvSpPr>
          <p:spPr bwMode="auto">
            <a:xfrm>
              <a:off x="2472" y="1979"/>
              <a:ext cx="862" cy="409"/>
            </a:xfrm>
            <a:prstGeom prst="verticalScroll">
              <a:avLst>
                <a:gd name="adj" fmla="val 12500"/>
              </a:avLst>
            </a:prstGeom>
            <a:solidFill>
              <a:srgbClr val="CC99FF"/>
            </a:solidFill>
            <a:ln w="9525">
              <a:noFill/>
              <a:round/>
              <a:headEnd/>
              <a:tailEnd/>
            </a:ln>
            <a:effectLst>
              <a:outerShdw dist="35921" dir="2700000" algn="ctr" rotWithShape="0">
                <a:schemeClr val="bg2"/>
              </a:outerShdw>
            </a:effectLst>
          </p:spPr>
          <p:txBody>
            <a:bodyPr wrap="none" anchor="ctr"/>
            <a:lstStyle/>
            <a:p>
              <a:endParaRPr lang="fr-FR"/>
            </a:p>
          </p:txBody>
        </p:sp>
        <p:sp>
          <p:nvSpPr>
            <p:cNvPr id="21552" name="Text Box 18"/>
            <p:cNvSpPr txBox="1">
              <a:spLocks noChangeArrowheads="1"/>
            </p:cNvSpPr>
            <p:nvPr/>
          </p:nvSpPr>
          <p:spPr bwMode="auto">
            <a:xfrm>
              <a:off x="2561" y="2098"/>
              <a:ext cx="684" cy="135"/>
            </a:xfrm>
            <a:prstGeom prst="rect">
              <a:avLst/>
            </a:prstGeom>
            <a:noFill/>
            <a:ln w="9525">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00B8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lnSpc>
                  <a:spcPct val="50000"/>
                </a:lnSpc>
                <a:spcBef>
                  <a:spcPct val="50000"/>
                </a:spcBef>
                <a:buClr>
                  <a:srgbClr val="000000"/>
                </a:buClr>
                <a:buSzPct val="100000"/>
                <a:buFont typeface="Times New Roman" pitchFamily="18" charset="0"/>
                <a:buNone/>
              </a:pPr>
              <a:r>
                <a:rPr lang="fr-FR" sz="600" b="1">
                  <a:solidFill>
                    <a:schemeClr val="bg1"/>
                  </a:solidFill>
                </a:rPr>
                <a:t>TRAITEMENT</a:t>
              </a:r>
            </a:p>
          </p:txBody>
        </p:sp>
      </p:grpSp>
      <p:sp>
        <p:nvSpPr>
          <p:cNvPr id="21519" name="AutoShape 19"/>
          <p:cNvSpPr>
            <a:spLocks noChangeArrowheads="1"/>
          </p:cNvSpPr>
          <p:nvPr/>
        </p:nvSpPr>
        <p:spPr bwMode="auto">
          <a:xfrm>
            <a:off x="747713" y="5026025"/>
            <a:ext cx="142875" cy="141288"/>
          </a:xfrm>
          <a:prstGeom prst="flowChartSummingJunction">
            <a:avLst/>
          </a:prstGeom>
          <a:solidFill>
            <a:schemeClr val="hlink"/>
          </a:solidFill>
          <a:ln w="19050">
            <a:no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21520" name="AutoShape 20"/>
          <p:cNvSpPr>
            <a:spLocks noChangeArrowheads="1"/>
          </p:cNvSpPr>
          <p:nvPr/>
        </p:nvSpPr>
        <p:spPr bwMode="auto">
          <a:xfrm>
            <a:off x="650875" y="5386388"/>
            <a:ext cx="355600" cy="19208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sp>
        <p:nvSpPr>
          <p:cNvPr id="21521" name="AutoShape 21"/>
          <p:cNvSpPr>
            <a:spLocks noChangeArrowheads="1"/>
          </p:cNvSpPr>
          <p:nvPr/>
        </p:nvSpPr>
        <p:spPr bwMode="auto">
          <a:xfrm>
            <a:off x="217488" y="5411788"/>
            <a:ext cx="215900" cy="180975"/>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1</a:t>
            </a:r>
          </a:p>
        </p:txBody>
      </p:sp>
      <p:sp>
        <p:nvSpPr>
          <p:cNvPr id="21522" name="AutoShape 22"/>
          <p:cNvSpPr>
            <a:spLocks noChangeArrowheads="1"/>
          </p:cNvSpPr>
          <p:nvPr/>
        </p:nvSpPr>
        <p:spPr bwMode="auto">
          <a:xfrm>
            <a:off x="1120775" y="5362575"/>
            <a:ext cx="458788" cy="2524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NMNI</a:t>
            </a:r>
          </a:p>
        </p:txBody>
      </p:sp>
      <p:sp>
        <p:nvSpPr>
          <p:cNvPr id="21523" name="AutoShape 23"/>
          <p:cNvSpPr>
            <a:spLocks noChangeArrowheads="1"/>
          </p:cNvSpPr>
          <p:nvPr/>
        </p:nvSpPr>
        <p:spPr bwMode="auto">
          <a:xfrm>
            <a:off x="331788" y="5773738"/>
            <a:ext cx="950912" cy="454025"/>
          </a:xfrm>
          <a:prstGeom prst="flowChartPunchedTape">
            <a:avLst/>
          </a:prstGeom>
          <a:solidFill>
            <a:srgbClr val="CCFFCC"/>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Mise à jour champ</a:t>
            </a:r>
          </a:p>
          <a:p>
            <a:pPr algn="ctr" eaLnBrk="0" hangingPunct="0"/>
            <a:r>
              <a:rPr lang="fr-FR" sz="600" b="1"/>
              <a:t>BASE</a:t>
            </a:r>
          </a:p>
        </p:txBody>
      </p:sp>
      <p:sp>
        <p:nvSpPr>
          <p:cNvPr id="21525" name="Rectangle 25"/>
          <p:cNvSpPr>
            <a:spLocks noChangeArrowheads="1"/>
          </p:cNvSpPr>
          <p:nvPr/>
        </p:nvSpPr>
        <p:spPr bwMode="auto">
          <a:xfrm>
            <a:off x="177800" y="2474913"/>
            <a:ext cx="1227138" cy="427037"/>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433388" eaLnBrk="0" hangingPunct="0"/>
            <a:r>
              <a:rPr lang="fr-FR" sz="600" b="1">
                <a:solidFill>
                  <a:srgbClr val="FA0404"/>
                </a:solidFill>
              </a:rPr>
              <a:t>MESSAGE</a:t>
            </a:r>
          </a:p>
          <a:p>
            <a:pPr algn="ctr" defTabSz="433388" eaLnBrk="0" hangingPunct="0"/>
            <a:r>
              <a:rPr lang="fr-FR" sz="600"/>
              <a:t>Texte texte texte texte</a:t>
            </a:r>
          </a:p>
        </p:txBody>
      </p:sp>
      <p:sp>
        <p:nvSpPr>
          <p:cNvPr id="21526" name="Text Box 39"/>
          <p:cNvSpPr txBox="1">
            <a:spLocks noChangeArrowheads="1"/>
          </p:cNvSpPr>
          <p:nvPr/>
        </p:nvSpPr>
        <p:spPr bwMode="auto">
          <a:xfrm>
            <a:off x="1595438" y="658813"/>
            <a:ext cx="51895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- 8AB et Service </a:t>
            </a:r>
            <a:r>
              <a:rPr lang="fr-FR" sz="1200" err="1"/>
              <a:t>Number</a:t>
            </a:r>
            <a:r>
              <a:rPr lang="fr-FR" sz="1200"/>
              <a:t> concerné par le parcours</a:t>
            </a:r>
          </a:p>
        </p:txBody>
      </p:sp>
      <p:sp>
        <p:nvSpPr>
          <p:cNvPr id="21527" name="Text Box 40"/>
          <p:cNvSpPr txBox="1">
            <a:spLocks noChangeArrowheads="1"/>
          </p:cNvSpPr>
          <p:nvPr/>
        </p:nvSpPr>
        <p:spPr bwMode="auto">
          <a:xfrm>
            <a:off x="1595438" y="974725"/>
            <a:ext cx="43037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Symbole pour un décroché d’application</a:t>
            </a:r>
          </a:p>
        </p:txBody>
      </p:sp>
      <p:sp>
        <p:nvSpPr>
          <p:cNvPr id="21528" name="Text Box 41"/>
          <p:cNvSpPr txBox="1">
            <a:spLocks noChangeArrowheads="1"/>
          </p:cNvSpPr>
          <p:nvPr/>
        </p:nvSpPr>
        <p:spPr bwMode="auto">
          <a:xfrm>
            <a:off x="1595438" y="1293813"/>
            <a:ext cx="22748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Balise statistique</a:t>
            </a:r>
          </a:p>
        </p:txBody>
      </p:sp>
      <p:sp>
        <p:nvSpPr>
          <p:cNvPr id="21529" name="Text Box 42"/>
          <p:cNvSpPr txBox="1">
            <a:spLocks noChangeArrowheads="1"/>
          </p:cNvSpPr>
          <p:nvPr/>
        </p:nvSpPr>
        <p:spPr bwMode="auto">
          <a:xfrm>
            <a:off x="1595438" y="1651000"/>
            <a:ext cx="11255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Filtre</a:t>
            </a:r>
          </a:p>
        </p:txBody>
      </p:sp>
      <p:sp>
        <p:nvSpPr>
          <p:cNvPr id="21530" name="Text Box 43"/>
          <p:cNvSpPr txBox="1">
            <a:spLocks noChangeArrowheads="1"/>
          </p:cNvSpPr>
          <p:nvPr/>
        </p:nvSpPr>
        <p:spPr bwMode="auto">
          <a:xfrm>
            <a:off x="1595438" y="2541588"/>
            <a:ext cx="34655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Message vocale préenregistré</a:t>
            </a:r>
          </a:p>
        </p:txBody>
      </p:sp>
      <p:sp>
        <p:nvSpPr>
          <p:cNvPr id="21531" name="Text Box 44"/>
          <p:cNvSpPr txBox="1">
            <a:spLocks noChangeArrowheads="1"/>
          </p:cNvSpPr>
          <p:nvPr/>
        </p:nvSpPr>
        <p:spPr bwMode="auto">
          <a:xfrm>
            <a:off x="1595438" y="4094163"/>
            <a:ext cx="36179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Message vocale Text to Speech</a:t>
            </a:r>
          </a:p>
        </p:txBody>
      </p:sp>
      <p:sp>
        <p:nvSpPr>
          <p:cNvPr id="21532" name="Text Box 45"/>
          <p:cNvSpPr txBox="1">
            <a:spLocks noChangeArrowheads="1"/>
          </p:cNvSpPr>
          <p:nvPr/>
        </p:nvSpPr>
        <p:spPr bwMode="auto">
          <a:xfrm>
            <a:off x="5789613" y="1827213"/>
            <a:ext cx="3465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Renvoi de page</a:t>
            </a:r>
            <a:br>
              <a:rPr lang="fr-FR" sz="1200"/>
            </a:br>
            <a:r>
              <a:rPr lang="fr-FR" sz="1200"/>
              <a:t>(lien hypertexte vers titre diapo pour navigation)</a:t>
            </a:r>
          </a:p>
        </p:txBody>
      </p:sp>
      <p:sp>
        <p:nvSpPr>
          <p:cNvPr id="21533" name="Text Box 46"/>
          <p:cNvSpPr txBox="1">
            <a:spLocks noChangeArrowheads="1"/>
          </p:cNvSpPr>
          <p:nvPr/>
        </p:nvSpPr>
        <p:spPr bwMode="auto">
          <a:xfrm>
            <a:off x="1595438" y="4519613"/>
            <a:ext cx="25606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Traitement spécifique</a:t>
            </a:r>
          </a:p>
        </p:txBody>
      </p:sp>
      <p:sp>
        <p:nvSpPr>
          <p:cNvPr id="21534" name="Text Box 47"/>
          <p:cNvSpPr txBox="1">
            <a:spLocks noChangeArrowheads="1"/>
          </p:cNvSpPr>
          <p:nvPr/>
        </p:nvSpPr>
        <p:spPr bwMode="auto">
          <a:xfrm>
            <a:off x="1595438" y="4957763"/>
            <a:ext cx="15033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Raccroché</a:t>
            </a:r>
          </a:p>
        </p:txBody>
      </p:sp>
      <p:sp>
        <p:nvSpPr>
          <p:cNvPr id="21535" name="Text Box 48"/>
          <p:cNvSpPr txBox="1">
            <a:spLocks noChangeArrowheads="1"/>
          </p:cNvSpPr>
          <p:nvPr/>
        </p:nvSpPr>
        <p:spPr bwMode="auto">
          <a:xfrm>
            <a:off x="1595438" y="5327650"/>
            <a:ext cx="15795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Choix DTMF</a:t>
            </a:r>
          </a:p>
        </p:txBody>
      </p:sp>
      <p:sp>
        <p:nvSpPr>
          <p:cNvPr id="21536" name="Text Box 50"/>
          <p:cNvSpPr txBox="1">
            <a:spLocks noChangeArrowheads="1"/>
          </p:cNvSpPr>
          <p:nvPr/>
        </p:nvSpPr>
        <p:spPr bwMode="auto">
          <a:xfrm>
            <a:off x="1595438" y="5829300"/>
            <a:ext cx="25415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Mise à jour de base SVI</a:t>
            </a:r>
          </a:p>
        </p:txBody>
      </p:sp>
      <p:sp>
        <p:nvSpPr>
          <p:cNvPr id="21537" name="Text Box 51"/>
          <p:cNvSpPr txBox="1">
            <a:spLocks noChangeArrowheads="1"/>
          </p:cNvSpPr>
          <p:nvPr/>
        </p:nvSpPr>
        <p:spPr bwMode="auto">
          <a:xfrm>
            <a:off x="1595438" y="6450013"/>
            <a:ext cx="44084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Interrogation de base ou procédure stockée</a:t>
            </a:r>
          </a:p>
        </p:txBody>
      </p:sp>
      <p:sp>
        <p:nvSpPr>
          <p:cNvPr id="21538" name="Text Box 52"/>
          <p:cNvSpPr txBox="1">
            <a:spLocks noChangeArrowheads="1"/>
          </p:cNvSpPr>
          <p:nvPr/>
        </p:nvSpPr>
        <p:spPr bwMode="auto">
          <a:xfrm>
            <a:off x="5789613" y="3748088"/>
            <a:ext cx="27715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Transfert Plateaux (Nœud unique)</a:t>
            </a:r>
          </a:p>
        </p:txBody>
      </p:sp>
      <p:sp>
        <p:nvSpPr>
          <p:cNvPr id="21539" name="AutoShape 53"/>
          <p:cNvSpPr>
            <a:spLocks noChangeArrowheads="1"/>
          </p:cNvSpPr>
          <p:nvPr/>
        </p:nvSpPr>
        <p:spPr bwMode="auto">
          <a:xfrm>
            <a:off x="4484688" y="4811903"/>
            <a:ext cx="1187450" cy="430212"/>
          </a:xfrm>
          <a:prstGeom prst="flowChartProcess">
            <a:avLst/>
          </a:prstGeom>
          <a:solidFill>
            <a:srgbClr val="FF9900"/>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a:t>Nœud</a:t>
            </a:r>
          </a:p>
          <a:p>
            <a:pPr algn="ctr" eaLnBrk="0" hangingPunct="0"/>
            <a:r>
              <a:rPr lang="fr-FR" sz="600"/>
              <a:t>Param=xxx</a:t>
            </a:r>
            <a:endParaRPr lang="fr-FR" sz="600" i="1"/>
          </a:p>
        </p:txBody>
      </p:sp>
      <p:sp>
        <p:nvSpPr>
          <p:cNvPr id="21540" name="Text Box 54"/>
          <p:cNvSpPr txBox="1">
            <a:spLocks noChangeArrowheads="1"/>
          </p:cNvSpPr>
          <p:nvPr/>
        </p:nvSpPr>
        <p:spPr bwMode="auto">
          <a:xfrm>
            <a:off x="5789613" y="486905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Transfert Selfcare</a:t>
            </a:r>
          </a:p>
        </p:txBody>
      </p:sp>
      <p:sp>
        <p:nvSpPr>
          <p:cNvPr id="21542" name="Text Box 56"/>
          <p:cNvSpPr txBox="1">
            <a:spLocks noChangeArrowheads="1"/>
          </p:cNvSpPr>
          <p:nvPr/>
        </p:nvSpPr>
        <p:spPr bwMode="auto">
          <a:xfrm>
            <a:off x="1595438" y="2043113"/>
            <a:ext cx="31194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Filtre Paramétrable via IHM</a:t>
            </a:r>
          </a:p>
        </p:txBody>
      </p:sp>
      <p:sp>
        <p:nvSpPr>
          <p:cNvPr id="21543" name="AutoShape 31">
            <a:hlinkClick r:id="" action="ppaction://noaction"/>
          </p:cNvPr>
          <p:cNvSpPr>
            <a:spLocks noChangeArrowheads="1"/>
          </p:cNvSpPr>
          <p:nvPr/>
        </p:nvSpPr>
        <p:spPr bwMode="auto">
          <a:xfrm>
            <a:off x="4457700" y="2972585"/>
            <a:ext cx="1244600" cy="2206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FLASH</a:t>
            </a:r>
          </a:p>
        </p:txBody>
      </p:sp>
      <p:sp>
        <p:nvSpPr>
          <p:cNvPr id="21544" name="Text Box 58"/>
          <p:cNvSpPr txBox="1">
            <a:spLocks noChangeArrowheads="1"/>
          </p:cNvSpPr>
          <p:nvPr/>
        </p:nvSpPr>
        <p:spPr bwMode="auto">
          <a:xfrm>
            <a:off x="5788622" y="296147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Flash</a:t>
            </a:r>
          </a:p>
        </p:txBody>
      </p:sp>
      <p:sp>
        <p:nvSpPr>
          <p:cNvPr id="21545" name="AutoShape 59"/>
          <p:cNvSpPr>
            <a:spLocks noChangeArrowheads="1"/>
          </p:cNvSpPr>
          <p:nvPr/>
        </p:nvSpPr>
        <p:spPr bwMode="auto">
          <a:xfrm rot="10800000">
            <a:off x="4545013" y="2403475"/>
            <a:ext cx="1071562" cy="406400"/>
          </a:xfrm>
          <a:prstGeom prst="upArrowCallout">
            <a:avLst>
              <a:gd name="adj1" fmla="val 65918"/>
              <a:gd name="adj2" fmla="val 65918"/>
              <a:gd name="adj3" fmla="val 16667"/>
              <a:gd name="adj4" fmla="val 66667"/>
            </a:avLst>
          </a:prstGeom>
          <a:solidFill>
            <a:srgbClr val="339966"/>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b="1">
                <a:solidFill>
                  <a:schemeClr val="bg1"/>
                </a:solidFill>
              </a:rPr>
              <a:t>RENVOI</a:t>
            </a:r>
          </a:p>
        </p:txBody>
      </p:sp>
      <p:sp>
        <p:nvSpPr>
          <p:cNvPr id="21546" name="Text Box 60"/>
          <p:cNvSpPr txBox="1">
            <a:spLocks noChangeArrowheads="1"/>
          </p:cNvSpPr>
          <p:nvPr/>
        </p:nvSpPr>
        <p:spPr bwMode="auto">
          <a:xfrm>
            <a:off x="5789613" y="237331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Renvoi de SVI</a:t>
            </a:r>
          </a:p>
        </p:txBody>
      </p:sp>
      <p:sp>
        <p:nvSpPr>
          <p:cNvPr id="21547" name="Rectangle 61"/>
          <p:cNvSpPr>
            <a:spLocks noChangeArrowheads="1"/>
          </p:cNvSpPr>
          <p:nvPr/>
        </p:nvSpPr>
        <p:spPr bwMode="auto">
          <a:xfrm>
            <a:off x="174625" y="3005138"/>
            <a:ext cx="1227138" cy="427037"/>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433388" eaLnBrk="0" hangingPunct="0"/>
            <a:r>
              <a:rPr lang="fr-FR" sz="600" b="1">
                <a:solidFill>
                  <a:srgbClr val="FA0404"/>
                </a:solidFill>
              </a:rPr>
              <a:t>MESSAGE</a:t>
            </a:r>
          </a:p>
          <a:p>
            <a:pPr algn="ctr" defTabSz="433388" eaLnBrk="0" hangingPunct="0"/>
            <a:r>
              <a:rPr lang="fr-FR" sz="600"/>
              <a:t>Texte texte texte texte</a:t>
            </a:r>
          </a:p>
        </p:txBody>
      </p:sp>
      <p:sp>
        <p:nvSpPr>
          <p:cNvPr id="21548" name="Text Box 62"/>
          <p:cNvSpPr txBox="1">
            <a:spLocks noChangeArrowheads="1"/>
          </p:cNvSpPr>
          <p:nvPr/>
        </p:nvSpPr>
        <p:spPr bwMode="auto">
          <a:xfrm>
            <a:off x="1595438" y="2986088"/>
            <a:ext cx="315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Message vocale préenregistré</a:t>
            </a:r>
            <a:br>
              <a:rPr lang="fr-FR" sz="1200"/>
            </a:br>
            <a:r>
              <a:rPr lang="fr-FR" sz="1200"/>
              <a:t>générique</a:t>
            </a:r>
          </a:p>
        </p:txBody>
      </p:sp>
      <p:sp>
        <p:nvSpPr>
          <p:cNvPr id="21549" name="Rectangle 63"/>
          <p:cNvSpPr>
            <a:spLocks noChangeArrowheads="1"/>
          </p:cNvSpPr>
          <p:nvPr/>
        </p:nvSpPr>
        <p:spPr bwMode="auto">
          <a:xfrm>
            <a:off x="171450" y="3573463"/>
            <a:ext cx="1227138" cy="427037"/>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lIns="43189" tIns="21595" rIns="43189" bIns="21595" anchor="ctr"/>
          <a:lstStyle/>
          <a:p>
            <a:pPr algn="ctr" defTabSz="433388" eaLnBrk="0" hangingPunct="0"/>
            <a:r>
              <a:rPr lang="fr-FR" sz="600" b="1">
                <a:solidFill>
                  <a:srgbClr val="FA0404"/>
                </a:solidFill>
              </a:rPr>
              <a:t>MESSAGE xx</a:t>
            </a:r>
          </a:p>
          <a:p>
            <a:pPr algn="ctr" defTabSz="433388" eaLnBrk="0" hangingPunct="0"/>
            <a:r>
              <a:rPr lang="fr-FR" sz="600"/>
              <a:t>Texte texte texte texte</a:t>
            </a:r>
          </a:p>
        </p:txBody>
      </p:sp>
      <p:sp>
        <p:nvSpPr>
          <p:cNvPr id="21550" name="Text Box 64"/>
          <p:cNvSpPr txBox="1">
            <a:spLocks noChangeArrowheads="1"/>
          </p:cNvSpPr>
          <p:nvPr/>
        </p:nvSpPr>
        <p:spPr bwMode="auto">
          <a:xfrm>
            <a:off x="1595438" y="3554413"/>
            <a:ext cx="2522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 Message vocale préenregistré</a:t>
            </a:r>
            <a:br>
              <a:rPr lang="fr-FR" sz="1200"/>
            </a:br>
            <a:r>
              <a:rPr lang="fr-FR" sz="1200"/>
              <a:t>en plusieurs fichiers audio</a:t>
            </a:r>
          </a:p>
        </p:txBody>
      </p:sp>
      <p:sp>
        <p:nvSpPr>
          <p:cNvPr id="51" name="AutoShape 24"/>
          <p:cNvSpPr>
            <a:spLocks noChangeArrowheads="1"/>
          </p:cNvSpPr>
          <p:nvPr/>
        </p:nvSpPr>
        <p:spPr bwMode="auto">
          <a:xfrm>
            <a:off x="4457700" y="4240958"/>
            <a:ext cx="1187450" cy="430213"/>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a:solidFill>
                  <a:srgbClr val="00B050"/>
                </a:solidFill>
              </a:rPr>
              <a:t>Nœud</a:t>
            </a:r>
            <a:endParaRPr lang="fr-FR" sz="600" i="1">
              <a:solidFill>
                <a:srgbClr val="00B050"/>
              </a:solidFill>
            </a:endParaRPr>
          </a:p>
        </p:txBody>
      </p:sp>
      <p:sp>
        <p:nvSpPr>
          <p:cNvPr id="52" name="Text Box 52"/>
          <p:cNvSpPr txBox="1">
            <a:spLocks noChangeArrowheads="1"/>
          </p:cNvSpPr>
          <p:nvPr/>
        </p:nvSpPr>
        <p:spPr bwMode="auto">
          <a:xfrm>
            <a:off x="5788622" y="4327891"/>
            <a:ext cx="30539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Transfert Plateaux (Nœud mutualisé)</a:t>
            </a:r>
          </a:p>
        </p:txBody>
      </p:sp>
      <p:sp>
        <p:nvSpPr>
          <p:cNvPr id="53" name="AutoShape 24"/>
          <p:cNvSpPr>
            <a:spLocks noChangeArrowheads="1"/>
          </p:cNvSpPr>
          <p:nvPr/>
        </p:nvSpPr>
        <p:spPr bwMode="auto">
          <a:xfrm>
            <a:off x="4587081" y="3704493"/>
            <a:ext cx="987425" cy="364188"/>
          </a:xfrm>
          <a:prstGeom prst="flowChartProcess">
            <a:avLst/>
          </a:prstGeom>
          <a:ln>
            <a:noFill/>
            <a:headEnd/>
            <a:tailEnd/>
          </a:ln>
        </p:spPr>
        <p:style>
          <a:lnRef idx="1">
            <a:schemeClr val="accent5"/>
          </a:lnRef>
          <a:fillRef idx="3">
            <a:schemeClr val="accent5"/>
          </a:fillRef>
          <a:effectRef idx="2">
            <a:schemeClr val="accent5"/>
          </a:effectRef>
          <a:fontRef idx="minor">
            <a:schemeClr val="lt1"/>
          </a:fontRef>
        </p:style>
        <p:txBody>
          <a:bodyPr wrap="none" anchor="ctr"/>
          <a:lstStyle/>
          <a:p>
            <a:pPr algn="ctr" eaLnBrk="0" hangingPunct="0"/>
            <a:r>
              <a:rPr lang="fr-FR" sz="600" b="1">
                <a:solidFill>
                  <a:schemeClr val="tx1"/>
                </a:solidFill>
              </a:rPr>
              <a:t>TRANSFERT</a:t>
            </a:r>
            <a:br>
              <a:rPr lang="fr-FR" sz="600" b="1">
                <a:solidFill>
                  <a:schemeClr val="tx1"/>
                </a:solidFill>
              </a:rPr>
            </a:br>
            <a:r>
              <a:rPr lang="fr-FR" sz="600" err="1">
                <a:solidFill>
                  <a:schemeClr val="tx1"/>
                </a:solidFill>
              </a:rPr>
              <a:t>Noeud</a:t>
            </a:r>
            <a:endParaRPr lang="fr-FR" sz="600" i="1">
              <a:solidFill>
                <a:schemeClr val="tx1"/>
              </a:solidFill>
            </a:endParaRPr>
          </a:p>
        </p:txBody>
      </p:sp>
      <p:sp>
        <p:nvSpPr>
          <p:cNvPr id="54" name="AutoShape 73"/>
          <p:cNvSpPr>
            <a:spLocks noChangeArrowheads="1"/>
          </p:cNvSpPr>
          <p:nvPr/>
        </p:nvSpPr>
        <p:spPr bwMode="auto">
          <a:xfrm>
            <a:off x="385810" y="2012683"/>
            <a:ext cx="804767" cy="350240"/>
          </a:xfrm>
          <a:prstGeom prst="flowChartDecision">
            <a:avLst/>
          </a:prstGeom>
          <a:gradFill flip="none" rotWithShape="1">
            <a:gsLst>
              <a:gs pos="0">
                <a:schemeClr val="accent2">
                  <a:shade val="30000"/>
                  <a:satMod val="115000"/>
                  <a:lumMod val="97000"/>
                  <a:lumOff val="3000"/>
                </a:schemeClr>
              </a:gs>
              <a:gs pos="0">
                <a:schemeClr val="accent2">
                  <a:shade val="67500"/>
                  <a:satMod val="115000"/>
                </a:schemeClr>
              </a:gs>
              <a:gs pos="100000">
                <a:schemeClr val="accent2">
                  <a:shade val="100000"/>
                  <a:satMod val="115000"/>
                  <a:lumMod val="35000"/>
                  <a:lumOff val="65000"/>
                </a:schemeClr>
              </a:gs>
            </a:gsLst>
            <a:lin ang="2700000" scaled="1"/>
            <a:tileRect/>
          </a:gra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FILTRE</a:t>
            </a:r>
          </a:p>
        </p:txBody>
      </p:sp>
      <p:sp>
        <p:nvSpPr>
          <p:cNvPr id="55" name="AutoShape 16"/>
          <p:cNvSpPr>
            <a:spLocks noChangeArrowheads="1"/>
          </p:cNvSpPr>
          <p:nvPr/>
        </p:nvSpPr>
        <p:spPr bwMode="auto">
          <a:xfrm>
            <a:off x="407883" y="1623745"/>
            <a:ext cx="768980" cy="336398"/>
          </a:xfrm>
          <a:prstGeom prst="diamond">
            <a:avLst/>
          </a:prstGeom>
          <a:solidFill>
            <a:srgbClr val="B8EDED"/>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FILTRE</a:t>
            </a:r>
          </a:p>
        </p:txBody>
      </p:sp>
      <p:sp>
        <p:nvSpPr>
          <p:cNvPr id="56" name="AutoShape 31">
            <a:hlinkClick r:id="" action="ppaction://noaction"/>
          </p:cNvPr>
          <p:cNvSpPr>
            <a:spLocks noChangeArrowheads="1"/>
          </p:cNvSpPr>
          <p:nvPr/>
        </p:nvSpPr>
        <p:spPr bwMode="auto">
          <a:xfrm>
            <a:off x="4454832" y="3332009"/>
            <a:ext cx="1244600" cy="2206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FLASH</a:t>
            </a:r>
          </a:p>
        </p:txBody>
      </p:sp>
      <p:sp>
        <p:nvSpPr>
          <p:cNvPr id="57" name="Text Box 58"/>
          <p:cNvSpPr txBox="1">
            <a:spLocks noChangeArrowheads="1"/>
          </p:cNvSpPr>
          <p:nvPr/>
        </p:nvSpPr>
        <p:spPr bwMode="auto">
          <a:xfrm>
            <a:off x="5785754" y="3320897"/>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Flash Mutualisé</a:t>
            </a:r>
          </a:p>
        </p:txBody>
      </p:sp>
      <p:sp>
        <p:nvSpPr>
          <p:cNvPr id="58" name="Espace réservé du texte 4"/>
          <p:cNvSpPr>
            <a:spLocks noGrp="1"/>
          </p:cNvSpPr>
          <p:nvPr>
            <p:ph type="body" sz="quarter" idx="11"/>
          </p:nvPr>
        </p:nvSpPr>
        <p:spPr>
          <a:xfrm>
            <a:off x="43815" y="42863"/>
            <a:ext cx="2622550" cy="261937"/>
          </a:xfrm>
        </p:spPr>
        <p:txBody>
          <a:bodyPr/>
          <a:lstStyle/>
          <a:p>
            <a:r>
              <a:rPr lang="fr-FR"/>
              <a:t>SVI FIXE</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LEGENDE</a:t>
            </a:r>
          </a:p>
        </p:txBody>
      </p:sp>
    </p:spTree>
    <p:extLst>
      <p:ext uri="{BB962C8B-B14F-4D97-AF65-F5344CB8AC3E}">
        <p14:creationId xmlns:p14="http://schemas.microsoft.com/office/powerpoint/2010/main" val="1994048110"/>
      </p:ext>
    </p:extLst>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w="9525" cap="flat" cmpd="sng" algn="ctr">
          <a:noFill/>
          <a:prstDash val="solid"/>
          <a:round/>
          <a:headEnd type="none" w="med" len="med"/>
          <a:tailEnd type="none" w="med" len="med"/>
        </a:ln>
        <a:effectLst/>
        <a:extLst>
          <a:ext uri="{91240B29-F687-4F45-9708-019B960494DF}">
            <a14:hiddenLine xmlns:a14="http://schemas.microsoft.com/office/drawing/2010/main" w="9525">
              <a:solidFill>
                <a:srgbClr val="000000"/>
              </a:solidFill>
              <a:miter lim="800000"/>
              <a:headEnd/>
              <a:tailEnd/>
            </a14:hiddenLine>
          </a:ext>
        </a:extLst>
      </a:spPr>
      <a:bodyPr vert="horz" wrap="none" lIns="91440" tIns="45720" rIns="91440" bIns="4572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BD96BD634D274AA3303560415F7EA5" ma:contentTypeVersion="7" ma:contentTypeDescription="Create a new document." ma:contentTypeScope="" ma:versionID="083e677d7ec1a0d40b1c56cbf7480c14">
  <xsd:schema xmlns:xsd="http://www.w3.org/2001/XMLSchema" xmlns:xs="http://www.w3.org/2001/XMLSchema" xmlns:p="http://schemas.microsoft.com/office/2006/metadata/properties" xmlns:ns2="8397cdd7-deac-431a-a2a5-591602707ee1" xmlns:ns3="1f9d51c6-4c15-4c38-98ed-759e68b36dbc" targetNamespace="http://schemas.microsoft.com/office/2006/metadata/properties" ma:root="true" ma:fieldsID="369b5bbc110ddf2481eb0d8e4b477f2e" ns2:_="" ns3:_="">
    <xsd:import namespace="8397cdd7-deac-431a-a2a5-591602707ee1"/>
    <xsd:import namespace="1f9d51c6-4c15-4c38-98ed-759e68b36db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97cdd7-deac-431a-a2a5-591602707e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f9d51c6-4c15-4c38-98ed-759e68b36db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3462EE-BBEA-42B2-9FD7-5300F32CB0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97cdd7-deac-431a-a2a5-591602707ee1"/>
    <ds:schemaRef ds:uri="1f9d51c6-4c15-4c38-98ed-759e68b36d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B8DF8E-67C9-46D1-92E3-349E1064C881}">
  <ds:schemaRefs>
    <ds:schemaRef ds:uri="http://schemas.microsoft.com/sharepoint/v3/contenttype/forms"/>
  </ds:schemaRefs>
</ds:datastoreItem>
</file>

<file path=customXml/itemProps3.xml><?xml version="1.0" encoding="utf-8"?>
<ds:datastoreItem xmlns:ds="http://schemas.openxmlformats.org/officeDocument/2006/customXml" ds:itemID="{8498C63A-C18F-4632-A50B-274575240924}">
  <ds:schemaRefs>
    <ds:schemaRef ds:uri="1f9d51c6-4c15-4c38-98ed-759e68b36dbc"/>
    <ds:schemaRef ds:uri="http://schemas.openxmlformats.org/package/2006/metadata/core-properties"/>
    <ds:schemaRef ds:uri="http://www.w3.org/XML/1998/namespace"/>
    <ds:schemaRef ds:uri="http://purl.org/dc/terms/"/>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8397cdd7-deac-431a-a2a5-591602707ee1"/>
  </ds:schemaRefs>
</ds:datastoreItem>
</file>

<file path=docMetadata/LabelInfo.xml><?xml version="1.0" encoding="utf-8"?>
<clbl:labelList xmlns:clbl="http://schemas.microsoft.com/office/2020/mipLabelMetadata">
  <clbl:label id="{d92fdf0e-a2b6-4bf4-a810-0f4961cdb50f}" enabled="0" method="" siteId="{d92fdf0e-a2b6-4bf4-a810-0f4961cdb50f}" removed="1"/>
</clbl:labelList>
</file>

<file path=docProps/app.xml><?xml version="1.0" encoding="utf-8"?>
<Properties xmlns="http://schemas.openxmlformats.org/officeDocument/2006/extended-properties" xmlns:vt="http://schemas.openxmlformats.org/officeDocument/2006/docPropsVTypes">
  <Template/>
  <TotalTime>3418</TotalTime>
  <Words>27907</Words>
  <Application>Microsoft Office PowerPoint</Application>
  <PresentationFormat>Affichage à l'écran (4:3)</PresentationFormat>
  <Paragraphs>5192</Paragraphs>
  <Slides>66</Slides>
  <Notes>62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66</vt:i4>
      </vt:variant>
    </vt:vector>
  </HeadingPairs>
  <TitlesOfParts>
    <vt:vector size="74" baseType="lpstr">
      <vt:lpstr>Arial</vt:lpstr>
      <vt:lpstr>Calibri</vt:lpstr>
      <vt:lpstr>Consolas</vt:lpstr>
      <vt:lpstr>inherit</vt:lpstr>
      <vt:lpstr>SFR Black</vt:lpstr>
      <vt:lpstr>SFR Thin</vt:lpstr>
      <vt:lpstr>Times New Roman</vt:lpstr>
      <vt:lpstr>Modèle par défaut</vt:lpstr>
      <vt:lpstr>ENTREE</vt:lpstr>
      <vt:lpstr>ENTREE GP</vt:lpstr>
      <vt:lpstr>RESILIE (RDGU)</vt:lpstr>
      <vt:lpstr>RESILIE (GP)</vt:lpstr>
      <vt:lpstr>ENTREE GP SUITE</vt:lpstr>
      <vt:lpstr>MENU PRINCIPAL</vt:lpstr>
      <vt:lpstr>ENTREE GIA LN FULL</vt:lpstr>
      <vt:lpstr>MENU PRINCIPAL –AB Test</vt:lpstr>
      <vt:lpstr>ACTIVATION</vt:lpstr>
      <vt:lpstr>HOME</vt:lpstr>
      <vt:lpstr>CLNS</vt:lpstr>
      <vt:lpstr>NOS</vt:lpstr>
      <vt:lpstr>SUSPENDU</vt:lpstr>
      <vt:lpstr>SUSPENDU 2</vt:lpstr>
      <vt:lpstr>IMPAYE</vt:lpstr>
      <vt:lpstr>WCB DIGITAL</vt:lpstr>
      <vt:lpstr>RDGU</vt:lpstr>
      <vt:lpstr>RDGU TECH</vt:lpstr>
      <vt:lpstr>PREMIUM</vt:lpstr>
      <vt:lpstr>CHOIX FLASH FCT PREMIUM</vt:lpstr>
      <vt:lpstr>CHOIX FLASH 2 FCT PREMIUM</vt:lpstr>
      <vt:lpstr>CHOIX FLASH 3 FCT PREMIUM</vt:lpstr>
      <vt:lpstr>PREMIUM 2</vt:lpstr>
      <vt:lpstr>CHOIX FLASH TECH PREMIUM</vt:lpstr>
      <vt:lpstr>CHOIX FLASH 2 TECH PREMIUM</vt:lpstr>
      <vt:lpstr>CHOIX FLASH 3 TECH PREMIUM</vt:lpstr>
      <vt:lpstr>PREMIUM 3</vt:lpstr>
      <vt:lpstr>PREMIUM SOUS MENU</vt:lpstr>
      <vt:lpstr>TECHNIQUE 1</vt:lpstr>
      <vt:lpstr>CHOIX FLASH TECH</vt:lpstr>
      <vt:lpstr>CHOIX FLASH 2 TECH</vt:lpstr>
      <vt:lpstr>CHOIX FLASH 3 TECH</vt:lpstr>
      <vt:lpstr>ELIG PRE-DIAG SUSPICION IG</vt:lpstr>
      <vt:lpstr>REBOOT BOX</vt:lpstr>
      <vt:lpstr>MENU TECHNIQUE CC</vt:lpstr>
      <vt:lpstr>MENU TECHNIQUE CC SUITE</vt:lpstr>
      <vt:lpstr>CARE TECH</vt:lpstr>
      <vt:lpstr>DEMENAGEMENT</vt:lpstr>
      <vt:lpstr>SELFCARE</vt:lpstr>
      <vt:lpstr>SELFCARE– AB Test</vt:lpstr>
      <vt:lpstr>REINIT MOT DE PASSE</vt:lpstr>
      <vt:lpstr>REINIT MOT DE PASSE SUITE</vt:lpstr>
      <vt:lpstr>ENVOI MDP SMS</vt:lpstr>
      <vt:lpstr>ENVOI MDP MAIL</vt:lpstr>
      <vt:lpstr>ROUTAGE MDP</vt:lpstr>
      <vt:lpstr>ADMINISTRATIF</vt:lpstr>
      <vt:lpstr>ELIGIBILITE LN CO</vt:lpstr>
      <vt:lpstr>ROUTAGE LN CO</vt:lpstr>
      <vt:lpstr>ROUTAGE ADMIN 1</vt:lpstr>
      <vt:lpstr>ROUTAGE ADMIN 1 SUITE</vt:lpstr>
      <vt:lpstr>RESILIATION</vt:lpstr>
      <vt:lpstr>CHOIX FLASH FCT</vt:lpstr>
      <vt:lpstr>CHOIX FLASH 2 FCT</vt:lpstr>
      <vt:lpstr>CHOIX FLASH 3 FCT</vt:lpstr>
      <vt:lpstr>HNO GP</vt:lpstr>
      <vt:lpstr>HNO AUTODIAG</vt:lpstr>
      <vt:lpstr>HNO ANC</vt:lpstr>
      <vt:lpstr>HNO DEM</vt:lpstr>
      <vt:lpstr>HNO COM</vt:lpstr>
      <vt:lpstr>HNO TECH</vt:lpstr>
      <vt:lpstr>HNO RET</vt:lpstr>
      <vt:lpstr>TABLEAU DES OFFRES </vt:lpstr>
      <vt:lpstr>INCIDENT DISSUASION ORIENTEE</vt:lpstr>
      <vt:lpstr>FLASH</vt:lpstr>
      <vt:lpstr>INCIDENT</vt:lpstr>
      <vt:lpstr>LEGENDE</vt:lpstr>
    </vt:vector>
  </TitlesOfParts>
  <Company>9 TELECOM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Aucun titre de diapositive</dc:title>
  <dc:creator>pbegue</dc:creator>
  <cp:lastModifiedBy>LE FALHER, Martial</cp:lastModifiedBy>
  <cp:revision>5</cp:revision>
  <cp:lastPrinted>2021-02-03T16:19:07Z</cp:lastPrinted>
  <dcterms:created xsi:type="dcterms:W3CDTF">2002-11-18T14:07:38Z</dcterms:created>
  <dcterms:modified xsi:type="dcterms:W3CDTF">2024-08-23T16:06:37Z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0x010100BFBD96BD634D274AA3303560415F7EA5</vt:lpwstr>
  </property>
</Properties>
</file>