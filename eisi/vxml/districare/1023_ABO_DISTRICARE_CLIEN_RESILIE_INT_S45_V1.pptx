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51" r:id="rId4"/>
    <p:sldMasterId id="2147483663" r:id="rId5"/>
    <p:sldMasterId id="2147483667" r:id="rId6"/>
  </p:sldMasterIdLst>
  <p:notesMasterIdLst>
    <p:notesMasterId r:id="rId50"/>
  </p:notesMasterIdLst>
  <p:handoutMasterIdLst>
    <p:handoutMasterId r:id="rId51"/>
  </p:handoutMasterIdLst>
  <p:sldIdLst>
    <p:sldId id="336" r:id="rId7"/>
    <p:sldId id="449" r:id="rId8"/>
    <p:sldId id="406" r:id="rId9"/>
    <p:sldId id="590" r:id="rId10"/>
    <p:sldId id="369" r:id="rId11"/>
    <p:sldId id="426" r:id="rId12"/>
    <p:sldId id="392" r:id="rId13"/>
    <p:sldId id="395" r:id="rId14"/>
    <p:sldId id="367" r:id="rId15"/>
    <p:sldId id="425" r:id="rId16"/>
    <p:sldId id="427" r:id="rId17"/>
    <p:sldId id="428" r:id="rId18"/>
    <p:sldId id="318" r:id="rId19"/>
    <p:sldId id="430" r:id="rId20"/>
    <p:sldId id="431" r:id="rId21"/>
    <p:sldId id="432" r:id="rId22"/>
    <p:sldId id="396" r:id="rId23"/>
    <p:sldId id="319" r:id="rId24"/>
    <p:sldId id="409" r:id="rId25"/>
    <p:sldId id="410" r:id="rId26"/>
    <p:sldId id="411" r:id="rId27"/>
    <p:sldId id="451" r:id="rId28"/>
    <p:sldId id="399" r:id="rId29"/>
    <p:sldId id="584" r:id="rId30"/>
    <p:sldId id="585" r:id="rId31"/>
    <p:sldId id="416" r:id="rId32"/>
    <p:sldId id="586" r:id="rId33"/>
    <p:sldId id="417" r:id="rId34"/>
    <p:sldId id="418" r:id="rId35"/>
    <p:sldId id="419" r:id="rId36"/>
    <p:sldId id="401" r:id="rId37"/>
    <p:sldId id="587" r:id="rId38"/>
    <p:sldId id="412" r:id="rId39"/>
    <p:sldId id="413" r:id="rId40"/>
    <p:sldId id="414" r:id="rId41"/>
    <p:sldId id="588" r:id="rId42"/>
    <p:sldId id="589" r:id="rId43"/>
    <p:sldId id="389" r:id="rId44"/>
    <p:sldId id="383" r:id="rId45"/>
    <p:sldId id="384" r:id="rId46"/>
    <p:sldId id="385" r:id="rId47"/>
    <p:sldId id="337" r:id="rId48"/>
    <p:sldId id="339" r:id="rId49"/>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3430">
          <p15:clr>
            <a:srgbClr val="A4A3A4"/>
          </p15:clr>
        </p15:guide>
        <p15:guide id="2" pos="2880">
          <p15:clr>
            <a:srgbClr val="A4A3A4"/>
          </p15:clr>
        </p15:guide>
      </p15:sldGuideLst>
    </p:ext>
    <p:ext uri="{2D200454-40CA-4A62-9FC3-DE9A4176ACB9}">
      <p15:notesGuideLst xmlns:p15="http://schemas.microsoft.com/office/powerpoint/2012/main">
        <p15:guide id="1" orient="horz" pos="3222"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99CC"/>
    <a:srgbClr val="E5851B"/>
    <a:srgbClr val="FF9966"/>
    <a:srgbClr val="E83B18"/>
    <a:srgbClr val="FF6600"/>
    <a:srgbClr val="0000FF"/>
    <a:srgbClr val="FF0066"/>
    <a:srgbClr val="F35F0D"/>
    <a:srgbClr val="F63D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94FC4-CCC0-457C-84C3-4DF6C2F9CEB9}" v="281" dt="2024-08-23T16:12:57.717"/>
    <p1510:client id="{6E6B1934-6CDA-4432-9195-47F763B551A1}" v="356" dt="2024-08-23T11:27:28.91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3354" y="102"/>
      </p:cViewPr>
      <p:guideLst>
        <p:guide orient="horz" pos="343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2"/>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microsoft.com/office/2015/10/relationships/revisionInfo" Target="revisionInfo.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FALHER, Martial" userId="4e18b825-4c81-4fdf-8616-10afe3723b47" providerId="ADAL" clId="{4BF94FC4-CCC0-457C-84C3-4DF6C2F9CEB9}"/>
    <pc:docChg chg="undo custSel addSld modSld">
      <pc:chgData name="LE FALHER, Martial" userId="4e18b825-4c81-4fdf-8616-10afe3723b47" providerId="ADAL" clId="{4BF94FC4-CCC0-457C-84C3-4DF6C2F9CEB9}" dt="2024-08-23T16:13:10.571" v="556" actId="1076"/>
      <pc:docMkLst>
        <pc:docMk/>
      </pc:docMkLst>
      <pc:sldChg chg="addSp delSp modSp">
        <pc:chgData name="LE FALHER, Martial" userId="4e18b825-4c81-4fdf-8616-10afe3723b47" providerId="ADAL" clId="{4BF94FC4-CCC0-457C-84C3-4DF6C2F9CEB9}" dt="2024-08-23T12:25:51.612" v="303" actId="1076"/>
        <pc:sldMkLst>
          <pc:docMk/>
          <pc:sldMk cId="3141314968" sldId="369"/>
        </pc:sldMkLst>
        <pc:spChg chg="add">
          <ac:chgData name="LE FALHER, Martial" userId="4e18b825-4c81-4fdf-8616-10afe3723b47" providerId="ADAL" clId="{4BF94FC4-CCC0-457C-84C3-4DF6C2F9CEB9}" dt="2024-08-23T12:16:39.119" v="197"/>
          <ac:spMkLst>
            <pc:docMk/>
            <pc:sldMk cId="3141314968" sldId="369"/>
            <ac:spMk id="3" creationId="{3558D135-6B1F-4FC0-A31B-C7C24DEEA802}"/>
          </ac:spMkLst>
        </pc:spChg>
        <pc:spChg chg="add mod">
          <ac:chgData name="LE FALHER, Martial" userId="4e18b825-4c81-4fdf-8616-10afe3723b47" providerId="ADAL" clId="{4BF94FC4-CCC0-457C-84C3-4DF6C2F9CEB9}" dt="2024-08-23T12:17:02.648" v="217" actId="1076"/>
          <ac:spMkLst>
            <pc:docMk/>
            <pc:sldMk cId="3141314968" sldId="369"/>
            <ac:spMk id="59" creationId="{B4389EE1-9382-4EE0-B717-06A971842C99}"/>
          </ac:spMkLst>
        </pc:spChg>
        <pc:spChg chg="add mod">
          <ac:chgData name="LE FALHER, Martial" userId="4e18b825-4c81-4fdf-8616-10afe3723b47" providerId="ADAL" clId="{4BF94FC4-CCC0-457C-84C3-4DF6C2F9CEB9}" dt="2024-08-23T12:25:15.097" v="293" actId="1076"/>
          <ac:spMkLst>
            <pc:docMk/>
            <pc:sldMk cId="3141314968" sldId="369"/>
            <ac:spMk id="60" creationId="{4CE67CAF-B839-47B1-B058-7363FC4AEAB6}"/>
          </ac:spMkLst>
        </pc:spChg>
        <pc:spChg chg="add mod">
          <ac:chgData name="LE FALHER, Martial" userId="4e18b825-4c81-4fdf-8616-10afe3723b47" providerId="ADAL" clId="{4BF94FC4-CCC0-457C-84C3-4DF6C2F9CEB9}" dt="2024-08-23T12:17:22.659" v="221" actId="1076"/>
          <ac:spMkLst>
            <pc:docMk/>
            <pc:sldMk cId="3141314968" sldId="369"/>
            <ac:spMk id="64" creationId="{B5104CDB-312E-4C1E-8D89-9F4895C58E00}"/>
          </ac:spMkLst>
        </pc:spChg>
        <pc:spChg chg="add del">
          <ac:chgData name="LE FALHER, Martial" userId="4e18b825-4c81-4fdf-8616-10afe3723b47" providerId="ADAL" clId="{4BF94FC4-CCC0-457C-84C3-4DF6C2F9CEB9}" dt="2024-08-23T12:24:11.171" v="270" actId="478"/>
          <ac:spMkLst>
            <pc:docMk/>
            <pc:sldMk cId="3141314968" sldId="369"/>
            <ac:spMk id="65" creationId="{AA3147CA-6B30-416D-A5BE-28C536C60757}"/>
          </ac:spMkLst>
        </pc:spChg>
        <pc:spChg chg="add mod">
          <ac:chgData name="LE FALHER, Martial" userId="4e18b825-4c81-4fdf-8616-10afe3723b47" providerId="ADAL" clId="{4BF94FC4-CCC0-457C-84C3-4DF6C2F9CEB9}" dt="2024-08-23T12:24:46.832" v="281" actId="20577"/>
          <ac:spMkLst>
            <pc:docMk/>
            <pc:sldMk cId="3141314968" sldId="369"/>
            <ac:spMk id="72" creationId="{BFF771C2-9E0E-49EC-BDF2-759AEA498E4B}"/>
          </ac:spMkLst>
        </pc:spChg>
        <pc:spChg chg="add mod">
          <ac:chgData name="LE FALHER, Martial" userId="4e18b825-4c81-4fdf-8616-10afe3723b47" providerId="ADAL" clId="{4BF94FC4-CCC0-457C-84C3-4DF6C2F9CEB9}" dt="2024-08-23T12:22:21.476" v="238" actId="1076"/>
          <ac:spMkLst>
            <pc:docMk/>
            <pc:sldMk cId="3141314968" sldId="369"/>
            <ac:spMk id="73" creationId="{C7FBB08D-A8F7-43C0-A9BF-41D899FCE9D3}"/>
          </ac:spMkLst>
        </pc:spChg>
        <pc:spChg chg="add mod">
          <ac:chgData name="LE FALHER, Martial" userId="4e18b825-4c81-4fdf-8616-10afe3723b47" providerId="ADAL" clId="{4BF94FC4-CCC0-457C-84C3-4DF6C2F9CEB9}" dt="2024-08-23T12:23:49.144" v="267" actId="20577"/>
          <ac:spMkLst>
            <pc:docMk/>
            <pc:sldMk cId="3141314968" sldId="369"/>
            <ac:spMk id="74" creationId="{98D0E570-1D5E-47D9-A433-BC9BFA88061E}"/>
          </ac:spMkLst>
        </pc:spChg>
        <pc:spChg chg="add mod">
          <ac:chgData name="LE FALHER, Martial" userId="4e18b825-4c81-4fdf-8616-10afe3723b47" providerId="ADAL" clId="{4BF94FC4-CCC0-457C-84C3-4DF6C2F9CEB9}" dt="2024-08-23T12:23:20.886" v="263" actId="20577"/>
          <ac:spMkLst>
            <pc:docMk/>
            <pc:sldMk cId="3141314968" sldId="369"/>
            <ac:spMk id="76" creationId="{BAA4D8E5-62AE-41EF-B4A2-89EE707E9CAE}"/>
          </ac:spMkLst>
        </pc:spChg>
        <pc:spChg chg="add mod ord">
          <ac:chgData name="LE FALHER, Martial" userId="4e18b825-4c81-4fdf-8616-10afe3723b47" providerId="ADAL" clId="{4BF94FC4-CCC0-457C-84C3-4DF6C2F9CEB9}" dt="2024-08-23T12:25:48.112" v="300" actId="167"/>
          <ac:spMkLst>
            <pc:docMk/>
            <pc:sldMk cId="3141314968" sldId="369"/>
            <ac:spMk id="84" creationId="{79DE1164-E9C0-4704-A717-C23DEBE1FAEA}"/>
          </ac:spMkLst>
        </pc:spChg>
        <pc:spChg chg="add mod">
          <ac:chgData name="LE FALHER, Martial" userId="4e18b825-4c81-4fdf-8616-10afe3723b47" providerId="ADAL" clId="{4BF94FC4-CCC0-457C-84C3-4DF6C2F9CEB9}" dt="2024-08-23T12:25:51.612" v="303" actId="1076"/>
          <ac:spMkLst>
            <pc:docMk/>
            <pc:sldMk cId="3141314968" sldId="369"/>
            <ac:spMk id="85" creationId="{5ADB1B4B-A002-40DD-8C49-7CBCCFAC127B}"/>
          </ac:spMkLst>
        </pc:spChg>
        <pc:cxnChg chg="mod">
          <ac:chgData name="LE FALHER, Martial" userId="4e18b825-4c81-4fdf-8616-10afe3723b47" providerId="ADAL" clId="{4BF94FC4-CCC0-457C-84C3-4DF6C2F9CEB9}" dt="2024-08-23T12:23:05.489" v="255" actId="1076"/>
          <ac:cxnSpMkLst>
            <pc:docMk/>
            <pc:sldMk cId="3141314968" sldId="369"/>
            <ac:cxnSpMk id="10" creationId="{00000000-0000-0000-0000-000000000000}"/>
          </ac:cxnSpMkLst>
        </pc:cxnChg>
        <pc:cxnChg chg="add mod">
          <ac:chgData name="LE FALHER, Martial" userId="4e18b825-4c81-4fdf-8616-10afe3723b47" providerId="ADAL" clId="{4BF94FC4-CCC0-457C-84C3-4DF6C2F9CEB9}" dt="2024-08-23T12:23:08.556" v="256" actId="11529"/>
          <ac:cxnSpMkLst>
            <pc:docMk/>
            <pc:sldMk cId="3141314968" sldId="369"/>
            <ac:cxnSpMk id="18" creationId="{EB47A51B-EEDF-4B61-831D-30C43BEAC03C}"/>
          </ac:cxnSpMkLst>
        </pc:cxnChg>
        <pc:cxnChg chg="add mod">
          <ac:chgData name="LE FALHER, Martial" userId="4e18b825-4c81-4fdf-8616-10afe3723b47" providerId="ADAL" clId="{4BF94FC4-CCC0-457C-84C3-4DF6C2F9CEB9}" dt="2024-08-23T12:23:29.440" v="265" actId="1076"/>
          <ac:cxnSpMkLst>
            <pc:docMk/>
            <pc:sldMk cId="3141314968" sldId="369"/>
            <ac:cxnSpMk id="20" creationId="{D03B950C-93A6-4FC5-8D4A-619B2733A054}"/>
          </ac:cxnSpMkLst>
        </pc:cxnChg>
        <pc:cxnChg chg="add mod">
          <ac:chgData name="LE FALHER, Martial" userId="4e18b825-4c81-4fdf-8616-10afe3723b47" providerId="ADAL" clId="{4BF94FC4-CCC0-457C-84C3-4DF6C2F9CEB9}" dt="2024-08-23T12:23:29.440" v="265" actId="1076"/>
          <ac:cxnSpMkLst>
            <pc:docMk/>
            <pc:sldMk cId="3141314968" sldId="369"/>
            <ac:cxnSpMk id="37" creationId="{731BF79D-4AB8-45F0-B349-1BAA27272C63}"/>
          </ac:cxnSpMkLst>
        </pc:cxnChg>
        <pc:cxnChg chg="add mod">
          <ac:chgData name="LE FALHER, Martial" userId="4e18b825-4c81-4fdf-8616-10afe3723b47" providerId="ADAL" clId="{4BF94FC4-CCC0-457C-84C3-4DF6C2F9CEB9}" dt="2024-08-23T12:25:15.097" v="293" actId="1076"/>
          <ac:cxnSpMkLst>
            <pc:docMk/>
            <pc:sldMk cId="3141314968" sldId="369"/>
            <ac:cxnSpMk id="50" creationId="{C826E6A9-CD2B-421D-8BFD-A5BF45846B03}"/>
          </ac:cxnSpMkLst>
        </pc:cxnChg>
        <pc:cxnChg chg="add mod">
          <ac:chgData name="LE FALHER, Martial" userId="4e18b825-4c81-4fdf-8616-10afe3723b47" providerId="ADAL" clId="{4BF94FC4-CCC0-457C-84C3-4DF6C2F9CEB9}" dt="2024-08-23T12:25:23.516" v="296" actId="14100"/>
          <ac:cxnSpMkLst>
            <pc:docMk/>
            <pc:sldMk cId="3141314968" sldId="369"/>
            <ac:cxnSpMk id="81" creationId="{EF705D76-470B-40A4-8399-CA44C52CE034}"/>
          </ac:cxnSpMkLst>
        </pc:cxnChg>
      </pc:sldChg>
      <pc:sldChg chg="addSp modSp">
        <pc:chgData name="LE FALHER, Martial" userId="4e18b825-4c81-4fdf-8616-10afe3723b47" providerId="ADAL" clId="{4BF94FC4-CCC0-457C-84C3-4DF6C2F9CEB9}" dt="2024-08-23T15:00:29.912" v="486" actId="207"/>
        <pc:sldMkLst>
          <pc:docMk/>
          <pc:sldMk cId="196916910" sldId="383"/>
        </pc:sldMkLst>
        <pc:spChg chg="add mod ord">
          <ac:chgData name="LE FALHER, Martial" userId="4e18b825-4c81-4fdf-8616-10afe3723b47" providerId="ADAL" clId="{4BF94FC4-CCC0-457C-84C3-4DF6C2F9CEB9}" dt="2024-08-23T14:50:44.446" v="482" actId="167"/>
          <ac:spMkLst>
            <pc:docMk/>
            <pc:sldMk cId="196916910" sldId="383"/>
            <ac:spMk id="22" creationId="{23346F3F-CFA2-4AF7-BE3B-8DF2654D1934}"/>
          </ac:spMkLst>
        </pc:spChg>
        <pc:spChg chg="add mod">
          <ac:chgData name="LE FALHER, Martial" userId="4e18b825-4c81-4fdf-8616-10afe3723b47" providerId="ADAL" clId="{4BF94FC4-CCC0-457C-84C3-4DF6C2F9CEB9}" dt="2024-08-23T15:00:29.912" v="486" actId="207"/>
          <ac:spMkLst>
            <pc:docMk/>
            <pc:sldMk cId="196916910" sldId="383"/>
            <ac:spMk id="23" creationId="{A821B30B-4004-4719-A57A-816B08D7DEB2}"/>
          </ac:spMkLst>
        </pc:spChg>
        <pc:spChg chg="mod">
          <ac:chgData name="LE FALHER, Martial" userId="4e18b825-4c81-4fdf-8616-10afe3723b47" providerId="ADAL" clId="{4BF94FC4-CCC0-457C-84C3-4DF6C2F9CEB9}" dt="2024-08-23T14:50:10.183" v="475" actId="400"/>
          <ac:spMkLst>
            <pc:docMk/>
            <pc:sldMk cId="196916910" sldId="383"/>
            <ac:spMk id="25" creationId="{00000000-0000-0000-0000-000000000000}"/>
          </ac:spMkLst>
        </pc:spChg>
        <pc:spChg chg="add mod">
          <ac:chgData name="LE FALHER, Martial" userId="4e18b825-4c81-4fdf-8616-10afe3723b47" providerId="ADAL" clId="{4BF94FC4-CCC0-457C-84C3-4DF6C2F9CEB9}" dt="2024-08-23T14:49:39.720" v="454" actId="1076"/>
          <ac:spMkLst>
            <pc:docMk/>
            <pc:sldMk cId="196916910" sldId="383"/>
            <ac:spMk id="35" creationId="{DCC12DB9-E30B-4168-AF7D-026F8A92F721}"/>
          </ac:spMkLst>
        </pc:spChg>
        <pc:spChg chg="mod">
          <ac:chgData name="LE FALHER, Martial" userId="4e18b825-4c81-4fdf-8616-10afe3723b47" providerId="ADAL" clId="{4BF94FC4-CCC0-457C-84C3-4DF6C2F9CEB9}" dt="2024-08-23T14:49:10.360" v="439" actId="1076"/>
          <ac:spMkLst>
            <pc:docMk/>
            <pc:sldMk cId="196916910" sldId="383"/>
            <ac:spMk id="77" creationId="{00000000-0000-0000-0000-000000000000}"/>
          </ac:spMkLst>
        </pc:spChg>
        <pc:spChg chg="mod">
          <ac:chgData name="LE FALHER, Martial" userId="4e18b825-4c81-4fdf-8616-10afe3723b47" providerId="ADAL" clId="{4BF94FC4-CCC0-457C-84C3-4DF6C2F9CEB9}" dt="2024-08-23T14:49:14.565" v="440" actId="1076"/>
          <ac:spMkLst>
            <pc:docMk/>
            <pc:sldMk cId="196916910" sldId="383"/>
            <ac:spMk id="78" creationId="{00000000-0000-0000-0000-000000000000}"/>
          </ac:spMkLst>
        </pc:spChg>
        <pc:spChg chg="mod">
          <ac:chgData name="LE FALHER, Martial" userId="4e18b825-4c81-4fdf-8616-10afe3723b47" providerId="ADAL" clId="{4BF94FC4-CCC0-457C-84C3-4DF6C2F9CEB9}" dt="2024-08-23T14:49:16.893" v="441" actId="1076"/>
          <ac:spMkLst>
            <pc:docMk/>
            <pc:sldMk cId="196916910" sldId="383"/>
            <ac:spMk id="80" creationId="{00000000-0000-0000-0000-000000000000}"/>
          </ac:spMkLst>
        </pc:spChg>
        <pc:spChg chg="mod">
          <ac:chgData name="LE FALHER, Martial" userId="4e18b825-4c81-4fdf-8616-10afe3723b47" providerId="ADAL" clId="{4BF94FC4-CCC0-457C-84C3-4DF6C2F9CEB9}" dt="2024-08-23T14:49:19.280" v="442" actId="1076"/>
          <ac:spMkLst>
            <pc:docMk/>
            <pc:sldMk cId="196916910" sldId="383"/>
            <ac:spMk id="81" creationId="{00000000-0000-0000-0000-000000000000}"/>
          </ac:spMkLst>
        </pc:spChg>
        <pc:spChg chg="mod">
          <ac:chgData name="LE FALHER, Martial" userId="4e18b825-4c81-4fdf-8616-10afe3723b47" providerId="ADAL" clId="{4BF94FC4-CCC0-457C-84C3-4DF6C2F9CEB9}" dt="2024-08-23T14:49:08.764" v="438" actId="1076"/>
          <ac:spMkLst>
            <pc:docMk/>
            <pc:sldMk cId="196916910" sldId="383"/>
            <ac:spMk id="134" creationId="{00000000-0000-0000-0000-000000000000}"/>
          </ac:spMkLst>
        </pc:spChg>
        <pc:cxnChg chg="mod">
          <ac:chgData name="LE FALHER, Martial" userId="4e18b825-4c81-4fdf-8616-10afe3723b47" providerId="ADAL" clId="{4BF94FC4-CCC0-457C-84C3-4DF6C2F9CEB9}" dt="2024-08-23T14:49:38.062" v="453" actId="1076"/>
          <ac:cxnSpMkLst>
            <pc:docMk/>
            <pc:sldMk cId="196916910" sldId="383"/>
            <ac:cxnSpMk id="3" creationId="{00000000-0000-0000-0000-000000000000}"/>
          </ac:cxnSpMkLst>
        </pc:cxnChg>
        <pc:cxnChg chg="mod">
          <ac:chgData name="LE FALHER, Martial" userId="4e18b825-4c81-4fdf-8616-10afe3723b47" providerId="ADAL" clId="{4BF94FC4-CCC0-457C-84C3-4DF6C2F9CEB9}" dt="2024-08-23T14:49:16.893" v="441" actId="1076"/>
          <ac:cxnSpMkLst>
            <pc:docMk/>
            <pc:sldMk cId="196916910" sldId="383"/>
            <ac:cxnSpMk id="5" creationId="{00000000-0000-0000-0000-000000000000}"/>
          </ac:cxnSpMkLst>
        </pc:cxnChg>
        <pc:cxnChg chg="mod">
          <ac:chgData name="LE FALHER, Martial" userId="4e18b825-4c81-4fdf-8616-10afe3723b47" providerId="ADAL" clId="{4BF94FC4-CCC0-457C-84C3-4DF6C2F9CEB9}" dt="2024-08-23T14:49:19.280" v="442" actId="1076"/>
          <ac:cxnSpMkLst>
            <pc:docMk/>
            <pc:sldMk cId="196916910" sldId="383"/>
            <ac:cxnSpMk id="7" creationId="{00000000-0000-0000-0000-000000000000}"/>
          </ac:cxnSpMkLst>
        </pc:cxnChg>
        <pc:cxnChg chg="mod">
          <ac:chgData name="LE FALHER, Martial" userId="4e18b825-4c81-4fdf-8616-10afe3723b47" providerId="ADAL" clId="{4BF94FC4-CCC0-457C-84C3-4DF6C2F9CEB9}" dt="2024-08-23T14:49:10.360" v="439" actId="1076"/>
          <ac:cxnSpMkLst>
            <pc:docMk/>
            <pc:sldMk cId="196916910" sldId="383"/>
            <ac:cxnSpMk id="9" creationId="{00000000-0000-0000-0000-000000000000}"/>
          </ac:cxnSpMkLst>
        </pc:cxnChg>
        <pc:cxnChg chg="mod">
          <ac:chgData name="LE FALHER, Martial" userId="4e18b825-4c81-4fdf-8616-10afe3723b47" providerId="ADAL" clId="{4BF94FC4-CCC0-457C-84C3-4DF6C2F9CEB9}" dt="2024-08-23T14:49:08.764" v="438" actId="1076"/>
          <ac:cxnSpMkLst>
            <pc:docMk/>
            <pc:sldMk cId="196916910" sldId="383"/>
            <ac:cxnSpMk id="10" creationId="{00000000-0000-0000-0000-000000000000}"/>
          </ac:cxnSpMkLst>
        </pc:cxnChg>
        <pc:cxnChg chg="mod">
          <ac:chgData name="LE FALHER, Martial" userId="4e18b825-4c81-4fdf-8616-10afe3723b47" providerId="ADAL" clId="{4BF94FC4-CCC0-457C-84C3-4DF6C2F9CEB9}" dt="2024-08-23T14:49:14.565" v="440" actId="1076"/>
          <ac:cxnSpMkLst>
            <pc:docMk/>
            <pc:sldMk cId="196916910" sldId="383"/>
            <ac:cxnSpMk id="11" creationId="{00000000-0000-0000-0000-000000000000}"/>
          </ac:cxnSpMkLst>
        </pc:cxnChg>
        <pc:cxnChg chg="add mod">
          <ac:chgData name="LE FALHER, Martial" userId="4e18b825-4c81-4fdf-8616-10afe3723b47" providerId="ADAL" clId="{4BF94FC4-CCC0-457C-84C3-4DF6C2F9CEB9}" dt="2024-08-23T14:50:19.126" v="478" actId="14100"/>
          <ac:cxnSpMkLst>
            <pc:docMk/>
            <pc:sldMk cId="196916910" sldId="383"/>
            <ac:cxnSpMk id="18" creationId="{0C4D4DB6-20B9-49EE-A4FB-EC2131EEEF77}"/>
          </ac:cxnSpMkLst>
        </pc:cxnChg>
      </pc:sldChg>
      <pc:sldChg chg="addSp delSp modSp">
        <pc:chgData name="LE FALHER, Martial" userId="4e18b825-4c81-4fdf-8616-10afe3723b47" providerId="ADAL" clId="{4BF94FC4-CCC0-457C-84C3-4DF6C2F9CEB9}" dt="2024-08-23T16:13:10.571" v="556" actId="1076"/>
        <pc:sldMkLst>
          <pc:docMk/>
          <pc:sldMk cId="2385108943" sldId="406"/>
        </pc:sldMkLst>
        <pc:spChg chg="del mod">
          <ac:chgData name="LE FALHER, Martial" userId="4e18b825-4c81-4fdf-8616-10afe3723b47" providerId="ADAL" clId="{4BF94FC4-CCC0-457C-84C3-4DF6C2F9CEB9}" dt="2024-08-23T14:29:22.380" v="339" actId="478"/>
          <ac:spMkLst>
            <pc:docMk/>
            <pc:sldMk cId="2385108943" sldId="406"/>
            <ac:spMk id="3" creationId="{4833DA87-0B8D-3701-370F-1EE8EF69EFB1}"/>
          </ac:spMkLst>
        </pc:spChg>
        <pc:spChg chg="del mod">
          <ac:chgData name="LE FALHER, Martial" userId="4e18b825-4c81-4fdf-8616-10afe3723b47" providerId="ADAL" clId="{4BF94FC4-CCC0-457C-84C3-4DF6C2F9CEB9}" dt="2024-08-23T14:29:22.380" v="339" actId="478"/>
          <ac:spMkLst>
            <pc:docMk/>
            <pc:sldMk cId="2385108943" sldId="406"/>
            <ac:spMk id="4" creationId="{A9C0D4C9-4CFF-0BD1-2384-883BD13AD1A5}"/>
          </ac:spMkLst>
        </pc:spChg>
        <pc:spChg chg="del mod">
          <ac:chgData name="LE FALHER, Martial" userId="4e18b825-4c81-4fdf-8616-10afe3723b47" providerId="ADAL" clId="{4BF94FC4-CCC0-457C-84C3-4DF6C2F9CEB9}" dt="2024-08-23T10:13:51.478" v="172" actId="478"/>
          <ac:spMkLst>
            <pc:docMk/>
            <pc:sldMk cId="2385108943" sldId="406"/>
            <ac:spMk id="5" creationId="{F60C68CB-87B3-414F-CEDA-F3E579977177}"/>
          </ac:spMkLst>
        </pc:spChg>
        <pc:spChg chg="del">
          <ac:chgData name="LE FALHER, Martial" userId="4e18b825-4c81-4fdf-8616-10afe3723b47" providerId="ADAL" clId="{4BF94FC4-CCC0-457C-84C3-4DF6C2F9CEB9}" dt="2024-08-23T14:29:22.380" v="339" actId="478"/>
          <ac:spMkLst>
            <pc:docMk/>
            <pc:sldMk cId="2385108943" sldId="406"/>
            <ac:spMk id="8" creationId="{6D69F7A2-6235-33E8-C2EA-91B3F7738D75}"/>
          </ac:spMkLst>
        </pc:spChg>
        <pc:spChg chg="del">
          <ac:chgData name="LE FALHER, Martial" userId="4e18b825-4c81-4fdf-8616-10afe3723b47" providerId="ADAL" clId="{4BF94FC4-CCC0-457C-84C3-4DF6C2F9CEB9}" dt="2024-08-23T14:29:22.380" v="339" actId="478"/>
          <ac:spMkLst>
            <pc:docMk/>
            <pc:sldMk cId="2385108943" sldId="406"/>
            <ac:spMk id="10" creationId="{005995ED-D1AA-0C83-3C09-B4DF521787E5}"/>
          </ac:spMkLst>
        </pc:spChg>
        <pc:spChg chg="del mod">
          <ac:chgData name="LE FALHER, Martial" userId="4e18b825-4c81-4fdf-8616-10afe3723b47" providerId="ADAL" clId="{4BF94FC4-CCC0-457C-84C3-4DF6C2F9CEB9}" dt="2024-08-23T14:29:22.380" v="339" actId="478"/>
          <ac:spMkLst>
            <pc:docMk/>
            <pc:sldMk cId="2385108943" sldId="406"/>
            <ac:spMk id="11" creationId="{C47988DB-5CFF-34ED-E57C-CC90387A7181}"/>
          </ac:spMkLst>
        </pc:spChg>
        <pc:spChg chg="del mod">
          <ac:chgData name="LE FALHER, Martial" userId="4e18b825-4c81-4fdf-8616-10afe3723b47" providerId="ADAL" clId="{4BF94FC4-CCC0-457C-84C3-4DF6C2F9CEB9}" dt="2024-08-23T14:29:22.380" v="339" actId="478"/>
          <ac:spMkLst>
            <pc:docMk/>
            <pc:sldMk cId="2385108943" sldId="406"/>
            <ac:spMk id="18" creationId="{00837C32-A4B5-1FF2-5F98-3218BCB9A7AB}"/>
          </ac:spMkLst>
        </pc:spChg>
        <pc:spChg chg="del mod">
          <ac:chgData name="LE FALHER, Martial" userId="4e18b825-4c81-4fdf-8616-10afe3723b47" providerId="ADAL" clId="{4BF94FC4-CCC0-457C-84C3-4DF6C2F9CEB9}" dt="2024-08-23T14:29:22.380" v="339" actId="478"/>
          <ac:spMkLst>
            <pc:docMk/>
            <pc:sldMk cId="2385108943" sldId="406"/>
            <ac:spMk id="20" creationId="{A6BFB434-930B-BC15-DDD9-A198A8CBFC4F}"/>
          </ac:spMkLst>
        </pc:spChg>
        <pc:spChg chg="del mod">
          <ac:chgData name="LE FALHER, Martial" userId="4e18b825-4c81-4fdf-8616-10afe3723b47" providerId="ADAL" clId="{4BF94FC4-CCC0-457C-84C3-4DF6C2F9CEB9}" dt="2024-08-23T14:29:22.380" v="339" actId="478"/>
          <ac:spMkLst>
            <pc:docMk/>
            <pc:sldMk cId="2385108943" sldId="406"/>
            <ac:spMk id="24" creationId="{2E5FBEDD-792B-3957-ED78-1A9085F0BE13}"/>
          </ac:spMkLst>
        </pc:spChg>
        <pc:spChg chg="add mod">
          <ac:chgData name="LE FALHER, Martial" userId="4e18b825-4c81-4fdf-8616-10afe3723b47" providerId="ADAL" clId="{4BF94FC4-CCC0-457C-84C3-4DF6C2F9CEB9}" dt="2024-08-23T14:32:55.457" v="430" actId="1076"/>
          <ac:spMkLst>
            <pc:docMk/>
            <pc:sldMk cId="2385108943" sldId="406"/>
            <ac:spMk id="25" creationId="{9FAB05F7-C8B2-42D1-BCCD-75943B94026F}"/>
          </ac:spMkLst>
        </pc:spChg>
        <pc:spChg chg="del">
          <ac:chgData name="LE FALHER, Martial" userId="4e18b825-4c81-4fdf-8616-10afe3723b47" providerId="ADAL" clId="{4BF94FC4-CCC0-457C-84C3-4DF6C2F9CEB9}" dt="2024-08-23T14:29:22.380" v="339" actId="478"/>
          <ac:spMkLst>
            <pc:docMk/>
            <pc:sldMk cId="2385108943" sldId="406"/>
            <ac:spMk id="27" creationId="{E713EC22-C6B7-FF3B-7C25-811F21145B91}"/>
          </ac:spMkLst>
        </pc:spChg>
        <pc:spChg chg="del">
          <ac:chgData name="LE FALHER, Martial" userId="4e18b825-4c81-4fdf-8616-10afe3723b47" providerId="ADAL" clId="{4BF94FC4-CCC0-457C-84C3-4DF6C2F9CEB9}" dt="2024-08-23T14:29:22.380" v="339" actId="478"/>
          <ac:spMkLst>
            <pc:docMk/>
            <pc:sldMk cId="2385108943" sldId="406"/>
            <ac:spMk id="28" creationId="{85D8AEFD-7043-A170-F186-6322EF6F551B}"/>
          </ac:spMkLst>
        </pc:spChg>
        <pc:spChg chg="del">
          <ac:chgData name="LE FALHER, Martial" userId="4e18b825-4c81-4fdf-8616-10afe3723b47" providerId="ADAL" clId="{4BF94FC4-CCC0-457C-84C3-4DF6C2F9CEB9}" dt="2024-08-23T14:29:22.380" v="339" actId="478"/>
          <ac:spMkLst>
            <pc:docMk/>
            <pc:sldMk cId="2385108943" sldId="406"/>
            <ac:spMk id="29" creationId="{E1DFAB66-1372-9761-97D5-8C766241508E}"/>
          </ac:spMkLst>
        </pc:spChg>
        <pc:spChg chg="del">
          <ac:chgData name="LE FALHER, Martial" userId="4e18b825-4c81-4fdf-8616-10afe3723b47" providerId="ADAL" clId="{4BF94FC4-CCC0-457C-84C3-4DF6C2F9CEB9}" dt="2024-08-23T14:29:22.380" v="339" actId="478"/>
          <ac:spMkLst>
            <pc:docMk/>
            <pc:sldMk cId="2385108943" sldId="406"/>
            <ac:spMk id="30" creationId="{A40847F6-FC52-0FD9-D354-949E36B46511}"/>
          </ac:spMkLst>
        </pc:spChg>
        <pc:spChg chg="del mod">
          <ac:chgData name="LE FALHER, Martial" userId="4e18b825-4c81-4fdf-8616-10afe3723b47" providerId="ADAL" clId="{4BF94FC4-CCC0-457C-84C3-4DF6C2F9CEB9}" dt="2024-08-23T14:29:22.380" v="339" actId="478"/>
          <ac:spMkLst>
            <pc:docMk/>
            <pc:sldMk cId="2385108943" sldId="406"/>
            <ac:spMk id="31" creationId="{20BA147B-801C-D42C-FFBB-FCDD7BF7B414}"/>
          </ac:spMkLst>
        </pc:spChg>
        <pc:spChg chg="del mod">
          <ac:chgData name="LE FALHER, Martial" userId="4e18b825-4c81-4fdf-8616-10afe3723b47" providerId="ADAL" clId="{4BF94FC4-CCC0-457C-84C3-4DF6C2F9CEB9}" dt="2024-08-23T14:29:22.380" v="339" actId="478"/>
          <ac:spMkLst>
            <pc:docMk/>
            <pc:sldMk cId="2385108943" sldId="406"/>
            <ac:spMk id="35" creationId="{7AB165B5-1299-9F79-A1A4-C050287D2429}"/>
          </ac:spMkLst>
        </pc:spChg>
        <pc:spChg chg="del mod">
          <ac:chgData name="LE FALHER, Martial" userId="4e18b825-4c81-4fdf-8616-10afe3723b47" providerId="ADAL" clId="{4BF94FC4-CCC0-457C-84C3-4DF6C2F9CEB9}" dt="2024-08-23T14:29:22.380" v="339" actId="478"/>
          <ac:spMkLst>
            <pc:docMk/>
            <pc:sldMk cId="2385108943" sldId="406"/>
            <ac:spMk id="36" creationId="{1BB5077C-7308-DFF5-E9BC-3DAC18D2C896}"/>
          </ac:spMkLst>
        </pc:spChg>
        <pc:spChg chg="del mod">
          <ac:chgData name="LE FALHER, Martial" userId="4e18b825-4c81-4fdf-8616-10afe3723b47" providerId="ADAL" clId="{4BF94FC4-CCC0-457C-84C3-4DF6C2F9CEB9}" dt="2024-08-23T14:29:22.380" v="339" actId="478"/>
          <ac:spMkLst>
            <pc:docMk/>
            <pc:sldMk cId="2385108943" sldId="406"/>
            <ac:spMk id="43"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54"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56"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57"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67" creationId="{00000000-0000-0000-0000-000000000000}"/>
          </ac:spMkLst>
        </pc:spChg>
        <pc:spChg chg="del">
          <ac:chgData name="LE FALHER, Martial" userId="4e18b825-4c81-4fdf-8616-10afe3723b47" providerId="ADAL" clId="{4BF94FC4-CCC0-457C-84C3-4DF6C2F9CEB9}" dt="2024-08-23T14:29:35.762" v="344" actId="478"/>
          <ac:spMkLst>
            <pc:docMk/>
            <pc:sldMk cId="2385108943" sldId="406"/>
            <ac:spMk id="69" creationId="{00000000-0000-0000-0000-000000000000}"/>
          </ac:spMkLst>
        </pc:spChg>
        <pc:spChg chg="mod">
          <ac:chgData name="LE FALHER, Martial" userId="4e18b825-4c81-4fdf-8616-10afe3723b47" providerId="ADAL" clId="{4BF94FC4-CCC0-457C-84C3-4DF6C2F9CEB9}" dt="2024-08-23T16:12:13.007" v="540" actId="1076"/>
          <ac:spMkLst>
            <pc:docMk/>
            <pc:sldMk cId="2385108943" sldId="406"/>
            <ac:spMk id="70"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71"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72"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75"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77"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82"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83" creationId="{00000000-0000-0000-0000-000000000000}"/>
          </ac:spMkLst>
        </pc:spChg>
        <pc:spChg chg="del mod">
          <ac:chgData name="LE FALHER, Martial" userId="4e18b825-4c81-4fdf-8616-10afe3723b47" providerId="ADAL" clId="{4BF94FC4-CCC0-457C-84C3-4DF6C2F9CEB9}" dt="2024-08-23T14:29:13.839" v="338" actId="478"/>
          <ac:spMkLst>
            <pc:docMk/>
            <pc:sldMk cId="2385108943" sldId="406"/>
            <ac:spMk id="88" creationId="{9692787E-4D1A-715E-AD95-E7EEDA50B52E}"/>
          </ac:spMkLst>
        </pc:spChg>
        <pc:spChg chg="del mod">
          <ac:chgData name="LE FALHER, Martial" userId="4e18b825-4c81-4fdf-8616-10afe3723b47" providerId="ADAL" clId="{4BF94FC4-CCC0-457C-84C3-4DF6C2F9CEB9}" dt="2024-08-23T14:29:22.380" v="339" actId="478"/>
          <ac:spMkLst>
            <pc:docMk/>
            <pc:sldMk cId="2385108943" sldId="406"/>
            <ac:spMk id="90"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93"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94"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97"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98"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99"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00"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03"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04"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06"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108"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110"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12"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19"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0"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1"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2"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4"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5"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7"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28" creationId="{00000000-0000-0000-0000-000000000000}"/>
          </ac:spMkLst>
        </pc:spChg>
        <pc:spChg chg="del">
          <ac:chgData name="LE FALHER, Martial" userId="4e18b825-4c81-4fdf-8616-10afe3723b47" providerId="ADAL" clId="{4BF94FC4-CCC0-457C-84C3-4DF6C2F9CEB9}" dt="2024-08-23T14:29:22.380" v="339" actId="478"/>
          <ac:spMkLst>
            <pc:docMk/>
            <pc:sldMk cId="2385108943" sldId="406"/>
            <ac:spMk id="133" creationId="{4BCD09FC-F972-B009-1383-7EEDED0CDC93}"/>
          </ac:spMkLst>
        </pc:spChg>
        <pc:spChg chg="del mod">
          <ac:chgData name="LE FALHER, Martial" userId="4e18b825-4c81-4fdf-8616-10afe3723b47" providerId="ADAL" clId="{4BF94FC4-CCC0-457C-84C3-4DF6C2F9CEB9}" dt="2024-08-23T14:29:22.380" v="339" actId="478"/>
          <ac:spMkLst>
            <pc:docMk/>
            <pc:sldMk cId="2385108943" sldId="406"/>
            <ac:spMk id="134" creationId="{DBD18ECB-CD2C-F9C1-D089-E318FC83D546}"/>
          </ac:spMkLst>
        </pc:spChg>
        <pc:spChg chg="del mod">
          <ac:chgData name="LE FALHER, Martial" userId="4e18b825-4c81-4fdf-8616-10afe3723b47" providerId="ADAL" clId="{4BF94FC4-CCC0-457C-84C3-4DF6C2F9CEB9}" dt="2024-08-23T14:29:22.380" v="339" actId="478"/>
          <ac:spMkLst>
            <pc:docMk/>
            <pc:sldMk cId="2385108943" sldId="406"/>
            <ac:spMk id="135" creationId="{EE1095C8-8793-A938-F7E5-30B84B6E7238}"/>
          </ac:spMkLst>
        </pc:spChg>
        <pc:spChg chg="del mod">
          <ac:chgData name="LE FALHER, Martial" userId="4e18b825-4c81-4fdf-8616-10afe3723b47" providerId="ADAL" clId="{4BF94FC4-CCC0-457C-84C3-4DF6C2F9CEB9}" dt="2024-08-23T14:29:22.380" v="339" actId="478"/>
          <ac:spMkLst>
            <pc:docMk/>
            <pc:sldMk cId="2385108943" sldId="406"/>
            <ac:spMk id="136" creationId="{4715E114-9363-8774-8EE5-77F5F8C07DE7}"/>
          </ac:spMkLst>
        </pc:spChg>
        <pc:spChg chg="del">
          <ac:chgData name="LE FALHER, Martial" userId="4e18b825-4c81-4fdf-8616-10afe3723b47" providerId="ADAL" clId="{4BF94FC4-CCC0-457C-84C3-4DF6C2F9CEB9}" dt="2024-08-23T14:29:22.380" v="339" actId="478"/>
          <ac:spMkLst>
            <pc:docMk/>
            <pc:sldMk cId="2385108943" sldId="406"/>
            <ac:spMk id="137" creationId="{00000000-0000-0000-0000-000000000000}"/>
          </ac:spMkLst>
        </pc:spChg>
        <pc:spChg chg="del mod">
          <ac:chgData name="LE FALHER, Martial" userId="4e18b825-4c81-4fdf-8616-10afe3723b47" providerId="ADAL" clId="{4BF94FC4-CCC0-457C-84C3-4DF6C2F9CEB9}" dt="2024-08-23T14:29:22.380" v="339" actId="478"/>
          <ac:spMkLst>
            <pc:docMk/>
            <pc:sldMk cId="2385108943" sldId="406"/>
            <ac:spMk id="138" creationId="{E94FBBD3-885D-C7EA-D422-DFF8D104CE21}"/>
          </ac:spMkLst>
        </pc:spChg>
        <pc:spChg chg="del mod">
          <ac:chgData name="LE FALHER, Martial" userId="4e18b825-4c81-4fdf-8616-10afe3723b47" providerId="ADAL" clId="{4BF94FC4-CCC0-457C-84C3-4DF6C2F9CEB9}" dt="2024-08-23T14:29:22.380" v="339" actId="478"/>
          <ac:spMkLst>
            <pc:docMk/>
            <pc:sldMk cId="2385108943" sldId="406"/>
            <ac:spMk id="139" creationId="{486701FF-3958-82D6-C1D7-DA949E215CC9}"/>
          </ac:spMkLst>
        </pc:spChg>
        <pc:spChg chg="del mod">
          <ac:chgData name="LE FALHER, Martial" userId="4e18b825-4c81-4fdf-8616-10afe3723b47" providerId="ADAL" clId="{4BF94FC4-CCC0-457C-84C3-4DF6C2F9CEB9}" dt="2024-08-23T14:29:22.380" v="339" actId="478"/>
          <ac:spMkLst>
            <pc:docMk/>
            <pc:sldMk cId="2385108943" sldId="406"/>
            <ac:spMk id="140" creationId="{DBD9E13C-3CC5-8237-FF23-4FA33B61EFEF}"/>
          </ac:spMkLst>
        </pc:spChg>
        <pc:spChg chg="del mod">
          <ac:chgData name="LE FALHER, Martial" userId="4e18b825-4c81-4fdf-8616-10afe3723b47" providerId="ADAL" clId="{4BF94FC4-CCC0-457C-84C3-4DF6C2F9CEB9}" dt="2024-08-23T14:29:22.380" v="339" actId="478"/>
          <ac:spMkLst>
            <pc:docMk/>
            <pc:sldMk cId="2385108943" sldId="406"/>
            <ac:spMk id="141" creationId="{B0D78646-C0A0-D249-569F-0B334EADE774}"/>
          </ac:spMkLst>
        </pc:spChg>
        <pc:spChg chg="del mod">
          <ac:chgData name="LE FALHER, Martial" userId="4e18b825-4c81-4fdf-8616-10afe3723b47" providerId="ADAL" clId="{4BF94FC4-CCC0-457C-84C3-4DF6C2F9CEB9}" dt="2024-08-23T14:29:22.380" v="339" actId="478"/>
          <ac:spMkLst>
            <pc:docMk/>
            <pc:sldMk cId="2385108943" sldId="406"/>
            <ac:spMk id="142" creationId="{CC71CE75-D484-D257-0455-E87CEB4F64A9}"/>
          </ac:spMkLst>
        </pc:spChg>
        <pc:spChg chg="del mod">
          <ac:chgData name="LE FALHER, Martial" userId="4e18b825-4c81-4fdf-8616-10afe3723b47" providerId="ADAL" clId="{4BF94FC4-CCC0-457C-84C3-4DF6C2F9CEB9}" dt="2024-08-23T14:29:22.380" v="339" actId="478"/>
          <ac:spMkLst>
            <pc:docMk/>
            <pc:sldMk cId="2385108943" sldId="406"/>
            <ac:spMk id="144" creationId="{DA9D41E6-6C4C-2318-6A7C-91A5A2B1C518}"/>
          </ac:spMkLst>
        </pc:spChg>
        <pc:spChg chg="del mod">
          <ac:chgData name="LE FALHER, Martial" userId="4e18b825-4c81-4fdf-8616-10afe3723b47" providerId="ADAL" clId="{4BF94FC4-CCC0-457C-84C3-4DF6C2F9CEB9}" dt="2024-08-23T14:29:22.380" v="339" actId="478"/>
          <ac:spMkLst>
            <pc:docMk/>
            <pc:sldMk cId="2385108943" sldId="406"/>
            <ac:spMk id="145" creationId="{C428EC73-0A60-E2DE-7965-603873510883}"/>
          </ac:spMkLst>
        </pc:spChg>
        <pc:spChg chg="del mod">
          <ac:chgData name="LE FALHER, Martial" userId="4e18b825-4c81-4fdf-8616-10afe3723b47" providerId="ADAL" clId="{4BF94FC4-CCC0-457C-84C3-4DF6C2F9CEB9}" dt="2024-08-23T14:29:22.380" v="339" actId="478"/>
          <ac:spMkLst>
            <pc:docMk/>
            <pc:sldMk cId="2385108943" sldId="406"/>
            <ac:spMk id="146" creationId="{3E0B31C9-B0F7-DA0D-C65D-FE92B698B077}"/>
          </ac:spMkLst>
        </pc:spChg>
        <pc:spChg chg="add mod">
          <ac:chgData name="LE FALHER, Martial" userId="4e18b825-4c81-4fdf-8616-10afe3723b47" providerId="ADAL" clId="{4BF94FC4-CCC0-457C-84C3-4DF6C2F9CEB9}" dt="2024-08-23T16:12:04.751" v="537" actId="1076"/>
          <ac:spMkLst>
            <pc:docMk/>
            <pc:sldMk cId="2385108943" sldId="406"/>
            <ac:spMk id="147" creationId="{463647AC-5DF9-4D5B-8D31-2441537D9D75}"/>
          </ac:spMkLst>
        </pc:spChg>
        <pc:spChg chg="add mod">
          <ac:chgData name="LE FALHER, Martial" userId="4e18b825-4c81-4fdf-8616-10afe3723b47" providerId="ADAL" clId="{4BF94FC4-CCC0-457C-84C3-4DF6C2F9CEB9}" dt="2024-08-23T16:12:04.751" v="537" actId="1076"/>
          <ac:spMkLst>
            <pc:docMk/>
            <pc:sldMk cId="2385108943" sldId="406"/>
            <ac:spMk id="148" creationId="{1568445E-0178-49CF-9DC8-D0648ACC426D}"/>
          </ac:spMkLst>
        </pc:spChg>
        <pc:spChg chg="add mod">
          <ac:chgData name="LE FALHER, Martial" userId="4e18b825-4c81-4fdf-8616-10afe3723b47" providerId="ADAL" clId="{4BF94FC4-CCC0-457C-84C3-4DF6C2F9CEB9}" dt="2024-08-23T16:12:09.843" v="539" actId="1076"/>
          <ac:spMkLst>
            <pc:docMk/>
            <pc:sldMk cId="2385108943" sldId="406"/>
            <ac:spMk id="155" creationId="{3533085A-692B-4255-BA10-A490CFA34DFB}"/>
          </ac:spMkLst>
        </pc:spChg>
        <pc:spChg chg="add mod">
          <ac:chgData name="LE FALHER, Martial" userId="4e18b825-4c81-4fdf-8616-10afe3723b47" providerId="ADAL" clId="{4BF94FC4-CCC0-457C-84C3-4DF6C2F9CEB9}" dt="2024-08-23T16:10:34.510" v="517" actId="1076"/>
          <ac:spMkLst>
            <pc:docMk/>
            <pc:sldMk cId="2385108943" sldId="406"/>
            <ac:spMk id="160" creationId="{C52EC3FF-204A-445A-82EF-C9E484D5AE5D}"/>
          </ac:spMkLst>
        </pc:spChg>
        <pc:spChg chg="add mod">
          <ac:chgData name="LE FALHER, Martial" userId="4e18b825-4c81-4fdf-8616-10afe3723b47" providerId="ADAL" clId="{4BF94FC4-CCC0-457C-84C3-4DF6C2F9CEB9}" dt="2024-08-23T16:12:07.330" v="538" actId="1076"/>
          <ac:spMkLst>
            <pc:docMk/>
            <pc:sldMk cId="2385108943" sldId="406"/>
            <ac:spMk id="163" creationId="{2E72085E-F2A5-490F-8A49-ED7584BB1C92}"/>
          </ac:spMkLst>
        </pc:spChg>
        <pc:spChg chg="add mod">
          <ac:chgData name="LE FALHER, Martial" userId="4e18b825-4c81-4fdf-8616-10afe3723b47" providerId="ADAL" clId="{4BF94FC4-CCC0-457C-84C3-4DF6C2F9CEB9}" dt="2024-08-23T16:12:04.751" v="537" actId="1076"/>
          <ac:spMkLst>
            <pc:docMk/>
            <pc:sldMk cId="2385108943" sldId="406"/>
            <ac:spMk id="164" creationId="{9179599D-3ABA-4E17-83EF-8CD2D7C254C2}"/>
          </ac:spMkLst>
        </pc:spChg>
        <pc:spChg chg="del mod">
          <ac:chgData name="LE FALHER, Martial" userId="4e18b825-4c81-4fdf-8616-10afe3723b47" providerId="ADAL" clId="{4BF94FC4-CCC0-457C-84C3-4DF6C2F9CEB9}" dt="2024-08-23T14:29:22.380" v="339" actId="478"/>
          <ac:spMkLst>
            <pc:docMk/>
            <pc:sldMk cId="2385108943" sldId="406"/>
            <ac:spMk id="165" creationId="{CCB2BC2B-5921-6C00-725C-DC1B3EBA3409}"/>
          </ac:spMkLst>
        </pc:spChg>
        <pc:spChg chg="add mod">
          <ac:chgData name="LE FALHER, Martial" userId="4e18b825-4c81-4fdf-8616-10afe3723b47" providerId="ADAL" clId="{4BF94FC4-CCC0-457C-84C3-4DF6C2F9CEB9}" dt="2024-08-23T16:12:04.751" v="537" actId="1076"/>
          <ac:spMkLst>
            <pc:docMk/>
            <pc:sldMk cId="2385108943" sldId="406"/>
            <ac:spMk id="166" creationId="{B82A827C-2EC9-4B24-BE6E-4B80B8A9536B}"/>
          </ac:spMkLst>
        </pc:spChg>
        <pc:spChg chg="add mod">
          <ac:chgData name="LE FALHER, Martial" userId="4e18b825-4c81-4fdf-8616-10afe3723b47" providerId="ADAL" clId="{4BF94FC4-CCC0-457C-84C3-4DF6C2F9CEB9}" dt="2024-08-23T16:12:04.751" v="537" actId="1076"/>
          <ac:spMkLst>
            <pc:docMk/>
            <pc:sldMk cId="2385108943" sldId="406"/>
            <ac:spMk id="168" creationId="{86953033-8482-4738-A176-8CCB2CB0A413}"/>
          </ac:spMkLst>
        </pc:spChg>
        <pc:spChg chg="add mod">
          <ac:chgData name="LE FALHER, Martial" userId="4e18b825-4c81-4fdf-8616-10afe3723b47" providerId="ADAL" clId="{4BF94FC4-CCC0-457C-84C3-4DF6C2F9CEB9}" dt="2024-08-23T16:13:10.571" v="556" actId="1076"/>
          <ac:spMkLst>
            <pc:docMk/>
            <pc:sldMk cId="2385108943" sldId="406"/>
            <ac:spMk id="169" creationId="{A89F6075-9479-4E00-AAC9-DE5861541F26}"/>
          </ac:spMkLst>
        </pc:spChg>
        <pc:spChg chg="add del">
          <ac:chgData name="LE FALHER, Martial" userId="4e18b825-4c81-4fdf-8616-10afe3723b47" providerId="ADAL" clId="{4BF94FC4-CCC0-457C-84C3-4DF6C2F9CEB9}" dt="2024-08-23T16:11:26.963" v="531" actId="478"/>
          <ac:spMkLst>
            <pc:docMk/>
            <pc:sldMk cId="2385108943" sldId="406"/>
            <ac:spMk id="170" creationId="{FBFE69A7-4C45-42F1-A90E-E4CC5BA4556D}"/>
          </ac:spMkLst>
        </pc:spChg>
        <pc:spChg chg="add del">
          <ac:chgData name="LE FALHER, Martial" userId="4e18b825-4c81-4fdf-8616-10afe3723b47" providerId="ADAL" clId="{4BF94FC4-CCC0-457C-84C3-4DF6C2F9CEB9}" dt="2024-08-23T16:11:26.097" v="530" actId="478"/>
          <ac:spMkLst>
            <pc:docMk/>
            <pc:sldMk cId="2385108943" sldId="406"/>
            <ac:spMk id="172" creationId="{AA877DFA-FE9C-453B-A693-45C0AAC1BDA7}"/>
          </ac:spMkLst>
        </pc:spChg>
        <pc:spChg chg="del mod">
          <ac:chgData name="LE FALHER, Martial" userId="4e18b825-4c81-4fdf-8616-10afe3723b47" providerId="ADAL" clId="{4BF94FC4-CCC0-457C-84C3-4DF6C2F9CEB9}" dt="2024-08-23T14:29:22.380" v="339" actId="478"/>
          <ac:spMkLst>
            <pc:docMk/>
            <pc:sldMk cId="2385108943" sldId="406"/>
            <ac:spMk id="177" creationId="{8A771436-CAE8-3B7B-455E-3843FFAD8C20}"/>
          </ac:spMkLst>
        </pc:spChg>
        <pc:spChg chg="del mod">
          <ac:chgData name="LE FALHER, Martial" userId="4e18b825-4c81-4fdf-8616-10afe3723b47" providerId="ADAL" clId="{4BF94FC4-CCC0-457C-84C3-4DF6C2F9CEB9}" dt="2024-08-23T14:29:22.380" v="339" actId="478"/>
          <ac:spMkLst>
            <pc:docMk/>
            <pc:sldMk cId="2385108943" sldId="406"/>
            <ac:spMk id="178" creationId="{F60D9115-9C84-EB96-16E6-0E120F9B5732}"/>
          </ac:spMkLst>
        </pc:spChg>
        <pc:spChg chg="del mod">
          <ac:chgData name="LE FALHER, Martial" userId="4e18b825-4c81-4fdf-8616-10afe3723b47" providerId="ADAL" clId="{4BF94FC4-CCC0-457C-84C3-4DF6C2F9CEB9}" dt="2024-08-23T14:29:22.380" v="339" actId="478"/>
          <ac:spMkLst>
            <pc:docMk/>
            <pc:sldMk cId="2385108943" sldId="406"/>
            <ac:spMk id="179" creationId="{9972DFB9-560F-7E1A-2686-2991FFA7054B}"/>
          </ac:spMkLst>
        </pc:spChg>
        <pc:spChg chg="del mod">
          <ac:chgData name="LE FALHER, Martial" userId="4e18b825-4c81-4fdf-8616-10afe3723b47" providerId="ADAL" clId="{4BF94FC4-CCC0-457C-84C3-4DF6C2F9CEB9}" dt="2024-08-23T14:29:22.380" v="339" actId="478"/>
          <ac:spMkLst>
            <pc:docMk/>
            <pc:sldMk cId="2385108943" sldId="406"/>
            <ac:spMk id="180" creationId="{54D6C465-5442-2614-ABDC-C2528D47AE72}"/>
          </ac:spMkLst>
        </pc:spChg>
        <pc:spChg chg="del mod">
          <ac:chgData name="LE FALHER, Martial" userId="4e18b825-4c81-4fdf-8616-10afe3723b47" providerId="ADAL" clId="{4BF94FC4-CCC0-457C-84C3-4DF6C2F9CEB9}" dt="2024-08-23T14:29:22.380" v="339" actId="478"/>
          <ac:spMkLst>
            <pc:docMk/>
            <pc:sldMk cId="2385108943" sldId="406"/>
            <ac:spMk id="181" creationId="{46FD01A7-6E9E-F440-CA0D-6EDFA68DDA24}"/>
          </ac:spMkLst>
        </pc:spChg>
        <pc:spChg chg="del mod">
          <ac:chgData name="LE FALHER, Martial" userId="4e18b825-4c81-4fdf-8616-10afe3723b47" providerId="ADAL" clId="{4BF94FC4-CCC0-457C-84C3-4DF6C2F9CEB9}" dt="2024-08-23T14:29:22.380" v="339" actId="478"/>
          <ac:spMkLst>
            <pc:docMk/>
            <pc:sldMk cId="2385108943" sldId="406"/>
            <ac:spMk id="182" creationId="{5A5E3267-692C-C201-F19B-F7CC2DE1B246}"/>
          </ac:spMkLst>
        </pc:spChg>
        <pc:spChg chg="del mod">
          <ac:chgData name="LE FALHER, Martial" userId="4e18b825-4c81-4fdf-8616-10afe3723b47" providerId="ADAL" clId="{4BF94FC4-CCC0-457C-84C3-4DF6C2F9CEB9}" dt="2024-08-23T14:29:22.380" v="339" actId="478"/>
          <ac:spMkLst>
            <pc:docMk/>
            <pc:sldMk cId="2385108943" sldId="406"/>
            <ac:spMk id="183" creationId="{F45B0FFB-A031-2F8D-8E8F-F928F5BED4AE}"/>
          </ac:spMkLst>
        </pc:spChg>
        <pc:spChg chg="del mod">
          <ac:chgData name="LE FALHER, Martial" userId="4e18b825-4c81-4fdf-8616-10afe3723b47" providerId="ADAL" clId="{4BF94FC4-CCC0-457C-84C3-4DF6C2F9CEB9}" dt="2024-08-23T14:29:22.380" v="339" actId="478"/>
          <ac:spMkLst>
            <pc:docMk/>
            <pc:sldMk cId="2385108943" sldId="406"/>
            <ac:spMk id="184" creationId="{C6D49F08-FA07-55BD-5648-B723181091E8}"/>
          </ac:spMkLst>
        </pc:spChg>
        <pc:spChg chg="add mod">
          <ac:chgData name="LE FALHER, Martial" userId="4e18b825-4c81-4fdf-8616-10afe3723b47" providerId="ADAL" clId="{4BF94FC4-CCC0-457C-84C3-4DF6C2F9CEB9}" dt="2024-08-23T16:12:04.751" v="537" actId="1076"/>
          <ac:spMkLst>
            <pc:docMk/>
            <pc:sldMk cId="2385108943" sldId="406"/>
            <ac:spMk id="185" creationId="{4821D45D-52B6-47FF-B988-DFE41C0E1C64}"/>
          </ac:spMkLst>
        </pc:spChg>
        <pc:spChg chg="add mod">
          <ac:chgData name="LE FALHER, Martial" userId="4e18b825-4c81-4fdf-8616-10afe3723b47" providerId="ADAL" clId="{4BF94FC4-CCC0-457C-84C3-4DF6C2F9CEB9}" dt="2024-08-23T16:12:57.717" v="555" actId="1076"/>
          <ac:spMkLst>
            <pc:docMk/>
            <pc:sldMk cId="2385108943" sldId="406"/>
            <ac:spMk id="187" creationId="{8214902F-B962-46F2-8133-D01B3C0CA528}"/>
          </ac:spMkLst>
        </pc:spChg>
        <pc:spChg chg="add mod">
          <ac:chgData name="LE FALHER, Martial" userId="4e18b825-4c81-4fdf-8616-10afe3723b47" providerId="ADAL" clId="{4BF94FC4-CCC0-457C-84C3-4DF6C2F9CEB9}" dt="2024-08-23T16:12:53.344" v="553" actId="1076"/>
          <ac:spMkLst>
            <pc:docMk/>
            <pc:sldMk cId="2385108943" sldId="406"/>
            <ac:spMk id="188" creationId="{7BD4D358-4507-4AEB-9BF4-17AA31774427}"/>
          </ac:spMkLst>
        </pc:spChg>
        <pc:spChg chg="add mod">
          <ac:chgData name="LE FALHER, Martial" userId="4e18b825-4c81-4fdf-8616-10afe3723b47" providerId="ADAL" clId="{4BF94FC4-CCC0-457C-84C3-4DF6C2F9CEB9}" dt="2024-08-23T16:12:04.751" v="537" actId="1076"/>
          <ac:spMkLst>
            <pc:docMk/>
            <pc:sldMk cId="2385108943" sldId="406"/>
            <ac:spMk id="192" creationId="{97791FBD-1EA1-43A4-B302-C814639FFE5A}"/>
          </ac:spMkLst>
        </pc:spChg>
        <pc:spChg chg="add mod">
          <ac:chgData name="LE FALHER, Martial" userId="4e18b825-4c81-4fdf-8616-10afe3723b47" providerId="ADAL" clId="{4BF94FC4-CCC0-457C-84C3-4DF6C2F9CEB9}" dt="2024-08-23T16:12:04.751" v="537" actId="1076"/>
          <ac:spMkLst>
            <pc:docMk/>
            <pc:sldMk cId="2385108943" sldId="406"/>
            <ac:spMk id="193" creationId="{F193DB4D-DD46-42C1-AB0B-E99104DC6F04}"/>
          </ac:spMkLst>
        </pc:spChg>
        <pc:spChg chg="add del mod">
          <ac:chgData name="LE FALHER, Martial" userId="4e18b825-4c81-4fdf-8616-10afe3723b47" providerId="ADAL" clId="{4BF94FC4-CCC0-457C-84C3-4DF6C2F9CEB9}" dt="2024-08-23T14:33:04.729" v="433" actId="478"/>
          <ac:spMkLst>
            <pc:docMk/>
            <pc:sldMk cId="2385108943" sldId="406"/>
            <ac:spMk id="195" creationId="{68594763-79CF-4AD1-BCDE-82BAE36C65AF}"/>
          </ac:spMkLst>
        </pc:spChg>
        <pc:spChg chg="add del mod">
          <ac:chgData name="LE FALHER, Martial" userId="4e18b825-4c81-4fdf-8616-10afe3723b47" providerId="ADAL" clId="{4BF94FC4-CCC0-457C-84C3-4DF6C2F9CEB9}" dt="2024-08-23T14:33:07.696" v="434" actId="478"/>
          <ac:spMkLst>
            <pc:docMk/>
            <pc:sldMk cId="2385108943" sldId="406"/>
            <ac:spMk id="196" creationId="{BC1A46B7-7C74-435F-ABB3-34F2112CDAC3}"/>
          </ac:spMkLst>
        </pc:spChg>
        <pc:spChg chg="add del mod">
          <ac:chgData name="LE FALHER, Martial" userId="4e18b825-4c81-4fdf-8616-10afe3723b47" providerId="ADAL" clId="{4BF94FC4-CCC0-457C-84C3-4DF6C2F9CEB9}" dt="2024-08-23T14:29:36.790" v="345" actId="478"/>
          <ac:spMkLst>
            <pc:docMk/>
            <pc:sldMk cId="2385108943" sldId="406"/>
            <ac:spMk id="198" creationId="{BD973F5E-2FF6-43F1-9DDC-57C7210867F9}"/>
          </ac:spMkLst>
        </pc:spChg>
        <pc:spChg chg="add del mod">
          <ac:chgData name="LE FALHER, Martial" userId="4e18b825-4c81-4fdf-8616-10afe3723b47" providerId="ADAL" clId="{4BF94FC4-CCC0-457C-84C3-4DF6C2F9CEB9}" dt="2024-08-23T14:33:02.222" v="432" actId="478"/>
          <ac:spMkLst>
            <pc:docMk/>
            <pc:sldMk cId="2385108943" sldId="406"/>
            <ac:spMk id="199" creationId="{86AC508C-EECB-4F4B-B458-1B1050F1619B}"/>
          </ac:spMkLst>
        </pc:spChg>
        <pc:spChg chg="add mod">
          <ac:chgData name="LE FALHER, Martial" userId="4e18b825-4c81-4fdf-8616-10afe3723b47" providerId="ADAL" clId="{4BF94FC4-CCC0-457C-84C3-4DF6C2F9CEB9}" dt="2024-08-23T16:12:04.751" v="537" actId="1076"/>
          <ac:spMkLst>
            <pc:docMk/>
            <pc:sldMk cId="2385108943" sldId="406"/>
            <ac:spMk id="200" creationId="{83F8050F-F414-43C9-B32D-B64829C0CE93}"/>
          </ac:spMkLst>
        </pc:spChg>
        <pc:spChg chg="mod">
          <ac:chgData name="LE FALHER, Martial" userId="4e18b825-4c81-4fdf-8616-10afe3723b47" providerId="ADAL" clId="{4BF94FC4-CCC0-457C-84C3-4DF6C2F9CEB9}" dt="2024-08-23T14:24:21.390" v="308" actId="20577"/>
          <ac:spMkLst>
            <pc:docMk/>
            <pc:sldMk cId="2385108943" sldId="406"/>
            <ac:spMk id="2051" creationId="{00000000-0000-0000-0000-000000000000}"/>
          </ac:spMkLst>
        </pc:spChg>
        <pc:grpChg chg="del mod">
          <ac:chgData name="LE FALHER, Martial" userId="4e18b825-4c81-4fdf-8616-10afe3723b47" providerId="ADAL" clId="{4BF94FC4-CCC0-457C-84C3-4DF6C2F9CEB9}" dt="2024-08-23T14:29:22.380" v="339" actId="478"/>
          <ac:grpSpMkLst>
            <pc:docMk/>
            <pc:sldMk cId="2385108943" sldId="406"/>
            <ac:grpSpMk id="12" creationId="{F0028238-55AE-24F3-1CF5-C76BA36A2ADB}"/>
          </ac:grpSpMkLst>
        </pc:grpChg>
        <pc:grpChg chg="del mod">
          <ac:chgData name="LE FALHER, Martial" userId="4e18b825-4c81-4fdf-8616-10afe3723b47" providerId="ADAL" clId="{4BF94FC4-CCC0-457C-84C3-4DF6C2F9CEB9}" dt="2024-08-23T14:29:22.380" v="339" actId="478"/>
          <ac:grpSpMkLst>
            <pc:docMk/>
            <pc:sldMk cId="2385108943" sldId="406"/>
            <ac:grpSpMk id="64" creationId="{00000000-0000-0000-0000-000000000000}"/>
          </ac:grpSpMkLst>
        </pc:grpChg>
        <pc:grpChg chg="del">
          <ac:chgData name="LE FALHER, Martial" userId="4e18b825-4c81-4fdf-8616-10afe3723b47" providerId="ADAL" clId="{4BF94FC4-CCC0-457C-84C3-4DF6C2F9CEB9}" dt="2024-08-23T14:29:22.380" v="339" actId="478"/>
          <ac:grpSpMkLst>
            <pc:docMk/>
            <pc:sldMk cId="2385108943" sldId="406"/>
            <ac:grpSpMk id="113" creationId="{00000000-0000-0000-0000-000000000000}"/>
          </ac:grpSpMkLst>
        </pc:grpChg>
        <pc:cxnChg chg="del">
          <ac:chgData name="LE FALHER, Martial" userId="4e18b825-4c81-4fdf-8616-10afe3723b47" providerId="ADAL" clId="{4BF94FC4-CCC0-457C-84C3-4DF6C2F9CEB9}" dt="2024-08-23T14:29:22.380" v="339" actId="478"/>
          <ac:cxnSpMkLst>
            <pc:docMk/>
            <pc:sldMk cId="2385108943" sldId="406"/>
            <ac:cxnSpMk id="6"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9"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16" creationId="{882DA9D4-C939-E924-CF3C-0E3E54E6E022}"/>
          </ac:cxnSpMkLst>
        </pc:cxnChg>
        <pc:cxnChg chg="del mod">
          <ac:chgData name="LE FALHER, Martial" userId="4e18b825-4c81-4fdf-8616-10afe3723b47" providerId="ADAL" clId="{4BF94FC4-CCC0-457C-84C3-4DF6C2F9CEB9}" dt="2024-08-23T14:29:22.380" v="339" actId="478"/>
          <ac:cxnSpMkLst>
            <pc:docMk/>
            <pc:sldMk cId="2385108943" sldId="406"/>
            <ac:cxnSpMk id="17" creationId="{72DA6F5F-9E44-BD0A-7A0D-37E7F591392C}"/>
          </ac:cxnSpMkLst>
        </pc:cxnChg>
        <pc:cxnChg chg="del mod">
          <ac:chgData name="LE FALHER, Martial" userId="4e18b825-4c81-4fdf-8616-10afe3723b47" providerId="ADAL" clId="{4BF94FC4-CCC0-457C-84C3-4DF6C2F9CEB9}" dt="2024-08-23T14:29:22.380" v="339" actId="478"/>
          <ac:cxnSpMkLst>
            <pc:docMk/>
            <pc:sldMk cId="2385108943" sldId="406"/>
            <ac:cxnSpMk id="19"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21"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23"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32"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33" creationId="{E45C41EA-1A17-347F-EFAF-DB6A0FA960E3}"/>
          </ac:cxnSpMkLst>
        </pc:cxnChg>
        <pc:cxnChg chg="del">
          <ac:chgData name="LE FALHER, Martial" userId="4e18b825-4c81-4fdf-8616-10afe3723b47" providerId="ADAL" clId="{4BF94FC4-CCC0-457C-84C3-4DF6C2F9CEB9}" dt="2024-08-23T14:29:22.380" v="339" actId="478"/>
          <ac:cxnSpMkLst>
            <pc:docMk/>
            <pc:sldMk cId="2385108943" sldId="406"/>
            <ac:cxnSpMk id="34" creationId="{00000000-0000-0000-0000-000000000000}"/>
          </ac:cxnSpMkLst>
        </pc:cxnChg>
        <pc:cxnChg chg="add mod">
          <ac:chgData name="LE FALHER, Martial" userId="4e18b825-4c81-4fdf-8616-10afe3723b47" providerId="ADAL" clId="{4BF94FC4-CCC0-457C-84C3-4DF6C2F9CEB9}" dt="2024-08-23T16:12:13.007" v="540" actId="1076"/>
          <ac:cxnSpMkLst>
            <pc:docMk/>
            <pc:sldMk cId="2385108943" sldId="406"/>
            <ac:cxnSpMk id="38" creationId="{1E3498C5-7BDB-4CFE-B0E1-23F1F0774D5A}"/>
          </ac:cxnSpMkLst>
        </pc:cxnChg>
        <pc:cxnChg chg="add mod">
          <ac:chgData name="LE FALHER, Martial" userId="4e18b825-4c81-4fdf-8616-10afe3723b47" providerId="ADAL" clId="{4BF94FC4-CCC0-457C-84C3-4DF6C2F9CEB9}" dt="2024-08-23T16:12:09.843" v="539" actId="1076"/>
          <ac:cxnSpMkLst>
            <pc:docMk/>
            <pc:sldMk cId="2385108943" sldId="406"/>
            <ac:cxnSpMk id="40" creationId="{984DDD4B-1D90-4294-9458-8AE5A5DC9E51}"/>
          </ac:cxnSpMkLst>
        </pc:cxnChg>
        <pc:cxnChg chg="add mod">
          <ac:chgData name="LE FALHER, Martial" userId="4e18b825-4c81-4fdf-8616-10afe3723b47" providerId="ADAL" clId="{4BF94FC4-CCC0-457C-84C3-4DF6C2F9CEB9}" dt="2024-08-23T16:12:07.330" v="538" actId="1076"/>
          <ac:cxnSpMkLst>
            <pc:docMk/>
            <pc:sldMk cId="2385108943" sldId="406"/>
            <ac:cxnSpMk id="45" creationId="{9765343B-D34C-4AE4-AF04-3DAC1CABE5E9}"/>
          </ac:cxnSpMkLst>
        </pc:cxnChg>
        <pc:cxnChg chg="add mod">
          <ac:chgData name="LE FALHER, Martial" userId="4e18b825-4c81-4fdf-8616-10afe3723b47" providerId="ADAL" clId="{4BF94FC4-CCC0-457C-84C3-4DF6C2F9CEB9}" dt="2024-08-23T16:11:36.730" v="532" actId="11529"/>
          <ac:cxnSpMkLst>
            <pc:docMk/>
            <pc:sldMk cId="2385108943" sldId="406"/>
            <ac:cxnSpMk id="47" creationId="{AFBA23CA-DA91-480D-8A01-2B58DA6E3CAE}"/>
          </ac:cxnSpMkLst>
        </pc:cxnChg>
        <pc:cxnChg chg="add del mod">
          <ac:chgData name="LE FALHER, Martial" userId="4e18b825-4c81-4fdf-8616-10afe3723b47" providerId="ADAL" clId="{4BF94FC4-CCC0-457C-84C3-4DF6C2F9CEB9}" dt="2024-08-23T10:07:38.576" v="46" actId="478"/>
          <ac:cxnSpMkLst>
            <pc:docMk/>
            <pc:sldMk cId="2385108943" sldId="406"/>
            <ac:cxnSpMk id="53" creationId="{98284A65-D166-4DC9-B079-C9D28AD400D3}"/>
          </ac:cxnSpMkLst>
        </pc:cxnChg>
        <pc:cxnChg chg="del mod">
          <ac:chgData name="LE FALHER, Martial" userId="4e18b825-4c81-4fdf-8616-10afe3723b47" providerId="ADAL" clId="{4BF94FC4-CCC0-457C-84C3-4DF6C2F9CEB9}" dt="2024-08-23T14:29:22.380" v="339" actId="478"/>
          <ac:cxnSpMkLst>
            <pc:docMk/>
            <pc:sldMk cId="2385108943" sldId="406"/>
            <ac:cxnSpMk id="55"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60"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61"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78"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79"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80" creationId="{00000000-0000-0000-0000-000000000000}"/>
          </ac:cxnSpMkLst>
        </pc:cxnChg>
        <pc:cxnChg chg="del mod">
          <ac:chgData name="LE FALHER, Martial" userId="4e18b825-4c81-4fdf-8616-10afe3723b47" providerId="ADAL" clId="{4BF94FC4-CCC0-457C-84C3-4DF6C2F9CEB9}" dt="2024-08-23T14:29:22.380" v="339" actId="478"/>
          <ac:cxnSpMkLst>
            <pc:docMk/>
            <pc:sldMk cId="2385108943" sldId="406"/>
            <ac:cxnSpMk id="86" creationId="{00000000-0000-0000-0000-000000000000}"/>
          </ac:cxnSpMkLst>
        </pc:cxnChg>
        <pc:cxnChg chg="add mod">
          <ac:chgData name="LE FALHER, Martial" userId="4e18b825-4c81-4fdf-8616-10afe3723b47" providerId="ADAL" clId="{4BF94FC4-CCC0-457C-84C3-4DF6C2F9CEB9}" dt="2024-08-23T16:13:10.571" v="556" actId="1076"/>
          <ac:cxnSpMkLst>
            <pc:docMk/>
            <pc:sldMk cId="2385108943" sldId="406"/>
            <ac:cxnSpMk id="95" creationId="{04716262-0B4F-4ACD-997B-4C7690EE4760}"/>
          </ac:cxnSpMkLst>
        </pc:cxnChg>
        <pc:cxnChg chg="del">
          <ac:chgData name="LE FALHER, Martial" userId="4e18b825-4c81-4fdf-8616-10afe3723b47" providerId="ADAL" clId="{4BF94FC4-CCC0-457C-84C3-4DF6C2F9CEB9}" dt="2024-08-23T14:29:22.380" v="339" actId="478"/>
          <ac:cxnSpMkLst>
            <pc:docMk/>
            <pc:sldMk cId="2385108943" sldId="406"/>
            <ac:cxnSpMk id="101"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102"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105"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117"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118"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123" creationId="{00000000-0000-0000-0000-000000000000}"/>
          </ac:cxnSpMkLst>
        </pc:cxnChg>
        <pc:cxnChg chg="add mod">
          <ac:chgData name="LE FALHER, Martial" userId="4e18b825-4c81-4fdf-8616-10afe3723b47" providerId="ADAL" clId="{4BF94FC4-CCC0-457C-84C3-4DF6C2F9CEB9}" dt="2024-08-23T16:13:10.571" v="556" actId="1076"/>
          <ac:cxnSpMkLst>
            <pc:docMk/>
            <pc:sldMk cId="2385108943" sldId="406"/>
            <ac:cxnSpMk id="126" creationId="{27B674EA-8757-40DF-ADAA-57CF9C147182}"/>
          </ac:cxnSpMkLst>
        </pc:cxnChg>
        <pc:cxnChg chg="del mod">
          <ac:chgData name="LE FALHER, Martial" userId="4e18b825-4c81-4fdf-8616-10afe3723b47" providerId="ADAL" clId="{4BF94FC4-CCC0-457C-84C3-4DF6C2F9CEB9}" dt="2024-08-23T14:29:22.380" v="339" actId="478"/>
          <ac:cxnSpMkLst>
            <pc:docMk/>
            <pc:sldMk cId="2385108943" sldId="406"/>
            <ac:cxnSpMk id="129" creationId="{9AAD6979-61EB-E793-CF79-310551123902}"/>
          </ac:cxnSpMkLst>
        </pc:cxnChg>
        <pc:cxnChg chg="del mod">
          <ac:chgData name="LE FALHER, Martial" userId="4e18b825-4c81-4fdf-8616-10afe3723b47" providerId="ADAL" clId="{4BF94FC4-CCC0-457C-84C3-4DF6C2F9CEB9}" dt="2024-08-23T14:29:22.380" v="339" actId="478"/>
          <ac:cxnSpMkLst>
            <pc:docMk/>
            <pc:sldMk cId="2385108943" sldId="406"/>
            <ac:cxnSpMk id="130" creationId="{1BC5B4F2-366C-8308-4121-DF9BEE7370E3}"/>
          </ac:cxnSpMkLst>
        </pc:cxnChg>
        <pc:cxnChg chg="add mod">
          <ac:chgData name="LE FALHER, Martial" userId="4e18b825-4c81-4fdf-8616-10afe3723b47" providerId="ADAL" clId="{4BF94FC4-CCC0-457C-84C3-4DF6C2F9CEB9}" dt="2024-08-23T16:12:09.843" v="539" actId="1076"/>
          <ac:cxnSpMkLst>
            <pc:docMk/>
            <pc:sldMk cId="2385108943" sldId="406"/>
            <ac:cxnSpMk id="143" creationId="{ADEBEBF2-593D-4FE3-9E7B-202D65544F5E}"/>
          </ac:cxnSpMkLst>
        </pc:cxnChg>
        <pc:cxnChg chg="del mod">
          <ac:chgData name="LE FALHER, Martial" userId="4e18b825-4c81-4fdf-8616-10afe3723b47" providerId="ADAL" clId="{4BF94FC4-CCC0-457C-84C3-4DF6C2F9CEB9}" dt="2024-08-23T14:29:22.380" v="339" actId="478"/>
          <ac:cxnSpMkLst>
            <pc:docMk/>
            <pc:sldMk cId="2385108943" sldId="406"/>
            <ac:cxnSpMk id="149" creationId="{199738EE-628B-2206-DF59-2B77CD18FC03}"/>
          </ac:cxnSpMkLst>
        </pc:cxnChg>
        <pc:cxnChg chg="del mod">
          <ac:chgData name="LE FALHER, Martial" userId="4e18b825-4c81-4fdf-8616-10afe3723b47" providerId="ADAL" clId="{4BF94FC4-CCC0-457C-84C3-4DF6C2F9CEB9}" dt="2024-08-23T14:29:22.380" v="339" actId="478"/>
          <ac:cxnSpMkLst>
            <pc:docMk/>
            <pc:sldMk cId="2385108943" sldId="406"/>
            <ac:cxnSpMk id="152" creationId="{024542D9-0E1E-B788-F836-AD11CF451315}"/>
          </ac:cxnSpMkLst>
        </pc:cxnChg>
        <pc:cxnChg chg="del mod">
          <ac:chgData name="LE FALHER, Martial" userId="4e18b825-4c81-4fdf-8616-10afe3723b47" providerId="ADAL" clId="{4BF94FC4-CCC0-457C-84C3-4DF6C2F9CEB9}" dt="2024-08-23T14:29:22.380" v="339" actId="478"/>
          <ac:cxnSpMkLst>
            <pc:docMk/>
            <pc:sldMk cId="2385108943" sldId="406"/>
            <ac:cxnSpMk id="154" creationId="{63C32F78-4EEA-1AF1-6E25-21AA1A86A287}"/>
          </ac:cxnSpMkLst>
        </pc:cxnChg>
        <pc:cxnChg chg="del mod">
          <ac:chgData name="LE FALHER, Martial" userId="4e18b825-4c81-4fdf-8616-10afe3723b47" providerId="ADAL" clId="{4BF94FC4-CCC0-457C-84C3-4DF6C2F9CEB9}" dt="2024-08-23T14:29:22.380" v="339" actId="478"/>
          <ac:cxnSpMkLst>
            <pc:docMk/>
            <pc:sldMk cId="2385108943" sldId="406"/>
            <ac:cxnSpMk id="157" creationId="{8AC271A1-E69E-6E9F-B668-2AA2484F4038}"/>
          </ac:cxnSpMkLst>
        </pc:cxnChg>
        <pc:cxnChg chg="del mod">
          <ac:chgData name="LE FALHER, Martial" userId="4e18b825-4c81-4fdf-8616-10afe3723b47" providerId="ADAL" clId="{4BF94FC4-CCC0-457C-84C3-4DF6C2F9CEB9}" dt="2024-08-23T14:29:22.380" v="339" actId="478"/>
          <ac:cxnSpMkLst>
            <pc:docMk/>
            <pc:sldMk cId="2385108943" sldId="406"/>
            <ac:cxnSpMk id="159" creationId="{00F985B0-2DA9-3DEF-8065-DEC131C872E8}"/>
          </ac:cxnSpMkLst>
        </pc:cxnChg>
        <pc:cxnChg chg="del mod">
          <ac:chgData name="LE FALHER, Martial" userId="4e18b825-4c81-4fdf-8616-10afe3723b47" providerId="ADAL" clId="{4BF94FC4-CCC0-457C-84C3-4DF6C2F9CEB9}" dt="2024-08-23T14:29:22.380" v="339" actId="478"/>
          <ac:cxnSpMkLst>
            <pc:docMk/>
            <pc:sldMk cId="2385108943" sldId="406"/>
            <ac:cxnSpMk id="162" creationId="{FC9E8A77-D3A6-4CBF-B9C4-A0870271D256}"/>
          </ac:cxnSpMkLst>
        </pc:cxnChg>
        <pc:cxnChg chg="del mod">
          <ac:chgData name="LE FALHER, Martial" userId="4e18b825-4c81-4fdf-8616-10afe3723b47" providerId="ADAL" clId="{4BF94FC4-CCC0-457C-84C3-4DF6C2F9CEB9}" dt="2024-08-23T14:29:22.380" v="339" actId="478"/>
          <ac:cxnSpMkLst>
            <pc:docMk/>
            <pc:sldMk cId="2385108943" sldId="406"/>
            <ac:cxnSpMk id="167" creationId="{9612DBF6-4F4A-E3E2-5AA3-184D0041DF28}"/>
          </ac:cxnSpMkLst>
        </pc:cxnChg>
        <pc:cxnChg chg="del mod">
          <ac:chgData name="LE FALHER, Martial" userId="4e18b825-4c81-4fdf-8616-10afe3723b47" providerId="ADAL" clId="{4BF94FC4-CCC0-457C-84C3-4DF6C2F9CEB9}" dt="2024-08-23T14:29:22.380" v="339" actId="478"/>
          <ac:cxnSpMkLst>
            <pc:docMk/>
            <pc:sldMk cId="2385108943" sldId="406"/>
            <ac:cxnSpMk id="171" creationId="{7073D018-9A11-CBC8-093D-A2A67D0C94E1}"/>
          </ac:cxnSpMkLst>
        </pc:cxnChg>
        <pc:cxnChg chg="add mod">
          <ac:chgData name="LE FALHER, Martial" userId="4e18b825-4c81-4fdf-8616-10afe3723b47" providerId="ADAL" clId="{4BF94FC4-CCC0-457C-84C3-4DF6C2F9CEB9}" dt="2024-08-23T16:12:04.751" v="537" actId="1076"/>
          <ac:cxnSpMkLst>
            <pc:docMk/>
            <pc:sldMk cId="2385108943" sldId="406"/>
            <ac:cxnSpMk id="173" creationId="{4EF9F988-927E-4F84-A11A-A8B62B28F774}"/>
          </ac:cxnSpMkLst>
        </pc:cxnChg>
        <pc:cxnChg chg="mod">
          <ac:chgData name="LE FALHER, Martial" userId="4e18b825-4c81-4fdf-8616-10afe3723b47" providerId="ADAL" clId="{4BF94FC4-CCC0-457C-84C3-4DF6C2F9CEB9}" dt="2024-08-23T16:12:04.751" v="537" actId="1076"/>
          <ac:cxnSpMkLst>
            <pc:docMk/>
            <pc:sldMk cId="2385108943" sldId="406"/>
            <ac:cxnSpMk id="174" creationId="{F7B07DEB-D7AE-4873-3679-85F6158D5761}"/>
          </ac:cxnSpMkLst>
        </pc:cxnChg>
        <pc:cxnChg chg="del mod">
          <ac:chgData name="LE FALHER, Martial" userId="4e18b825-4c81-4fdf-8616-10afe3723b47" providerId="ADAL" clId="{4BF94FC4-CCC0-457C-84C3-4DF6C2F9CEB9}" dt="2024-08-23T14:29:22.380" v="339" actId="478"/>
          <ac:cxnSpMkLst>
            <pc:docMk/>
            <pc:sldMk cId="2385108943" sldId="406"/>
            <ac:cxnSpMk id="176" creationId="{93F5B86B-D986-5EFF-81D7-0C470D3E5952}"/>
          </ac:cxnSpMkLst>
        </pc:cxnChg>
        <pc:cxnChg chg="add mod">
          <ac:chgData name="LE FALHER, Martial" userId="4e18b825-4c81-4fdf-8616-10afe3723b47" providerId="ADAL" clId="{4BF94FC4-CCC0-457C-84C3-4DF6C2F9CEB9}" dt="2024-08-23T16:12:04.751" v="537" actId="1076"/>
          <ac:cxnSpMkLst>
            <pc:docMk/>
            <pc:sldMk cId="2385108943" sldId="406"/>
            <ac:cxnSpMk id="186" creationId="{612A8CEE-8C7C-4071-BFB6-EF46883FF3E1}"/>
          </ac:cxnSpMkLst>
        </pc:cxnChg>
        <pc:cxnChg chg="add mod">
          <ac:chgData name="LE FALHER, Martial" userId="4e18b825-4c81-4fdf-8616-10afe3723b47" providerId="ADAL" clId="{4BF94FC4-CCC0-457C-84C3-4DF6C2F9CEB9}" dt="2024-08-23T16:12:04.751" v="537" actId="1076"/>
          <ac:cxnSpMkLst>
            <pc:docMk/>
            <pc:sldMk cId="2385108943" sldId="406"/>
            <ac:cxnSpMk id="189" creationId="{17D35DF1-650A-4BE5-A188-E44A89817E24}"/>
          </ac:cxnSpMkLst>
        </pc:cxnChg>
        <pc:cxnChg chg="add mod">
          <ac:chgData name="LE FALHER, Martial" userId="4e18b825-4c81-4fdf-8616-10afe3723b47" providerId="ADAL" clId="{4BF94FC4-CCC0-457C-84C3-4DF6C2F9CEB9}" dt="2024-08-23T16:12:04.751" v="537" actId="1076"/>
          <ac:cxnSpMkLst>
            <pc:docMk/>
            <pc:sldMk cId="2385108943" sldId="406"/>
            <ac:cxnSpMk id="194" creationId="{A79797C4-13CF-4C86-BC0D-ABEA3CCAF200}"/>
          </ac:cxnSpMkLst>
        </pc:cxnChg>
        <pc:cxnChg chg="del mod">
          <ac:chgData name="LE FALHER, Martial" userId="4e18b825-4c81-4fdf-8616-10afe3723b47" providerId="ADAL" clId="{4BF94FC4-CCC0-457C-84C3-4DF6C2F9CEB9}" dt="2024-08-23T14:29:22.380" v="339" actId="478"/>
          <ac:cxnSpMkLst>
            <pc:docMk/>
            <pc:sldMk cId="2385108943" sldId="406"/>
            <ac:cxnSpMk id="2052"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2060"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2062" creationId="{00000000-0000-0000-0000-000000000000}"/>
          </ac:cxnSpMkLst>
        </pc:cxnChg>
        <pc:cxnChg chg="del">
          <ac:chgData name="LE FALHER, Martial" userId="4e18b825-4c81-4fdf-8616-10afe3723b47" providerId="ADAL" clId="{4BF94FC4-CCC0-457C-84C3-4DF6C2F9CEB9}" dt="2024-08-23T14:29:22.380" v="339" actId="478"/>
          <ac:cxnSpMkLst>
            <pc:docMk/>
            <pc:sldMk cId="2385108943" sldId="406"/>
            <ac:cxnSpMk id="2078" creationId="{00000000-0000-0000-0000-000000000000}"/>
          </ac:cxnSpMkLst>
        </pc:cxnChg>
      </pc:sldChg>
      <pc:sldChg chg="addSp modSp">
        <pc:chgData name="LE FALHER, Martial" userId="4e18b825-4c81-4fdf-8616-10afe3723b47" providerId="ADAL" clId="{4BF94FC4-CCC0-457C-84C3-4DF6C2F9CEB9}" dt="2024-08-23T16:07:47.326" v="499" actId="11529"/>
        <pc:sldMkLst>
          <pc:docMk/>
          <pc:sldMk cId="1037664355" sldId="416"/>
        </pc:sldMkLst>
        <pc:spChg chg="add mod">
          <ac:chgData name="LE FALHER, Martial" userId="4e18b825-4c81-4fdf-8616-10afe3723b47" providerId="ADAL" clId="{4BF94FC4-CCC0-457C-84C3-4DF6C2F9CEB9}" dt="2024-08-23T16:07:41.006" v="498" actId="20577"/>
          <ac:spMkLst>
            <pc:docMk/>
            <pc:sldMk cId="1037664355" sldId="416"/>
            <ac:spMk id="64" creationId="{D36A21C7-7ADD-4F94-A19A-FE354596158D}"/>
          </ac:spMkLst>
        </pc:spChg>
        <pc:spChg chg="mod">
          <ac:chgData name="LE FALHER, Martial" userId="4e18b825-4c81-4fdf-8616-10afe3723b47" providerId="ADAL" clId="{4BF94FC4-CCC0-457C-84C3-4DF6C2F9CEB9}" dt="2024-08-23T16:07:28.271" v="487" actId="1076"/>
          <ac:spMkLst>
            <pc:docMk/>
            <pc:sldMk cId="1037664355" sldId="416"/>
            <ac:spMk id="10254" creationId="{00000000-0000-0000-0000-000000000000}"/>
          </ac:spMkLst>
        </pc:spChg>
        <pc:cxnChg chg="add mod">
          <ac:chgData name="LE FALHER, Martial" userId="4e18b825-4c81-4fdf-8616-10afe3723b47" providerId="ADAL" clId="{4BF94FC4-CCC0-457C-84C3-4DF6C2F9CEB9}" dt="2024-08-23T16:07:47.326" v="499" actId="11529"/>
          <ac:cxnSpMkLst>
            <pc:docMk/>
            <pc:sldMk cId="1037664355" sldId="416"/>
            <ac:cxnSpMk id="4" creationId="{FCFDF2B9-2000-4B18-8B8A-76853C4F6F4B}"/>
          </ac:cxnSpMkLst>
        </pc:cxnChg>
        <pc:cxnChg chg="mod">
          <ac:chgData name="LE FALHER, Martial" userId="4e18b825-4c81-4fdf-8616-10afe3723b47" providerId="ADAL" clId="{4BF94FC4-CCC0-457C-84C3-4DF6C2F9CEB9}" dt="2024-08-23T16:07:28.271" v="487" actId="1076"/>
          <ac:cxnSpMkLst>
            <pc:docMk/>
            <pc:sldMk cId="1037664355" sldId="416"/>
            <ac:cxnSpMk id="102" creationId="{00000000-0000-0000-0000-000000000000}"/>
          </ac:cxnSpMkLst>
        </pc:cxnChg>
      </pc:sldChg>
      <pc:sldChg chg="addSp delSp modSp add">
        <pc:chgData name="LE FALHER, Martial" userId="4e18b825-4c81-4fdf-8616-10afe3723b47" providerId="ADAL" clId="{4BF94FC4-CCC0-457C-84C3-4DF6C2F9CEB9}" dt="2024-08-23T14:32:14.098" v="389" actId="20577"/>
        <pc:sldMkLst>
          <pc:docMk/>
          <pc:sldMk cId="2050435377" sldId="590"/>
        </pc:sldMkLst>
        <pc:spChg chg="mod">
          <ac:chgData name="LE FALHER, Martial" userId="4e18b825-4c81-4fdf-8616-10afe3723b47" providerId="ADAL" clId="{4BF94FC4-CCC0-457C-84C3-4DF6C2F9CEB9}" dt="2024-08-23T14:31:20.500" v="383" actId="1076"/>
          <ac:spMkLst>
            <pc:docMk/>
            <pc:sldMk cId="2050435377" sldId="590"/>
            <ac:spMk id="3" creationId="{4833DA87-0B8D-3701-370F-1EE8EF69EFB1}"/>
          </ac:spMkLst>
        </pc:spChg>
        <pc:spChg chg="mod">
          <ac:chgData name="LE FALHER, Martial" userId="4e18b825-4c81-4fdf-8616-10afe3723b47" providerId="ADAL" clId="{4BF94FC4-CCC0-457C-84C3-4DF6C2F9CEB9}" dt="2024-08-23T14:31:20.500" v="383" actId="1076"/>
          <ac:spMkLst>
            <pc:docMk/>
            <pc:sldMk cId="2050435377" sldId="590"/>
            <ac:spMk id="4" creationId="{A9C0D4C9-4CFF-0BD1-2384-883BD13AD1A5}"/>
          </ac:spMkLst>
        </pc:spChg>
        <pc:spChg chg="mod">
          <ac:chgData name="LE FALHER, Martial" userId="4e18b825-4c81-4fdf-8616-10afe3723b47" providerId="ADAL" clId="{4BF94FC4-CCC0-457C-84C3-4DF6C2F9CEB9}" dt="2024-08-23T14:31:20.500" v="383" actId="1076"/>
          <ac:spMkLst>
            <pc:docMk/>
            <pc:sldMk cId="2050435377" sldId="590"/>
            <ac:spMk id="8" creationId="{6D69F7A2-6235-33E8-C2EA-91B3F7738D75}"/>
          </ac:spMkLst>
        </pc:spChg>
        <pc:spChg chg="mod">
          <ac:chgData name="LE FALHER, Martial" userId="4e18b825-4c81-4fdf-8616-10afe3723b47" providerId="ADAL" clId="{4BF94FC4-CCC0-457C-84C3-4DF6C2F9CEB9}" dt="2024-08-23T14:31:20.500" v="383" actId="1076"/>
          <ac:spMkLst>
            <pc:docMk/>
            <pc:sldMk cId="2050435377" sldId="590"/>
            <ac:spMk id="10" creationId="{005995ED-D1AA-0C83-3C09-B4DF521787E5}"/>
          </ac:spMkLst>
        </pc:spChg>
        <pc:spChg chg="mod">
          <ac:chgData name="LE FALHER, Martial" userId="4e18b825-4c81-4fdf-8616-10afe3723b47" providerId="ADAL" clId="{4BF94FC4-CCC0-457C-84C3-4DF6C2F9CEB9}" dt="2024-08-23T14:31:20.500" v="383" actId="1076"/>
          <ac:spMkLst>
            <pc:docMk/>
            <pc:sldMk cId="2050435377" sldId="590"/>
            <ac:spMk id="11" creationId="{C47988DB-5CFF-34ED-E57C-CC90387A7181}"/>
          </ac:spMkLst>
        </pc:spChg>
        <pc:spChg chg="mod">
          <ac:chgData name="LE FALHER, Martial" userId="4e18b825-4c81-4fdf-8616-10afe3723b47" providerId="ADAL" clId="{4BF94FC4-CCC0-457C-84C3-4DF6C2F9CEB9}" dt="2024-08-23T14:31:20.500" v="383" actId="1076"/>
          <ac:spMkLst>
            <pc:docMk/>
            <pc:sldMk cId="2050435377" sldId="590"/>
            <ac:spMk id="18" creationId="{00837C32-A4B5-1FF2-5F98-3218BCB9A7AB}"/>
          </ac:spMkLst>
        </pc:spChg>
        <pc:spChg chg="mod">
          <ac:chgData name="LE FALHER, Martial" userId="4e18b825-4c81-4fdf-8616-10afe3723b47" providerId="ADAL" clId="{4BF94FC4-CCC0-457C-84C3-4DF6C2F9CEB9}" dt="2024-08-23T14:31:20.500" v="383" actId="1076"/>
          <ac:spMkLst>
            <pc:docMk/>
            <pc:sldMk cId="2050435377" sldId="590"/>
            <ac:spMk id="20" creationId="{A6BFB434-930B-BC15-DDD9-A198A8CBFC4F}"/>
          </ac:spMkLst>
        </pc:spChg>
        <pc:spChg chg="mod">
          <ac:chgData name="LE FALHER, Martial" userId="4e18b825-4c81-4fdf-8616-10afe3723b47" providerId="ADAL" clId="{4BF94FC4-CCC0-457C-84C3-4DF6C2F9CEB9}" dt="2024-08-23T14:31:20.500" v="383" actId="1076"/>
          <ac:spMkLst>
            <pc:docMk/>
            <pc:sldMk cId="2050435377" sldId="590"/>
            <ac:spMk id="24" creationId="{2E5FBEDD-792B-3957-ED78-1A9085F0BE13}"/>
          </ac:spMkLst>
        </pc:spChg>
        <pc:spChg chg="mod">
          <ac:chgData name="LE FALHER, Martial" userId="4e18b825-4c81-4fdf-8616-10afe3723b47" providerId="ADAL" clId="{4BF94FC4-CCC0-457C-84C3-4DF6C2F9CEB9}" dt="2024-08-23T14:31:20.500" v="383" actId="1076"/>
          <ac:spMkLst>
            <pc:docMk/>
            <pc:sldMk cId="2050435377" sldId="590"/>
            <ac:spMk id="27" creationId="{E713EC22-C6B7-FF3B-7C25-811F21145B91}"/>
          </ac:spMkLst>
        </pc:spChg>
        <pc:spChg chg="mod">
          <ac:chgData name="LE FALHER, Martial" userId="4e18b825-4c81-4fdf-8616-10afe3723b47" providerId="ADAL" clId="{4BF94FC4-CCC0-457C-84C3-4DF6C2F9CEB9}" dt="2024-08-23T14:31:20.500" v="383" actId="1076"/>
          <ac:spMkLst>
            <pc:docMk/>
            <pc:sldMk cId="2050435377" sldId="590"/>
            <ac:spMk id="28" creationId="{85D8AEFD-7043-A170-F186-6322EF6F551B}"/>
          </ac:spMkLst>
        </pc:spChg>
        <pc:spChg chg="mod">
          <ac:chgData name="LE FALHER, Martial" userId="4e18b825-4c81-4fdf-8616-10afe3723b47" providerId="ADAL" clId="{4BF94FC4-CCC0-457C-84C3-4DF6C2F9CEB9}" dt="2024-08-23T14:31:20.500" v="383" actId="1076"/>
          <ac:spMkLst>
            <pc:docMk/>
            <pc:sldMk cId="2050435377" sldId="590"/>
            <ac:spMk id="29" creationId="{E1DFAB66-1372-9761-97D5-8C766241508E}"/>
          </ac:spMkLst>
        </pc:spChg>
        <pc:spChg chg="mod">
          <ac:chgData name="LE FALHER, Martial" userId="4e18b825-4c81-4fdf-8616-10afe3723b47" providerId="ADAL" clId="{4BF94FC4-CCC0-457C-84C3-4DF6C2F9CEB9}" dt="2024-08-23T14:31:20.500" v="383" actId="1076"/>
          <ac:spMkLst>
            <pc:docMk/>
            <pc:sldMk cId="2050435377" sldId="590"/>
            <ac:spMk id="30" creationId="{A40847F6-FC52-0FD9-D354-949E36B46511}"/>
          </ac:spMkLst>
        </pc:spChg>
        <pc:spChg chg="mod">
          <ac:chgData name="LE FALHER, Martial" userId="4e18b825-4c81-4fdf-8616-10afe3723b47" providerId="ADAL" clId="{4BF94FC4-CCC0-457C-84C3-4DF6C2F9CEB9}" dt="2024-08-23T14:31:20.500" v="383" actId="1076"/>
          <ac:spMkLst>
            <pc:docMk/>
            <pc:sldMk cId="2050435377" sldId="590"/>
            <ac:spMk id="31" creationId="{20BA147B-801C-D42C-FFBB-FCDD7BF7B414}"/>
          </ac:spMkLst>
        </pc:spChg>
        <pc:spChg chg="mod">
          <ac:chgData name="LE FALHER, Martial" userId="4e18b825-4c81-4fdf-8616-10afe3723b47" providerId="ADAL" clId="{4BF94FC4-CCC0-457C-84C3-4DF6C2F9CEB9}" dt="2024-08-23T14:31:20.500" v="383" actId="1076"/>
          <ac:spMkLst>
            <pc:docMk/>
            <pc:sldMk cId="2050435377" sldId="590"/>
            <ac:spMk id="35" creationId="{7AB165B5-1299-9F79-A1A4-C050287D2429}"/>
          </ac:spMkLst>
        </pc:spChg>
        <pc:spChg chg="mod">
          <ac:chgData name="LE FALHER, Martial" userId="4e18b825-4c81-4fdf-8616-10afe3723b47" providerId="ADAL" clId="{4BF94FC4-CCC0-457C-84C3-4DF6C2F9CEB9}" dt="2024-08-23T14:31:20.500" v="383" actId="1076"/>
          <ac:spMkLst>
            <pc:docMk/>
            <pc:sldMk cId="2050435377" sldId="590"/>
            <ac:spMk id="36" creationId="{1BB5077C-7308-DFF5-E9BC-3DAC18D2C896}"/>
          </ac:spMkLst>
        </pc:spChg>
        <pc:spChg chg="mod">
          <ac:chgData name="LE FALHER, Martial" userId="4e18b825-4c81-4fdf-8616-10afe3723b47" providerId="ADAL" clId="{4BF94FC4-CCC0-457C-84C3-4DF6C2F9CEB9}" dt="2024-08-23T14:31:20.500" v="383" actId="1076"/>
          <ac:spMkLst>
            <pc:docMk/>
            <pc:sldMk cId="2050435377" sldId="590"/>
            <ac:spMk id="43"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54"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56"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57"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67" creationId="{00000000-0000-0000-0000-000000000000}"/>
          </ac:spMkLst>
        </pc:spChg>
        <pc:spChg chg="mod">
          <ac:chgData name="LE FALHER, Martial" userId="4e18b825-4c81-4fdf-8616-10afe3723b47" providerId="ADAL" clId="{4BF94FC4-CCC0-457C-84C3-4DF6C2F9CEB9}" dt="2024-08-23T14:31:03.990" v="380" actId="1076"/>
          <ac:spMkLst>
            <pc:docMk/>
            <pc:sldMk cId="2050435377" sldId="590"/>
            <ac:spMk id="70"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71"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72"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75"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77"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82"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83"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0"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3"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4"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7"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8"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99"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00"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03"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04"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06"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08"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10"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12"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19"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0"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1"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2"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4"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5"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7"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28"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33" creationId="{4BCD09FC-F972-B009-1383-7EEDED0CDC93}"/>
          </ac:spMkLst>
        </pc:spChg>
        <pc:spChg chg="mod">
          <ac:chgData name="LE FALHER, Martial" userId="4e18b825-4c81-4fdf-8616-10afe3723b47" providerId="ADAL" clId="{4BF94FC4-CCC0-457C-84C3-4DF6C2F9CEB9}" dt="2024-08-23T14:31:20.500" v="383" actId="1076"/>
          <ac:spMkLst>
            <pc:docMk/>
            <pc:sldMk cId="2050435377" sldId="590"/>
            <ac:spMk id="134" creationId="{DBD18ECB-CD2C-F9C1-D089-E318FC83D546}"/>
          </ac:spMkLst>
        </pc:spChg>
        <pc:spChg chg="mod">
          <ac:chgData name="LE FALHER, Martial" userId="4e18b825-4c81-4fdf-8616-10afe3723b47" providerId="ADAL" clId="{4BF94FC4-CCC0-457C-84C3-4DF6C2F9CEB9}" dt="2024-08-23T14:31:20.500" v="383" actId="1076"/>
          <ac:spMkLst>
            <pc:docMk/>
            <pc:sldMk cId="2050435377" sldId="590"/>
            <ac:spMk id="135" creationId="{EE1095C8-8793-A938-F7E5-30B84B6E7238}"/>
          </ac:spMkLst>
        </pc:spChg>
        <pc:spChg chg="mod">
          <ac:chgData name="LE FALHER, Martial" userId="4e18b825-4c81-4fdf-8616-10afe3723b47" providerId="ADAL" clId="{4BF94FC4-CCC0-457C-84C3-4DF6C2F9CEB9}" dt="2024-08-23T14:31:20.500" v="383" actId="1076"/>
          <ac:spMkLst>
            <pc:docMk/>
            <pc:sldMk cId="2050435377" sldId="590"/>
            <ac:spMk id="136" creationId="{4715E114-9363-8774-8EE5-77F5F8C07DE7}"/>
          </ac:spMkLst>
        </pc:spChg>
        <pc:spChg chg="mod">
          <ac:chgData name="LE FALHER, Martial" userId="4e18b825-4c81-4fdf-8616-10afe3723b47" providerId="ADAL" clId="{4BF94FC4-CCC0-457C-84C3-4DF6C2F9CEB9}" dt="2024-08-23T14:31:20.500" v="383" actId="1076"/>
          <ac:spMkLst>
            <pc:docMk/>
            <pc:sldMk cId="2050435377" sldId="590"/>
            <ac:spMk id="137" creationId="{00000000-0000-0000-0000-000000000000}"/>
          </ac:spMkLst>
        </pc:spChg>
        <pc:spChg chg="mod">
          <ac:chgData name="LE FALHER, Martial" userId="4e18b825-4c81-4fdf-8616-10afe3723b47" providerId="ADAL" clId="{4BF94FC4-CCC0-457C-84C3-4DF6C2F9CEB9}" dt="2024-08-23T14:31:20.500" v="383" actId="1076"/>
          <ac:spMkLst>
            <pc:docMk/>
            <pc:sldMk cId="2050435377" sldId="590"/>
            <ac:spMk id="138" creationId="{E94FBBD3-885D-C7EA-D422-DFF8D104CE21}"/>
          </ac:spMkLst>
        </pc:spChg>
        <pc:spChg chg="mod">
          <ac:chgData name="LE FALHER, Martial" userId="4e18b825-4c81-4fdf-8616-10afe3723b47" providerId="ADAL" clId="{4BF94FC4-CCC0-457C-84C3-4DF6C2F9CEB9}" dt="2024-08-23T14:31:20.500" v="383" actId="1076"/>
          <ac:spMkLst>
            <pc:docMk/>
            <pc:sldMk cId="2050435377" sldId="590"/>
            <ac:spMk id="139" creationId="{486701FF-3958-82D6-C1D7-DA949E215CC9}"/>
          </ac:spMkLst>
        </pc:spChg>
        <pc:spChg chg="mod">
          <ac:chgData name="LE FALHER, Martial" userId="4e18b825-4c81-4fdf-8616-10afe3723b47" providerId="ADAL" clId="{4BF94FC4-CCC0-457C-84C3-4DF6C2F9CEB9}" dt="2024-08-23T14:31:20.500" v="383" actId="1076"/>
          <ac:spMkLst>
            <pc:docMk/>
            <pc:sldMk cId="2050435377" sldId="590"/>
            <ac:spMk id="140" creationId="{DBD9E13C-3CC5-8237-FF23-4FA33B61EFEF}"/>
          </ac:spMkLst>
        </pc:spChg>
        <pc:spChg chg="mod">
          <ac:chgData name="LE FALHER, Martial" userId="4e18b825-4c81-4fdf-8616-10afe3723b47" providerId="ADAL" clId="{4BF94FC4-CCC0-457C-84C3-4DF6C2F9CEB9}" dt="2024-08-23T14:31:20.500" v="383" actId="1076"/>
          <ac:spMkLst>
            <pc:docMk/>
            <pc:sldMk cId="2050435377" sldId="590"/>
            <ac:spMk id="141" creationId="{B0D78646-C0A0-D249-569F-0B334EADE774}"/>
          </ac:spMkLst>
        </pc:spChg>
        <pc:spChg chg="mod">
          <ac:chgData name="LE FALHER, Martial" userId="4e18b825-4c81-4fdf-8616-10afe3723b47" providerId="ADAL" clId="{4BF94FC4-CCC0-457C-84C3-4DF6C2F9CEB9}" dt="2024-08-23T14:31:20.500" v="383" actId="1076"/>
          <ac:spMkLst>
            <pc:docMk/>
            <pc:sldMk cId="2050435377" sldId="590"/>
            <ac:spMk id="142" creationId="{CC71CE75-D484-D257-0455-E87CEB4F64A9}"/>
          </ac:spMkLst>
        </pc:spChg>
        <pc:spChg chg="mod">
          <ac:chgData name="LE FALHER, Martial" userId="4e18b825-4c81-4fdf-8616-10afe3723b47" providerId="ADAL" clId="{4BF94FC4-CCC0-457C-84C3-4DF6C2F9CEB9}" dt="2024-08-23T14:31:20.500" v="383" actId="1076"/>
          <ac:spMkLst>
            <pc:docMk/>
            <pc:sldMk cId="2050435377" sldId="590"/>
            <ac:spMk id="144" creationId="{DA9D41E6-6C4C-2318-6A7C-91A5A2B1C518}"/>
          </ac:spMkLst>
        </pc:spChg>
        <pc:spChg chg="mod">
          <ac:chgData name="LE FALHER, Martial" userId="4e18b825-4c81-4fdf-8616-10afe3723b47" providerId="ADAL" clId="{4BF94FC4-CCC0-457C-84C3-4DF6C2F9CEB9}" dt="2024-08-23T14:31:20.500" v="383" actId="1076"/>
          <ac:spMkLst>
            <pc:docMk/>
            <pc:sldMk cId="2050435377" sldId="590"/>
            <ac:spMk id="145" creationId="{C428EC73-0A60-E2DE-7965-603873510883}"/>
          </ac:spMkLst>
        </pc:spChg>
        <pc:spChg chg="mod">
          <ac:chgData name="LE FALHER, Martial" userId="4e18b825-4c81-4fdf-8616-10afe3723b47" providerId="ADAL" clId="{4BF94FC4-CCC0-457C-84C3-4DF6C2F9CEB9}" dt="2024-08-23T14:31:20.500" v="383" actId="1076"/>
          <ac:spMkLst>
            <pc:docMk/>
            <pc:sldMk cId="2050435377" sldId="590"/>
            <ac:spMk id="146" creationId="{3E0B31C9-B0F7-DA0D-C65D-FE92B698B077}"/>
          </ac:spMkLst>
        </pc:spChg>
        <pc:spChg chg="del">
          <ac:chgData name="LE FALHER, Martial" userId="4e18b825-4c81-4fdf-8616-10afe3723b47" providerId="ADAL" clId="{4BF94FC4-CCC0-457C-84C3-4DF6C2F9CEB9}" dt="2024-08-23T14:30:52.932" v="375" actId="478"/>
          <ac:spMkLst>
            <pc:docMk/>
            <pc:sldMk cId="2050435377" sldId="590"/>
            <ac:spMk id="147" creationId="{463647AC-5DF9-4D5B-8D31-2441537D9D75}"/>
          </ac:spMkLst>
        </pc:spChg>
        <pc:spChg chg="del">
          <ac:chgData name="LE FALHER, Martial" userId="4e18b825-4c81-4fdf-8616-10afe3723b47" providerId="ADAL" clId="{4BF94FC4-CCC0-457C-84C3-4DF6C2F9CEB9}" dt="2024-08-23T14:30:59.372" v="378" actId="478"/>
          <ac:spMkLst>
            <pc:docMk/>
            <pc:sldMk cId="2050435377" sldId="590"/>
            <ac:spMk id="148" creationId="{1568445E-0178-49CF-9DC8-D0648ACC426D}"/>
          </ac:spMkLst>
        </pc:spChg>
        <pc:spChg chg="add del mod">
          <ac:chgData name="LE FALHER, Martial" userId="4e18b825-4c81-4fdf-8616-10afe3723b47" providerId="ADAL" clId="{4BF94FC4-CCC0-457C-84C3-4DF6C2F9CEB9}" dt="2024-08-23T14:29:57.110" v="347" actId="478"/>
          <ac:spMkLst>
            <pc:docMk/>
            <pc:sldMk cId="2050435377" sldId="590"/>
            <ac:spMk id="150" creationId="{0C076540-5C80-48E1-A9BF-DB1E667B4A0D}"/>
          </ac:spMkLst>
        </pc:spChg>
        <pc:spChg chg="add del mod">
          <ac:chgData name="LE FALHER, Martial" userId="4e18b825-4c81-4fdf-8616-10afe3723b47" providerId="ADAL" clId="{4BF94FC4-CCC0-457C-84C3-4DF6C2F9CEB9}" dt="2024-08-23T14:29:57.110" v="347" actId="478"/>
          <ac:spMkLst>
            <pc:docMk/>
            <pc:sldMk cId="2050435377" sldId="590"/>
            <ac:spMk id="151" creationId="{DBD24282-142D-4E6F-825D-BDA6FC83EDFB}"/>
          </ac:spMkLst>
        </pc:spChg>
        <pc:spChg chg="del">
          <ac:chgData name="LE FALHER, Martial" userId="4e18b825-4c81-4fdf-8616-10afe3723b47" providerId="ADAL" clId="{4BF94FC4-CCC0-457C-84C3-4DF6C2F9CEB9}" dt="2024-08-23T14:30:56.992" v="377" actId="478"/>
          <ac:spMkLst>
            <pc:docMk/>
            <pc:sldMk cId="2050435377" sldId="590"/>
            <ac:spMk id="164" creationId="{9179599D-3ABA-4E17-83EF-8CD2D7C254C2}"/>
          </ac:spMkLst>
        </pc:spChg>
        <pc:spChg chg="mod">
          <ac:chgData name="LE FALHER, Martial" userId="4e18b825-4c81-4fdf-8616-10afe3723b47" providerId="ADAL" clId="{4BF94FC4-CCC0-457C-84C3-4DF6C2F9CEB9}" dt="2024-08-23T14:31:20.500" v="383" actId="1076"/>
          <ac:spMkLst>
            <pc:docMk/>
            <pc:sldMk cId="2050435377" sldId="590"/>
            <ac:spMk id="165" creationId="{CCB2BC2B-5921-6C00-725C-DC1B3EBA3409}"/>
          </ac:spMkLst>
        </pc:spChg>
        <pc:spChg chg="del">
          <ac:chgData name="LE FALHER, Martial" userId="4e18b825-4c81-4fdf-8616-10afe3723b47" providerId="ADAL" clId="{4BF94FC4-CCC0-457C-84C3-4DF6C2F9CEB9}" dt="2024-08-23T14:30:52.932" v="375" actId="478"/>
          <ac:spMkLst>
            <pc:docMk/>
            <pc:sldMk cId="2050435377" sldId="590"/>
            <ac:spMk id="166" creationId="{B82A827C-2EC9-4B24-BE6E-4B80B8A9536B}"/>
          </ac:spMkLst>
        </pc:spChg>
        <pc:spChg chg="del">
          <ac:chgData name="LE FALHER, Martial" userId="4e18b825-4c81-4fdf-8616-10afe3723b47" providerId="ADAL" clId="{4BF94FC4-CCC0-457C-84C3-4DF6C2F9CEB9}" dt="2024-08-23T14:30:54.402" v="376" actId="478"/>
          <ac:spMkLst>
            <pc:docMk/>
            <pc:sldMk cId="2050435377" sldId="590"/>
            <ac:spMk id="168" creationId="{86953033-8482-4738-A176-8CCB2CB0A413}"/>
          </ac:spMkLst>
        </pc:spChg>
        <pc:spChg chg="del">
          <ac:chgData name="LE FALHER, Martial" userId="4e18b825-4c81-4fdf-8616-10afe3723b47" providerId="ADAL" clId="{4BF94FC4-CCC0-457C-84C3-4DF6C2F9CEB9}" dt="2024-08-23T14:30:40.463" v="370" actId="478"/>
          <ac:spMkLst>
            <pc:docMk/>
            <pc:sldMk cId="2050435377" sldId="590"/>
            <ac:spMk id="169" creationId="{A89F6075-9479-4E00-AAC9-DE5861541F26}"/>
          </ac:spMkLst>
        </pc:spChg>
        <pc:spChg chg="mod">
          <ac:chgData name="LE FALHER, Martial" userId="4e18b825-4c81-4fdf-8616-10afe3723b47" providerId="ADAL" clId="{4BF94FC4-CCC0-457C-84C3-4DF6C2F9CEB9}" dt="2024-08-23T14:31:20.500" v="383" actId="1076"/>
          <ac:spMkLst>
            <pc:docMk/>
            <pc:sldMk cId="2050435377" sldId="590"/>
            <ac:spMk id="177" creationId="{8A771436-CAE8-3B7B-455E-3843FFAD8C20}"/>
          </ac:spMkLst>
        </pc:spChg>
        <pc:spChg chg="mod">
          <ac:chgData name="LE FALHER, Martial" userId="4e18b825-4c81-4fdf-8616-10afe3723b47" providerId="ADAL" clId="{4BF94FC4-CCC0-457C-84C3-4DF6C2F9CEB9}" dt="2024-08-23T14:31:20.500" v="383" actId="1076"/>
          <ac:spMkLst>
            <pc:docMk/>
            <pc:sldMk cId="2050435377" sldId="590"/>
            <ac:spMk id="178" creationId="{F60D9115-9C84-EB96-16E6-0E120F9B5732}"/>
          </ac:spMkLst>
        </pc:spChg>
        <pc:spChg chg="mod">
          <ac:chgData name="LE FALHER, Martial" userId="4e18b825-4c81-4fdf-8616-10afe3723b47" providerId="ADAL" clId="{4BF94FC4-CCC0-457C-84C3-4DF6C2F9CEB9}" dt="2024-08-23T14:31:20.500" v="383" actId="1076"/>
          <ac:spMkLst>
            <pc:docMk/>
            <pc:sldMk cId="2050435377" sldId="590"/>
            <ac:spMk id="179" creationId="{9972DFB9-560F-7E1A-2686-2991FFA7054B}"/>
          </ac:spMkLst>
        </pc:spChg>
        <pc:spChg chg="mod">
          <ac:chgData name="LE FALHER, Martial" userId="4e18b825-4c81-4fdf-8616-10afe3723b47" providerId="ADAL" clId="{4BF94FC4-CCC0-457C-84C3-4DF6C2F9CEB9}" dt="2024-08-23T14:31:20.500" v="383" actId="1076"/>
          <ac:spMkLst>
            <pc:docMk/>
            <pc:sldMk cId="2050435377" sldId="590"/>
            <ac:spMk id="180" creationId="{54D6C465-5442-2614-ABDC-C2528D47AE72}"/>
          </ac:spMkLst>
        </pc:spChg>
        <pc:spChg chg="mod">
          <ac:chgData name="LE FALHER, Martial" userId="4e18b825-4c81-4fdf-8616-10afe3723b47" providerId="ADAL" clId="{4BF94FC4-CCC0-457C-84C3-4DF6C2F9CEB9}" dt="2024-08-23T14:31:20.500" v="383" actId="1076"/>
          <ac:spMkLst>
            <pc:docMk/>
            <pc:sldMk cId="2050435377" sldId="590"/>
            <ac:spMk id="181" creationId="{46FD01A7-6E9E-F440-CA0D-6EDFA68DDA24}"/>
          </ac:spMkLst>
        </pc:spChg>
        <pc:spChg chg="mod">
          <ac:chgData name="LE FALHER, Martial" userId="4e18b825-4c81-4fdf-8616-10afe3723b47" providerId="ADAL" clId="{4BF94FC4-CCC0-457C-84C3-4DF6C2F9CEB9}" dt="2024-08-23T14:31:20.500" v="383" actId="1076"/>
          <ac:spMkLst>
            <pc:docMk/>
            <pc:sldMk cId="2050435377" sldId="590"/>
            <ac:spMk id="182" creationId="{5A5E3267-692C-C201-F19B-F7CC2DE1B246}"/>
          </ac:spMkLst>
        </pc:spChg>
        <pc:spChg chg="mod">
          <ac:chgData name="LE FALHER, Martial" userId="4e18b825-4c81-4fdf-8616-10afe3723b47" providerId="ADAL" clId="{4BF94FC4-CCC0-457C-84C3-4DF6C2F9CEB9}" dt="2024-08-23T14:31:20.500" v="383" actId="1076"/>
          <ac:spMkLst>
            <pc:docMk/>
            <pc:sldMk cId="2050435377" sldId="590"/>
            <ac:spMk id="183" creationId="{F45B0FFB-A031-2F8D-8E8F-F928F5BED4AE}"/>
          </ac:spMkLst>
        </pc:spChg>
        <pc:spChg chg="mod">
          <ac:chgData name="LE FALHER, Martial" userId="4e18b825-4c81-4fdf-8616-10afe3723b47" providerId="ADAL" clId="{4BF94FC4-CCC0-457C-84C3-4DF6C2F9CEB9}" dt="2024-08-23T14:31:20.500" v="383" actId="1076"/>
          <ac:spMkLst>
            <pc:docMk/>
            <pc:sldMk cId="2050435377" sldId="590"/>
            <ac:spMk id="184" creationId="{C6D49F08-FA07-55BD-5648-B723181091E8}"/>
          </ac:spMkLst>
        </pc:spChg>
        <pc:spChg chg="del">
          <ac:chgData name="LE FALHER, Martial" userId="4e18b825-4c81-4fdf-8616-10afe3723b47" providerId="ADAL" clId="{4BF94FC4-CCC0-457C-84C3-4DF6C2F9CEB9}" dt="2024-08-23T14:30:40.463" v="370" actId="478"/>
          <ac:spMkLst>
            <pc:docMk/>
            <pc:sldMk cId="2050435377" sldId="590"/>
            <ac:spMk id="185" creationId="{4821D45D-52B6-47FF-B988-DFE41C0E1C64}"/>
          </ac:spMkLst>
        </pc:spChg>
        <pc:spChg chg="del">
          <ac:chgData name="LE FALHER, Martial" userId="4e18b825-4c81-4fdf-8616-10afe3723b47" providerId="ADAL" clId="{4BF94FC4-CCC0-457C-84C3-4DF6C2F9CEB9}" dt="2024-08-23T14:30:40.463" v="370" actId="478"/>
          <ac:spMkLst>
            <pc:docMk/>
            <pc:sldMk cId="2050435377" sldId="590"/>
            <ac:spMk id="192" creationId="{97791FBD-1EA1-43A4-B302-C814639FFE5A}"/>
          </ac:spMkLst>
        </pc:spChg>
        <pc:spChg chg="del">
          <ac:chgData name="LE FALHER, Martial" userId="4e18b825-4c81-4fdf-8616-10afe3723b47" providerId="ADAL" clId="{4BF94FC4-CCC0-457C-84C3-4DF6C2F9CEB9}" dt="2024-08-23T14:30:40.463" v="370" actId="478"/>
          <ac:spMkLst>
            <pc:docMk/>
            <pc:sldMk cId="2050435377" sldId="590"/>
            <ac:spMk id="193" creationId="{F193DB4D-DD46-42C1-AB0B-E99104DC6F04}"/>
          </ac:spMkLst>
        </pc:spChg>
        <pc:spChg chg="del">
          <ac:chgData name="LE FALHER, Martial" userId="4e18b825-4c81-4fdf-8616-10afe3723b47" providerId="ADAL" clId="{4BF94FC4-CCC0-457C-84C3-4DF6C2F9CEB9}" dt="2024-08-23T14:30:47.773" v="373" actId="478"/>
          <ac:spMkLst>
            <pc:docMk/>
            <pc:sldMk cId="2050435377" sldId="590"/>
            <ac:spMk id="195" creationId="{68594763-79CF-4AD1-BCDE-82BAE36C65AF}"/>
          </ac:spMkLst>
        </pc:spChg>
        <pc:spChg chg="del">
          <ac:chgData name="LE FALHER, Martial" userId="4e18b825-4c81-4fdf-8616-10afe3723b47" providerId="ADAL" clId="{4BF94FC4-CCC0-457C-84C3-4DF6C2F9CEB9}" dt="2024-08-23T14:30:46.096" v="371" actId="478"/>
          <ac:spMkLst>
            <pc:docMk/>
            <pc:sldMk cId="2050435377" sldId="590"/>
            <ac:spMk id="196" creationId="{BC1A46B7-7C74-435F-ABB3-34F2112CDAC3}"/>
          </ac:spMkLst>
        </pc:spChg>
        <pc:spChg chg="del">
          <ac:chgData name="LE FALHER, Martial" userId="4e18b825-4c81-4fdf-8616-10afe3723b47" providerId="ADAL" clId="{4BF94FC4-CCC0-457C-84C3-4DF6C2F9CEB9}" dt="2024-08-23T14:31:08.762" v="382" actId="478"/>
          <ac:spMkLst>
            <pc:docMk/>
            <pc:sldMk cId="2050435377" sldId="590"/>
            <ac:spMk id="199" creationId="{86AC508C-EECB-4F4B-B458-1B1050F1619B}"/>
          </ac:spMkLst>
        </pc:spChg>
        <pc:spChg chg="del">
          <ac:chgData name="LE FALHER, Martial" userId="4e18b825-4c81-4fdf-8616-10afe3723b47" providerId="ADAL" clId="{4BF94FC4-CCC0-457C-84C3-4DF6C2F9CEB9}" dt="2024-08-23T14:30:40.463" v="370" actId="478"/>
          <ac:spMkLst>
            <pc:docMk/>
            <pc:sldMk cId="2050435377" sldId="590"/>
            <ac:spMk id="200" creationId="{83F8050F-F414-43C9-B32D-B64829C0CE93}"/>
          </ac:spMkLst>
        </pc:spChg>
        <pc:spChg chg="mod">
          <ac:chgData name="LE FALHER, Martial" userId="4e18b825-4c81-4fdf-8616-10afe3723b47" providerId="ADAL" clId="{4BF94FC4-CCC0-457C-84C3-4DF6C2F9CEB9}" dt="2024-08-23T14:32:14.098" v="389" actId="20577"/>
          <ac:spMkLst>
            <pc:docMk/>
            <pc:sldMk cId="2050435377" sldId="590"/>
            <ac:spMk id="2051" creationId="{00000000-0000-0000-0000-000000000000}"/>
          </ac:spMkLst>
        </pc:spChg>
        <pc:grpChg chg="mod">
          <ac:chgData name="LE FALHER, Martial" userId="4e18b825-4c81-4fdf-8616-10afe3723b47" providerId="ADAL" clId="{4BF94FC4-CCC0-457C-84C3-4DF6C2F9CEB9}" dt="2024-08-23T14:31:20.500" v="383" actId="1076"/>
          <ac:grpSpMkLst>
            <pc:docMk/>
            <pc:sldMk cId="2050435377" sldId="590"/>
            <ac:grpSpMk id="12" creationId="{F0028238-55AE-24F3-1CF5-C76BA36A2ADB}"/>
          </ac:grpSpMkLst>
        </pc:grpChg>
        <pc:grpChg chg="mod">
          <ac:chgData name="LE FALHER, Martial" userId="4e18b825-4c81-4fdf-8616-10afe3723b47" providerId="ADAL" clId="{4BF94FC4-CCC0-457C-84C3-4DF6C2F9CEB9}" dt="2024-08-23T14:31:20.500" v="383" actId="1076"/>
          <ac:grpSpMkLst>
            <pc:docMk/>
            <pc:sldMk cId="2050435377" sldId="590"/>
            <ac:grpSpMk id="64" creationId="{00000000-0000-0000-0000-000000000000}"/>
          </ac:grpSpMkLst>
        </pc:grpChg>
        <pc:grpChg chg="mod">
          <ac:chgData name="LE FALHER, Martial" userId="4e18b825-4c81-4fdf-8616-10afe3723b47" providerId="ADAL" clId="{4BF94FC4-CCC0-457C-84C3-4DF6C2F9CEB9}" dt="2024-08-23T14:31:20.500" v="383" actId="1076"/>
          <ac:grpSpMkLst>
            <pc:docMk/>
            <pc:sldMk cId="2050435377" sldId="590"/>
            <ac:grpSpMk id="113" creationId="{00000000-0000-0000-0000-000000000000}"/>
          </ac:grpSpMkLst>
        </pc:grpChg>
        <pc:cxnChg chg="mod">
          <ac:chgData name="LE FALHER, Martial" userId="4e18b825-4c81-4fdf-8616-10afe3723b47" providerId="ADAL" clId="{4BF94FC4-CCC0-457C-84C3-4DF6C2F9CEB9}" dt="2024-08-23T14:31:20.500" v="383" actId="1076"/>
          <ac:cxnSpMkLst>
            <pc:docMk/>
            <pc:sldMk cId="2050435377" sldId="590"/>
            <ac:cxnSpMk id="6"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9"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6" creationId="{882DA9D4-C939-E924-CF3C-0E3E54E6E022}"/>
          </ac:cxnSpMkLst>
        </pc:cxnChg>
        <pc:cxnChg chg="mod">
          <ac:chgData name="LE FALHER, Martial" userId="4e18b825-4c81-4fdf-8616-10afe3723b47" providerId="ADAL" clId="{4BF94FC4-CCC0-457C-84C3-4DF6C2F9CEB9}" dt="2024-08-23T14:31:20.500" v="383" actId="1076"/>
          <ac:cxnSpMkLst>
            <pc:docMk/>
            <pc:sldMk cId="2050435377" sldId="590"/>
            <ac:cxnSpMk id="17" creationId="{72DA6F5F-9E44-BD0A-7A0D-37E7F591392C}"/>
          </ac:cxnSpMkLst>
        </pc:cxnChg>
        <pc:cxnChg chg="mod">
          <ac:chgData name="LE FALHER, Martial" userId="4e18b825-4c81-4fdf-8616-10afe3723b47" providerId="ADAL" clId="{4BF94FC4-CCC0-457C-84C3-4DF6C2F9CEB9}" dt="2024-08-23T14:31:20.500" v="383" actId="1076"/>
          <ac:cxnSpMkLst>
            <pc:docMk/>
            <pc:sldMk cId="2050435377" sldId="590"/>
            <ac:cxnSpMk id="19"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21"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23"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32"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33" creationId="{E45C41EA-1A17-347F-EFAF-DB6A0FA960E3}"/>
          </ac:cxnSpMkLst>
        </pc:cxnChg>
        <pc:cxnChg chg="mod">
          <ac:chgData name="LE FALHER, Martial" userId="4e18b825-4c81-4fdf-8616-10afe3723b47" providerId="ADAL" clId="{4BF94FC4-CCC0-457C-84C3-4DF6C2F9CEB9}" dt="2024-08-23T14:31:20.500" v="383" actId="1076"/>
          <ac:cxnSpMkLst>
            <pc:docMk/>
            <pc:sldMk cId="2050435377" sldId="590"/>
            <ac:cxnSpMk id="34"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55"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60"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61"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78"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79"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80"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86" creationId="{00000000-0000-0000-0000-000000000000}"/>
          </ac:cxnSpMkLst>
        </pc:cxnChg>
        <pc:cxnChg chg="del mod">
          <ac:chgData name="LE FALHER, Martial" userId="4e18b825-4c81-4fdf-8616-10afe3723b47" providerId="ADAL" clId="{4BF94FC4-CCC0-457C-84C3-4DF6C2F9CEB9}" dt="2024-08-23T14:30:52.932" v="375" actId="478"/>
          <ac:cxnSpMkLst>
            <pc:docMk/>
            <pc:sldMk cId="2050435377" sldId="590"/>
            <ac:cxnSpMk id="95" creationId="{04716262-0B4F-4ACD-997B-4C7690EE4760}"/>
          </ac:cxnSpMkLst>
        </pc:cxnChg>
        <pc:cxnChg chg="mod">
          <ac:chgData name="LE FALHER, Martial" userId="4e18b825-4c81-4fdf-8616-10afe3723b47" providerId="ADAL" clId="{4BF94FC4-CCC0-457C-84C3-4DF6C2F9CEB9}" dt="2024-08-23T14:31:20.500" v="383" actId="1076"/>
          <ac:cxnSpMkLst>
            <pc:docMk/>
            <pc:sldMk cId="2050435377" sldId="590"/>
            <ac:cxnSpMk id="101"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02"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05"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17"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18"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123" creationId="{00000000-0000-0000-0000-000000000000}"/>
          </ac:cxnSpMkLst>
        </pc:cxnChg>
        <pc:cxnChg chg="del mod">
          <ac:chgData name="LE FALHER, Martial" userId="4e18b825-4c81-4fdf-8616-10afe3723b47" providerId="ADAL" clId="{4BF94FC4-CCC0-457C-84C3-4DF6C2F9CEB9}" dt="2024-08-23T14:30:40.463" v="370" actId="478"/>
          <ac:cxnSpMkLst>
            <pc:docMk/>
            <pc:sldMk cId="2050435377" sldId="590"/>
            <ac:cxnSpMk id="126" creationId="{27B674EA-8757-40DF-ADAA-57CF9C147182}"/>
          </ac:cxnSpMkLst>
        </pc:cxnChg>
        <pc:cxnChg chg="mod">
          <ac:chgData name="LE FALHER, Martial" userId="4e18b825-4c81-4fdf-8616-10afe3723b47" providerId="ADAL" clId="{4BF94FC4-CCC0-457C-84C3-4DF6C2F9CEB9}" dt="2024-08-23T14:31:20.500" v="383" actId="1076"/>
          <ac:cxnSpMkLst>
            <pc:docMk/>
            <pc:sldMk cId="2050435377" sldId="590"/>
            <ac:cxnSpMk id="129" creationId="{9AAD6979-61EB-E793-CF79-310551123902}"/>
          </ac:cxnSpMkLst>
        </pc:cxnChg>
        <pc:cxnChg chg="mod">
          <ac:chgData name="LE FALHER, Martial" userId="4e18b825-4c81-4fdf-8616-10afe3723b47" providerId="ADAL" clId="{4BF94FC4-CCC0-457C-84C3-4DF6C2F9CEB9}" dt="2024-08-23T14:31:20.500" v="383" actId="1076"/>
          <ac:cxnSpMkLst>
            <pc:docMk/>
            <pc:sldMk cId="2050435377" sldId="590"/>
            <ac:cxnSpMk id="130" creationId="{1BC5B4F2-366C-8308-4121-DF9BEE7370E3}"/>
          </ac:cxnSpMkLst>
        </pc:cxnChg>
        <pc:cxnChg chg="del">
          <ac:chgData name="LE FALHER, Martial" userId="4e18b825-4c81-4fdf-8616-10afe3723b47" providerId="ADAL" clId="{4BF94FC4-CCC0-457C-84C3-4DF6C2F9CEB9}" dt="2024-08-23T14:31:02.030" v="379" actId="478"/>
          <ac:cxnSpMkLst>
            <pc:docMk/>
            <pc:sldMk cId="2050435377" sldId="590"/>
            <ac:cxnSpMk id="143" creationId="{ADEBEBF2-593D-4FE3-9E7B-202D65544F5E}"/>
          </ac:cxnSpMkLst>
        </pc:cxnChg>
        <pc:cxnChg chg="mod">
          <ac:chgData name="LE FALHER, Martial" userId="4e18b825-4c81-4fdf-8616-10afe3723b47" providerId="ADAL" clId="{4BF94FC4-CCC0-457C-84C3-4DF6C2F9CEB9}" dt="2024-08-23T14:31:20.500" v="383" actId="1076"/>
          <ac:cxnSpMkLst>
            <pc:docMk/>
            <pc:sldMk cId="2050435377" sldId="590"/>
            <ac:cxnSpMk id="149" creationId="{199738EE-628B-2206-DF59-2B77CD18FC03}"/>
          </ac:cxnSpMkLst>
        </pc:cxnChg>
        <pc:cxnChg chg="mod">
          <ac:chgData name="LE FALHER, Martial" userId="4e18b825-4c81-4fdf-8616-10afe3723b47" providerId="ADAL" clId="{4BF94FC4-CCC0-457C-84C3-4DF6C2F9CEB9}" dt="2024-08-23T14:31:20.500" v="383" actId="1076"/>
          <ac:cxnSpMkLst>
            <pc:docMk/>
            <pc:sldMk cId="2050435377" sldId="590"/>
            <ac:cxnSpMk id="152" creationId="{024542D9-0E1E-B788-F836-AD11CF451315}"/>
          </ac:cxnSpMkLst>
        </pc:cxnChg>
        <pc:cxnChg chg="mod">
          <ac:chgData name="LE FALHER, Martial" userId="4e18b825-4c81-4fdf-8616-10afe3723b47" providerId="ADAL" clId="{4BF94FC4-CCC0-457C-84C3-4DF6C2F9CEB9}" dt="2024-08-23T14:31:20.500" v="383" actId="1076"/>
          <ac:cxnSpMkLst>
            <pc:docMk/>
            <pc:sldMk cId="2050435377" sldId="590"/>
            <ac:cxnSpMk id="154" creationId="{63C32F78-4EEA-1AF1-6E25-21AA1A86A287}"/>
          </ac:cxnSpMkLst>
        </pc:cxnChg>
        <pc:cxnChg chg="mod">
          <ac:chgData name="LE FALHER, Martial" userId="4e18b825-4c81-4fdf-8616-10afe3723b47" providerId="ADAL" clId="{4BF94FC4-CCC0-457C-84C3-4DF6C2F9CEB9}" dt="2024-08-23T14:31:20.500" v="383" actId="1076"/>
          <ac:cxnSpMkLst>
            <pc:docMk/>
            <pc:sldMk cId="2050435377" sldId="590"/>
            <ac:cxnSpMk id="157" creationId="{8AC271A1-E69E-6E9F-B668-2AA2484F4038}"/>
          </ac:cxnSpMkLst>
        </pc:cxnChg>
        <pc:cxnChg chg="mod">
          <ac:chgData name="LE FALHER, Martial" userId="4e18b825-4c81-4fdf-8616-10afe3723b47" providerId="ADAL" clId="{4BF94FC4-CCC0-457C-84C3-4DF6C2F9CEB9}" dt="2024-08-23T14:31:20.500" v="383" actId="1076"/>
          <ac:cxnSpMkLst>
            <pc:docMk/>
            <pc:sldMk cId="2050435377" sldId="590"/>
            <ac:cxnSpMk id="159" creationId="{00F985B0-2DA9-3DEF-8065-DEC131C872E8}"/>
          </ac:cxnSpMkLst>
        </pc:cxnChg>
        <pc:cxnChg chg="mod">
          <ac:chgData name="LE FALHER, Martial" userId="4e18b825-4c81-4fdf-8616-10afe3723b47" providerId="ADAL" clId="{4BF94FC4-CCC0-457C-84C3-4DF6C2F9CEB9}" dt="2024-08-23T14:31:20.500" v="383" actId="1076"/>
          <ac:cxnSpMkLst>
            <pc:docMk/>
            <pc:sldMk cId="2050435377" sldId="590"/>
            <ac:cxnSpMk id="162" creationId="{FC9E8A77-D3A6-4CBF-B9C4-A0870271D256}"/>
          </ac:cxnSpMkLst>
        </pc:cxnChg>
        <pc:cxnChg chg="mod">
          <ac:chgData name="LE FALHER, Martial" userId="4e18b825-4c81-4fdf-8616-10afe3723b47" providerId="ADAL" clId="{4BF94FC4-CCC0-457C-84C3-4DF6C2F9CEB9}" dt="2024-08-23T14:31:20.500" v="383" actId="1076"/>
          <ac:cxnSpMkLst>
            <pc:docMk/>
            <pc:sldMk cId="2050435377" sldId="590"/>
            <ac:cxnSpMk id="167" creationId="{9612DBF6-4F4A-E3E2-5AA3-184D0041DF28}"/>
          </ac:cxnSpMkLst>
        </pc:cxnChg>
        <pc:cxnChg chg="mod">
          <ac:chgData name="LE FALHER, Martial" userId="4e18b825-4c81-4fdf-8616-10afe3723b47" providerId="ADAL" clId="{4BF94FC4-CCC0-457C-84C3-4DF6C2F9CEB9}" dt="2024-08-23T14:31:20.500" v="383" actId="1076"/>
          <ac:cxnSpMkLst>
            <pc:docMk/>
            <pc:sldMk cId="2050435377" sldId="590"/>
            <ac:cxnSpMk id="171" creationId="{7073D018-9A11-CBC8-093D-A2A67D0C94E1}"/>
          </ac:cxnSpMkLst>
        </pc:cxnChg>
        <pc:cxnChg chg="mod">
          <ac:chgData name="LE FALHER, Martial" userId="4e18b825-4c81-4fdf-8616-10afe3723b47" providerId="ADAL" clId="{4BF94FC4-CCC0-457C-84C3-4DF6C2F9CEB9}" dt="2024-08-23T14:31:20.500" v="383" actId="1076"/>
          <ac:cxnSpMkLst>
            <pc:docMk/>
            <pc:sldMk cId="2050435377" sldId="590"/>
            <ac:cxnSpMk id="173" creationId="{4EF9F988-927E-4F84-A11A-A8B62B28F774}"/>
          </ac:cxnSpMkLst>
        </pc:cxnChg>
        <pc:cxnChg chg="del mod">
          <ac:chgData name="LE FALHER, Martial" userId="4e18b825-4c81-4fdf-8616-10afe3723b47" providerId="ADAL" clId="{4BF94FC4-CCC0-457C-84C3-4DF6C2F9CEB9}" dt="2024-08-23T14:30:52.932" v="375" actId="478"/>
          <ac:cxnSpMkLst>
            <pc:docMk/>
            <pc:sldMk cId="2050435377" sldId="590"/>
            <ac:cxnSpMk id="174" creationId="{F7B07DEB-D7AE-4873-3679-85F6158D5761}"/>
          </ac:cxnSpMkLst>
        </pc:cxnChg>
        <pc:cxnChg chg="mod">
          <ac:chgData name="LE FALHER, Martial" userId="4e18b825-4c81-4fdf-8616-10afe3723b47" providerId="ADAL" clId="{4BF94FC4-CCC0-457C-84C3-4DF6C2F9CEB9}" dt="2024-08-23T14:31:20.500" v="383" actId="1076"/>
          <ac:cxnSpMkLst>
            <pc:docMk/>
            <pc:sldMk cId="2050435377" sldId="590"/>
            <ac:cxnSpMk id="176" creationId="{93F5B86B-D986-5EFF-81D7-0C470D3E5952}"/>
          </ac:cxnSpMkLst>
        </pc:cxnChg>
        <pc:cxnChg chg="del mod">
          <ac:chgData name="LE FALHER, Martial" userId="4e18b825-4c81-4fdf-8616-10afe3723b47" providerId="ADAL" clId="{4BF94FC4-CCC0-457C-84C3-4DF6C2F9CEB9}" dt="2024-08-23T14:30:52.932" v="375" actId="478"/>
          <ac:cxnSpMkLst>
            <pc:docMk/>
            <pc:sldMk cId="2050435377" sldId="590"/>
            <ac:cxnSpMk id="186" creationId="{612A8CEE-8C7C-4071-BFB6-EF46883FF3E1}"/>
          </ac:cxnSpMkLst>
        </pc:cxnChg>
        <pc:cxnChg chg="del mod">
          <ac:chgData name="LE FALHER, Martial" userId="4e18b825-4c81-4fdf-8616-10afe3723b47" providerId="ADAL" clId="{4BF94FC4-CCC0-457C-84C3-4DF6C2F9CEB9}" dt="2024-08-23T14:30:49.456" v="374" actId="478"/>
          <ac:cxnSpMkLst>
            <pc:docMk/>
            <pc:sldMk cId="2050435377" sldId="590"/>
            <ac:cxnSpMk id="189" creationId="{17D35DF1-650A-4BE5-A188-E44A89817E24}"/>
          </ac:cxnSpMkLst>
        </pc:cxnChg>
        <pc:cxnChg chg="del mod">
          <ac:chgData name="LE FALHER, Martial" userId="4e18b825-4c81-4fdf-8616-10afe3723b47" providerId="ADAL" clId="{4BF94FC4-CCC0-457C-84C3-4DF6C2F9CEB9}" dt="2024-08-23T14:30:46.782" v="372" actId="478"/>
          <ac:cxnSpMkLst>
            <pc:docMk/>
            <pc:sldMk cId="2050435377" sldId="590"/>
            <ac:cxnSpMk id="194" creationId="{A79797C4-13CF-4C86-BC0D-ABEA3CCAF200}"/>
          </ac:cxnSpMkLst>
        </pc:cxnChg>
        <pc:cxnChg chg="mod">
          <ac:chgData name="LE FALHER, Martial" userId="4e18b825-4c81-4fdf-8616-10afe3723b47" providerId="ADAL" clId="{4BF94FC4-CCC0-457C-84C3-4DF6C2F9CEB9}" dt="2024-08-23T14:31:20.500" v="383" actId="1076"/>
          <ac:cxnSpMkLst>
            <pc:docMk/>
            <pc:sldMk cId="2050435377" sldId="590"/>
            <ac:cxnSpMk id="2052"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2060"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2062" creationId="{00000000-0000-0000-0000-000000000000}"/>
          </ac:cxnSpMkLst>
        </pc:cxnChg>
        <pc:cxnChg chg="mod">
          <ac:chgData name="LE FALHER, Martial" userId="4e18b825-4c81-4fdf-8616-10afe3723b47" providerId="ADAL" clId="{4BF94FC4-CCC0-457C-84C3-4DF6C2F9CEB9}" dt="2024-08-23T14:31:20.500" v="383" actId="1076"/>
          <ac:cxnSpMkLst>
            <pc:docMk/>
            <pc:sldMk cId="2050435377" sldId="590"/>
            <ac:cxnSpMk id="2078" creationId="{00000000-0000-0000-0000-000000000000}"/>
          </ac:cxnSpMkLst>
        </pc:cxnChg>
      </pc:sldChg>
    </pc:docChg>
  </pc:docChgLst>
  <pc:docChgLst>
    <pc:chgData name="TROLLIET, Virginie" userId="2328b3ae-e721-4582-bbbe-ab80f85c6159" providerId="ADAL" clId="{6E6B1934-6CDA-4432-9195-47F763B551A1}"/>
    <pc:docChg chg="undo custSel modSld">
      <pc:chgData name="TROLLIET, Virginie" userId="2328b3ae-e721-4582-bbbe-ab80f85c6159" providerId="ADAL" clId="{6E6B1934-6CDA-4432-9195-47F763B551A1}" dt="2024-08-23T11:27:28.910" v="1323" actId="1076"/>
      <pc:docMkLst>
        <pc:docMk/>
      </pc:docMkLst>
      <pc:sldChg chg="delSp modSp mod">
        <pc:chgData name="TROLLIET, Virginie" userId="2328b3ae-e721-4582-bbbe-ab80f85c6159" providerId="ADAL" clId="{6E6B1934-6CDA-4432-9195-47F763B551A1}" dt="2024-08-22T11:17:36.741" v="98" actId="14100"/>
        <pc:sldMkLst>
          <pc:docMk/>
          <pc:sldMk cId="3141314968" sldId="369"/>
        </pc:sldMkLst>
        <pc:spChg chg="mod">
          <ac:chgData name="TROLLIET, Virginie" userId="2328b3ae-e721-4582-bbbe-ab80f85c6159" providerId="ADAL" clId="{6E6B1934-6CDA-4432-9195-47F763B551A1}" dt="2024-08-22T09:42:48.596" v="41" actId="113"/>
          <ac:spMkLst>
            <pc:docMk/>
            <pc:sldMk cId="3141314968" sldId="369"/>
            <ac:spMk id="2" creationId="{00000000-0000-0000-0000-000000000000}"/>
          </ac:spMkLst>
        </pc:spChg>
        <pc:spChg chg="mod">
          <ac:chgData name="TROLLIET, Virginie" userId="2328b3ae-e721-4582-bbbe-ab80f85c6159" providerId="ADAL" clId="{6E6B1934-6CDA-4432-9195-47F763B551A1}" dt="2024-08-22T09:38:56.843" v="34" actId="207"/>
          <ac:spMkLst>
            <pc:docMk/>
            <pc:sldMk cId="3141314968" sldId="369"/>
            <ac:spMk id="5" creationId="{991B162F-0B2D-7462-D424-29D02B74AB8D}"/>
          </ac:spMkLst>
        </pc:spChg>
        <pc:spChg chg="mod">
          <ac:chgData name="TROLLIET, Virginie" userId="2328b3ae-e721-4582-bbbe-ab80f85c6159" providerId="ADAL" clId="{6E6B1934-6CDA-4432-9195-47F763B551A1}" dt="2024-08-22T09:39:09.593" v="37" actId="20577"/>
          <ac:spMkLst>
            <pc:docMk/>
            <pc:sldMk cId="3141314968" sldId="369"/>
            <ac:spMk id="15" creationId="{00000000-0000-0000-0000-000000000000}"/>
          </ac:spMkLst>
        </pc:spChg>
        <pc:spChg chg="mod">
          <ac:chgData name="TROLLIET, Virginie" userId="2328b3ae-e721-4582-bbbe-ab80f85c6159" providerId="ADAL" clId="{6E6B1934-6CDA-4432-9195-47F763B551A1}" dt="2024-08-22T09:44:00.036" v="51" actId="113"/>
          <ac:spMkLst>
            <pc:docMk/>
            <pc:sldMk cId="3141314968" sldId="369"/>
            <ac:spMk id="22" creationId="{00000000-0000-0000-0000-000000000000}"/>
          </ac:spMkLst>
        </pc:spChg>
        <pc:spChg chg="mod">
          <ac:chgData name="TROLLIET, Virginie" userId="2328b3ae-e721-4582-bbbe-ab80f85c6159" providerId="ADAL" clId="{6E6B1934-6CDA-4432-9195-47F763B551A1}" dt="2024-08-22T09:44:32.884" v="55" actId="14100"/>
          <ac:spMkLst>
            <pc:docMk/>
            <pc:sldMk cId="3141314968" sldId="369"/>
            <ac:spMk id="34" creationId="{00000000-0000-0000-0000-000000000000}"/>
          </ac:spMkLst>
        </pc:spChg>
        <pc:spChg chg="mod">
          <ac:chgData name="TROLLIET, Virginie" userId="2328b3ae-e721-4582-bbbe-ab80f85c6159" providerId="ADAL" clId="{6E6B1934-6CDA-4432-9195-47F763B551A1}" dt="2024-08-22T11:16:45.038" v="92" actId="20577"/>
          <ac:spMkLst>
            <pc:docMk/>
            <pc:sldMk cId="3141314968" sldId="369"/>
            <ac:spMk id="40" creationId="{00000000-0000-0000-0000-000000000000}"/>
          </ac:spMkLst>
        </pc:spChg>
        <pc:spChg chg="mod">
          <ac:chgData name="TROLLIET, Virginie" userId="2328b3ae-e721-4582-bbbe-ab80f85c6159" providerId="ADAL" clId="{6E6B1934-6CDA-4432-9195-47F763B551A1}" dt="2024-08-22T11:17:05.163" v="95" actId="14100"/>
          <ac:spMkLst>
            <pc:docMk/>
            <pc:sldMk cId="3141314968" sldId="369"/>
            <ac:spMk id="41" creationId="{00000000-0000-0000-0000-000000000000}"/>
          </ac:spMkLst>
        </pc:spChg>
        <pc:spChg chg="mod">
          <ac:chgData name="TROLLIET, Virginie" userId="2328b3ae-e721-4582-bbbe-ab80f85c6159" providerId="ADAL" clId="{6E6B1934-6CDA-4432-9195-47F763B551A1}" dt="2024-08-22T09:44:45.027" v="56" actId="1076"/>
          <ac:spMkLst>
            <pc:docMk/>
            <pc:sldMk cId="3141314968" sldId="369"/>
            <ac:spMk id="43" creationId="{00000000-0000-0000-0000-000000000000}"/>
          </ac:spMkLst>
        </pc:spChg>
        <pc:spChg chg="mod">
          <ac:chgData name="TROLLIET, Virginie" userId="2328b3ae-e721-4582-bbbe-ab80f85c6159" providerId="ADAL" clId="{6E6B1934-6CDA-4432-9195-47F763B551A1}" dt="2024-08-22T09:48:05.584" v="67" actId="113"/>
          <ac:spMkLst>
            <pc:docMk/>
            <pc:sldMk cId="3141314968" sldId="369"/>
            <ac:spMk id="46" creationId="{00000000-0000-0000-0000-000000000000}"/>
          </ac:spMkLst>
        </pc:spChg>
        <pc:spChg chg="mod">
          <ac:chgData name="TROLLIET, Virginie" userId="2328b3ae-e721-4582-bbbe-ab80f85c6159" providerId="ADAL" clId="{6E6B1934-6CDA-4432-9195-47F763B551A1}" dt="2024-08-22T09:45:38.504" v="62" actId="1076"/>
          <ac:spMkLst>
            <pc:docMk/>
            <pc:sldMk cId="3141314968" sldId="369"/>
            <ac:spMk id="47" creationId="{00000000-0000-0000-0000-000000000000}"/>
          </ac:spMkLst>
        </pc:spChg>
        <pc:spChg chg="mod">
          <ac:chgData name="TROLLIET, Virginie" userId="2328b3ae-e721-4582-bbbe-ab80f85c6159" providerId="ADAL" clId="{6E6B1934-6CDA-4432-9195-47F763B551A1}" dt="2024-08-22T09:50:40.103" v="83" actId="1076"/>
          <ac:spMkLst>
            <pc:docMk/>
            <pc:sldMk cId="3141314968" sldId="369"/>
            <ac:spMk id="53" creationId="{00000000-0000-0000-0000-000000000000}"/>
          </ac:spMkLst>
        </pc:spChg>
        <pc:spChg chg="mod">
          <ac:chgData name="TROLLIET, Virginie" userId="2328b3ae-e721-4582-bbbe-ab80f85c6159" providerId="ADAL" clId="{6E6B1934-6CDA-4432-9195-47F763B551A1}" dt="2024-08-22T09:49:44.647" v="77" actId="1076"/>
          <ac:spMkLst>
            <pc:docMk/>
            <pc:sldMk cId="3141314968" sldId="369"/>
            <ac:spMk id="57" creationId="{00000000-0000-0000-0000-000000000000}"/>
          </ac:spMkLst>
        </pc:spChg>
        <pc:spChg chg="mod">
          <ac:chgData name="TROLLIET, Virginie" userId="2328b3ae-e721-4582-bbbe-ab80f85c6159" providerId="ADAL" clId="{6E6B1934-6CDA-4432-9195-47F763B551A1}" dt="2024-08-22T09:49:05.371" v="73" actId="1076"/>
          <ac:spMkLst>
            <pc:docMk/>
            <pc:sldMk cId="3141314968" sldId="369"/>
            <ac:spMk id="58" creationId="{00000000-0000-0000-0000-000000000000}"/>
          </ac:spMkLst>
        </pc:spChg>
        <pc:spChg chg="mod">
          <ac:chgData name="TROLLIET, Virginie" userId="2328b3ae-e721-4582-bbbe-ab80f85c6159" providerId="ADAL" clId="{6E6B1934-6CDA-4432-9195-47F763B551A1}" dt="2024-08-22T11:16:16.422" v="88" actId="1076"/>
          <ac:spMkLst>
            <pc:docMk/>
            <pc:sldMk cId="3141314968" sldId="369"/>
            <ac:spMk id="61" creationId="{00000000-0000-0000-0000-000000000000}"/>
          </ac:spMkLst>
        </pc:spChg>
        <pc:spChg chg="mod">
          <ac:chgData name="TROLLIET, Virginie" userId="2328b3ae-e721-4582-bbbe-ab80f85c6159" providerId="ADAL" clId="{6E6B1934-6CDA-4432-9195-47F763B551A1}" dt="2024-08-22T11:16:23.587" v="89" actId="20577"/>
          <ac:spMkLst>
            <pc:docMk/>
            <pc:sldMk cId="3141314968" sldId="369"/>
            <ac:spMk id="63" creationId="{00000000-0000-0000-0000-000000000000}"/>
          </ac:spMkLst>
        </pc:spChg>
        <pc:spChg chg="del">
          <ac:chgData name="TROLLIET, Virginie" userId="2328b3ae-e721-4582-bbbe-ab80f85c6159" providerId="ADAL" clId="{6E6B1934-6CDA-4432-9195-47F763B551A1}" dt="2024-08-22T09:42:54.764" v="42" actId="478"/>
          <ac:spMkLst>
            <pc:docMk/>
            <pc:sldMk cId="3141314968" sldId="369"/>
            <ac:spMk id="64" creationId="{87EBB02F-B028-B23A-7E5C-3681E520D433}"/>
          </ac:spMkLst>
        </pc:spChg>
        <pc:spChg chg="del">
          <ac:chgData name="TROLLIET, Virginie" userId="2328b3ae-e721-4582-bbbe-ab80f85c6159" providerId="ADAL" clId="{6E6B1934-6CDA-4432-9195-47F763B551A1}" dt="2024-08-22T09:42:59.334" v="43" actId="478"/>
          <ac:spMkLst>
            <pc:docMk/>
            <pc:sldMk cId="3141314968" sldId="369"/>
            <ac:spMk id="65" creationId="{106C66E0-47CF-F4E0-6D8C-987CB95AB15B}"/>
          </ac:spMkLst>
        </pc:spChg>
        <pc:spChg chg="mod">
          <ac:chgData name="TROLLIET, Virginie" userId="2328b3ae-e721-4582-bbbe-ab80f85c6159" providerId="ADAL" clId="{6E6B1934-6CDA-4432-9195-47F763B551A1}" dt="2024-08-22T11:17:36.741" v="98" actId="14100"/>
          <ac:spMkLst>
            <pc:docMk/>
            <pc:sldMk cId="3141314968" sldId="369"/>
            <ac:spMk id="68" creationId="{00000000-0000-0000-0000-000000000000}"/>
          </ac:spMkLst>
        </pc:spChg>
        <pc:spChg chg="del">
          <ac:chgData name="TROLLIET, Virginie" userId="2328b3ae-e721-4582-bbbe-ab80f85c6159" providerId="ADAL" clId="{6E6B1934-6CDA-4432-9195-47F763B551A1}" dt="2024-08-22T09:47:18.496" v="66" actId="478"/>
          <ac:spMkLst>
            <pc:docMk/>
            <pc:sldMk cId="3141314968" sldId="369"/>
            <ac:spMk id="72" creationId="{87599A9F-5B1C-8257-FA15-839C5BBC44F1}"/>
          </ac:spMkLst>
        </pc:spChg>
        <pc:spChg chg="del">
          <ac:chgData name="TROLLIET, Virginie" userId="2328b3ae-e721-4582-bbbe-ab80f85c6159" providerId="ADAL" clId="{6E6B1934-6CDA-4432-9195-47F763B551A1}" dt="2024-08-22T09:43:36.064" v="48" actId="478"/>
          <ac:spMkLst>
            <pc:docMk/>
            <pc:sldMk cId="3141314968" sldId="369"/>
            <ac:spMk id="73" creationId="{AC561C42-6E89-DF1B-C249-11474809AF01}"/>
          </ac:spMkLst>
        </pc:spChg>
        <pc:spChg chg="del">
          <ac:chgData name="TROLLIET, Virginie" userId="2328b3ae-e721-4582-bbbe-ab80f85c6159" providerId="ADAL" clId="{6E6B1934-6CDA-4432-9195-47F763B551A1}" dt="2024-08-22T09:47:09.913" v="64" actId="478"/>
          <ac:spMkLst>
            <pc:docMk/>
            <pc:sldMk cId="3141314968" sldId="369"/>
            <ac:spMk id="74" creationId="{6DE14C23-CA42-CD32-A2BA-00EDCDC9F918}"/>
          </ac:spMkLst>
        </pc:spChg>
        <pc:spChg chg="del">
          <ac:chgData name="TROLLIET, Virginie" userId="2328b3ae-e721-4582-bbbe-ab80f85c6159" providerId="ADAL" clId="{6E6B1934-6CDA-4432-9195-47F763B551A1}" dt="2024-08-22T09:39:28.704" v="39" actId="478"/>
          <ac:spMkLst>
            <pc:docMk/>
            <pc:sldMk cId="3141314968" sldId="369"/>
            <ac:spMk id="79" creationId="{569126C5-C01C-E617-5460-AE0AFA69C663}"/>
          </ac:spMkLst>
        </pc:spChg>
        <pc:spChg chg="del">
          <ac:chgData name="TROLLIET, Virginie" userId="2328b3ae-e721-4582-bbbe-ab80f85c6159" providerId="ADAL" clId="{6E6B1934-6CDA-4432-9195-47F763B551A1}" dt="2024-08-22T09:39:28.704" v="39" actId="478"/>
          <ac:spMkLst>
            <pc:docMk/>
            <pc:sldMk cId="3141314968" sldId="369"/>
            <ac:spMk id="80" creationId="{385FBC17-C325-978E-8C48-CCD511DE79FF}"/>
          </ac:spMkLst>
        </pc:spChg>
        <pc:spChg chg="del">
          <ac:chgData name="TROLLIET, Virginie" userId="2328b3ae-e721-4582-bbbe-ab80f85c6159" providerId="ADAL" clId="{6E6B1934-6CDA-4432-9195-47F763B551A1}" dt="2024-08-22T09:39:14.510" v="38" actId="478"/>
          <ac:spMkLst>
            <pc:docMk/>
            <pc:sldMk cId="3141314968" sldId="369"/>
            <ac:spMk id="81" creationId="{21B8032A-F697-7619-2CF7-4BC4E8D72AF6}"/>
          </ac:spMkLst>
        </pc:spChg>
        <pc:spChg chg="del">
          <ac:chgData name="TROLLIET, Virginie" userId="2328b3ae-e721-4582-bbbe-ab80f85c6159" providerId="ADAL" clId="{6E6B1934-6CDA-4432-9195-47F763B551A1}" dt="2024-08-22T09:39:28.704" v="39" actId="478"/>
          <ac:spMkLst>
            <pc:docMk/>
            <pc:sldMk cId="3141314968" sldId="369"/>
            <ac:spMk id="82" creationId="{E8C03EF3-CC3F-7F69-1FDE-B3E0B9FD937E}"/>
          </ac:spMkLst>
        </pc:spChg>
        <pc:spChg chg="del">
          <ac:chgData name="TROLLIET, Virginie" userId="2328b3ae-e721-4582-bbbe-ab80f85c6159" providerId="ADAL" clId="{6E6B1934-6CDA-4432-9195-47F763B551A1}" dt="2024-08-22T09:39:01.246" v="35" actId="478"/>
          <ac:spMkLst>
            <pc:docMk/>
            <pc:sldMk cId="3141314968" sldId="369"/>
            <ac:spMk id="83" creationId="{19F67D43-6285-609F-6876-A244D1FEE772}"/>
          </ac:spMkLst>
        </pc:spChg>
        <pc:spChg chg="del">
          <ac:chgData name="TROLLIET, Virginie" userId="2328b3ae-e721-4582-bbbe-ab80f85c6159" providerId="ADAL" clId="{6E6B1934-6CDA-4432-9195-47F763B551A1}" dt="2024-08-22T09:47:14.206" v="65" actId="478"/>
          <ac:spMkLst>
            <pc:docMk/>
            <pc:sldMk cId="3141314968" sldId="369"/>
            <ac:spMk id="107" creationId="{4B4A2428-2DA0-F917-81AD-C47F3F5F799F}"/>
          </ac:spMkLst>
        </pc:spChg>
        <pc:spChg chg="del">
          <ac:chgData name="TROLLIET, Virginie" userId="2328b3ae-e721-4582-bbbe-ab80f85c6159" providerId="ADAL" clId="{6E6B1934-6CDA-4432-9195-47F763B551A1}" dt="2024-08-22T09:39:03.569" v="36" actId="478"/>
          <ac:spMkLst>
            <pc:docMk/>
            <pc:sldMk cId="3141314968" sldId="369"/>
            <ac:spMk id="139" creationId="{2079246F-1CCF-D032-4945-FDB9C006983E}"/>
          </ac:spMkLst>
        </pc:spChg>
        <pc:cxnChg chg="mod">
          <ac:chgData name="TROLLIET, Virginie" userId="2328b3ae-e721-4582-bbbe-ab80f85c6159" providerId="ADAL" clId="{6E6B1934-6CDA-4432-9195-47F763B551A1}" dt="2024-08-22T09:39:09.593" v="37" actId="20577"/>
          <ac:cxnSpMkLst>
            <pc:docMk/>
            <pc:sldMk cId="3141314968" sldId="369"/>
            <ac:cxnSpMk id="9" creationId="{00000000-0000-0000-0000-000000000000}"/>
          </ac:cxnSpMkLst>
        </pc:cxnChg>
        <pc:cxnChg chg="mod">
          <ac:chgData name="TROLLIET, Virginie" userId="2328b3ae-e721-4582-bbbe-ab80f85c6159" providerId="ADAL" clId="{6E6B1934-6CDA-4432-9195-47F763B551A1}" dt="2024-08-22T09:39:09.593" v="37" actId="20577"/>
          <ac:cxnSpMkLst>
            <pc:docMk/>
            <pc:sldMk cId="3141314968" sldId="369"/>
            <ac:cxnSpMk id="10" creationId="{00000000-0000-0000-0000-000000000000}"/>
          </ac:cxnSpMkLst>
        </pc:cxnChg>
        <pc:cxnChg chg="mod">
          <ac:chgData name="TROLLIET, Virginie" userId="2328b3ae-e721-4582-bbbe-ab80f85c6159" providerId="ADAL" clId="{6E6B1934-6CDA-4432-9195-47F763B551A1}" dt="2024-08-22T09:43:29.511" v="47" actId="14100"/>
          <ac:cxnSpMkLst>
            <pc:docMk/>
            <pc:sldMk cId="3141314968" sldId="369"/>
            <ac:cxnSpMk id="16" creationId="{FBDF88D3-C1FC-5DC2-D781-A484B8AE2664}"/>
          </ac:cxnSpMkLst>
        </pc:cxnChg>
        <pc:cxnChg chg="mod">
          <ac:chgData name="TROLLIET, Virginie" userId="2328b3ae-e721-4582-bbbe-ab80f85c6159" providerId="ADAL" clId="{6E6B1934-6CDA-4432-9195-47F763B551A1}" dt="2024-08-22T11:16:41.426" v="91" actId="14100"/>
          <ac:cxnSpMkLst>
            <pc:docMk/>
            <pc:sldMk cId="3141314968" sldId="369"/>
            <ac:cxnSpMk id="17" creationId="{00000000-0000-0000-0000-000000000000}"/>
          </ac:cxnSpMkLst>
        </pc:cxnChg>
        <pc:cxnChg chg="mod">
          <ac:chgData name="TROLLIET, Virginie" userId="2328b3ae-e721-4582-bbbe-ab80f85c6159" providerId="ADAL" clId="{6E6B1934-6CDA-4432-9195-47F763B551A1}" dt="2024-08-22T09:46:11.796" v="63" actId="14100"/>
          <ac:cxnSpMkLst>
            <pc:docMk/>
            <pc:sldMk cId="3141314968" sldId="369"/>
            <ac:cxnSpMk id="28" creationId="{00000000-0000-0000-0000-000000000000}"/>
          </ac:cxnSpMkLst>
        </pc:cxnChg>
        <pc:cxnChg chg="mod">
          <ac:chgData name="TROLLIET, Virginie" userId="2328b3ae-e721-4582-bbbe-ab80f85c6159" providerId="ADAL" clId="{6E6B1934-6CDA-4432-9195-47F763B551A1}" dt="2024-08-22T09:43:54.388" v="50" actId="14100"/>
          <ac:cxnSpMkLst>
            <pc:docMk/>
            <pc:sldMk cId="3141314968" sldId="369"/>
            <ac:cxnSpMk id="31" creationId="{00000000-0000-0000-0000-000000000000}"/>
          </ac:cxnSpMkLst>
        </pc:cxnChg>
        <pc:cxnChg chg="mod">
          <ac:chgData name="TROLLIET, Virginie" userId="2328b3ae-e721-4582-bbbe-ab80f85c6159" providerId="ADAL" clId="{6E6B1934-6CDA-4432-9195-47F763B551A1}" dt="2024-08-22T09:39:09.593" v="37" actId="20577"/>
          <ac:cxnSpMkLst>
            <pc:docMk/>
            <pc:sldMk cId="3141314968" sldId="369"/>
            <ac:cxnSpMk id="32" creationId="{00000000-0000-0000-0000-000000000000}"/>
          </ac:cxnSpMkLst>
        </pc:cxnChg>
        <pc:cxnChg chg="mod">
          <ac:chgData name="TROLLIET, Virginie" userId="2328b3ae-e721-4582-bbbe-ab80f85c6159" providerId="ADAL" clId="{6E6B1934-6CDA-4432-9195-47F763B551A1}" dt="2024-08-22T09:44:32.884" v="55" actId="14100"/>
          <ac:cxnSpMkLst>
            <pc:docMk/>
            <pc:sldMk cId="3141314968" sldId="369"/>
            <ac:cxnSpMk id="33" creationId="{00000000-0000-0000-0000-000000000000}"/>
          </ac:cxnSpMkLst>
        </pc:cxnChg>
        <pc:cxnChg chg="mod">
          <ac:chgData name="TROLLIET, Virginie" userId="2328b3ae-e721-4582-bbbe-ab80f85c6159" providerId="ADAL" clId="{6E6B1934-6CDA-4432-9195-47F763B551A1}" dt="2024-08-22T09:43:54.388" v="50" actId="14100"/>
          <ac:cxnSpMkLst>
            <pc:docMk/>
            <pc:sldMk cId="3141314968" sldId="369"/>
            <ac:cxnSpMk id="36" creationId="{00000000-0000-0000-0000-000000000000}"/>
          </ac:cxnSpMkLst>
        </pc:cxnChg>
        <pc:cxnChg chg="mod">
          <ac:chgData name="TROLLIET, Virginie" userId="2328b3ae-e721-4582-bbbe-ab80f85c6159" providerId="ADAL" clId="{6E6B1934-6CDA-4432-9195-47F763B551A1}" dt="2024-08-22T09:44:45.027" v="56" actId="1076"/>
          <ac:cxnSpMkLst>
            <pc:docMk/>
            <pc:sldMk cId="3141314968" sldId="369"/>
            <ac:cxnSpMk id="44" creationId="{00000000-0000-0000-0000-000000000000}"/>
          </ac:cxnSpMkLst>
        </pc:cxnChg>
        <pc:cxnChg chg="mod">
          <ac:chgData name="TROLLIET, Virginie" userId="2328b3ae-e721-4582-bbbe-ab80f85c6159" providerId="ADAL" clId="{6E6B1934-6CDA-4432-9195-47F763B551A1}" dt="2024-08-22T09:44:45.027" v="56" actId="1076"/>
          <ac:cxnSpMkLst>
            <pc:docMk/>
            <pc:sldMk cId="3141314968" sldId="369"/>
            <ac:cxnSpMk id="49" creationId="{00000000-0000-0000-0000-000000000000}"/>
          </ac:cxnSpMkLst>
        </pc:cxnChg>
        <pc:cxnChg chg="mod">
          <ac:chgData name="TROLLIET, Virginie" userId="2328b3ae-e721-4582-bbbe-ab80f85c6159" providerId="ADAL" clId="{6E6B1934-6CDA-4432-9195-47F763B551A1}" dt="2024-08-22T09:50:40.103" v="83" actId="1076"/>
          <ac:cxnSpMkLst>
            <pc:docMk/>
            <pc:sldMk cId="3141314968" sldId="369"/>
            <ac:cxnSpMk id="54" creationId="{00000000-0000-0000-0000-000000000000}"/>
          </ac:cxnSpMkLst>
        </pc:cxnChg>
        <pc:cxnChg chg="mod">
          <ac:chgData name="TROLLIET, Virginie" userId="2328b3ae-e721-4582-bbbe-ab80f85c6159" providerId="ADAL" clId="{6E6B1934-6CDA-4432-9195-47F763B551A1}" dt="2024-08-22T09:50:40.103" v="83" actId="1076"/>
          <ac:cxnSpMkLst>
            <pc:docMk/>
            <pc:sldMk cId="3141314968" sldId="369"/>
            <ac:cxnSpMk id="56" creationId="{00000000-0000-0000-0000-000000000000}"/>
          </ac:cxnSpMkLst>
        </pc:cxnChg>
        <pc:cxnChg chg="mod">
          <ac:chgData name="TROLLIET, Virginie" userId="2328b3ae-e721-4582-bbbe-ab80f85c6159" providerId="ADAL" clId="{6E6B1934-6CDA-4432-9195-47F763B551A1}" dt="2024-08-22T09:43:29.511" v="47" actId="14100"/>
          <ac:cxnSpMkLst>
            <pc:docMk/>
            <pc:sldMk cId="3141314968" sldId="369"/>
            <ac:cxnSpMk id="62" creationId="{00000000-0000-0000-0000-000000000000}"/>
          </ac:cxnSpMkLst>
        </pc:cxnChg>
        <pc:cxnChg chg="mod">
          <ac:chgData name="TROLLIET, Virginie" userId="2328b3ae-e721-4582-bbbe-ab80f85c6159" providerId="ADAL" clId="{6E6B1934-6CDA-4432-9195-47F763B551A1}" dt="2024-08-22T11:17:36.741" v="98" actId="14100"/>
          <ac:cxnSpMkLst>
            <pc:docMk/>
            <pc:sldMk cId="3141314968" sldId="369"/>
            <ac:cxnSpMk id="69" creationId="{00000000-0000-0000-0000-000000000000}"/>
          </ac:cxnSpMkLst>
        </pc:cxnChg>
        <pc:cxnChg chg="mod">
          <ac:chgData name="TROLLIET, Virginie" userId="2328b3ae-e721-4582-bbbe-ab80f85c6159" providerId="ADAL" clId="{6E6B1934-6CDA-4432-9195-47F763B551A1}" dt="2024-08-22T11:17:36.741" v="98" actId="14100"/>
          <ac:cxnSpMkLst>
            <pc:docMk/>
            <pc:sldMk cId="3141314968" sldId="369"/>
            <ac:cxnSpMk id="71" creationId="{00000000-0000-0000-0000-000000000000}"/>
          </ac:cxnSpMkLst>
        </pc:cxnChg>
        <pc:cxnChg chg="mod">
          <ac:chgData name="TROLLIET, Virginie" userId="2328b3ae-e721-4582-bbbe-ab80f85c6159" providerId="ADAL" clId="{6E6B1934-6CDA-4432-9195-47F763B551A1}" dt="2024-08-22T11:17:05.163" v="95" actId="14100"/>
          <ac:cxnSpMkLst>
            <pc:docMk/>
            <pc:sldMk cId="3141314968" sldId="369"/>
            <ac:cxnSpMk id="77" creationId="{00000000-0000-0000-0000-000000000000}"/>
          </ac:cxnSpMkLst>
        </pc:cxnChg>
      </pc:sldChg>
      <pc:sldChg chg="addSp delSp modSp mod">
        <pc:chgData name="TROLLIET, Virginie" userId="2328b3ae-e721-4582-bbbe-ab80f85c6159" providerId="ADAL" clId="{6E6B1934-6CDA-4432-9195-47F763B551A1}" dt="2024-08-23T11:27:28.910" v="1323" actId="1076"/>
        <pc:sldMkLst>
          <pc:docMk/>
          <pc:sldMk cId="2385108943" sldId="406"/>
        </pc:sldMkLst>
        <pc:spChg chg="add mod">
          <ac:chgData name="TROLLIET, Virginie" userId="2328b3ae-e721-4582-bbbe-ab80f85c6159" providerId="ADAL" clId="{6E6B1934-6CDA-4432-9195-47F763B551A1}" dt="2024-08-22T11:27:45.647" v="110" actId="108"/>
          <ac:spMkLst>
            <pc:docMk/>
            <pc:sldMk cId="2385108943" sldId="406"/>
            <ac:spMk id="3" creationId="{4833DA87-0B8D-3701-370F-1EE8EF69EFB1}"/>
          </ac:spMkLst>
        </pc:spChg>
        <pc:spChg chg="add mod">
          <ac:chgData name="TROLLIET, Virginie" userId="2328b3ae-e721-4582-bbbe-ab80f85c6159" providerId="ADAL" clId="{6E6B1934-6CDA-4432-9195-47F763B551A1}" dt="2024-08-23T06:43:07.502" v="967" actId="1076"/>
          <ac:spMkLst>
            <pc:docMk/>
            <pc:sldMk cId="2385108943" sldId="406"/>
            <ac:spMk id="4" creationId="{A9C0D4C9-4CFF-0BD1-2384-883BD13AD1A5}"/>
          </ac:spMkLst>
        </pc:spChg>
        <pc:spChg chg="add mod">
          <ac:chgData name="TROLLIET, Virginie" userId="2328b3ae-e721-4582-bbbe-ab80f85c6159" providerId="ADAL" clId="{6E6B1934-6CDA-4432-9195-47F763B551A1}" dt="2024-08-23T06:46:54.833" v="1064" actId="1076"/>
          <ac:spMkLst>
            <pc:docMk/>
            <pc:sldMk cId="2385108943" sldId="406"/>
            <ac:spMk id="5" creationId="{F60C68CB-87B3-414F-CEDA-F3E579977177}"/>
          </ac:spMkLst>
        </pc:spChg>
        <pc:spChg chg="add mod">
          <ac:chgData name="TROLLIET, Virginie" userId="2328b3ae-e721-4582-bbbe-ab80f85c6159" providerId="ADAL" clId="{6E6B1934-6CDA-4432-9195-47F763B551A1}" dt="2024-08-23T11:18:01.963" v="1181" actId="1076"/>
          <ac:spMkLst>
            <pc:docMk/>
            <pc:sldMk cId="2385108943" sldId="406"/>
            <ac:spMk id="8" creationId="{6D69F7A2-6235-33E8-C2EA-91B3F7738D75}"/>
          </ac:spMkLst>
        </pc:spChg>
        <pc:spChg chg="add mod">
          <ac:chgData name="TROLLIET, Virginie" userId="2328b3ae-e721-4582-bbbe-ab80f85c6159" providerId="ADAL" clId="{6E6B1934-6CDA-4432-9195-47F763B551A1}" dt="2024-08-23T11:18:43.670" v="1202" actId="1076"/>
          <ac:spMkLst>
            <pc:docMk/>
            <pc:sldMk cId="2385108943" sldId="406"/>
            <ac:spMk id="10" creationId="{005995ED-D1AA-0C83-3C09-B4DF521787E5}"/>
          </ac:spMkLst>
        </pc:spChg>
        <pc:spChg chg="add mod">
          <ac:chgData name="TROLLIET, Virginie" userId="2328b3ae-e721-4582-bbbe-ab80f85c6159" providerId="ADAL" clId="{6E6B1934-6CDA-4432-9195-47F763B551A1}" dt="2024-08-22T11:30:44.359" v="160" actId="1076"/>
          <ac:spMkLst>
            <pc:docMk/>
            <pc:sldMk cId="2385108943" sldId="406"/>
            <ac:spMk id="11" creationId="{C47988DB-5CFF-34ED-E57C-CC90387A7181}"/>
          </ac:spMkLst>
        </pc:spChg>
        <pc:spChg chg="mod">
          <ac:chgData name="TROLLIET, Virginie" userId="2328b3ae-e721-4582-bbbe-ab80f85c6159" providerId="ADAL" clId="{6E6B1934-6CDA-4432-9195-47F763B551A1}" dt="2024-08-22T11:29:58.749" v="155"/>
          <ac:spMkLst>
            <pc:docMk/>
            <pc:sldMk cId="2385108943" sldId="406"/>
            <ac:spMk id="13" creationId="{953F06F1-0EB2-87DC-FE03-D15CC6EF7109}"/>
          </ac:spMkLst>
        </pc:spChg>
        <pc:spChg chg="mod">
          <ac:chgData name="TROLLIET, Virginie" userId="2328b3ae-e721-4582-bbbe-ab80f85c6159" providerId="ADAL" clId="{6E6B1934-6CDA-4432-9195-47F763B551A1}" dt="2024-08-22T11:29:58.749" v="155"/>
          <ac:spMkLst>
            <pc:docMk/>
            <pc:sldMk cId="2385108943" sldId="406"/>
            <ac:spMk id="15" creationId="{B5A7BAFA-257D-512E-ADA6-2FFA8C1ECCBE}"/>
          </ac:spMkLst>
        </pc:spChg>
        <pc:spChg chg="add mod">
          <ac:chgData name="TROLLIET, Virginie" userId="2328b3ae-e721-4582-bbbe-ab80f85c6159" providerId="ADAL" clId="{6E6B1934-6CDA-4432-9195-47F763B551A1}" dt="2024-08-22T11:30:32.079" v="158" actId="1076"/>
          <ac:spMkLst>
            <pc:docMk/>
            <pc:sldMk cId="2385108943" sldId="406"/>
            <ac:spMk id="18" creationId="{00837C32-A4B5-1FF2-5F98-3218BCB9A7AB}"/>
          </ac:spMkLst>
        </pc:spChg>
        <pc:spChg chg="add mod">
          <ac:chgData name="TROLLIET, Virginie" userId="2328b3ae-e721-4582-bbbe-ab80f85c6159" providerId="ADAL" clId="{6E6B1934-6CDA-4432-9195-47F763B551A1}" dt="2024-08-22T11:31:03.834" v="162" actId="113"/>
          <ac:spMkLst>
            <pc:docMk/>
            <pc:sldMk cId="2385108943" sldId="406"/>
            <ac:spMk id="20" creationId="{A6BFB434-930B-BC15-DDD9-A198A8CBFC4F}"/>
          </ac:spMkLst>
        </pc:spChg>
        <pc:spChg chg="add mod">
          <ac:chgData name="TROLLIET, Virginie" userId="2328b3ae-e721-4582-bbbe-ab80f85c6159" providerId="ADAL" clId="{6E6B1934-6CDA-4432-9195-47F763B551A1}" dt="2024-08-22T11:31:41.062" v="182" actId="20577"/>
          <ac:spMkLst>
            <pc:docMk/>
            <pc:sldMk cId="2385108943" sldId="406"/>
            <ac:spMk id="24" creationId="{2E5FBEDD-792B-3957-ED78-1A9085F0BE13}"/>
          </ac:spMkLst>
        </pc:spChg>
        <pc:spChg chg="add mod">
          <ac:chgData name="TROLLIET, Virginie" userId="2328b3ae-e721-4582-bbbe-ab80f85c6159" providerId="ADAL" clId="{6E6B1934-6CDA-4432-9195-47F763B551A1}" dt="2024-08-23T11:22:22.804" v="1245" actId="1076"/>
          <ac:spMkLst>
            <pc:docMk/>
            <pc:sldMk cId="2385108943" sldId="406"/>
            <ac:spMk id="27" creationId="{E713EC22-C6B7-FF3B-7C25-811F21145B91}"/>
          </ac:spMkLst>
        </pc:spChg>
        <pc:spChg chg="add mod">
          <ac:chgData name="TROLLIET, Virginie" userId="2328b3ae-e721-4582-bbbe-ab80f85c6159" providerId="ADAL" clId="{6E6B1934-6CDA-4432-9195-47F763B551A1}" dt="2024-08-23T11:23:40.246" v="1272" actId="1076"/>
          <ac:spMkLst>
            <pc:docMk/>
            <pc:sldMk cId="2385108943" sldId="406"/>
            <ac:spMk id="28" creationId="{85D8AEFD-7043-A170-F186-6322EF6F551B}"/>
          </ac:spMkLst>
        </pc:spChg>
        <pc:spChg chg="add mod">
          <ac:chgData name="TROLLIET, Virginie" userId="2328b3ae-e721-4582-bbbe-ab80f85c6159" providerId="ADAL" clId="{6E6B1934-6CDA-4432-9195-47F763B551A1}" dt="2024-08-23T11:27:04.410" v="1319" actId="207"/>
          <ac:spMkLst>
            <pc:docMk/>
            <pc:sldMk cId="2385108943" sldId="406"/>
            <ac:spMk id="29" creationId="{E1DFAB66-1372-9761-97D5-8C766241508E}"/>
          </ac:spMkLst>
        </pc:spChg>
        <pc:spChg chg="add mod">
          <ac:chgData name="TROLLIET, Virginie" userId="2328b3ae-e721-4582-bbbe-ab80f85c6159" providerId="ADAL" clId="{6E6B1934-6CDA-4432-9195-47F763B551A1}" dt="2024-08-23T11:27:28.910" v="1323" actId="1076"/>
          <ac:spMkLst>
            <pc:docMk/>
            <pc:sldMk cId="2385108943" sldId="406"/>
            <ac:spMk id="30" creationId="{A40847F6-FC52-0FD9-D354-949E36B46511}"/>
          </ac:spMkLst>
        </pc:spChg>
        <pc:spChg chg="add mod">
          <ac:chgData name="TROLLIET, Virginie" userId="2328b3ae-e721-4582-bbbe-ab80f85c6159" providerId="ADAL" clId="{6E6B1934-6CDA-4432-9195-47F763B551A1}" dt="2024-08-22T12:28:25.230" v="846" actId="1076"/>
          <ac:spMkLst>
            <pc:docMk/>
            <pc:sldMk cId="2385108943" sldId="406"/>
            <ac:spMk id="31" creationId="{20BA147B-801C-D42C-FFBB-FCDD7BF7B414}"/>
          </ac:spMkLst>
        </pc:spChg>
        <pc:spChg chg="add mod">
          <ac:chgData name="TROLLIET, Virginie" userId="2328b3ae-e721-4582-bbbe-ab80f85c6159" providerId="ADAL" clId="{6E6B1934-6CDA-4432-9195-47F763B551A1}" dt="2024-08-22T12:54:17.368" v="849" actId="1076"/>
          <ac:spMkLst>
            <pc:docMk/>
            <pc:sldMk cId="2385108943" sldId="406"/>
            <ac:spMk id="35" creationId="{7AB165B5-1299-9F79-A1A4-C050287D2429}"/>
          </ac:spMkLst>
        </pc:spChg>
        <pc:spChg chg="add mod">
          <ac:chgData name="TROLLIET, Virginie" userId="2328b3ae-e721-4582-bbbe-ab80f85c6159" providerId="ADAL" clId="{6E6B1934-6CDA-4432-9195-47F763B551A1}" dt="2024-08-22T12:54:49.927" v="852" actId="1076"/>
          <ac:spMkLst>
            <pc:docMk/>
            <pc:sldMk cId="2385108943" sldId="406"/>
            <ac:spMk id="36" creationId="{1BB5077C-7308-DFF5-E9BC-3DAC18D2C896}"/>
          </ac:spMkLst>
        </pc:spChg>
        <pc:spChg chg="del">
          <ac:chgData name="TROLLIET, Virginie" userId="2328b3ae-e721-4582-bbbe-ab80f85c6159" providerId="ADAL" clId="{6E6B1934-6CDA-4432-9195-47F763B551A1}" dt="2024-08-22T11:28:59.306" v="145" actId="478"/>
          <ac:spMkLst>
            <pc:docMk/>
            <pc:sldMk cId="2385108943" sldId="406"/>
            <ac:spMk id="42" creationId="{00000000-0000-0000-0000-000000000000}"/>
          </ac:spMkLst>
        </pc:spChg>
        <pc:spChg chg="del">
          <ac:chgData name="TROLLIET, Virginie" userId="2328b3ae-e721-4582-bbbe-ab80f85c6159" providerId="ADAL" clId="{6E6B1934-6CDA-4432-9195-47F763B551A1}" dt="2024-08-22T11:38:08.558" v="318" actId="478"/>
          <ac:spMkLst>
            <pc:docMk/>
            <pc:sldMk cId="2385108943" sldId="406"/>
            <ac:spMk id="44" creationId="{00000000-0000-0000-0000-000000000000}"/>
          </ac:spMkLst>
        </pc:spChg>
        <pc:spChg chg="mod">
          <ac:chgData name="TROLLIET, Virginie" userId="2328b3ae-e721-4582-bbbe-ab80f85c6159" providerId="ADAL" clId="{6E6B1934-6CDA-4432-9195-47F763B551A1}" dt="2024-08-23T11:16:55.305" v="1133" actId="20577"/>
          <ac:spMkLst>
            <pc:docMk/>
            <pc:sldMk cId="2385108943" sldId="406"/>
            <ac:spMk id="56" creationId="{00000000-0000-0000-0000-000000000000}"/>
          </ac:spMkLst>
        </pc:spChg>
        <pc:spChg chg="mod">
          <ac:chgData name="TROLLIET, Virginie" userId="2328b3ae-e721-4582-bbbe-ab80f85c6159" providerId="ADAL" clId="{6E6B1934-6CDA-4432-9195-47F763B551A1}" dt="2024-08-23T11:22:04.740" v="1243" actId="207"/>
          <ac:spMkLst>
            <pc:docMk/>
            <pc:sldMk cId="2385108943" sldId="406"/>
            <ac:spMk id="57" creationId="{00000000-0000-0000-0000-000000000000}"/>
          </ac:spMkLst>
        </pc:spChg>
        <pc:spChg chg="del mod">
          <ac:chgData name="TROLLIET, Virginie" userId="2328b3ae-e721-4582-bbbe-ab80f85c6159" providerId="ADAL" clId="{6E6B1934-6CDA-4432-9195-47F763B551A1}" dt="2024-08-22T11:38:02.098" v="314" actId="478"/>
          <ac:spMkLst>
            <pc:docMk/>
            <pc:sldMk cId="2385108943" sldId="406"/>
            <ac:spMk id="58" creationId="{00000000-0000-0000-0000-000000000000}"/>
          </ac:spMkLst>
        </pc:spChg>
        <pc:spChg chg="del">
          <ac:chgData name="TROLLIET, Virginie" userId="2328b3ae-e721-4582-bbbe-ab80f85c6159" providerId="ADAL" clId="{6E6B1934-6CDA-4432-9195-47F763B551A1}" dt="2024-08-22T11:24:39.207" v="99" actId="478"/>
          <ac:spMkLst>
            <pc:docMk/>
            <pc:sldMk cId="2385108943" sldId="406"/>
            <ac:spMk id="63" creationId="{00000000-0000-0000-0000-000000000000}"/>
          </ac:spMkLst>
        </pc:spChg>
        <pc:spChg chg="mod">
          <ac:chgData name="TROLLIET, Virginie" userId="2328b3ae-e721-4582-bbbe-ab80f85c6159" providerId="ADAL" clId="{6E6B1934-6CDA-4432-9195-47F763B551A1}" dt="2024-08-23T11:15:52.114" v="1110" actId="20577"/>
          <ac:spMkLst>
            <pc:docMk/>
            <pc:sldMk cId="2385108943" sldId="406"/>
            <ac:spMk id="67" creationId="{00000000-0000-0000-0000-000000000000}"/>
          </ac:spMkLst>
        </pc:spChg>
        <pc:spChg chg="del">
          <ac:chgData name="TROLLIET, Virginie" userId="2328b3ae-e721-4582-bbbe-ab80f85c6159" providerId="ADAL" clId="{6E6B1934-6CDA-4432-9195-47F763B551A1}" dt="2024-08-22T11:32:56.951" v="183" actId="478"/>
          <ac:spMkLst>
            <pc:docMk/>
            <pc:sldMk cId="2385108943" sldId="406"/>
            <ac:spMk id="68" creationId="{00000000-0000-0000-0000-000000000000}"/>
          </ac:spMkLst>
        </pc:spChg>
        <pc:spChg chg="mod">
          <ac:chgData name="TROLLIET, Virginie" userId="2328b3ae-e721-4582-bbbe-ab80f85c6159" providerId="ADAL" clId="{6E6B1934-6CDA-4432-9195-47F763B551A1}" dt="2024-08-23T06:46:47.774" v="1062" actId="1076"/>
          <ac:spMkLst>
            <pc:docMk/>
            <pc:sldMk cId="2385108943" sldId="406"/>
            <ac:spMk id="69" creationId="{00000000-0000-0000-0000-000000000000}"/>
          </ac:spMkLst>
        </pc:spChg>
        <pc:spChg chg="mod">
          <ac:chgData name="TROLLIET, Virginie" userId="2328b3ae-e721-4582-bbbe-ab80f85c6159" providerId="ADAL" clId="{6E6B1934-6CDA-4432-9195-47F763B551A1}" dt="2024-08-22T11:28:09.866" v="131" actId="20577"/>
          <ac:spMkLst>
            <pc:docMk/>
            <pc:sldMk cId="2385108943" sldId="406"/>
            <ac:spMk id="71" creationId="{00000000-0000-0000-0000-000000000000}"/>
          </ac:spMkLst>
        </pc:spChg>
        <pc:spChg chg="mod">
          <ac:chgData name="TROLLIET, Virginie" userId="2328b3ae-e721-4582-bbbe-ab80f85c6159" providerId="ADAL" clId="{6E6B1934-6CDA-4432-9195-47F763B551A1}" dt="2024-08-23T11:17:50.803" v="1179" actId="207"/>
          <ac:spMkLst>
            <pc:docMk/>
            <pc:sldMk cId="2385108943" sldId="406"/>
            <ac:spMk id="72" creationId="{00000000-0000-0000-0000-000000000000}"/>
          </ac:spMkLst>
        </pc:spChg>
        <pc:spChg chg="del">
          <ac:chgData name="TROLLIET, Virginie" userId="2328b3ae-e721-4582-bbbe-ab80f85c6159" providerId="ADAL" clId="{6E6B1934-6CDA-4432-9195-47F763B551A1}" dt="2024-08-22T11:38:14.005" v="322" actId="478"/>
          <ac:spMkLst>
            <pc:docMk/>
            <pc:sldMk cId="2385108943" sldId="406"/>
            <ac:spMk id="73" creationId="{00000000-0000-0000-0000-000000000000}"/>
          </ac:spMkLst>
        </pc:spChg>
        <pc:spChg chg="del">
          <ac:chgData name="TROLLIET, Virginie" userId="2328b3ae-e721-4582-bbbe-ab80f85c6159" providerId="ADAL" clId="{6E6B1934-6CDA-4432-9195-47F763B551A1}" dt="2024-08-22T11:29:08.104" v="149" actId="478"/>
          <ac:spMkLst>
            <pc:docMk/>
            <pc:sldMk cId="2385108943" sldId="406"/>
            <ac:spMk id="74" creationId="{00000000-0000-0000-0000-000000000000}"/>
          </ac:spMkLst>
        </pc:spChg>
        <pc:spChg chg="mod">
          <ac:chgData name="TROLLIET, Virginie" userId="2328b3ae-e721-4582-bbbe-ab80f85c6159" providerId="ADAL" clId="{6E6B1934-6CDA-4432-9195-47F763B551A1}" dt="2024-08-23T11:23:24.998" v="1270" actId="20577"/>
          <ac:spMkLst>
            <pc:docMk/>
            <pc:sldMk cId="2385108943" sldId="406"/>
            <ac:spMk id="75" creationId="{00000000-0000-0000-0000-000000000000}"/>
          </ac:spMkLst>
        </pc:spChg>
        <pc:spChg chg="del">
          <ac:chgData name="TROLLIET, Virginie" userId="2328b3ae-e721-4582-bbbe-ab80f85c6159" providerId="ADAL" clId="{6E6B1934-6CDA-4432-9195-47F763B551A1}" dt="2024-08-22T11:38:03.734" v="315" actId="478"/>
          <ac:spMkLst>
            <pc:docMk/>
            <pc:sldMk cId="2385108943" sldId="406"/>
            <ac:spMk id="76" creationId="{00000000-0000-0000-0000-000000000000}"/>
          </ac:spMkLst>
        </pc:spChg>
        <pc:spChg chg="mod">
          <ac:chgData name="TROLLIET, Virginie" userId="2328b3ae-e721-4582-bbbe-ab80f85c6159" providerId="ADAL" clId="{6E6B1934-6CDA-4432-9195-47F763B551A1}" dt="2024-08-23T11:18:36.569" v="1200" actId="20577"/>
          <ac:spMkLst>
            <pc:docMk/>
            <pc:sldMk cId="2385108943" sldId="406"/>
            <ac:spMk id="77" creationId="{00000000-0000-0000-0000-000000000000}"/>
          </ac:spMkLst>
        </pc:spChg>
        <pc:spChg chg="mod">
          <ac:chgData name="TROLLIET, Virginie" userId="2328b3ae-e721-4582-bbbe-ab80f85c6159" providerId="ADAL" clId="{6E6B1934-6CDA-4432-9195-47F763B551A1}" dt="2024-08-22T12:55:54.012" v="859" actId="1076"/>
          <ac:spMkLst>
            <pc:docMk/>
            <pc:sldMk cId="2385108943" sldId="406"/>
            <ac:spMk id="82" creationId="{00000000-0000-0000-0000-000000000000}"/>
          </ac:spMkLst>
        </pc:spChg>
        <pc:spChg chg="del">
          <ac:chgData name="TROLLIET, Virginie" userId="2328b3ae-e721-4582-bbbe-ab80f85c6159" providerId="ADAL" clId="{6E6B1934-6CDA-4432-9195-47F763B551A1}" dt="2024-08-22T11:29:09.365" v="150" actId="478"/>
          <ac:spMkLst>
            <pc:docMk/>
            <pc:sldMk cId="2385108943" sldId="406"/>
            <ac:spMk id="84" creationId="{00000000-0000-0000-0000-000000000000}"/>
          </ac:spMkLst>
        </pc:spChg>
        <pc:spChg chg="add mod">
          <ac:chgData name="TROLLIET, Virginie" userId="2328b3ae-e721-4582-bbbe-ab80f85c6159" providerId="ADAL" clId="{6E6B1934-6CDA-4432-9195-47F763B551A1}" dt="2024-08-23T11:19:43.861" v="1231" actId="1076"/>
          <ac:spMkLst>
            <pc:docMk/>
            <pc:sldMk cId="2385108943" sldId="406"/>
            <ac:spMk id="88" creationId="{9692787E-4D1A-715E-AD95-E7EEDA50B52E}"/>
          </ac:spMkLst>
        </pc:spChg>
        <pc:spChg chg="del">
          <ac:chgData name="TROLLIET, Virginie" userId="2328b3ae-e721-4582-bbbe-ab80f85c6159" providerId="ADAL" clId="{6E6B1934-6CDA-4432-9195-47F763B551A1}" dt="2024-08-22T11:38:15.091" v="323" actId="478"/>
          <ac:spMkLst>
            <pc:docMk/>
            <pc:sldMk cId="2385108943" sldId="406"/>
            <ac:spMk id="89" creationId="{00000000-0000-0000-0000-000000000000}"/>
          </ac:spMkLst>
        </pc:spChg>
        <pc:spChg chg="del">
          <ac:chgData name="TROLLIET, Virginie" userId="2328b3ae-e721-4582-bbbe-ab80f85c6159" providerId="ADAL" clId="{6E6B1934-6CDA-4432-9195-47F763B551A1}" dt="2024-08-22T11:38:16.397" v="324" actId="478"/>
          <ac:spMkLst>
            <pc:docMk/>
            <pc:sldMk cId="2385108943" sldId="406"/>
            <ac:spMk id="91" creationId="{00000000-0000-0000-0000-000000000000}"/>
          </ac:spMkLst>
        </pc:spChg>
        <pc:spChg chg="del">
          <ac:chgData name="TROLLIET, Virginie" userId="2328b3ae-e721-4582-bbbe-ab80f85c6159" providerId="ADAL" clId="{6E6B1934-6CDA-4432-9195-47F763B551A1}" dt="2024-08-22T11:29:06.105" v="148" actId="478"/>
          <ac:spMkLst>
            <pc:docMk/>
            <pc:sldMk cId="2385108943" sldId="406"/>
            <ac:spMk id="92" creationId="{00000000-0000-0000-0000-000000000000}"/>
          </ac:spMkLst>
        </pc:spChg>
        <pc:spChg chg="del">
          <ac:chgData name="TROLLIET, Virginie" userId="2328b3ae-e721-4582-bbbe-ab80f85c6159" providerId="ADAL" clId="{6E6B1934-6CDA-4432-9195-47F763B551A1}" dt="2024-08-22T11:29:14.053" v="153" actId="478"/>
          <ac:spMkLst>
            <pc:docMk/>
            <pc:sldMk cId="2385108943" sldId="406"/>
            <ac:spMk id="95" creationId="{00000000-0000-0000-0000-000000000000}"/>
          </ac:spMkLst>
        </pc:spChg>
        <pc:spChg chg="del mod">
          <ac:chgData name="TROLLIET, Virginie" userId="2328b3ae-e721-4582-bbbe-ab80f85c6159" providerId="ADAL" clId="{6E6B1934-6CDA-4432-9195-47F763B551A1}" dt="2024-08-22T11:39:29.727" v="333" actId="478"/>
          <ac:spMkLst>
            <pc:docMk/>
            <pc:sldMk cId="2385108943" sldId="406"/>
            <ac:spMk id="96" creationId="{00000000-0000-0000-0000-000000000000}"/>
          </ac:spMkLst>
        </pc:spChg>
        <pc:spChg chg="mod">
          <ac:chgData name="TROLLIET, Virginie" userId="2328b3ae-e721-4582-bbbe-ab80f85c6159" providerId="ADAL" clId="{6E6B1934-6CDA-4432-9195-47F763B551A1}" dt="2024-08-23T09:02:00.851" v="1065" actId="1076"/>
          <ac:spMkLst>
            <pc:docMk/>
            <pc:sldMk cId="2385108943" sldId="406"/>
            <ac:spMk id="97" creationId="{00000000-0000-0000-0000-000000000000}"/>
          </ac:spMkLst>
        </pc:spChg>
        <pc:spChg chg="del">
          <ac:chgData name="TROLLIET, Virginie" userId="2328b3ae-e721-4582-bbbe-ab80f85c6159" providerId="ADAL" clId="{6E6B1934-6CDA-4432-9195-47F763B551A1}" dt="2024-08-22T11:29:03.695" v="146" actId="478"/>
          <ac:spMkLst>
            <pc:docMk/>
            <pc:sldMk cId="2385108943" sldId="406"/>
            <ac:spMk id="107" creationId="{00000000-0000-0000-0000-000000000000}"/>
          </ac:spMkLst>
        </pc:spChg>
        <pc:spChg chg="del">
          <ac:chgData name="TROLLIET, Virginie" userId="2328b3ae-e721-4582-bbbe-ab80f85c6159" providerId="ADAL" clId="{6E6B1934-6CDA-4432-9195-47F763B551A1}" dt="2024-08-22T11:38:12.121" v="321" actId="478"/>
          <ac:spMkLst>
            <pc:docMk/>
            <pc:sldMk cId="2385108943" sldId="406"/>
            <ac:spMk id="109" creationId="{00000000-0000-0000-0000-000000000000}"/>
          </ac:spMkLst>
        </pc:spChg>
        <pc:spChg chg="del">
          <ac:chgData name="TROLLIET, Virginie" userId="2328b3ae-e721-4582-bbbe-ab80f85c6159" providerId="ADAL" clId="{6E6B1934-6CDA-4432-9195-47F763B551A1}" dt="2024-08-22T11:29:11.065" v="151" actId="478"/>
          <ac:spMkLst>
            <pc:docMk/>
            <pc:sldMk cId="2385108943" sldId="406"/>
            <ac:spMk id="111" creationId="{00000000-0000-0000-0000-000000000000}"/>
          </ac:spMkLst>
        </pc:spChg>
        <pc:spChg chg="mod">
          <ac:chgData name="TROLLIET, Virginie" userId="2328b3ae-e721-4582-bbbe-ab80f85c6159" providerId="ADAL" clId="{6E6B1934-6CDA-4432-9195-47F763B551A1}" dt="2024-08-23T11:24:04.864" v="1274" actId="113"/>
          <ac:spMkLst>
            <pc:docMk/>
            <pc:sldMk cId="2385108943" sldId="406"/>
            <ac:spMk id="121" creationId="{00000000-0000-0000-0000-000000000000}"/>
          </ac:spMkLst>
        </pc:spChg>
        <pc:spChg chg="add mod">
          <ac:chgData name="TROLLIET, Virginie" userId="2328b3ae-e721-4582-bbbe-ab80f85c6159" providerId="ADAL" clId="{6E6B1934-6CDA-4432-9195-47F763B551A1}" dt="2024-08-22T11:44:52.665" v="342" actId="207"/>
          <ac:spMkLst>
            <pc:docMk/>
            <pc:sldMk cId="2385108943" sldId="406"/>
            <ac:spMk id="133" creationId="{4BCD09FC-F972-B009-1383-7EEDED0CDC93}"/>
          </ac:spMkLst>
        </pc:spChg>
        <pc:spChg chg="add mod">
          <ac:chgData name="TROLLIET, Virginie" userId="2328b3ae-e721-4582-bbbe-ab80f85c6159" providerId="ADAL" clId="{6E6B1934-6CDA-4432-9195-47F763B551A1}" dt="2024-08-22T11:45:47.123" v="348" actId="1076"/>
          <ac:spMkLst>
            <pc:docMk/>
            <pc:sldMk cId="2385108943" sldId="406"/>
            <ac:spMk id="134" creationId="{DBD18ECB-CD2C-F9C1-D089-E318FC83D546}"/>
          </ac:spMkLst>
        </pc:spChg>
        <pc:spChg chg="add mod">
          <ac:chgData name="TROLLIET, Virginie" userId="2328b3ae-e721-4582-bbbe-ab80f85c6159" providerId="ADAL" clId="{6E6B1934-6CDA-4432-9195-47F763B551A1}" dt="2024-08-22T11:46:42.562" v="391" actId="1076"/>
          <ac:spMkLst>
            <pc:docMk/>
            <pc:sldMk cId="2385108943" sldId="406"/>
            <ac:spMk id="135" creationId="{EE1095C8-8793-A938-F7E5-30B84B6E7238}"/>
          </ac:spMkLst>
        </pc:spChg>
        <pc:spChg chg="add mod">
          <ac:chgData name="TROLLIET, Virginie" userId="2328b3ae-e721-4582-bbbe-ab80f85c6159" providerId="ADAL" clId="{6E6B1934-6CDA-4432-9195-47F763B551A1}" dt="2024-08-22T11:58:33.721" v="672" actId="1076"/>
          <ac:spMkLst>
            <pc:docMk/>
            <pc:sldMk cId="2385108943" sldId="406"/>
            <ac:spMk id="136" creationId="{4715E114-9363-8774-8EE5-77F5F8C07DE7}"/>
          </ac:spMkLst>
        </pc:spChg>
        <pc:spChg chg="add mod">
          <ac:chgData name="TROLLIET, Virginie" userId="2328b3ae-e721-4582-bbbe-ab80f85c6159" providerId="ADAL" clId="{6E6B1934-6CDA-4432-9195-47F763B551A1}" dt="2024-08-22T15:59:57.053" v="957" actId="1076"/>
          <ac:spMkLst>
            <pc:docMk/>
            <pc:sldMk cId="2385108943" sldId="406"/>
            <ac:spMk id="138" creationId="{E94FBBD3-885D-C7EA-D422-DFF8D104CE21}"/>
          </ac:spMkLst>
        </pc:spChg>
        <pc:spChg chg="add mod">
          <ac:chgData name="TROLLIET, Virginie" userId="2328b3ae-e721-4582-bbbe-ab80f85c6159" providerId="ADAL" clId="{6E6B1934-6CDA-4432-9195-47F763B551A1}" dt="2024-08-22T11:54:34.594" v="616" actId="14100"/>
          <ac:spMkLst>
            <pc:docMk/>
            <pc:sldMk cId="2385108943" sldId="406"/>
            <ac:spMk id="139" creationId="{486701FF-3958-82D6-C1D7-DA949E215CC9}"/>
          </ac:spMkLst>
        </pc:spChg>
        <pc:spChg chg="add mod">
          <ac:chgData name="TROLLIET, Virginie" userId="2328b3ae-e721-4582-bbbe-ab80f85c6159" providerId="ADAL" clId="{6E6B1934-6CDA-4432-9195-47F763B551A1}" dt="2024-08-22T11:55:51.354" v="637" actId="1076"/>
          <ac:spMkLst>
            <pc:docMk/>
            <pc:sldMk cId="2385108943" sldId="406"/>
            <ac:spMk id="140" creationId="{DBD9E13C-3CC5-8237-FF23-4FA33B61EFEF}"/>
          </ac:spMkLst>
        </pc:spChg>
        <pc:spChg chg="add mod">
          <ac:chgData name="TROLLIET, Virginie" userId="2328b3ae-e721-4582-bbbe-ab80f85c6159" providerId="ADAL" clId="{6E6B1934-6CDA-4432-9195-47F763B551A1}" dt="2024-08-22T11:55:57.450" v="638" actId="1076"/>
          <ac:spMkLst>
            <pc:docMk/>
            <pc:sldMk cId="2385108943" sldId="406"/>
            <ac:spMk id="141" creationId="{B0D78646-C0A0-D249-569F-0B334EADE774}"/>
          </ac:spMkLst>
        </pc:spChg>
        <pc:spChg chg="add mod">
          <ac:chgData name="TROLLIET, Virginie" userId="2328b3ae-e721-4582-bbbe-ab80f85c6159" providerId="ADAL" clId="{6E6B1934-6CDA-4432-9195-47F763B551A1}" dt="2024-08-22T12:56:44.625" v="883" actId="1076"/>
          <ac:spMkLst>
            <pc:docMk/>
            <pc:sldMk cId="2385108943" sldId="406"/>
            <ac:spMk id="142" creationId="{CC71CE75-D484-D257-0455-E87CEB4F64A9}"/>
          </ac:spMkLst>
        </pc:spChg>
        <pc:spChg chg="add del mod">
          <ac:chgData name="TROLLIET, Virginie" userId="2328b3ae-e721-4582-bbbe-ab80f85c6159" providerId="ADAL" clId="{6E6B1934-6CDA-4432-9195-47F763B551A1}" dt="2024-08-22T11:57:52.108" v="668"/>
          <ac:spMkLst>
            <pc:docMk/>
            <pc:sldMk cId="2385108943" sldId="406"/>
            <ac:spMk id="143" creationId="{E8011CDE-FAFB-43AA-1D35-DDA264380C85}"/>
          </ac:spMkLst>
        </pc:spChg>
        <pc:spChg chg="add mod">
          <ac:chgData name="TROLLIET, Virginie" userId="2328b3ae-e721-4582-bbbe-ab80f85c6159" providerId="ADAL" clId="{6E6B1934-6CDA-4432-9195-47F763B551A1}" dt="2024-08-22T12:57:02.755" v="885" actId="1076"/>
          <ac:spMkLst>
            <pc:docMk/>
            <pc:sldMk cId="2385108943" sldId="406"/>
            <ac:spMk id="144" creationId="{DA9D41E6-6C4C-2318-6A7C-91A5A2B1C518}"/>
          </ac:spMkLst>
        </pc:spChg>
        <pc:spChg chg="add mod">
          <ac:chgData name="TROLLIET, Virginie" userId="2328b3ae-e721-4582-bbbe-ab80f85c6159" providerId="ADAL" clId="{6E6B1934-6CDA-4432-9195-47F763B551A1}" dt="2024-08-22T12:55:19.639" v="855" actId="1076"/>
          <ac:spMkLst>
            <pc:docMk/>
            <pc:sldMk cId="2385108943" sldId="406"/>
            <ac:spMk id="145" creationId="{C428EC73-0A60-E2DE-7965-603873510883}"/>
          </ac:spMkLst>
        </pc:spChg>
        <pc:spChg chg="add mod">
          <ac:chgData name="TROLLIET, Virginie" userId="2328b3ae-e721-4582-bbbe-ab80f85c6159" providerId="ADAL" clId="{6E6B1934-6CDA-4432-9195-47F763B551A1}" dt="2024-08-23T11:19:27.928" v="1230" actId="20577"/>
          <ac:spMkLst>
            <pc:docMk/>
            <pc:sldMk cId="2385108943" sldId="406"/>
            <ac:spMk id="146" creationId="{3E0B31C9-B0F7-DA0D-C65D-FE92B698B077}"/>
          </ac:spMkLst>
        </pc:spChg>
        <pc:spChg chg="add mod">
          <ac:chgData name="TROLLIET, Virginie" userId="2328b3ae-e721-4582-bbbe-ab80f85c6159" providerId="ADAL" clId="{6E6B1934-6CDA-4432-9195-47F763B551A1}" dt="2024-08-22T12:56:25.998" v="881" actId="1076"/>
          <ac:spMkLst>
            <pc:docMk/>
            <pc:sldMk cId="2385108943" sldId="406"/>
            <ac:spMk id="165" creationId="{CCB2BC2B-5921-6C00-725C-DC1B3EBA3409}"/>
          </ac:spMkLst>
        </pc:spChg>
        <pc:spChg chg="add mod">
          <ac:chgData name="TROLLIET, Virginie" userId="2328b3ae-e721-4582-bbbe-ab80f85c6159" providerId="ADAL" clId="{6E6B1934-6CDA-4432-9195-47F763B551A1}" dt="2024-08-22T12:58:11.187" v="894" actId="20577"/>
          <ac:spMkLst>
            <pc:docMk/>
            <pc:sldMk cId="2385108943" sldId="406"/>
            <ac:spMk id="177" creationId="{8A771436-CAE8-3B7B-455E-3843FFAD8C20}"/>
          </ac:spMkLst>
        </pc:spChg>
        <pc:spChg chg="add mod ord">
          <ac:chgData name="TROLLIET, Virginie" userId="2328b3ae-e721-4582-bbbe-ab80f85c6159" providerId="ADAL" clId="{6E6B1934-6CDA-4432-9195-47F763B551A1}" dt="2024-08-22T12:59:09.098" v="903" actId="14100"/>
          <ac:spMkLst>
            <pc:docMk/>
            <pc:sldMk cId="2385108943" sldId="406"/>
            <ac:spMk id="178" creationId="{F60D9115-9C84-EB96-16E6-0E120F9B5732}"/>
          </ac:spMkLst>
        </pc:spChg>
        <pc:spChg chg="add mod">
          <ac:chgData name="TROLLIET, Virginie" userId="2328b3ae-e721-4582-bbbe-ab80f85c6159" providerId="ADAL" clId="{6E6B1934-6CDA-4432-9195-47F763B551A1}" dt="2024-08-22T12:59:27.338" v="907" actId="1076"/>
          <ac:spMkLst>
            <pc:docMk/>
            <pc:sldMk cId="2385108943" sldId="406"/>
            <ac:spMk id="179" creationId="{9972DFB9-560F-7E1A-2686-2991FFA7054B}"/>
          </ac:spMkLst>
        </pc:spChg>
        <pc:spChg chg="add mod">
          <ac:chgData name="TROLLIET, Virginie" userId="2328b3ae-e721-4582-bbbe-ab80f85c6159" providerId="ADAL" clId="{6E6B1934-6CDA-4432-9195-47F763B551A1}" dt="2024-08-22T13:00:06.286" v="940" actId="1076"/>
          <ac:spMkLst>
            <pc:docMk/>
            <pc:sldMk cId="2385108943" sldId="406"/>
            <ac:spMk id="180" creationId="{54D6C465-5442-2614-ABDC-C2528D47AE72}"/>
          </ac:spMkLst>
        </pc:spChg>
        <pc:spChg chg="add mod ord">
          <ac:chgData name="TROLLIET, Virginie" userId="2328b3ae-e721-4582-bbbe-ab80f85c6159" providerId="ADAL" clId="{6E6B1934-6CDA-4432-9195-47F763B551A1}" dt="2024-08-22T13:00:59.627" v="944" actId="167"/>
          <ac:spMkLst>
            <pc:docMk/>
            <pc:sldMk cId="2385108943" sldId="406"/>
            <ac:spMk id="181" creationId="{46FD01A7-6E9E-F440-CA0D-6EDFA68DDA24}"/>
          </ac:spMkLst>
        </pc:spChg>
        <pc:spChg chg="add mod ord">
          <ac:chgData name="TROLLIET, Virginie" userId="2328b3ae-e721-4582-bbbe-ab80f85c6159" providerId="ADAL" clId="{6E6B1934-6CDA-4432-9195-47F763B551A1}" dt="2024-08-22T13:01:37.885" v="950" actId="167"/>
          <ac:spMkLst>
            <pc:docMk/>
            <pc:sldMk cId="2385108943" sldId="406"/>
            <ac:spMk id="182" creationId="{5A5E3267-692C-C201-F19B-F7CC2DE1B246}"/>
          </ac:spMkLst>
        </pc:spChg>
        <pc:spChg chg="add mod">
          <ac:chgData name="TROLLIET, Virginie" userId="2328b3ae-e721-4582-bbbe-ab80f85c6159" providerId="ADAL" clId="{6E6B1934-6CDA-4432-9195-47F763B551A1}" dt="2024-08-22T13:48:42" v="954" actId="1076"/>
          <ac:spMkLst>
            <pc:docMk/>
            <pc:sldMk cId="2385108943" sldId="406"/>
            <ac:spMk id="183" creationId="{F45B0FFB-A031-2F8D-8E8F-F928F5BED4AE}"/>
          </ac:spMkLst>
        </pc:spChg>
        <pc:spChg chg="add mod">
          <ac:chgData name="TROLLIET, Virginie" userId="2328b3ae-e721-4582-bbbe-ab80f85c6159" providerId="ADAL" clId="{6E6B1934-6CDA-4432-9195-47F763B551A1}" dt="2024-08-22T13:48:52.675" v="956" actId="1076"/>
          <ac:spMkLst>
            <pc:docMk/>
            <pc:sldMk cId="2385108943" sldId="406"/>
            <ac:spMk id="184" creationId="{C6D49F08-FA07-55BD-5648-B723181091E8}"/>
          </ac:spMkLst>
        </pc:spChg>
        <pc:spChg chg="mod">
          <ac:chgData name="TROLLIET, Virginie" userId="2328b3ae-e721-4582-bbbe-ab80f85c6159" providerId="ADAL" clId="{6E6B1934-6CDA-4432-9195-47F763B551A1}" dt="2024-08-23T11:20:21.821" v="1236" actId="2085"/>
          <ac:spMkLst>
            <pc:docMk/>
            <pc:sldMk cId="2385108943" sldId="406"/>
            <ac:spMk id="195" creationId="{68594763-79CF-4AD1-BCDE-82BAE36C65AF}"/>
          </ac:spMkLst>
        </pc:spChg>
        <pc:spChg chg="mod">
          <ac:chgData name="TROLLIET, Virginie" userId="2328b3ae-e721-4582-bbbe-ab80f85c6159" providerId="ADAL" clId="{6E6B1934-6CDA-4432-9195-47F763B551A1}" dt="2024-08-23T11:19:53.511" v="1232" actId="1076"/>
          <ac:spMkLst>
            <pc:docMk/>
            <pc:sldMk cId="2385108943" sldId="406"/>
            <ac:spMk id="199" creationId="{86AC508C-EECB-4F4B-B458-1B1050F1619B}"/>
          </ac:spMkLst>
        </pc:spChg>
        <pc:grpChg chg="add mod">
          <ac:chgData name="TROLLIET, Virginie" userId="2328b3ae-e721-4582-bbbe-ab80f85c6159" providerId="ADAL" clId="{6E6B1934-6CDA-4432-9195-47F763B551A1}" dt="2024-08-22T11:30:32.079" v="158" actId="1076"/>
          <ac:grpSpMkLst>
            <pc:docMk/>
            <pc:sldMk cId="2385108943" sldId="406"/>
            <ac:grpSpMk id="12" creationId="{F0028238-55AE-24F3-1CF5-C76BA36A2ADB}"/>
          </ac:grpSpMkLst>
        </pc:grpChg>
        <pc:grpChg chg="mod">
          <ac:chgData name="TROLLIET, Virginie" userId="2328b3ae-e721-4582-bbbe-ab80f85c6159" providerId="ADAL" clId="{6E6B1934-6CDA-4432-9195-47F763B551A1}" dt="2024-08-22T12:58:19.857" v="896" actId="1076"/>
          <ac:grpSpMkLst>
            <pc:docMk/>
            <pc:sldMk cId="2385108943" sldId="406"/>
            <ac:grpSpMk id="64" creationId="{00000000-0000-0000-0000-000000000000}"/>
          </ac:grpSpMkLst>
        </pc:grpChg>
        <pc:cxnChg chg="del mod">
          <ac:chgData name="TROLLIET, Virginie" userId="2328b3ae-e721-4582-bbbe-ab80f85c6159" providerId="ADAL" clId="{6E6B1934-6CDA-4432-9195-47F763B551A1}" dt="2024-08-22T11:38:17.507" v="325" actId="478"/>
          <ac:cxnSpMkLst>
            <pc:docMk/>
            <pc:sldMk cId="2385108943" sldId="406"/>
            <ac:cxnSpMk id="8" creationId="{00000000-0000-0000-0000-000000000000}"/>
          </ac:cxnSpMkLst>
        </pc:cxnChg>
        <pc:cxnChg chg="mod">
          <ac:chgData name="TROLLIET, Virginie" userId="2328b3ae-e721-4582-bbbe-ab80f85c6159" providerId="ADAL" clId="{6E6B1934-6CDA-4432-9195-47F763B551A1}" dt="2024-08-22T11:29:58.749" v="155"/>
          <ac:cxnSpMkLst>
            <pc:docMk/>
            <pc:sldMk cId="2385108943" sldId="406"/>
            <ac:cxnSpMk id="14" creationId="{ADC9356B-571C-309A-94BF-0441B189EF4D}"/>
          </ac:cxnSpMkLst>
        </pc:cxnChg>
        <pc:cxnChg chg="add mod">
          <ac:chgData name="TROLLIET, Virginie" userId="2328b3ae-e721-4582-bbbe-ab80f85c6159" providerId="ADAL" clId="{6E6B1934-6CDA-4432-9195-47F763B551A1}" dt="2024-08-22T11:30:44.359" v="160" actId="1076"/>
          <ac:cxnSpMkLst>
            <pc:docMk/>
            <pc:sldMk cId="2385108943" sldId="406"/>
            <ac:cxnSpMk id="16" creationId="{882DA9D4-C939-E924-CF3C-0E3E54E6E022}"/>
          </ac:cxnSpMkLst>
        </pc:cxnChg>
        <pc:cxnChg chg="add mod">
          <ac:chgData name="TROLLIET, Virginie" userId="2328b3ae-e721-4582-bbbe-ab80f85c6159" providerId="ADAL" clId="{6E6B1934-6CDA-4432-9195-47F763B551A1}" dt="2024-08-22T11:30:44.359" v="160" actId="1076"/>
          <ac:cxnSpMkLst>
            <pc:docMk/>
            <pc:sldMk cId="2385108943" sldId="406"/>
            <ac:cxnSpMk id="17" creationId="{72DA6F5F-9E44-BD0A-7A0D-37E7F591392C}"/>
          </ac:cxnSpMkLst>
        </pc:cxnChg>
        <pc:cxnChg chg="add del mod">
          <ac:chgData name="TROLLIET, Virginie" userId="2328b3ae-e721-4582-bbbe-ab80f85c6159" providerId="ADAL" clId="{6E6B1934-6CDA-4432-9195-47F763B551A1}" dt="2024-08-22T11:30:20.502" v="157" actId="478"/>
          <ac:cxnSpMkLst>
            <pc:docMk/>
            <pc:sldMk cId="2385108943" sldId="406"/>
            <ac:cxnSpMk id="22" creationId="{44E6C1DD-6478-7E8E-52FF-8B954F59597C}"/>
          </ac:cxnSpMkLst>
        </pc:cxnChg>
        <pc:cxnChg chg="del mod">
          <ac:chgData name="TROLLIET, Virginie" userId="2328b3ae-e721-4582-bbbe-ab80f85c6159" providerId="ADAL" clId="{6E6B1934-6CDA-4432-9195-47F763B551A1}" dt="2024-08-22T11:29:04.914" v="147" actId="478"/>
          <ac:cxnSpMkLst>
            <pc:docMk/>
            <pc:sldMk cId="2385108943" sldId="406"/>
            <ac:cxnSpMk id="26" creationId="{00000000-0000-0000-0000-000000000000}"/>
          </ac:cxnSpMkLst>
        </pc:cxnChg>
        <pc:cxnChg chg="add mod">
          <ac:chgData name="TROLLIET, Virginie" userId="2328b3ae-e721-4582-bbbe-ab80f85c6159" providerId="ADAL" clId="{6E6B1934-6CDA-4432-9195-47F763B551A1}" dt="2024-08-22T12:28:25.230" v="846" actId="1076"/>
          <ac:cxnSpMkLst>
            <pc:docMk/>
            <pc:sldMk cId="2385108943" sldId="406"/>
            <ac:cxnSpMk id="33" creationId="{E45C41EA-1A17-347F-EFAF-DB6A0FA960E3}"/>
          </ac:cxnSpMkLst>
        </pc:cxnChg>
        <pc:cxnChg chg="mod">
          <ac:chgData name="TROLLIET, Virginie" userId="2328b3ae-e721-4582-bbbe-ab80f85c6159" providerId="ADAL" clId="{6E6B1934-6CDA-4432-9195-47F763B551A1}" dt="2024-08-23T09:02:00.851" v="1065" actId="1076"/>
          <ac:cxnSpMkLst>
            <pc:docMk/>
            <pc:sldMk cId="2385108943" sldId="406"/>
            <ac:cxnSpMk id="34" creationId="{00000000-0000-0000-0000-000000000000}"/>
          </ac:cxnSpMkLst>
        </pc:cxnChg>
        <pc:cxnChg chg="del mod">
          <ac:chgData name="TROLLIET, Virginie" userId="2328b3ae-e721-4582-bbbe-ab80f85c6159" providerId="ADAL" clId="{6E6B1934-6CDA-4432-9195-47F763B551A1}" dt="2024-08-22T11:26:50.187" v="105" actId="478"/>
          <ac:cxnSpMkLst>
            <pc:docMk/>
            <pc:sldMk cId="2385108943" sldId="406"/>
            <ac:cxnSpMk id="53" creationId="{00000000-0000-0000-0000-000000000000}"/>
          </ac:cxnSpMkLst>
        </pc:cxnChg>
        <pc:cxnChg chg="del mod">
          <ac:chgData name="TROLLIET, Virginie" userId="2328b3ae-e721-4582-bbbe-ab80f85c6159" providerId="ADAL" clId="{6E6B1934-6CDA-4432-9195-47F763B551A1}" dt="2024-08-22T11:52:42.305" v="609" actId="478"/>
          <ac:cxnSpMkLst>
            <pc:docMk/>
            <pc:sldMk cId="2385108943" sldId="406"/>
            <ac:cxnSpMk id="59" creationId="{00000000-0000-0000-0000-000000000000}"/>
          </ac:cxnSpMkLst>
        </pc:cxnChg>
        <pc:cxnChg chg="mod">
          <ac:chgData name="TROLLIET, Virginie" userId="2328b3ae-e721-4582-bbbe-ab80f85c6159" providerId="ADAL" clId="{6E6B1934-6CDA-4432-9195-47F763B551A1}" dt="2024-08-23T11:16:02.273" v="1111" actId="1076"/>
          <ac:cxnSpMkLst>
            <pc:docMk/>
            <pc:sldMk cId="2385108943" sldId="406"/>
            <ac:cxnSpMk id="60" creationId="{00000000-0000-0000-0000-000000000000}"/>
          </ac:cxnSpMkLst>
        </pc:cxnChg>
        <pc:cxnChg chg="mod">
          <ac:chgData name="TROLLIET, Virginie" userId="2328b3ae-e721-4582-bbbe-ab80f85c6159" providerId="ADAL" clId="{6E6B1934-6CDA-4432-9195-47F763B551A1}" dt="2024-08-23T11:16:02.273" v="1111" actId="1076"/>
          <ac:cxnSpMkLst>
            <pc:docMk/>
            <pc:sldMk cId="2385108943" sldId="406"/>
            <ac:cxnSpMk id="61" creationId="{00000000-0000-0000-0000-000000000000}"/>
          </ac:cxnSpMkLst>
        </pc:cxnChg>
        <pc:cxnChg chg="del mod">
          <ac:chgData name="TROLLIET, Virginie" userId="2328b3ae-e721-4582-bbbe-ab80f85c6159" providerId="ADAL" clId="{6E6B1934-6CDA-4432-9195-47F763B551A1}" dt="2024-08-22T11:38:05.678" v="316" actId="478"/>
          <ac:cxnSpMkLst>
            <pc:docMk/>
            <pc:sldMk cId="2385108943" sldId="406"/>
            <ac:cxnSpMk id="62" creationId="{00000000-0000-0000-0000-000000000000}"/>
          </ac:cxnSpMkLst>
        </pc:cxnChg>
        <pc:cxnChg chg="mod">
          <ac:chgData name="TROLLIET, Virginie" userId="2328b3ae-e721-4582-bbbe-ab80f85c6159" providerId="ADAL" clId="{6E6B1934-6CDA-4432-9195-47F763B551A1}" dt="2024-08-22T11:30:44.359" v="160" actId="1076"/>
          <ac:cxnSpMkLst>
            <pc:docMk/>
            <pc:sldMk cId="2385108943" sldId="406"/>
            <ac:cxnSpMk id="80" creationId="{00000000-0000-0000-0000-000000000000}"/>
          </ac:cxnSpMkLst>
        </pc:cxnChg>
        <pc:cxnChg chg="del mod">
          <ac:chgData name="TROLLIET, Virginie" userId="2328b3ae-e721-4582-bbbe-ab80f85c6159" providerId="ADAL" clId="{6E6B1934-6CDA-4432-9195-47F763B551A1}" dt="2024-08-22T11:38:07.067" v="317" actId="478"/>
          <ac:cxnSpMkLst>
            <pc:docMk/>
            <pc:sldMk cId="2385108943" sldId="406"/>
            <ac:cxnSpMk id="81" creationId="{00000000-0000-0000-0000-000000000000}"/>
          </ac:cxnSpMkLst>
        </pc:cxnChg>
        <pc:cxnChg chg="del mod">
          <ac:chgData name="TROLLIET, Virginie" userId="2328b3ae-e721-4582-bbbe-ab80f85c6159" providerId="ADAL" clId="{6E6B1934-6CDA-4432-9195-47F763B551A1}" dt="2024-08-22T11:38:19.157" v="326" actId="478"/>
          <ac:cxnSpMkLst>
            <pc:docMk/>
            <pc:sldMk cId="2385108943" sldId="406"/>
            <ac:cxnSpMk id="85" creationId="{00000000-0000-0000-0000-000000000000}"/>
          </ac:cxnSpMkLst>
        </pc:cxnChg>
        <pc:cxnChg chg="del mod">
          <ac:chgData name="TROLLIET, Virginie" userId="2328b3ae-e721-4582-bbbe-ab80f85c6159" providerId="ADAL" clId="{6E6B1934-6CDA-4432-9195-47F763B551A1}" dt="2024-08-22T11:29:20.433" v="154" actId="478"/>
          <ac:cxnSpMkLst>
            <pc:docMk/>
            <pc:sldMk cId="2385108943" sldId="406"/>
            <ac:cxnSpMk id="87" creationId="{00000000-0000-0000-0000-000000000000}"/>
          </ac:cxnSpMkLst>
        </pc:cxnChg>
        <pc:cxnChg chg="mod">
          <ac:chgData name="TROLLIET, Virginie" userId="2328b3ae-e721-4582-bbbe-ab80f85c6159" providerId="ADAL" clId="{6E6B1934-6CDA-4432-9195-47F763B551A1}" dt="2024-08-23T11:20:42.829" v="1238" actId="14100"/>
          <ac:cxnSpMkLst>
            <pc:docMk/>
            <pc:sldMk cId="2385108943" sldId="406"/>
            <ac:cxnSpMk id="126" creationId="{27B674EA-8757-40DF-ADAA-57CF9C147182}"/>
          </ac:cxnSpMkLst>
        </pc:cxnChg>
        <pc:cxnChg chg="add mod">
          <ac:chgData name="TROLLIET, Virginie" userId="2328b3ae-e721-4582-bbbe-ab80f85c6159" providerId="ADAL" clId="{6E6B1934-6CDA-4432-9195-47F763B551A1}" dt="2024-08-22T11:43:36.823" v="337" actId="208"/>
          <ac:cxnSpMkLst>
            <pc:docMk/>
            <pc:sldMk cId="2385108943" sldId="406"/>
            <ac:cxnSpMk id="129" creationId="{9AAD6979-61EB-E793-CF79-310551123902}"/>
          </ac:cxnSpMkLst>
        </pc:cxnChg>
        <pc:cxnChg chg="add mod">
          <ac:chgData name="TROLLIET, Virginie" userId="2328b3ae-e721-4582-bbbe-ab80f85c6159" providerId="ADAL" clId="{6E6B1934-6CDA-4432-9195-47F763B551A1}" dt="2024-08-22T11:43:26.735" v="336" actId="208"/>
          <ac:cxnSpMkLst>
            <pc:docMk/>
            <pc:sldMk cId="2385108943" sldId="406"/>
            <ac:cxnSpMk id="130" creationId="{1BC5B4F2-366C-8308-4121-DF9BEE7370E3}"/>
          </ac:cxnSpMkLst>
        </pc:cxnChg>
        <pc:cxnChg chg="add mod">
          <ac:chgData name="TROLLIET, Virginie" userId="2328b3ae-e721-4582-bbbe-ab80f85c6159" providerId="ADAL" clId="{6E6B1934-6CDA-4432-9195-47F763B551A1}" dt="2024-08-22T12:54:17.368" v="849" actId="1076"/>
          <ac:cxnSpMkLst>
            <pc:docMk/>
            <pc:sldMk cId="2385108943" sldId="406"/>
            <ac:cxnSpMk id="149" creationId="{199738EE-628B-2206-DF59-2B77CD18FC03}"/>
          </ac:cxnSpMkLst>
        </pc:cxnChg>
        <pc:cxnChg chg="add mod">
          <ac:chgData name="TROLLIET, Virginie" userId="2328b3ae-e721-4582-bbbe-ab80f85c6159" providerId="ADAL" clId="{6E6B1934-6CDA-4432-9195-47F763B551A1}" dt="2024-08-22T15:59:57.053" v="957" actId="1076"/>
          <ac:cxnSpMkLst>
            <pc:docMk/>
            <pc:sldMk cId="2385108943" sldId="406"/>
            <ac:cxnSpMk id="152" creationId="{024542D9-0E1E-B788-F836-AD11CF451315}"/>
          </ac:cxnSpMkLst>
        </pc:cxnChg>
        <pc:cxnChg chg="add mod">
          <ac:chgData name="TROLLIET, Virginie" userId="2328b3ae-e721-4582-bbbe-ab80f85c6159" providerId="ADAL" clId="{6E6B1934-6CDA-4432-9195-47F763B551A1}" dt="2024-08-22T15:59:57.053" v="957" actId="1076"/>
          <ac:cxnSpMkLst>
            <pc:docMk/>
            <pc:sldMk cId="2385108943" sldId="406"/>
            <ac:cxnSpMk id="154" creationId="{63C32F78-4EEA-1AF1-6E25-21AA1A86A287}"/>
          </ac:cxnSpMkLst>
        </pc:cxnChg>
        <pc:cxnChg chg="add">
          <ac:chgData name="TROLLIET, Virginie" userId="2328b3ae-e721-4582-bbbe-ab80f85c6159" providerId="ADAL" clId="{6E6B1934-6CDA-4432-9195-47F763B551A1}" dt="2024-08-22T12:55:03.648" v="853" actId="11529"/>
          <ac:cxnSpMkLst>
            <pc:docMk/>
            <pc:sldMk cId="2385108943" sldId="406"/>
            <ac:cxnSpMk id="157" creationId="{8AC271A1-E69E-6E9F-B668-2AA2484F4038}"/>
          </ac:cxnSpMkLst>
        </pc:cxnChg>
        <pc:cxnChg chg="add mod">
          <ac:chgData name="TROLLIET, Virginie" userId="2328b3ae-e721-4582-bbbe-ab80f85c6159" providerId="ADAL" clId="{6E6B1934-6CDA-4432-9195-47F763B551A1}" dt="2024-08-22T12:55:19.639" v="855" actId="1076"/>
          <ac:cxnSpMkLst>
            <pc:docMk/>
            <pc:sldMk cId="2385108943" sldId="406"/>
            <ac:cxnSpMk id="159" creationId="{00F985B0-2DA9-3DEF-8065-DEC131C872E8}"/>
          </ac:cxnSpMkLst>
        </pc:cxnChg>
        <pc:cxnChg chg="add mod">
          <ac:chgData name="TROLLIET, Virginie" userId="2328b3ae-e721-4582-bbbe-ab80f85c6159" providerId="ADAL" clId="{6E6B1934-6CDA-4432-9195-47F763B551A1}" dt="2024-08-22T12:55:54.012" v="859" actId="1076"/>
          <ac:cxnSpMkLst>
            <pc:docMk/>
            <pc:sldMk cId="2385108943" sldId="406"/>
            <ac:cxnSpMk id="162" creationId="{FC9E8A77-D3A6-4CBF-B9C4-A0870271D256}"/>
          </ac:cxnSpMkLst>
        </pc:cxnChg>
        <pc:cxnChg chg="add mod">
          <ac:chgData name="TROLLIET, Virginie" userId="2328b3ae-e721-4582-bbbe-ab80f85c6159" providerId="ADAL" clId="{6E6B1934-6CDA-4432-9195-47F763B551A1}" dt="2024-08-22T12:56:44.625" v="883" actId="1076"/>
          <ac:cxnSpMkLst>
            <pc:docMk/>
            <pc:sldMk cId="2385108943" sldId="406"/>
            <ac:cxnSpMk id="167" creationId="{9612DBF6-4F4A-E3E2-5AA3-184D0041DF28}"/>
          </ac:cxnSpMkLst>
        </pc:cxnChg>
        <pc:cxnChg chg="add mod">
          <ac:chgData name="TROLLIET, Virginie" userId="2328b3ae-e721-4582-bbbe-ab80f85c6159" providerId="ADAL" clId="{6E6B1934-6CDA-4432-9195-47F763B551A1}" dt="2024-08-22T12:57:02.755" v="885" actId="1076"/>
          <ac:cxnSpMkLst>
            <pc:docMk/>
            <pc:sldMk cId="2385108943" sldId="406"/>
            <ac:cxnSpMk id="171" creationId="{7073D018-9A11-CBC8-093D-A2A67D0C94E1}"/>
          </ac:cxnSpMkLst>
        </pc:cxnChg>
        <pc:cxnChg chg="add">
          <ac:chgData name="TROLLIET, Virginie" userId="2328b3ae-e721-4582-bbbe-ab80f85c6159" providerId="ADAL" clId="{6E6B1934-6CDA-4432-9195-47F763B551A1}" dt="2024-08-22T12:57:32.212" v="886" actId="11529"/>
          <ac:cxnSpMkLst>
            <pc:docMk/>
            <pc:sldMk cId="2385108943" sldId="406"/>
            <ac:cxnSpMk id="174" creationId="{F7B07DEB-D7AE-4873-3679-85F6158D5761}"/>
          </ac:cxnSpMkLst>
        </pc:cxnChg>
        <pc:cxnChg chg="add">
          <ac:chgData name="TROLLIET, Virginie" userId="2328b3ae-e721-4582-bbbe-ab80f85c6159" providerId="ADAL" clId="{6E6B1934-6CDA-4432-9195-47F763B551A1}" dt="2024-08-22T12:57:42.105" v="887" actId="11529"/>
          <ac:cxnSpMkLst>
            <pc:docMk/>
            <pc:sldMk cId="2385108943" sldId="406"/>
            <ac:cxnSpMk id="176" creationId="{93F5B86B-D986-5EFF-81D7-0C470D3E5952}"/>
          </ac:cxnSpMkLst>
        </pc:cxnChg>
        <pc:cxnChg chg="del mod">
          <ac:chgData name="TROLLIET, Virginie" userId="2328b3ae-e721-4582-bbbe-ab80f85c6159" providerId="ADAL" clId="{6E6B1934-6CDA-4432-9195-47F763B551A1}" dt="2024-08-22T11:29:12.124" v="152" actId="478"/>
          <ac:cxnSpMkLst>
            <pc:docMk/>
            <pc:sldMk cId="2385108943" sldId="406"/>
            <ac:cxnSpMk id="2055" creationId="{00000000-0000-0000-0000-000000000000}"/>
          </ac:cxnSpMkLst>
        </pc:cxnChg>
        <pc:cxnChg chg="del mod">
          <ac:chgData name="TROLLIET, Virginie" userId="2328b3ae-e721-4582-bbbe-ab80f85c6159" providerId="ADAL" clId="{6E6B1934-6CDA-4432-9195-47F763B551A1}" dt="2024-08-22T11:38:10.977" v="320" actId="478"/>
          <ac:cxnSpMkLst>
            <pc:docMk/>
            <pc:sldMk cId="2385108943" sldId="406"/>
            <ac:cxnSpMk id="2057" creationId="{00000000-0000-0000-0000-000000000000}"/>
          </ac:cxnSpMkLst>
        </pc:cxnChg>
      </pc:sldChg>
      <pc:sldChg chg="delSp modSp mod">
        <pc:chgData name="TROLLIET, Virginie" userId="2328b3ae-e721-4582-bbbe-ab80f85c6159" providerId="ADAL" clId="{6E6B1934-6CDA-4432-9195-47F763B551A1}" dt="2024-08-22T09:38:38.940" v="33" actId="478"/>
        <pc:sldMkLst>
          <pc:docMk/>
          <pc:sldMk cId="1747165532" sldId="449"/>
        </pc:sldMkLst>
        <pc:spChg chg="del">
          <ac:chgData name="TROLLIET, Virginie" userId="2328b3ae-e721-4582-bbbe-ab80f85c6159" providerId="ADAL" clId="{6E6B1934-6CDA-4432-9195-47F763B551A1}" dt="2024-08-22T09:35:12.560" v="6" actId="478"/>
          <ac:spMkLst>
            <pc:docMk/>
            <pc:sldMk cId="1747165532" sldId="449"/>
            <ac:spMk id="2" creationId="{CC261C0D-8677-DB65-099C-0F953BD67240}"/>
          </ac:spMkLst>
        </pc:spChg>
        <pc:spChg chg="del mod">
          <ac:chgData name="TROLLIET, Virginie" userId="2328b3ae-e721-4582-bbbe-ab80f85c6159" providerId="ADAL" clId="{6E6B1934-6CDA-4432-9195-47F763B551A1}" dt="2024-08-22T09:38:38.940" v="33" actId="478"/>
          <ac:spMkLst>
            <pc:docMk/>
            <pc:sldMk cId="1747165532" sldId="449"/>
            <ac:spMk id="11" creationId="{D18509DC-10A4-900F-DB47-465D489D223F}"/>
          </ac:spMkLst>
        </pc:spChg>
        <pc:spChg chg="del mod">
          <ac:chgData name="TROLLIET, Virginie" userId="2328b3ae-e721-4582-bbbe-ab80f85c6159" providerId="ADAL" clId="{6E6B1934-6CDA-4432-9195-47F763B551A1}" dt="2024-08-22T09:38:30.923" v="31" actId="478"/>
          <ac:spMkLst>
            <pc:docMk/>
            <pc:sldMk cId="1747165532" sldId="449"/>
            <ac:spMk id="21" creationId="{8E72F1D5-90E2-19D5-8C9B-75657DCD21DB}"/>
          </ac:spMkLst>
        </pc:spChg>
        <pc:spChg chg="del">
          <ac:chgData name="TROLLIET, Virginie" userId="2328b3ae-e721-4582-bbbe-ab80f85c6159" providerId="ADAL" clId="{6E6B1934-6CDA-4432-9195-47F763B551A1}" dt="2024-08-22T09:35:15.601" v="7" actId="478"/>
          <ac:spMkLst>
            <pc:docMk/>
            <pc:sldMk cId="1747165532" sldId="449"/>
            <ac:spMk id="22" creationId="{4D3DB477-B09E-AF8C-AFA2-A607AB7A6106}"/>
          </ac:spMkLst>
        </pc:spChg>
        <pc:spChg chg="del">
          <ac:chgData name="TROLLIET, Virginie" userId="2328b3ae-e721-4582-bbbe-ab80f85c6159" providerId="ADAL" clId="{6E6B1934-6CDA-4432-9195-47F763B551A1}" dt="2024-08-22T09:35:28.700" v="9" actId="478"/>
          <ac:spMkLst>
            <pc:docMk/>
            <pc:sldMk cId="1747165532" sldId="449"/>
            <ac:spMk id="23" creationId="{FEF6CE16-56FF-E8B1-39FF-186C55C68D0C}"/>
          </ac:spMkLst>
        </pc:spChg>
        <pc:spChg chg="del">
          <ac:chgData name="TROLLIET, Virginie" userId="2328b3ae-e721-4582-bbbe-ab80f85c6159" providerId="ADAL" clId="{6E6B1934-6CDA-4432-9195-47F763B551A1}" dt="2024-08-22T09:34:26.097" v="0" actId="478"/>
          <ac:spMkLst>
            <pc:docMk/>
            <pc:sldMk cId="1747165532" sldId="449"/>
            <ac:spMk id="27" creationId="{8B139099-DF3B-F014-C89D-DBCE49FF8227}"/>
          </ac:spMkLst>
        </pc:spChg>
        <pc:spChg chg="mod">
          <ac:chgData name="TROLLIET, Virginie" userId="2328b3ae-e721-4582-bbbe-ab80f85c6159" providerId="ADAL" clId="{6E6B1934-6CDA-4432-9195-47F763B551A1}" dt="2024-08-22T09:37:43.431" v="26" actId="14100"/>
          <ac:spMkLst>
            <pc:docMk/>
            <pc:sldMk cId="1747165532" sldId="449"/>
            <ac:spMk id="28" creationId="{28FCB378-8822-2316-2E72-F94C8F5E10A3}"/>
          </ac:spMkLst>
        </pc:spChg>
        <pc:spChg chg="del">
          <ac:chgData name="TROLLIET, Virginie" userId="2328b3ae-e721-4582-bbbe-ab80f85c6159" providerId="ADAL" clId="{6E6B1934-6CDA-4432-9195-47F763B551A1}" dt="2024-08-22T09:38:12.147" v="29" actId="478"/>
          <ac:spMkLst>
            <pc:docMk/>
            <pc:sldMk cId="1747165532" sldId="449"/>
            <ac:spMk id="29" creationId="{8F9E10DB-8829-C371-5F5E-91E3543EFEE5}"/>
          </ac:spMkLst>
        </pc:spChg>
        <pc:spChg chg="mod">
          <ac:chgData name="TROLLIET, Virginie" userId="2328b3ae-e721-4582-bbbe-ab80f85c6159" providerId="ADAL" clId="{6E6B1934-6CDA-4432-9195-47F763B551A1}" dt="2024-08-22T09:35:06.168" v="5" actId="207"/>
          <ac:spMkLst>
            <pc:docMk/>
            <pc:sldMk cId="1747165532" sldId="449"/>
            <ac:spMk id="54" creationId="{00000000-0000-0000-0000-000000000000}"/>
          </ac:spMkLst>
        </pc:spChg>
        <pc:spChg chg="mod">
          <ac:chgData name="TROLLIET, Virginie" userId="2328b3ae-e721-4582-bbbe-ab80f85c6159" providerId="ADAL" clId="{6E6B1934-6CDA-4432-9195-47F763B551A1}" dt="2024-08-22T09:37:56.146" v="28" actId="113"/>
          <ac:spMkLst>
            <pc:docMk/>
            <pc:sldMk cId="1747165532" sldId="449"/>
            <ac:spMk id="61" creationId="{00000000-0000-0000-0000-000000000000}"/>
          </ac:spMkLst>
        </pc:spChg>
        <pc:spChg chg="mod">
          <ac:chgData name="TROLLIET, Virginie" userId="2328b3ae-e721-4582-bbbe-ab80f85c6159" providerId="ADAL" clId="{6E6B1934-6CDA-4432-9195-47F763B551A1}" dt="2024-08-22T09:34:45.714" v="3" actId="1076"/>
          <ac:spMkLst>
            <pc:docMk/>
            <pc:sldMk cId="1747165532" sldId="449"/>
            <ac:spMk id="73" creationId="{00000000-0000-0000-0000-000000000000}"/>
          </ac:spMkLst>
        </pc:spChg>
        <pc:spChg chg="mod">
          <ac:chgData name="TROLLIET, Virginie" userId="2328b3ae-e721-4582-bbbe-ab80f85c6159" providerId="ADAL" clId="{6E6B1934-6CDA-4432-9195-47F763B551A1}" dt="2024-08-22T09:34:55.438" v="4" actId="207"/>
          <ac:spMkLst>
            <pc:docMk/>
            <pc:sldMk cId="1747165532" sldId="449"/>
            <ac:spMk id="75" creationId="{00000000-0000-0000-0000-000000000000}"/>
          </ac:spMkLst>
        </pc:spChg>
        <pc:spChg chg="mod">
          <ac:chgData name="TROLLIET, Virginie" userId="2328b3ae-e721-4582-bbbe-ab80f85c6159" providerId="ADAL" clId="{6E6B1934-6CDA-4432-9195-47F763B551A1}" dt="2024-08-22T09:36:56.310" v="19" actId="1076"/>
          <ac:spMkLst>
            <pc:docMk/>
            <pc:sldMk cId="1747165532" sldId="449"/>
            <ac:spMk id="83" creationId="{00000000-0000-0000-0000-000000000000}"/>
          </ac:spMkLst>
        </pc:spChg>
        <pc:spChg chg="mod">
          <ac:chgData name="TROLLIET, Virginie" userId="2328b3ae-e721-4582-bbbe-ab80f85c6159" providerId="ADAL" clId="{6E6B1934-6CDA-4432-9195-47F763B551A1}" dt="2024-08-22T09:35:21.554" v="8" actId="20577"/>
          <ac:spMkLst>
            <pc:docMk/>
            <pc:sldMk cId="1747165532" sldId="449"/>
            <ac:spMk id="118" creationId="{00000000-0000-0000-0000-000000000000}"/>
          </ac:spMkLst>
        </pc:spChg>
        <pc:spChg chg="mod">
          <ac:chgData name="TROLLIET, Virginie" userId="2328b3ae-e721-4582-bbbe-ab80f85c6159" providerId="ADAL" clId="{6E6B1934-6CDA-4432-9195-47F763B551A1}" dt="2024-08-22T09:36:41.840" v="17" actId="1076"/>
          <ac:spMkLst>
            <pc:docMk/>
            <pc:sldMk cId="1747165532" sldId="449"/>
            <ac:spMk id="3088" creationId="{AD32BA18-5F8B-BF73-0BDB-7B2451A26363}"/>
          </ac:spMkLst>
        </pc:spChg>
        <pc:cxnChg chg="mod">
          <ac:chgData name="TROLLIET, Virginie" userId="2328b3ae-e721-4582-bbbe-ab80f85c6159" providerId="ADAL" clId="{6E6B1934-6CDA-4432-9195-47F763B551A1}" dt="2024-08-22T09:37:11.007" v="22" actId="1076"/>
          <ac:cxnSpMkLst>
            <pc:docMk/>
            <pc:sldMk cId="1747165532" sldId="449"/>
            <ac:cxnSpMk id="13" creationId="{00000000-0000-0000-0000-000000000000}"/>
          </ac:cxnSpMkLst>
        </pc:cxnChg>
        <pc:cxnChg chg="mod">
          <ac:chgData name="TROLLIET, Virginie" userId="2328b3ae-e721-4582-bbbe-ab80f85c6159" providerId="ADAL" clId="{6E6B1934-6CDA-4432-9195-47F763B551A1}" dt="2024-08-22T09:34:45.714" v="3" actId="1076"/>
          <ac:cxnSpMkLst>
            <pc:docMk/>
            <pc:sldMk cId="1747165532" sldId="449"/>
            <ac:cxnSpMk id="85" creationId="{9ECF24E3-551D-877E-5C00-6866D6B7507E}"/>
          </ac:cxnSpMkLst>
        </pc:cxnChg>
        <pc:cxnChg chg="mod">
          <ac:chgData name="TROLLIET, Virginie" userId="2328b3ae-e721-4582-bbbe-ab80f85c6159" providerId="ADAL" clId="{6E6B1934-6CDA-4432-9195-47F763B551A1}" dt="2024-08-22T09:36:56.310" v="19" actId="1076"/>
          <ac:cxnSpMkLst>
            <pc:docMk/>
            <pc:sldMk cId="1747165532" sldId="449"/>
            <ac:cxnSpMk id="88" creationId="{00000000-0000-0000-0000-000000000000}"/>
          </ac:cxnSpMkLst>
        </pc:cxnChg>
        <pc:cxnChg chg="mod">
          <ac:chgData name="TROLLIET, Virginie" userId="2328b3ae-e721-4582-bbbe-ab80f85c6159" providerId="ADAL" clId="{6E6B1934-6CDA-4432-9195-47F763B551A1}" dt="2024-08-22T09:34:45.714" v="3" actId="1076"/>
          <ac:cxnSpMkLst>
            <pc:docMk/>
            <pc:sldMk cId="1747165532" sldId="449"/>
            <ac:cxnSpMk id="147" creationId="{9A6F295A-9640-45A5-134B-61CC5DE80B90}"/>
          </ac:cxnSpMkLst>
        </pc:cxnChg>
      </pc:sldChg>
      <pc:sldChg chg="delSp modSp mod">
        <pc:chgData name="TROLLIET, Virginie" userId="2328b3ae-e721-4582-bbbe-ab80f85c6159" providerId="ADAL" clId="{6E6B1934-6CDA-4432-9195-47F763B551A1}" dt="2024-08-23T06:42:17.981" v="962" actId="478"/>
        <pc:sldMkLst>
          <pc:docMk/>
          <pc:sldMk cId="3425911618" sldId="584"/>
        </pc:sldMkLst>
        <pc:spChg chg="mod">
          <ac:chgData name="TROLLIET, Virginie" userId="2328b3ae-e721-4582-bbbe-ab80f85c6159" providerId="ADAL" clId="{6E6B1934-6CDA-4432-9195-47F763B551A1}" dt="2024-08-23T06:42:02.257" v="961" actId="208"/>
          <ac:spMkLst>
            <pc:docMk/>
            <pc:sldMk cId="3425911618" sldId="584"/>
            <ac:spMk id="3" creationId="{18BEB271-40EB-E628-F49E-8E028497137C}"/>
          </ac:spMkLst>
        </pc:spChg>
        <pc:spChg chg="del">
          <ac:chgData name="TROLLIET, Virginie" userId="2328b3ae-e721-4582-bbbe-ab80f85c6159" providerId="ADAL" clId="{6E6B1934-6CDA-4432-9195-47F763B551A1}" dt="2024-08-23T06:42:17.981" v="962" actId="478"/>
          <ac:spMkLst>
            <pc:docMk/>
            <pc:sldMk cId="3425911618" sldId="584"/>
            <ac:spMk id="4" creationId="{27998C7F-E3D9-DDF1-653E-74D6CAF4A052}"/>
          </ac:spMkLst>
        </pc:spChg>
        <pc:spChg chg="del">
          <ac:chgData name="TROLLIET, Virginie" userId="2328b3ae-e721-4582-bbbe-ab80f85c6159" providerId="ADAL" clId="{6E6B1934-6CDA-4432-9195-47F763B551A1}" dt="2024-08-23T06:41:35.477" v="958" actId="478"/>
          <ac:spMkLst>
            <pc:docMk/>
            <pc:sldMk cId="3425911618" sldId="584"/>
            <ac:spMk id="32" creationId="{453626F4-44B4-4DF2-B7D1-91D9B3B89AD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116970" cy="55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11" tIns="47555" rIns="95111" bIns="47555" numCol="1" anchor="t" anchorCtr="0" compatLnSpc="1">
            <a:prstTxWarp prst="textNoShape">
              <a:avLst/>
            </a:prstTxWarp>
          </a:bodyPr>
          <a:lstStyle>
            <a:lvl1pPr eaLnBrk="0" hangingPunct="0">
              <a:defRPr sz="1200">
                <a:latin typeface="Times New Roman" pitchFamily="18" charset="0"/>
              </a:defRPr>
            </a:lvl1pPr>
          </a:lstStyle>
          <a:p>
            <a:pPr>
              <a:defRPr/>
            </a:pPr>
            <a:endParaRPr lang="fr-FR"/>
          </a:p>
        </p:txBody>
      </p:sp>
      <p:sp>
        <p:nvSpPr>
          <p:cNvPr id="27651" name="Rectangle 3"/>
          <p:cNvSpPr>
            <a:spLocks noGrp="1" noChangeArrowheads="1"/>
          </p:cNvSpPr>
          <p:nvPr>
            <p:ph type="dt" sz="quarter" idx="1"/>
          </p:nvPr>
        </p:nvSpPr>
        <p:spPr bwMode="auto">
          <a:xfrm>
            <a:off x="3992317" y="0"/>
            <a:ext cx="3116969" cy="55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11" tIns="47555" rIns="95111" bIns="47555" numCol="1" anchor="t" anchorCtr="0" compatLnSpc="1">
            <a:prstTxWarp prst="textNoShape">
              <a:avLst/>
            </a:prstTxWarp>
          </a:bodyPr>
          <a:lstStyle>
            <a:lvl1pPr algn="r" eaLnBrk="0" hangingPunct="0">
              <a:defRPr sz="1200">
                <a:latin typeface="Times New Roman" pitchFamily="18" charset="0"/>
              </a:defRPr>
            </a:lvl1pPr>
          </a:lstStyle>
          <a:p>
            <a:pPr>
              <a:defRPr/>
            </a:pPr>
            <a:endParaRPr lang="fr-FR"/>
          </a:p>
        </p:txBody>
      </p:sp>
      <p:sp>
        <p:nvSpPr>
          <p:cNvPr id="27652" name="Rectangle 4"/>
          <p:cNvSpPr>
            <a:spLocks noGrp="1" noChangeArrowheads="1"/>
          </p:cNvSpPr>
          <p:nvPr>
            <p:ph type="ftr" sz="quarter" idx="2"/>
          </p:nvPr>
        </p:nvSpPr>
        <p:spPr bwMode="auto">
          <a:xfrm>
            <a:off x="0" y="9683343"/>
            <a:ext cx="3116970" cy="55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11" tIns="47555" rIns="95111" bIns="47555" numCol="1" anchor="b" anchorCtr="0" compatLnSpc="1">
            <a:prstTxWarp prst="textNoShape">
              <a:avLst/>
            </a:prstTxWarp>
          </a:bodyPr>
          <a:lstStyle>
            <a:lvl1pPr eaLnBrk="0" hangingPunct="0">
              <a:defRPr sz="1200">
                <a:latin typeface="Times New Roman" pitchFamily="18" charset="0"/>
              </a:defRPr>
            </a:lvl1pPr>
          </a:lstStyle>
          <a:p>
            <a:pPr>
              <a:defRPr/>
            </a:pPr>
            <a:endParaRPr lang="fr-FR"/>
          </a:p>
        </p:txBody>
      </p:sp>
      <p:sp>
        <p:nvSpPr>
          <p:cNvPr id="27653" name="Rectangle 5"/>
          <p:cNvSpPr>
            <a:spLocks noGrp="1" noChangeArrowheads="1"/>
          </p:cNvSpPr>
          <p:nvPr>
            <p:ph type="sldNum" sz="quarter" idx="3"/>
          </p:nvPr>
        </p:nvSpPr>
        <p:spPr bwMode="auto">
          <a:xfrm>
            <a:off x="3992317" y="9683343"/>
            <a:ext cx="3116969" cy="55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111" tIns="47555" rIns="95111" bIns="47555" numCol="1" anchor="b" anchorCtr="0" compatLnSpc="1">
            <a:prstTxWarp prst="textNoShape">
              <a:avLst/>
            </a:prstTxWarp>
          </a:bodyPr>
          <a:lstStyle>
            <a:lvl1pPr algn="r" eaLnBrk="0" hangingPunct="0">
              <a:defRPr sz="1200">
                <a:latin typeface="Times New Roman" pitchFamily="18" charset="0"/>
              </a:defRPr>
            </a:lvl1pPr>
          </a:lstStyle>
          <a:p>
            <a:pPr>
              <a:defRPr/>
            </a:pPr>
            <a:fld id="{BBFA6989-1A2C-4F2C-8E43-55CA507A1442}" type="slidenum">
              <a:rPr lang="fr-FR"/>
              <a:pPr>
                <a:defRPr/>
              </a:pPr>
              <a:t>‹N°›</a:t>
            </a:fld>
            <a:endParaRPr lang="fr-FR"/>
          </a:p>
        </p:txBody>
      </p:sp>
    </p:spTree>
    <p:extLst>
      <p:ext uri="{BB962C8B-B14F-4D97-AF65-F5344CB8AC3E}">
        <p14:creationId xmlns:p14="http://schemas.microsoft.com/office/powerpoint/2010/main" val="1756280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7030" cy="51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918" tIns="48459" rIns="96918" bIns="48459" numCol="1" anchor="t" anchorCtr="0" compatLnSpc="1">
            <a:prstTxWarp prst="textNoShape">
              <a:avLst/>
            </a:prstTxWarp>
          </a:bodyPr>
          <a:lstStyle>
            <a:lvl1pPr defTabSz="971406" eaLnBrk="0" hangingPunct="0">
              <a:defRPr sz="1200">
                <a:latin typeface="Times New Roman" pitchFamily="18" charset="0"/>
              </a:defRPr>
            </a:lvl1pPr>
          </a:lstStyle>
          <a:p>
            <a:pPr>
              <a:defRPr/>
            </a:pPr>
            <a:endParaRPr lang="fr-FR"/>
          </a:p>
        </p:txBody>
      </p:sp>
      <p:sp>
        <p:nvSpPr>
          <p:cNvPr id="3075" name="Rectangle 3"/>
          <p:cNvSpPr>
            <a:spLocks noGrp="1" noChangeArrowheads="1"/>
          </p:cNvSpPr>
          <p:nvPr>
            <p:ph type="dt" idx="1"/>
          </p:nvPr>
        </p:nvSpPr>
        <p:spPr bwMode="auto">
          <a:xfrm>
            <a:off x="4022272" y="0"/>
            <a:ext cx="3077029" cy="51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918" tIns="48459" rIns="96918" bIns="48459" numCol="1" anchor="t" anchorCtr="0" compatLnSpc="1">
            <a:prstTxWarp prst="textNoShape">
              <a:avLst/>
            </a:prstTxWarp>
          </a:bodyPr>
          <a:lstStyle>
            <a:lvl1pPr algn="r" defTabSz="971406" eaLnBrk="0" hangingPunct="0">
              <a:defRPr sz="1200">
                <a:latin typeface="Times New Roman" pitchFamily="18" charset="0"/>
              </a:defRPr>
            </a:lvl1pPr>
          </a:lstStyle>
          <a:p>
            <a:pPr>
              <a:defRPr/>
            </a:pPr>
            <a:endParaRPr lang="fr-FR"/>
          </a:p>
        </p:txBody>
      </p:sp>
      <p:sp>
        <p:nvSpPr>
          <p:cNvPr id="22532" name="Rectangle 4"/>
          <p:cNvSpPr>
            <a:spLocks noGrp="1" noRot="1" noChangeAspect="1" noChangeArrowheads="1" noTextEdit="1"/>
          </p:cNvSpPr>
          <p:nvPr>
            <p:ph type="sldImg" idx="2"/>
          </p:nvPr>
        </p:nvSpPr>
        <p:spPr bwMode="auto">
          <a:xfrm>
            <a:off x="989013" y="765175"/>
            <a:ext cx="5119687" cy="3841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46908" y="4861360"/>
            <a:ext cx="5205487" cy="4607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918" tIns="48459" rIns="96918" bIns="48459"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3078" name="Rectangle 6"/>
          <p:cNvSpPr>
            <a:spLocks noGrp="1" noChangeArrowheads="1"/>
          </p:cNvSpPr>
          <p:nvPr>
            <p:ph type="ftr" sz="quarter" idx="4"/>
          </p:nvPr>
        </p:nvSpPr>
        <p:spPr bwMode="auto">
          <a:xfrm>
            <a:off x="0" y="9722719"/>
            <a:ext cx="3077030" cy="51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918" tIns="48459" rIns="96918" bIns="48459" numCol="1" anchor="b" anchorCtr="0" compatLnSpc="1">
            <a:prstTxWarp prst="textNoShape">
              <a:avLst/>
            </a:prstTxWarp>
          </a:bodyPr>
          <a:lstStyle>
            <a:lvl1pPr defTabSz="971406" eaLnBrk="0" hangingPunct="0">
              <a:defRPr sz="1200">
                <a:latin typeface="Times New Roman" pitchFamily="18" charset="0"/>
              </a:defRPr>
            </a:lvl1pPr>
          </a:lstStyle>
          <a:p>
            <a:pPr>
              <a:defRPr/>
            </a:pPr>
            <a:endParaRPr lang="fr-FR"/>
          </a:p>
        </p:txBody>
      </p:sp>
      <p:sp>
        <p:nvSpPr>
          <p:cNvPr id="3079" name="Rectangle 7"/>
          <p:cNvSpPr>
            <a:spLocks noGrp="1" noChangeArrowheads="1"/>
          </p:cNvSpPr>
          <p:nvPr>
            <p:ph type="sldNum" sz="quarter" idx="5"/>
          </p:nvPr>
        </p:nvSpPr>
        <p:spPr bwMode="auto">
          <a:xfrm>
            <a:off x="4022272" y="9722719"/>
            <a:ext cx="3077029" cy="51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918" tIns="48459" rIns="96918" bIns="48459" numCol="1" anchor="b" anchorCtr="0" compatLnSpc="1">
            <a:prstTxWarp prst="textNoShape">
              <a:avLst/>
            </a:prstTxWarp>
          </a:bodyPr>
          <a:lstStyle>
            <a:lvl1pPr algn="r" defTabSz="971406" eaLnBrk="0" hangingPunct="0">
              <a:defRPr sz="1200">
                <a:latin typeface="Times New Roman" pitchFamily="18" charset="0"/>
              </a:defRPr>
            </a:lvl1pPr>
          </a:lstStyle>
          <a:p>
            <a:pPr>
              <a:defRPr/>
            </a:pPr>
            <a:fld id="{A178A14E-5C0C-4FF9-82B6-AC3B2028EFBA}" type="slidenum">
              <a:rPr lang="fr-FR"/>
              <a:pPr>
                <a:defRPr/>
              </a:pPr>
              <a:t>‹N°›</a:t>
            </a:fld>
            <a:endParaRPr lang="fr-FR"/>
          </a:p>
        </p:txBody>
      </p:sp>
    </p:spTree>
    <p:extLst>
      <p:ext uri="{BB962C8B-B14F-4D97-AF65-F5344CB8AC3E}">
        <p14:creationId xmlns:p14="http://schemas.microsoft.com/office/powerpoint/2010/main" val="33127332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redbysfr.fr/"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848862CA-AABA-4011-ACED-D594F9510D3E}" type="slidenum">
              <a:rPr lang="fr-FR" smtClean="0">
                <a:latin typeface="Times New Roman" pitchFamily="18" charset="0"/>
              </a:rPr>
              <a:pPr/>
              <a:t>0</a:t>
            </a:fld>
            <a:endParaRPr lang="fr-FR">
              <a:latin typeface="Times New Roman" pitchFamily="18" charset="0"/>
            </a:endParaRPr>
          </a:p>
        </p:txBody>
      </p:sp>
      <p:sp>
        <p:nvSpPr>
          <p:cNvPr id="23555"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p:txBody>
          <a:bodyPr/>
          <a:lstStyle/>
          <a:p>
            <a:pPr>
              <a:defRPr/>
            </a:pPr>
            <a:r>
              <a:rPr lang="fr-FR" sz="800" u="sng">
                <a:solidFill>
                  <a:srgbClr val="C00000"/>
                </a:solidFill>
              </a:rPr>
              <a:t>Modifications DNI 19/04/2012</a:t>
            </a:r>
          </a:p>
          <a:p>
            <a:pPr>
              <a:defRPr/>
            </a:pPr>
            <a:endParaRPr lang="fr-FR" sz="800" u="sng"/>
          </a:p>
          <a:p>
            <a:pPr>
              <a:defRPr/>
            </a:pPr>
            <a:r>
              <a:rPr lang="fr-FR" sz="800" u="sng"/>
              <a:t>Commentaires SFR SC :</a:t>
            </a:r>
          </a:p>
          <a:p>
            <a:pPr marL="178209" indent="-178209">
              <a:buFontTx/>
              <a:buChar char="-"/>
              <a:defRPr/>
            </a:pPr>
            <a:r>
              <a:rPr lang="fr-FR" sz="800"/>
              <a:t>Le Filtre « Pro ou GP ? » vérifie si le client est Pro en utilisant les critères :</a:t>
            </a:r>
          </a:p>
          <a:p>
            <a:pPr>
              <a:defRPr/>
            </a:pPr>
            <a:r>
              <a:rPr lang="fr-FR" sz="800">
                <a:solidFill>
                  <a:srgbClr val="FF0000"/>
                </a:solidFill>
              </a:rPr>
              <a:t>CROUT=14 ou 21 ou 22 ou OFFRE=SC_PR ou Flag PRO=1 ou QPRO=04 ou QPRO=05</a:t>
            </a:r>
          </a:p>
          <a:p>
            <a:pPr>
              <a:defRPr/>
            </a:pPr>
            <a:endParaRPr lang="fr-FR" sz="800">
              <a:solidFill>
                <a:srgbClr val="FF0000"/>
              </a:solidFill>
            </a:endParaRPr>
          </a:p>
          <a:p>
            <a:pPr eaLnBrk="1" hangingPunct="1">
              <a:defRPr/>
            </a:pPr>
            <a:r>
              <a:rPr lang="fr-FR" sz="800">
                <a:solidFill>
                  <a:srgbClr val="FF0000"/>
                </a:solidFill>
              </a:rPr>
              <a:t>Il faut rechercher dans le string de SEGL la séquence suivante :</a:t>
            </a:r>
          </a:p>
          <a:p>
            <a:pPr eaLnBrk="1" hangingPunct="1">
              <a:defRPr/>
            </a:pPr>
            <a:r>
              <a:rPr lang="fr-FR" sz="800" b="1">
                <a:solidFill>
                  <a:srgbClr val="FF0000"/>
                </a:solidFill>
              </a:rPr>
              <a:t>|13+x+1 pour Flag PRO =1</a:t>
            </a:r>
          </a:p>
          <a:p>
            <a:pPr>
              <a:defRPr/>
            </a:pPr>
            <a:endParaRPr lang="fr-FR" sz="800">
              <a:solidFill>
                <a:srgbClr val="FF0000"/>
              </a:solidFill>
            </a:endParaRPr>
          </a:p>
          <a:p>
            <a:pPr>
              <a:defRPr/>
            </a:pPr>
            <a:r>
              <a:rPr lang="fr-FR" sz="800">
                <a:solidFill>
                  <a:srgbClr val="FF0000"/>
                </a:solidFill>
              </a:rPr>
              <a:t> </a:t>
            </a:r>
            <a:endParaRPr lang="fr-FR" sz="800"/>
          </a:p>
          <a:p>
            <a:pPr>
              <a:buFontTx/>
              <a:buChar char="-"/>
              <a:defRPr/>
            </a:pPr>
            <a:r>
              <a:rPr lang="fr-FR" sz="800"/>
              <a:t> Le filtre « HO/HNO ? GP » vérifie l’heure d’appel pour router l’appel vers le parcours jour ou le parcours nuit. </a:t>
            </a:r>
            <a:r>
              <a:rPr lang="fr-FR" sz="800" b="1"/>
              <a:t>&gt; Configuration via IHM (Module HOHNO)</a:t>
            </a:r>
          </a:p>
          <a:p>
            <a:pPr>
              <a:defRPr/>
            </a:pPr>
            <a:r>
              <a:rPr lang="fr-FR" sz="800"/>
              <a:t>- Le filtre « HO/HNO ? PRO » vérifie l’heure d’appel pour router l’appel vers le parcours jour ou le parcours nuit. </a:t>
            </a:r>
            <a:r>
              <a:rPr lang="fr-FR" sz="800" b="1"/>
              <a:t>&gt; Configuration via IHM (Module HOHNO)</a:t>
            </a:r>
          </a:p>
          <a:p>
            <a:pPr>
              <a:defRPr/>
            </a:pPr>
            <a:endParaRPr lang="fr-FR" sz="800" u="sng"/>
          </a:p>
          <a:p>
            <a:pPr>
              <a:defRPr/>
            </a:pPr>
            <a:r>
              <a:rPr lang="fr-FR" sz="800" u="sng"/>
              <a:t>Commentaires SFR BUSH – SFD :</a:t>
            </a:r>
          </a:p>
          <a:p>
            <a:pPr>
              <a:buFontTx/>
              <a:buChar char="-"/>
              <a:defRPr/>
            </a:pPr>
            <a:r>
              <a:rPr lang="fr-FR" sz="800" u="sng"/>
              <a:t>Filtre - « HO/HNO » :</a:t>
            </a:r>
            <a:r>
              <a:rPr lang="fr-FR" sz="800"/>
              <a:t> interroge la </a:t>
            </a:r>
            <a:r>
              <a:rPr lang="fr-FR" sz="800" err="1"/>
              <a:t>WebApp</a:t>
            </a:r>
            <a:r>
              <a:rPr lang="fr-FR" sz="800"/>
              <a:t> « HOHNO » avec le paramètre IN « Application = ABO », Heure Ouvré si Paramètre OUT « IS_OPEN= </a:t>
            </a:r>
            <a:r>
              <a:rPr lang="fr-FR" sz="800" err="1"/>
              <a:t>true</a:t>
            </a:r>
            <a:r>
              <a:rPr lang="fr-FR" sz="800"/>
              <a:t> »</a:t>
            </a:r>
            <a:endParaRPr lang="fr-FR" sz="800" b="1"/>
          </a:p>
        </p:txBody>
      </p:sp>
    </p:spTree>
    <p:extLst>
      <p:ext uri="{BB962C8B-B14F-4D97-AF65-F5344CB8AC3E}">
        <p14:creationId xmlns:p14="http://schemas.microsoft.com/office/powerpoint/2010/main" val="3550175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BC4C853C-1BA2-4077-9DB1-F72DCAF80AA6}" type="slidenum">
              <a:rPr lang="fr-FR" smtClean="0">
                <a:latin typeface="Times New Roman" pitchFamily="18" charset="0"/>
              </a:rPr>
              <a:pPr/>
              <a:t>1</a:t>
            </a:fld>
            <a:endParaRPr lang="fr-FR">
              <a:latin typeface="Times New Roman" pitchFamily="18" charset="0"/>
            </a:endParaRPr>
          </a:p>
        </p:txBody>
      </p:sp>
      <p:sp>
        <p:nvSpPr>
          <p:cNvPr id="24579"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p:txBody>
          <a:bodyPr/>
          <a:lstStyle/>
          <a:p>
            <a:pPr>
              <a:defRPr/>
            </a:pPr>
            <a:r>
              <a:rPr lang="fr-FR" sz="700" u="sng">
                <a:solidFill>
                  <a:srgbClr val="FF0000"/>
                </a:solidFill>
              </a:rPr>
              <a:t>Modifications :</a:t>
            </a:r>
          </a:p>
          <a:p>
            <a:pPr>
              <a:defRPr/>
            </a:pPr>
            <a:r>
              <a:rPr lang="fr-FR" sz="700" b="1">
                <a:solidFill>
                  <a:srgbClr val="FF0000"/>
                </a:solidFill>
              </a:rPr>
              <a:t>NJA 24/09/2012</a:t>
            </a:r>
          </a:p>
          <a:p>
            <a:pPr>
              <a:defRPr/>
            </a:pPr>
            <a:r>
              <a:rPr lang="fr-FR" sz="700" b="1">
                <a:solidFill>
                  <a:srgbClr val="FF0000"/>
                </a:solidFill>
              </a:rPr>
              <a:t>DNI 22/05/2012</a:t>
            </a:r>
          </a:p>
          <a:p>
            <a:pPr>
              <a:defRPr/>
            </a:pPr>
            <a:endParaRPr lang="fr-FR" sz="700">
              <a:solidFill>
                <a:srgbClr val="FF0000"/>
              </a:solidFill>
            </a:endParaRPr>
          </a:p>
          <a:p>
            <a:pPr>
              <a:defRPr/>
            </a:pPr>
            <a:r>
              <a:rPr lang="fr-FR" sz="700">
                <a:solidFill>
                  <a:srgbClr val="FF0000"/>
                </a:solidFill>
              </a:rPr>
              <a:t>Suppression des filtres :</a:t>
            </a:r>
          </a:p>
          <a:p>
            <a:pPr marL="178209" indent="-178209">
              <a:buFontTx/>
              <a:buChar char="-"/>
              <a:defRPr/>
            </a:pPr>
            <a:r>
              <a:rPr lang="fr-FR" sz="700">
                <a:solidFill>
                  <a:srgbClr val="FF0000"/>
                </a:solidFill>
              </a:rPr>
              <a:t>Arrêt de service</a:t>
            </a:r>
          </a:p>
          <a:p>
            <a:pPr marL="178209" indent="-178209">
              <a:buFontTx/>
              <a:buChar char="-"/>
              <a:defRPr/>
            </a:pPr>
            <a:r>
              <a:rPr lang="fr-FR" sz="700">
                <a:solidFill>
                  <a:srgbClr val="FF0000"/>
                </a:solidFill>
              </a:rPr>
              <a:t>Clé 3G PRO</a:t>
            </a:r>
          </a:p>
          <a:p>
            <a:pPr marL="178209" indent="-178209">
              <a:buFontTx/>
              <a:buChar char="-"/>
              <a:defRPr/>
            </a:pPr>
            <a:r>
              <a:rPr lang="fr-FR" sz="700">
                <a:solidFill>
                  <a:srgbClr val="FF0000"/>
                </a:solidFill>
              </a:rPr>
              <a:t>BOX + Clé et suppression du parcours associé (page BOX + CLE)</a:t>
            </a:r>
          </a:p>
          <a:p>
            <a:pPr marL="178209" indent="-178209">
              <a:buFontTx/>
              <a:buChar char="-"/>
              <a:defRPr/>
            </a:pPr>
            <a:r>
              <a:rPr lang="fr-FR" sz="700">
                <a:solidFill>
                  <a:srgbClr val="FF0000"/>
                </a:solidFill>
              </a:rPr>
              <a:t>Campagne </a:t>
            </a:r>
            <a:r>
              <a:rPr lang="fr-FR" sz="700" err="1">
                <a:solidFill>
                  <a:srgbClr val="FF0000"/>
                </a:solidFill>
              </a:rPr>
              <a:t>Démat</a:t>
            </a:r>
            <a:endParaRPr lang="fr-FR" sz="700">
              <a:solidFill>
                <a:srgbClr val="FF0000"/>
              </a:solidFill>
            </a:endParaRPr>
          </a:p>
          <a:p>
            <a:pPr marL="178209" indent="-178209">
              <a:buFontTx/>
              <a:buChar char="-"/>
              <a:defRPr/>
            </a:pPr>
            <a:r>
              <a:rPr lang="fr-FR" sz="700">
                <a:solidFill>
                  <a:srgbClr val="FF0000"/>
                </a:solidFill>
              </a:rPr>
              <a:t>Migration Neuf</a:t>
            </a:r>
          </a:p>
          <a:p>
            <a:pPr marL="178209" indent="-178209">
              <a:buFontTx/>
              <a:buChar char="-"/>
              <a:defRPr/>
            </a:pPr>
            <a:r>
              <a:rPr lang="fr-FR" sz="700">
                <a:solidFill>
                  <a:srgbClr val="FF0000"/>
                </a:solidFill>
              </a:rPr>
              <a:t>Purge PTA</a:t>
            </a:r>
          </a:p>
          <a:p>
            <a:pPr marL="178209" indent="-178209">
              <a:buFontTx/>
              <a:buChar char="-"/>
              <a:defRPr/>
            </a:pPr>
            <a:r>
              <a:rPr lang="fr-FR" sz="700" err="1">
                <a:solidFill>
                  <a:srgbClr val="FF0000"/>
                </a:solidFill>
              </a:rPr>
              <a:t>Valo</a:t>
            </a:r>
            <a:r>
              <a:rPr lang="fr-FR" sz="700">
                <a:solidFill>
                  <a:srgbClr val="FF0000"/>
                </a:solidFill>
              </a:rPr>
              <a:t> </a:t>
            </a:r>
            <a:r>
              <a:rPr lang="fr-FR" sz="700" err="1">
                <a:solidFill>
                  <a:srgbClr val="FF0000"/>
                </a:solidFill>
              </a:rPr>
              <a:t>Prev</a:t>
            </a:r>
            <a:r>
              <a:rPr lang="fr-FR" sz="700">
                <a:solidFill>
                  <a:srgbClr val="FF0000"/>
                </a:solidFill>
              </a:rPr>
              <a:t> premium</a:t>
            </a:r>
          </a:p>
          <a:p>
            <a:pPr marL="178209" indent="-178209">
              <a:buFontTx/>
              <a:buChar char="-"/>
              <a:defRPr/>
            </a:pPr>
            <a:r>
              <a:rPr lang="fr-FR" sz="700">
                <a:solidFill>
                  <a:srgbClr val="FF0000"/>
                </a:solidFill>
              </a:rPr>
              <a:t>Aboutement 963</a:t>
            </a:r>
          </a:p>
          <a:p>
            <a:pPr marL="178209" indent="-178209">
              <a:buFontTx/>
              <a:buChar char="-"/>
              <a:defRPr/>
            </a:pPr>
            <a:r>
              <a:rPr lang="fr-FR" sz="700">
                <a:solidFill>
                  <a:srgbClr val="FF0000"/>
                </a:solidFill>
              </a:rPr>
              <a:t>Meilleur Client</a:t>
            </a:r>
          </a:p>
          <a:p>
            <a:pPr marL="178209" indent="-178209">
              <a:buFontTx/>
              <a:buChar char="-"/>
              <a:defRPr/>
            </a:pPr>
            <a:endParaRPr lang="fr-FR" sz="800">
              <a:solidFill>
                <a:srgbClr val="FF0000"/>
              </a:solidFill>
            </a:endParaRPr>
          </a:p>
          <a:p>
            <a:pPr>
              <a:defRPr/>
            </a:pPr>
            <a:r>
              <a:rPr lang="fr-FR" sz="700">
                <a:solidFill>
                  <a:srgbClr val="FF0000"/>
                </a:solidFill>
              </a:rPr>
              <a:t>Ajout des filtres : </a:t>
            </a:r>
          </a:p>
          <a:p>
            <a:pPr marL="178209" indent="-178209">
              <a:buFontTx/>
              <a:buChar char="-"/>
              <a:defRPr/>
            </a:pPr>
            <a:r>
              <a:rPr lang="fr-FR" sz="700">
                <a:solidFill>
                  <a:srgbClr val="FF0000"/>
                </a:solidFill>
              </a:rPr>
              <a:t>« PRO probables par QPRO » : sur critère QPRO=04</a:t>
            </a:r>
          </a:p>
          <a:p>
            <a:pPr marL="178209" indent="-178209">
              <a:buFontTx/>
              <a:buChar char="-"/>
              <a:defRPr/>
            </a:pPr>
            <a:r>
              <a:rPr lang="fr-FR" sz="700">
                <a:solidFill>
                  <a:srgbClr val="FF0000"/>
                </a:solidFill>
              </a:rPr>
              <a:t>Derrière ce filtre, besoin d’un % paramétrable sur IRIS appelé « % PRO Probables »</a:t>
            </a:r>
          </a:p>
          <a:p>
            <a:pPr marL="178209" indent="-178209">
              <a:buFontTx/>
              <a:buChar char="-"/>
              <a:defRPr/>
            </a:pPr>
            <a:endParaRPr lang="fr-FR" sz="700">
              <a:solidFill>
                <a:srgbClr val="FF0000"/>
              </a:solidFill>
            </a:endParaRPr>
          </a:p>
          <a:p>
            <a:pPr marL="178209" indent="-178209">
              <a:buFontTx/>
              <a:buChar char="-"/>
              <a:defRPr/>
            </a:pPr>
            <a:r>
              <a:rPr lang="fr-FR" sz="700">
                <a:solidFill>
                  <a:srgbClr val="FF0000"/>
                </a:solidFill>
              </a:rPr>
              <a:t>« PRO certifiés par QPRO » : sur critère QPRO=50 ou OFFRE=SC_PR ou Flag PRO=1</a:t>
            </a:r>
          </a:p>
          <a:p>
            <a:pPr marL="178209" indent="-178209">
              <a:buFontTx/>
              <a:buChar char="-"/>
              <a:defRPr/>
            </a:pPr>
            <a:endParaRPr lang="fr-FR" sz="700">
              <a:solidFill>
                <a:srgbClr val="FF0000"/>
              </a:solidFill>
            </a:endParaRPr>
          </a:p>
          <a:p>
            <a:pPr marL="178209" indent="-178209">
              <a:buFontTx/>
              <a:buChar char="-"/>
              <a:defRPr/>
            </a:pPr>
            <a:r>
              <a:rPr lang="fr-FR" sz="700">
                <a:solidFill>
                  <a:srgbClr val="FF0000"/>
                </a:solidFill>
              </a:rPr>
              <a:t>« GP 3*» : sur critère (flag PRO = 0 et QPRO &lt;&gt; 04 et QPRO &lt;&gt; 05 et  OFFRE &lt;&gt; SC_PR et OFFRE &lt;&gt; SC_PF) et Statut </a:t>
            </a:r>
            <a:r>
              <a:rPr lang="fr-FR" sz="700" err="1">
                <a:solidFill>
                  <a:srgbClr val="FF0000"/>
                </a:solidFill>
              </a:rPr>
              <a:t>Joya</a:t>
            </a:r>
            <a:r>
              <a:rPr lang="fr-FR" sz="700">
                <a:solidFill>
                  <a:srgbClr val="FF0000"/>
                </a:solidFill>
              </a:rPr>
              <a:t> = 5</a:t>
            </a:r>
          </a:p>
          <a:p>
            <a:pPr marL="178209" indent="-178209">
              <a:buFontTx/>
              <a:buChar char="-"/>
              <a:defRPr/>
            </a:pPr>
            <a:endParaRPr lang="fr-FR" sz="700">
              <a:solidFill>
                <a:srgbClr val="FF0000"/>
              </a:solidFill>
            </a:endParaRPr>
          </a:p>
          <a:p>
            <a:pPr marL="178209" indent="-178209">
              <a:buFontTx/>
              <a:buChar char="-"/>
              <a:defRPr/>
            </a:pPr>
            <a:r>
              <a:rPr lang="fr-FR" sz="700" err="1">
                <a:solidFill>
                  <a:srgbClr val="FF0000"/>
                </a:solidFill>
              </a:rPr>
              <a:t>Renommage</a:t>
            </a:r>
            <a:r>
              <a:rPr lang="fr-FR" sz="700">
                <a:solidFill>
                  <a:srgbClr val="FF0000"/>
                </a:solidFill>
              </a:rPr>
              <a:t> du filtre  « PRO </a:t>
            </a:r>
            <a:r>
              <a:rPr lang="fr-FR" sz="700" err="1">
                <a:solidFill>
                  <a:srgbClr val="FF0000"/>
                </a:solidFill>
              </a:rPr>
              <a:t>Siréné</a:t>
            </a:r>
            <a:r>
              <a:rPr lang="fr-FR" sz="700">
                <a:solidFill>
                  <a:srgbClr val="FF0000"/>
                </a:solidFill>
              </a:rPr>
              <a:t> » en « PRO mobile par campagne » , réorganisation de l’ordre des filtres, renumérotation des balises</a:t>
            </a:r>
          </a:p>
          <a:p>
            <a:pPr marL="178209" indent="-178209">
              <a:buFontTx/>
              <a:buChar char="-"/>
              <a:defRPr/>
            </a:pPr>
            <a:endParaRPr lang="fr-FR" sz="700">
              <a:solidFill>
                <a:srgbClr val="FF0000"/>
              </a:solidFill>
            </a:endParaRPr>
          </a:p>
          <a:p>
            <a:pPr marL="178209" indent="-178209">
              <a:buFontTx/>
              <a:buChar char="-"/>
              <a:defRPr/>
            </a:pPr>
            <a:r>
              <a:rPr lang="fr-FR" sz="700" b="1">
                <a:solidFill>
                  <a:srgbClr val="FF0000"/>
                </a:solidFill>
              </a:rPr>
              <a:t>Déplacement de la place des filtres Oscar et Typo04</a:t>
            </a:r>
          </a:p>
          <a:p>
            <a:pPr>
              <a:defRPr/>
            </a:pPr>
            <a:endParaRPr lang="fr-FR" sz="800"/>
          </a:p>
          <a:p>
            <a:pPr eaLnBrk="1" hangingPunct="1"/>
            <a:r>
              <a:rPr lang="fr-FR" sz="800"/>
              <a:t>Les paramètres « Statut JOYA » sont issus du champ SEGL de la procédure stockée.</a:t>
            </a:r>
          </a:p>
          <a:p>
            <a:pPr eaLnBrk="1" hangingPunct="1"/>
            <a:r>
              <a:rPr lang="fr-FR" sz="800"/>
              <a:t>SEGL|Segmentation|Code1+Version1+Value1|Code2+Version2+Value2………….</a:t>
            </a:r>
          </a:p>
          <a:p>
            <a:pPr eaLnBrk="1" hangingPunct="1"/>
            <a:r>
              <a:rPr lang="fr-FR" sz="800"/>
              <a:t>Statut </a:t>
            </a:r>
            <a:r>
              <a:rPr lang="fr-FR" sz="800" err="1"/>
              <a:t>Joya</a:t>
            </a:r>
            <a:r>
              <a:rPr lang="fr-FR" sz="800"/>
              <a:t> : Code=11</a:t>
            </a:r>
          </a:p>
          <a:p>
            <a:pPr eaLnBrk="1" hangingPunct="1"/>
            <a:r>
              <a:rPr lang="fr-FR" sz="800"/>
              <a:t>Par exemple, pour un client GOLD il faut rechercher dans le string de SEGL la séquence suivante :</a:t>
            </a:r>
          </a:p>
          <a:p>
            <a:pPr eaLnBrk="1" hangingPunct="1"/>
            <a:r>
              <a:rPr lang="fr-FR" sz="800" b="1">
                <a:solidFill>
                  <a:srgbClr val="FF0000"/>
                </a:solidFill>
              </a:rPr>
              <a:t>|11+x+5 pour Statut </a:t>
            </a:r>
            <a:r>
              <a:rPr lang="fr-FR" sz="800" b="1" err="1">
                <a:solidFill>
                  <a:srgbClr val="FF0000"/>
                </a:solidFill>
              </a:rPr>
              <a:t>Joya</a:t>
            </a:r>
            <a:r>
              <a:rPr lang="fr-FR" sz="800" b="1">
                <a:solidFill>
                  <a:srgbClr val="FF0000"/>
                </a:solidFill>
              </a:rPr>
              <a:t> = 5</a:t>
            </a:r>
          </a:p>
          <a:p>
            <a:pPr>
              <a:defRPr/>
            </a:pPr>
            <a:endParaRPr lang="fr-FR" sz="800"/>
          </a:p>
          <a:p>
            <a:pPr>
              <a:defRPr/>
            </a:pPr>
            <a:endParaRPr lang="fr-FR" sz="800"/>
          </a:p>
          <a:p>
            <a:pPr>
              <a:defRPr/>
            </a:pPr>
            <a:endParaRPr lang="fr-FR" sz="800"/>
          </a:p>
          <a:p>
            <a:pPr>
              <a:defRPr/>
            </a:pPr>
            <a:endParaRPr lang="fr-FR" sz="800"/>
          </a:p>
          <a:p>
            <a:pPr>
              <a:defRPr/>
            </a:pPr>
            <a:r>
              <a:rPr lang="fr-FR" sz="800" u="sng"/>
              <a:t>Commentaires SFR SC :</a:t>
            </a:r>
          </a:p>
          <a:p>
            <a:pPr>
              <a:buFontTx/>
              <a:buChar char="-"/>
              <a:defRPr/>
            </a:pPr>
            <a:r>
              <a:rPr lang="fr-FR" sz="800"/>
              <a:t>La série de filtres interroge la proc stock SAFIR pour router l’appel vers la branche spécifique si le client correspond aux critères du filtre. L’ordre des filtres n’est modifiable que par cycle de MEP </a:t>
            </a:r>
            <a:r>
              <a:rPr lang="fr-FR" sz="800" b="1"/>
              <a:t>&gt; Débrayage possible via IHM (module FILTRES)</a:t>
            </a:r>
          </a:p>
          <a:p>
            <a:pPr>
              <a:defRPr/>
            </a:pPr>
            <a:endParaRPr lang="fr-FR" sz="800" u="sng"/>
          </a:p>
          <a:p>
            <a:pPr>
              <a:defRPr/>
            </a:pPr>
            <a:r>
              <a:rPr lang="fr-FR" sz="800" u="sng"/>
              <a:t>Commentaires SFR BUSH – SFD :</a:t>
            </a:r>
          </a:p>
          <a:p>
            <a:pPr>
              <a:buFontTx/>
              <a:buChar char="-"/>
              <a:defRPr/>
            </a:pPr>
            <a:r>
              <a:rPr lang="fr-FR" sz="800" u="sng"/>
              <a:t>Filtre - « HO/HNO » :</a:t>
            </a:r>
            <a:r>
              <a:rPr lang="fr-FR" sz="800"/>
              <a:t> interroge la </a:t>
            </a:r>
            <a:r>
              <a:rPr lang="fr-FR" sz="800" err="1"/>
              <a:t>WebApp</a:t>
            </a:r>
            <a:r>
              <a:rPr lang="fr-FR" sz="800"/>
              <a:t> « HOHNO » avec le Paramètre IN « Application = ABO », Heure Ouvré si Paramètre OUT « IS_OPEN= </a:t>
            </a:r>
            <a:r>
              <a:rPr lang="fr-FR" sz="800" err="1"/>
              <a:t>true</a:t>
            </a:r>
            <a:r>
              <a:rPr lang="fr-FR" sz="800"/>
              <a:t> »</a:t>
            </a:r>
          </a:p>
          <a:p>
            <a:pPr>
              <a:buFontTx/>
              <a:buChar char="-"/>
              <a:defRPr/>
            </a:pPr>
            <a:r>
              <a:rPr lang="fr-FR" sz="800" u="sng"/>
              <a:t>Filtre Débrayable – « </a:t>
            </a:r>
            <a:r>
              <a:rPr lang="fr-FR" sz="800" i="1" u="sng" err="1"/>
              <a:t>Nom_du_Filtre</a:t>
            </a:r>
            <a:r>
              <a:rPr lang="fr-FR" sz="800" u="sng"/>
              <a:t>  » :</a:t>
            </a:r>
            <a:r>
              <a:rPr lang="fr-FR" sz="800"/>
              <a:t> ci-dessous la correspondance entre le « </a:t>
            </a:r>
            <a:r>
              <a:rPr lang="fr-FR" sz="800" i="1" err="1"/>
              <a:t>Nom_du_Filtre</a:t>
            </a:r>
            <a:r>
              <a:rPr lang="fr-FR" sz="800"/>
              <a:t> » et le/les Paramètres OUT correspondant(s), informations obtenues lors de l’identification réalisée via le parcours « ACU », la liste est ordonnée et modifiable par cycle de MEP, le Débrayage de chacun des filtres est réalisé via l’IHM, la casse des caractères doit être respectée. Filtre activé si Paramètre OUT « </a:t>
            </a:r>
            <a:r>
              <a:rPr lang="fr-FR" sz="800" i="1"/>
              <a:t>NOM_DU_FILTRE</a:t>
            </a:r>
            <a:r>
              <a:rPr lang="fr-FR" sz="800"/>
              <a:t> = </a:t>
            </a:r>
            <a:r>
              <a:rPr lang="fr-FR" sz="800" err="1"/>
              <a:t>true</a:t>
            </a:r>
            <a:r>
              <a:rPr lang="fr-FR" sz="800"/>
              <a:t> » issu de la </a:t>
            </a:r>
            <a:r>
              <a:rPr lang="fr-FR" sz="800" err="1"/>
              <a:t>WebApp</a:t>
            </a:r>
            <a:r>
              <a:rPr lang="fr-FR" sz="800"/>
              <a:t> « IHM »</a:t>
            </a:r>
          </a:p>
          <a:p>
            <a:pPr marL="655083" lvl="1" indent="-178209">
              <a:buFontTx/>
              <a:buChar char="-"/>
              <a:defRPr/>
            </a:pPr>
            <a:r>
              <a:rPr lang="fr-FR" sz="800" i="1" u="sng" err="1"/>
              <a:t>Nom_du_Filtre</a:t>
            </a:r>
            <a:r>
              <a:rPr lang="fr-FR" sz="800" i="1"/>
              <a:t>		</a:t>
            </a:r>
            <a:r>
              <a:rPr lang="fr-FR" sz="800">
                <a:sym typeface="Wingdings" pitchFamily="2" charset="2"/>
              </a:rPr>
              <a:t></a:t>
            </a:r>
            <a:r>
              <a:rPr lang="fr-FR" sz="800" i="1">
                <a:sym typeface="Wingdings" pitchFamily="2" charset="2"/>
              </a:rPr>
              <a:t>	</a:t>
            </a:r>
            <a:r>
              <a:rPr lang="fr-FR" sz="800" i="1" u="sng"/>
              <a:t>Critères Paramètres OUT</a:t>
            </a:r>
            <a:endParaRPr lang="fr-FR" sz="800" u="sng">
              <a:solidFill>
                <a:schemeClr val="bg1"/>
              </a:solidFill>
            </a:endParaRPr>
          </a:p>
          <a:p>
            <a:pPr marL="655083" lvl="1" indent="-178209">
              <a:buFontTx/>
              <a:buChar char="-"/>
              <a:defRPr/>
            </a:pPr>
            <a:r>
              <a:rPr lang="fr-FR" sz="800">
                <a:solidFill>
                  <a:schemeClr val="bg1"/>
                </a:solidFill>
                <a:sym typeface="Wingdings" pitchFamily="2" charset="2"/>
              </a:rPr>
              <a:t>Offre = AD</a:t>
            </a:r>
            <a:endParaRPr lang="fr-FR" sz="800">
              <a:solidFill>
                <a:schemeClr val="bg1"/>
              </a:solidFill>
            </a:endParaRPr>
          </a:p>
          <a:p>
            <a:pPr>
              <a:buFontTx/>
              <a:buChar char="-"/>
              <a:defRPr/>
            </a:pPr>
            <a:r>
              <a:rPr lang="fr-FR" sz="800" u="sng"/>
              <a:t>Transfert – « Arrêt de service » :</a:t>
            </a:r>
            <a:r>
              <a:rPr lang="fr-FR" sz="800"/>
              <a:t> Retour à la stratégie IRD avec « ID_NOEUD  = ARRET_SERVICE »</a:t>
            </a:r>
          </a:p>
          <a:p>
            <a:pPr>
              <a:buFontTx/>
              <a:buChar char="-"/>
              <a:defRPr/>
            </a:pPr>
            <a:r>
              <a:rPr lang="fr-FR" sz="800" u="sng"/>
              <a:t>Transfert – « Clef 3G Pro » :</a:t>
            </a:r>
            <a:r>
              <a:rPr lang="fr-FR" sz="800"/>
              <a:t> Retour à la stratégie IRD avec « ID_NOEUD  = CLEF_3G_PRO »</a:t>
            </a:r>
          </a:p>
          <a:p>
            <a:pPr>
              <a:buFontTx/>
              <a:buChar char="-"/>
              <a:defRPr/>
            </a:pPr>
            <a:r>
              <a:rPr lang="fr-FR" sz="800" u="sng"/>
              <a:t>Transfert – « Campagne Dématérialisation » :</a:t>
            </a:r>
            <a:r>
              <a:rPr lang="fr-FR" sz="800"/>
              <a:t> Retour à la stratégie IRD avec « ID_NOEUD  = CAMPAGNE_DEMAT »</a:t>
            </a:r>
          </a:p>
          <a:p>
            <a:pPr>
              <a:buFontTx/>
              <a:buChar char="-"/>
              <a:defRPr/>
            </a:pPr>
            <a:r>
              <a:rPr lang="fr-FR" sz="800" u="sng"/>
              <a:t>Transfert – « Migration Neuf » :</a:t>
            </a:r>
            <a:r>
              <a:rPr lang="fr-FR" sz="800"/>
              <a:t> Retour à la stratégie IRD avec « ID_NOEUD  = MIGR_NEUF »</a:t>
            </a:r>
          </a:p>
          <a:p>
            <a:pPr>
              <a:buFontTx/>
              <a:buChar char="-"/>
              <a:defRPr/>
            </a:pPr>
            <a:r>
              <a:rPr lang="fr-FR" sz="800" u="sng"/>
              <a:t>Transfert – « Collaborateurs » :</a:t>
            </a:r>
            <a:r>
              <a:rPr lang="fr-FR" sz="800"/>
              <a:t> Retour à la stratégie IRD avec « ID_NOEUD  = COLLAB »</a:t>
            </a:r>
          </a:p>
          <a:p>
            <a:pPr>
              <a:buFontTx/>
              <a:buChar char="-"/>
              <a:defRPr/>
            </a:pPr>
            <a:r>
              <a:rPr lang="fr-FR" sz="800" u="sng"/>
              <a:t>Transfert – « Purge PTA » :</a:t>
            </a:r>
            <a:r>
              <a:rPr lang="fr-FR" sz="800"/>
              <a:t> Retour à la stratégie IRD avec « ID_NOEUD  = PURGE_PTA »</a:t>
            </a:r>
          </a:p>
          <a:p>
            <a:pPr>
              <a:buFontTx/>
              <a:buChar char="-"/>
              <a:defRPr/>
            </a:pPr>
            <a:r>
              <a:rPr lang="fr-FR" sz="800" u="sng"/>
              <a:t>Transfert – « </a:t>
            </a:r>
            <a:r>
              <a:rPr lang="fr-FR" sz="800" u="sng" err="1"/>
              <a:t>Valo</a:t>
            </a:r>
            <a:r>
              <a:rPr lang="fr-FR" sz="800" u="sng"/>
              <a:t> </a:t>
            </a:r>
            <a:r>
              <a:rPr lang="fr-FR" sz="800" u="sng" err="1"/>
              <a:t>Prev</a:t>
            </a:r>
            <a:r>
              <a:rPr lang="fr-FR" sz="800" u="sng"/>
              <a:t> Premium » :</a:t>
            </a:r>
            <a:r>
              <a:rPr lang="fr-FR" sz="800"/>
              <a:t> Retour à la stratégie IRD avec « ID_NOEUD  = VALO_PREV_PREMIUM »</a:t>
            </a:r>
          </a:p>
          <a:p>
            <a:pPr>
              <a:buFontTx/>
              <a:buChar char="-"/>
              <a:defRPr/>
            </a:pPr>
            <a:r>
              <a:rPr lang="fr-FR" sz="800" u="sng"/>
              <a:t>Transfert – « </a:t>
            </a:r>
            <a:r>
              <a:rPr lang="fr-FR" sz="800" u="sng" err="1"/>
              <a:t>Valo</a:t>
            </a:r>
            <a:r>
              <a:rPr lang="fr-FR" sz="800" u="sng"/>
              <a:t> </a:t>
            </a:r>
            <a:r>
              <a:rPr lang="fr-FR" sz="800" u="sng" err="1"/>
              <a:t>Prev</a:t>
            </a:r>
            <a:r>
              <a:rPr lang="fr-FR" sz="800" u="sng"/>
              <a:t> Pro » :</a:t>
            </a:r>
            <a:r>
              <a:rPr lang="fr-FR" sz="800"/>
              <a:t> Retour à la stratégie IRD avec « ID_NOEUD  = VALO_PREV_PRO »</a:t>
            </a:r>
          </a:p>
          <a:p>
            <a:pPr>
              <a:buFontTx/>
              <a:buChar char="-"/>
              <a:defRPr/>
            </a:pPr>
            <a:r>
              <a:rPr lang="fr-FR" sz="800" u="sng"/>
              <a:t>Transfert – « </a:t>
            </a:r>
            <a:r>
              <a:rPr lang="fr-FR" sz="800" u="sng" err="1"/>
              <a:t>Valo</a:t>
            </a:r>
            <a:r>
              <a:rPr lang="fr-FR" sz="800" u="sng"/>
              <a:t> Vente Pro » :</a:t>
            </a:r>
            <a:r>
              <a:rPr lang="fr-FR" sz="800"/>
              <a:t> Retour à la stratégie IRD avec « ID_NOEUD  = VALO_VENTE_PRO »</a:t>
            </a:r>
          </a:p>
          <a:p>
            <a:pPr>
              <a:buFontTx/>
              <a:buChar char="-"/>
              <a:defRPr/>
            </a:pPr>
            <a:r>
              <a:rPr lang="fr-FR" sz="800" u="sng"/>
              <a:t>Transfert – « Typo 04 » :</a:t>
            </a:r>
            <a:r>
              <a:rPr lang="fr-FR" sz="800"/>
              <a:t> Retour à la stratégie IRD avec « ID_NOEUD  = TYPO_04 »</a:t>
            </a:r>
          </a:p>
          <a:p>
            <a:pPr>
              <a:buFontTx/>
              <a:buChar char="-"/>
              <a:defRPr/>
            </a:pPr>
            <a:r>
              <a:rPr lang="fr-FR" sz="800" u="sng"/>
              <a:t>Transfert – « Aboutement 963 » :</a:t>
            </a:r>
            <a:r>
              <a:rPr lang="fr-FR" sz="800"/>
              <a:t> Retour à la stratégie IRD avec « ID_NOEUD  = ABOUT_963 »</a:t>
            </a:r>
          </a:p>
          <a:p>
            <a:pPr>
              <a:buFontTx/>
              <a:buChar char="-"/>
              <a:defRPr/>
            </a:pPr>
            <a:r>
              <a:rPr lang="fr-FR" sz="800" u="sng"/>
              <a:t>Transfert – « Meilleur Client » :</a:t>
            </a:r>
            <a:r>
              <a:rPr lang="fr-FR" sz="800"/>
              <a:t> Retour à la stratégie IRD avec « ID_NOEUD  = MEILLEUR_CLIENT »</a:t>
            </a:r>
          </a:p>
          <a:p>
            <a:pPr>
              <a:buFontTx/>
              <a:buChar char="-"/>
              <a:defRPr/>
            </a:pPr>
            <a:r>
              <a:rPr lang="fr-FR" sz="800"/>
              <a:t> </a:t>
            </a:r>
            <a:r>
              <a:rPr lang="fr-FR" sz="800" u="sng"/>
              <a:t>Flash – « FLASH JOUR » :</a:t>
            </a:r>
            <a:r>
              <a:rPr lang="fr-FR" sz="800"/>
              <a:t> « </a:t>
            </a:r>
            <a:r>
              <a:rPr lang="fr-FR" sz="800" b="1"/>
              <a:t>position</a:t>
            </a:r>
            <a:r>
              <a:rPr lang="fr-FR" sz="800"/>
              <a:t> = 00 » « Stat = 00001_FLASH_JOUR » voir </a:t>
            </a:r>
            <a:r>
              <a:rPr lang="fr-FR" sz="800" err="1"/>
              <a:t>slide</a:t>
            </a:r>
            <a:r>
              <a:rPr lang="fr-FR" sz="800"/>
              <a:t> « FLASH »</a:t>
            </a:r>
          </a:p>
          <a:p>
            <a:pPr>
              <a:buFontTx/>
              <a:buChar char="-"/>
              <a:defRPr/>
            </a:pPr>
            <a:endParaRPr lang="fr-FR" sz="800"/>
          </a:p>
          <a:p>
            <a:pPr>
              <a:buFontTx/>
              <a:buChar char="-"/>
              <a:defRPr/>
            </a:pPr>
            <a:endParaRPr lang="fr-FR" sz="800" b="1"/>
          </a:p>
        </p:txBody>
      </p:sp>
    </p:spTree>
    <p:extLst>
      <p:ext uri="{BB962C8B-B14F-4D97-AF65-F5344CB8AC3E}">
        <p14:creationId xmlns:p14="http://schemas.microsoft.com/office/powerpoint/2010/main" val="3332043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848862CA-AABA-4011-ACED-D594F9510D3E}" type="slidenum">
              <a:rPr lang="fr-FR" smtClean="0">
                <a:latin typeface="Times New Roman" pitchFamily="18" charset="0"/>
              </a:rPr>
              <a:pPr/>
              <a:t>2</a:t>
            </a:fld>
            <a:endParaRPr lang="fr-FR">
              <a:latin typeface="Times New Roman" pitchFamily="18" charset="0"/>
            </a:endParaRPr>
          </a:p>
        </p:txBody>
      </p:sp>
      <p:sp>
        <p:nvSpPr>
          <p:cNvPr id="23555"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p:txBody>
          <a:bodyPr/>
          <a:lstStyle/>
          <a:p>
            <a:pPr>
              <a:defRPr/>
            </a:pPr>
            <a:r>
              <a:rPr lang="fr-FR" sz="800" u="sng">
                <a:solidFill>
                  <a:srgbClr val="C00000"/>
                </a:solidFill>
              </a:rPr>
              <a:t>Modifications DNI 19/04/2012</a:t>
            </a:r>
          </a:p>
          <a:p>
            <a:pPr>
              <a:defRPr/>
            </a:pPr>
            <a:endParaRPr lang="fr-FR" sz="800" u="sng"/>
          </a:p>
          <a:p>
            <a:pPr>
              <a:defRPr/>
            </a:pPr>
            <a:r>
              <a:rPr lang="fr-FR" sz="800" u="sng"/>
              <a:t>Commentaires SFR SC :</a:t>
            </a:r>
          </a:p>
          <a:p>
            <a:pPr marL="178209" indent="-178209">
              <a:buFontTx/>
              <a:buChar char="-"/>
              <a:defRPr/>
            </a:pPr>
            <a:r>
              <a:rPr lang="fr-FR" sz="800"/>
              <a:t>Le Filtre « Pro ou GP ? » vérifie si le client est Pro en utilisant les critères :</a:t>
            </a:r>
          </a:p>
          <a:p>
            <a:pPr>
              <a:defRPr/>
            </a:pPr>
            <a:r>
              <a:rPr lang="fr-FR" sz="800">
                <a:solidFill>
                  <a:srgbClr val="FF0000"/>
                </a:solidFill>
              </a:rPr>
              <a:t>CROUT=14 ou 21 ou 22 ou OFFRE=SC_PR ou Flag PRO=1 ou QPRO=04 ou QPRO=05</a:t>
            </a:r>
          </a:p>
          <a:p>
            <a:pPr>
              <a:defRPr/>
            </a:pPr>
            <a:endParaRPr lang="fr-FR" sz="800">
              <a:solidFill>
                <a:srgbClr val="FF0000"/>
              </a:solidFill>
            </a:endParaRPr>
          </a:p>
          <a:p>
            <a:pPr eaLnBrk="1" hangingPunct="1">
              <a:defRPr/>
            </a:pPr>
            <a:r>
              <a:rPr lang="fr-FR" sz="800">
                <a:solidFill>
                  <a:srgbClr val="FF0000"/>
                </a:solidFill>
              </a:rPr>
              <a:t>Il faut rechercher dans le string de SEGL la séquence suivante :</a:t>
            </a:r>
          </a:p>
          <a:p>
            <a:pPr eaLnBrk="1" hangingPunct="1">
              <a:defRPr/>
            </a:pPr>
            <a:r>
              <a:rPr lang="fr-FR" sz="800" b="1">
                <a:solidFill>
                  <a:srgbClr val="FF0000"/>
                </a:solidFill>
              </a:rPr>
              <a:t>|13+x+1 pour Flag PRO =1</a:t>
            </a:r>
          </a:p>
          <a:p>
            <a:pPr>
              <a:defRPr/>
            </a:pPr>
            <a:endParaRPr lang="fr-FR" sz="800">
              <a:solidFill>
                <a:srgbClr val="FF0000"/>
              </a:solidFill>
            </a:endParaRPr>
          </a:p>
          <a:p>
            <a:pPr>
              <a:defRPr/>
            </a:pPr>
            <a:r>
              <a:rPr lang="fr-FR" sz="800">
                <a:solidFill>
                  <a:srgbClr val="FF0000"/>
                </a:solidFill>
              </a:rPr>
              <a:t> </a:t>
            </a:r>
            <a:endParaRPr lang="fr-FR" sz="800"/>
          </a:p>
          <a:p>
            <a:pPr>
              <a:buFontTx/>
              <a:buChar char="-"/>
              <a:defRPr/>
            </a:pPr>
            <a:r>
              <a:rPr lang="fr-FR" sz="800"/>
              <a:t> Le filtre « HO/HNO ? GP » vérifie l’heure d’appel pour router l’appel vers le parcours jour ou le parcours nuit. </a:t>
            </a:r>
            <a:r>
              <a:rPr lang="fr-FR" sz="800" b="1"/>
              <a:t>&gt; Configuration via IHM (Module HOHNO)</a:t>
            </a:r>
          </a:p>
          <a:p>
            <a:pPr>
              <a:defRPr/>
            </a:pPr>
            <a:r>
              <a:rPr lang="fr-FR" sz="800"/>
              <a:t>- Le filtre « HO/HNO ? PRO » vérifie l’heure d’appel pour router l’appel vers le parcours jour ou le parcours nuit. </a:t>
            </a:r>
            <a:r>
              <a:rPr lang="fr-FR" sz="800" b="1"/>
              <a:t>&gt; Configuration via IHM (Module HOHNO)</a:t>
            </a:r>
          </a:p>
          <a:p>
            <a:pPr>
              <a:defRPr/>
            </a:pPr>
            <a:endParaRPr lang="fr-FR" sz="800" u="sng"/>
          </a:p>
          <a:p>
            <a:pPr>
              <a:defRPr/>
            </a:pPr>
            <a:r>
              <a:rPr lang="fr-FR" sz="800" u="sng"/>
              <a:t>Commentaires SFR BUSH – SFD :</a:t>
            </a:r>
          </a:p>
          <a:p>
            <a:pPr>
              <a:buFontTx/>
              <a:buChar char="-"/>
              <a:defRPr/>
            </a:pPr>
            <a:r>
              <a:rPr lang="fr-FR" sz="800" u="sng"/>
              <a:t>Filtre - « HO/HNO » :</a:t>
            </a:r>
            <a:r>
              <a:rPr lang="fr-FR" sz="800"/>
              <a:t> interroge la </a:t>
            </a:r>
            <a:r>
              <a:rPr lang="fr-FR" sz="800" err="1"/>
              <a:t>WebApp</a:t>
            </a:r>
            <a:r>
              <a:rPr lang="fr-FR" sz="800"/>
              <a:t> « HOHNO » avec le paramètre IN « Application = ABO », Heure Ouvré si Paramètre OUT « IS_OPEN= </a:t>
            </a:r>
            <a:r>
              <a:rPr lang="fr-FR" sz="800" err="1"/>
              <a:t>true</a:t>
            </a:r>
            <a:r>
              <a:rPr lang="fr-FR" sz="800"/>
              <a:t> »</a:t>
            </a:r>
            <a:endParaRPr lang="fr-FR" sz="800" b="1"/>
          </a:p>
        </p:txBody>
      </p:sp>
    </p:spTree>
    <p:extLst>
      <p:ext uri="{BB962C8B-B14F-4D97-AF65-F5344CB8AC3E}">
        <p14:creationId xmlns:p14="http://schemas.microsoft.com/office/powerpoint/2010/main" val="2374353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848862CA-AABA-4011-ACED-D594F9510D3E}" type="slidenum">
              <a:rPr lang="fr-FR" smtClean="0">
                <a:latin typeface="Times New Roman" pitchFamily="18" charset="0"/>
              </a:rPr>
              <a:pPr/>
              <a:t>3</a:t>
            </a:fld>
            <a:endParaRPr lang="fr-FR">
              <a:latin typeface="Times New Roman" pitchFamily="18" charset="0"/>
            </a:endParaRPr>
          </a:p>
        </p:txBody>
      </p:sp>
      <p:sp>
        <p:nvSpPr>
          <p:cNvPr id="23555"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p:txBody>
          <a:bodyPr/>
          <a:lstStyle/>
          <a:p>
            <a:pPr>
              <a:defRPr/>
            </a:pPr>
            <a:r>
              <a:rPr lang="fr-FR" sz="800" u="sng">
                <a:solidFill>
                  <a:srgbClr val="C00000"/>
                </a:solidFill>
              </a:rPr>
              <a:t>Modifications DNI 19/04/2012</a:t>
            </a:r>
          </a:p>
          <a:p>
            <a:pPr>
              <a:defRPr/>
            </a:pPr>
            <a:endParaRPr lang="fr-FR" sz="800" u="sng"/>
          </a:p>
          <a:p>
            <a:pPr>
              <a:defRPr/>
            </a:pPr>
            <a:r>
              <a:rPr lang="fr-FR" sz="800" u="sng"/>
              <a:t>Commentaires SFR SC :</a:t>
            </a:r>
          </a:p>
          <a:p>
            <a:pPr marL="178209" indent="-178209">
              <a:buFontTx/>
              <a:buChar char="-"/>
              <a:defRPr/>
            </a:pPr>
            <a:r>
              <a:rPr lang="fr-FR" sz="800"/>
              <a:t>Le Filtre « Pro ou GP ? » vérifie si le client est Pro en utilisant les critères :</a:t>
            </a:r>
          </a:p>
          <a:p>
            <a:pPr>
              <a:defRPr/>
            </a:pPr>
            <a:r>
              <a:rPr lang="fr-FR" sz="800">
                <a:solidFill>
                  <a:srgbClr val="FF0000"/>
                </a:solidFill>
              </a:rPr>
              <a:t>CROUT=14 ou 21 ou 22 ou OFFRE=SC_PR ou Flag PRO=1 ou QPRO=04 ou QPRO=05</a:t>
            </a:r>
          </a:p>
          <a:p>
            <a:pPr>
              <a:defRPr/>
            </a:pPr>
            <a:endParaRPr lang="fr-FR" sz="800">
              <a:solidFill>
                <a:srgbClr val="FF0000"/>
              </a:solidFill>
            </a:endParaRPr>
          </a:p>
          <a:p>
            <a:pPr eaLnBrk="1" hangingPunct="1">
              <a:defRPr/>
            </a:pPr>
            <a:r>
              <a:rPr lang="fr-FR" sz="800">
                <a:solidFill>
                  <a:srgbClr val="FF0000"/>
                </a:solidFill>
              </a:rPr>
              <a:t>Il faut rechercher dans le string de SEGL la séquence suivante :</a:t>
            </a:r>
          </a:p>
          <a:p>
            <a:pPr eaLnBrk="1" hangingPunct="1">
              <a:defRPr/>
            </a:pPr>
            <a:r>
              <a:rPr lang="fr-FR" sz="800" b="1">
                <a:solidFill>
                  <a:srgbClr val="FF0000"/>
                </a:solidFill>
              </a:rPr>
              <a:t>|13+x+1 pour Flag PRO =1</a:t>
            </a:r>
          </a:p>
          <a:p>
            <a:pPr>
              <a:defRPr/>
            </a:pPr>
            <a:endParaRPr lang="fr-FR" sz="800">
              <a:solidFill>
                <a:srgbClr val="FF0000"/>
              </a:solidFill>
            </a:endParaRPr>
          </a:p>
          <a:p>
            <a:pPr>
              <a:defRPr/>
            </a:pPr>
            <a:r>
              <a:rPr lang="fr-FR" sz="800">
                <a:solidFill>
                  <a:srgbClr val="FF0000"/>
                </a:solidFill>
              </a:rPr>
              <a:t> </a:t>
            </a:r>
            <a:endParaRPr lang="fr-FR" sz="800"/>
          </a:p>
          <a:p>
            <a:pPr>
              <a:buFontTx/>
              <a:buChar char="-"/>
              <a:defRPr/>
            </a:pPr>
            <a:r>
              <a:rPr lang="fr-FR" sz="800"/>
              <a:t> Le filtre « HO/HNO ? GP » vérifie l’heure d’appel pour router l’appel vers le parcours jour ou le parcours nuit. </a:t>
            </a:r>
            <a:r>
              <a:rPr lang="fr-FR" sz="800" b="1"/>
              <a:t>&gt; Configuration via IHM (Module HOHNO)</a:t>
            </a:r>
          </a:p>
          <a:p>
            <a:pPr>
              <a:defRPr/>
            </a:pPr>
            <a:r>
              <a:rPr lang="fr-FR" sz="800"/>
              <a:t>- Le filtre « HO/HNO ? PRO » vérifie l’heure d’appel pour router l’appel vers le parcours jour ou le parcours nuit. </a:t>
            </a:r>
            <a:r>
              <a:rPr lang="fr-FR" sz="800" b="1"/>
              <a:t>&gt; Configuration via IHM (Module HOHNO)</a:t>
            </a:r>
          </a:p>
          <a:p>
            <a:pPr>
              <a:defRPr/>
            </a:pPr>
            <a:endParaRPr lang="fr-FR" sz="800" u="sng"/>
          </a:p>
          <a:p>
            <a:pPr>
              <a:defRPr/>
            </a:pPr>
            <a:r>
              <a:rPr lang="fr-FR" sz="800" u="sng"/>
              <a:t>Commentaires SFR BUSH – SFD :</a:t>
            </a:r>
          </a:p>
          <a:p>
            <a:pPr>
              <a:buFontTx/>
              <a:buChar char="-"/>
              <a:defRPr/>
            </a:pPr>
            <a:r>
              <a:rPr lang="fr-FR" sz="800" u="sng"/>
              <a:t>Filtre - « HO/HNO » :</a:t>
            </a:r>
            <a:r>
              <a:rPr lang="fr-FR" sz="800"/>
              <a:t> interroge la </a:t>
            </a:r>
            <a:r>
              <a:rPr lang="fr-FR" sz="800" err="1"/>
              <a:t>WebApp</a:t>
            </a:r>
            <a:r>
              <a:rPr lang="fr-FR" sz="800"/>
              <a:t> « HOHNO » avec le paramètre IN « Application = ABO », Heure Ouvré si Paramètre OUT « IS_OPEN= </a:t>
            </a:r>
            <a:r>
              <a:rPr lang="fr-FR" sz="800" err="1"/>
              <a:t>true</a:t>
            </a:r>
            <a:r>
              <a:rPr lang="fr-FR" sz="800"/>
              <a:t> »</a:t>
            </a:r>
            <a:endParaRPr lang="fr-FR" sz="800" b="1"/>
          </a:p>
        </p:txBody>
      </p:sp>
    </p:spTree>
    <p:extLst>
      <p:ext uri="{BB962C8B-B14F-4D97-AF65-F5344CB8AC3E}">
        <p14:creationId xmlns:p14="http://schemas.microsoft.com/office/powerpoint/2010/main" val="2700089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7E3994EE-0176-4569-8537-05ADB8DC5EEA}" type="slidenum">
              <a:rPr lang="fr-FR" smtClean="0">
                <a:latin typeface="Times New Roman" pitchFamily="18" charset="0"/>
              </a:rPr>
              <a:pPr/>
              <a:t>9</a:t>
            </a:fld>
            <a:endParaRPr lang="fr-FR">
              <a:latin typeface="Times New Roman"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a:buFontTx/>
              <a:buChar char="-"/>
            </a:pPr>
            <a:endParaRPr lang="fr-FR" sz="800"/>
          </a:p>
          <a:p>
            <a:pPr>
              <a:buFontTx/>
              <a:buChar char="-"/>
            </a:pPr>
            <a:endParaRPr lang="fr-FR" sz="800"/>
          </a:p>
          <a:p>
            <a:pPr>
              <a:buFontTx/>
              <a:buChar char="-"/>
            </a:pPr>
            <a:r>
              <a:rPr lang="fr-FR" sz="800"/>
              <a:t>filtre Eligible MC MOB : </a:t>
            </a:r>
          </a:p>
          <a:p>
            <a:pPr defTabSz="944027" eaLnBrk="1" hangingPunct="1">
              <a:spcBef>
                <a:spcPct val="0"/>
              </a:spcBef>
            </a:pPr>
            <a:endParaRPr lang="fr-FR" sz="800" b="1">
              <a:solidFill>
                <a:schemeClr val="bg1"/>
              </a:solidFill>
            </a:endParaRPr>
          </a:p>
          <a:p>
            <a:pPr marL="649018" lvl="1" indent="-177005">
              <a:buFont typeface="Arial" panose="020B0604020202020204" pitchFamily="34" charset="0"/>
              <a:buChar char="•"/>
            </a:pPr>
            <a:r>
              <a:rPr lang="fr-FR" sz="800" b="1">
                <a:solidFill>
                  <a:schemeClr val="bg1"/>
                </a:solidFill>
              </a:rPr>
              <a:t>Eligibilité si DOSS = 1 ou 2</a:t>
            </a:r>
          </a:p>
          <a:p>
            <a:pPr marL="649018" lvl="1" indent="-177005">
              <a:buFont typeface="Arial" panose="020B0604020202020204" pitchFamily="34" charset="0"/>
              <a:buChar char="•"/>
            </a:pPr>
            <a:r>
              <a:rPr lang="fr-FR" sz="800" b="1">
                <a:solidFill>
                  <a:schemeClr val="bg1"/>
                </a:solidFill>
              </a:rPr>
              <a:t>Eligibilité si DOSS = 3 et  DATE_APPEL– DATE &lt; X  (X paramétrable sur IRIS)</a:t>
            </a:r>
          </a:p>
          <a:p>
            <a:pPr>
              <a:buFontTx/>
              <a:buChar char="-"/>
            </a:pPr>
            <a:endParaRPr lang="fr-FR" sz="800"/>
          </a:p>
        </p:txBody>
      </p:sp>
    </p:spTree>
    <p:extLst>
      <p:ext uri="{BB962C8B-B14F-4D97-AF65-F5344CB8AC3E}">
        <p14:creationId xmlns:p14="http://schemas.microsoft.com/office/powerpoint/2010/main" val="1067783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7E3994EE-0176-4569-8537-05ADB8DC5EEA}" type="slidenum">
              <a:rPr lang="fr-FR" smtClean="0">
                <a:latin typeface="Times New Roman" pitchFamily="18" charset="0"/>
              </a:rPr>
              <a:pPr/>
              <a:t>10</a:t>
            </a:fld>
            <a:endParaRPr lang="fr-FR">
              <a:latin typeface="Times New Roman"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a:buFontTx/>
              <a:buChar char="-"/>
            </a:pPr>
            <a:endParaRPr lang="fr-FR" sz="800"/>
          </a:p>
          <a:p>
            <a:pPr>
              <a:buFontTx/>
              <a:buChar char="-"/>
            </a:pPr>
            <a:endParaRPr lang="fr-FR" sz="800"/>
          </a:p>
          <a:p>
            <a:pPr>
              <a:buFontTx/>
              <a:buChar char="-"/>
            </a:pPr>
            <a:r>
              <a:rPr lang="fr-FR" sz="800"/>
              <a:t>filtre Eligible MC MOB : </a:t>
            </a:r>
          </a:p>
          <a:p>
            <a:pPr defTabSz="944027" eaLnBrk="1" hangingPunct="1">
              <a:spcBef>
                <a:spcPct val="0"/>
              </a:spcBef>
            </a:pPr>
            <a:endParaRPr lang="fr-FR" sz="800" b="1">
              <a:solidFill>
                <a:schemeClr val="bg1"/>
              </a:solidFill>
            </a:endParaRPr>
          </a:p>
          <a:p>
            <a:pPr marL="649018" lvl="1" indent="-177005">
              <a:buFont typeface="Arial" panose="020B0604020202020204" pitchFamily="34" charset="0"/>
              <a:buChar char="•"/>
            </a:pPr>
            <a:r>
              <a:rPr lang="fr-FR" sz="800" b="1">
                <a:solidFill>
                  <a:schemeClr val="bg1"/>
                </a:solidFill>
              </a:rPr>
              <a:t>Eligibilité si DOSS = 1 ou 2</a:t>
            </a:r>
          </a:p>
          <a:p>
            <a:pPr marL="649018" lvl="1" indent="-177005">
              <a:buFont typeface="Arial" panose="020B0604020202020204" pitchFamily="34" charset="0"/>
              <a:buChar char="•"/>
            </a:pPr>
            <a:r>
              <a:rPr lang="fr-FR" sz="800" b="1">
                <a:solidFill>
                  <a:schemeClr val="bg1"/>
                </a:solidFill>
              </a:rPr>
              <a:t>Eligibilité si DOSS = 3 et  DATE_APPEL– DATE &lt; X  (X paramétrable sur IRIS)</a:t>
            </a:r>
          </a:p>
          <a:p>
            <a:pPr>
              <a:buFontTx/>
              <a:buChar char="-"/>
            </a:pPr>
            <a:endParaRPr lang="fr-FR" sz="800"/>
          </a:p>
        </p:txBody>
      </p:sp>
    </p:spTree>
    <p:extLst>
      <p:ext uri="{BB962C8B-B14F-4D97-AF65-F5344CB8AC3E}">
        <p14:creationId xmlns:p14="http://schemas.microsoft.com/office/powerpoint/2010/main" val="872897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238A377-077B-4B1E-942F-64300E3BEBB8}" type="slidenum">
              <a:rPr lang="fr-FR" smtClean="0">
                <a:latin typeface="Times New Roman" pitchFamily="18" charset="0"/>
              </a:rPr>
              <a:pPr/>
              <a:t>11</a:t>
            </a:fld>
            <a:endParaRPr lang="fr-FR">
              <a:latin typeface="Times New Roman"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r>
              <a:rPr lang="fr-FR" sz="800" u="sng"/>
              <a:t>Modifications :</a:t>
            </a:r>
          </a:p>
          <a:p>
            <a:endParaRPr lang="fr-FR" sz="800" u="sng"/>
          </a:p>
          <a:p>
            <a:r>
              <a:rPr lang="fr-FR" sz="800" u="sng"/>
              <a:t>Commentaires SFR SC :</a:t>
            </a:r>
          </a:p>
          <a:p>
            <a:pPr>
              <a:buFontTx/>
              <a:buChar char="-"/>
            </a:pPr>
            <a:r>
              <a:rPr lang="fr-FR" sz="800"/>
              <a:t>Le filtre « type client ?» identifie le type de client pour le router vers le bon plateau.</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a:t>
            </a:r>
            <a:r>
              <a:rPr lang="fr-FR" sz="800" u="sng" err="1"/>
              <a:t>Selfcare</a:t>
            </a:r>
            <a:r>
              <a:rPr lang="fr-FR" sz="800" u="sng"/>
              <a:t> – « DCS » :</a:t>
            </a:r>
            <a:r>
              <a:rPr lang="fr-FR" sz="800"/>
              <a:t> Poursuite du parcours sur URL </a:t>
            </a:r>
            <a:r>
              <a:rPr lang="fr-FR" sz="800" err="1"/>
              <a:t>SelfCare</a:t>
            </a:r>
            <a:r>
              <a:rPr lang="fr-FR" sz="800"/>
              <a:t> avec paramètres </a:t>
            </a:r>
            <a:r>
              <a:rPr lang="fr-FR" sz="800" b="1" err="1"/>
              <a:t>dcs</a:t>
            </a:r>
            <a:endParaRPr lang="fr-FR" sz="800" b="1"/>
          </a:p>
          <a:p>
            <a:pPr>
              <a:buFontTx/>
              <a:buChar char="-"/>
            </a:pPr>
            <a:r>
              <a:rPr lang="fr-FR" sz="800" u="sng"/>
              <a:t>Transfert </a:t>
            </a:r>
            <a:r>
              <a:rPr lang="fr-FR" sz="800" u="sng" err="1"/>
              <a:t>Selfcare</a:t>
            </a:r>
            <a:r>
              <a:rPr lang="fr-FR" sz="800" u="sng"/>
              <a:t> – « ACS » :</a:t>
            </a:r>
            <a:r>
              <a:rPr lang="fr-FR" sz="800"/>
              <a:t> Poursuite du parcours sur URL </a:t>
            </a:r>
            <a:r>
              <a:rPr lang="fr-FR" sz="800" err="1"/>
              <a:t>SelfCare</a:t>
            </a:r>
            <a:r>
              <a:rPr lang="fr-FR" sz="800"/>
              <a:t> avec paramètres </a:t>
            </a:r>
            <a:r>
              <a:rPr lang="fr-FR" sz="800" b="1" err="1"/>
              <a:t>acs</a:t>
            </a:r>
            <a:endParaRPr lang="fr-FR" sz="800" b="1"/>
          </a:p>
          <a:p>
            <a:pPr>
              <a:buFontTx/>
              <a:buChar char="-"/>
            </a:pPr>
            <a:r>
              <a:rPr lang="fr-FR" sz="800" u="sng"/>
              <a:t>Transfert </a:t>
            </a:r>
            <a:r>
              <a:rPr lang="fr-FR" sz="800" u="sng" err="1"/>
              <a:t>Selfcare</a:t>
            </a:r>
            <a:r>
              <a:rPr lang="fr-FR" sz="800" u="sng"/>
              <a:t> – « SDL » :</a:t>
            </a:r>
            <a:r>
              <a:rPr lang="fr-FR" sz="800"/>
              <a:t> Poursuite du parcours sur URL </a:t>
            </a:r>
            <a:r>
              <a:rPr lang="fr-FR" sz="800" err="1"/>
              <a:t>SelfCare</a:t>
            </a:r>
            <a:r>
              <a:rPr lang="fr-FR" sz="800"/>
              <a:t> avec paramètres </a:t>
            </a:r>
            <a:r>
              <a:rPr lang="fr-FR" sz="800" b="1" err="1"/>
              <a:t>sdl</a:t>
            </a:r>
            <a:endParaRPr lang="fr-FR" sz="800" b="1"/>
          </a:p>
          <a:p>
            <a:pPr>
              <a:buFontTx/>
              <a:buChar char="-"/>
            </a:pPr>
            <a:r>
              <a:rPr lang="fr-FR" sz="800" u="sng"/>
              <a:t>Transfert </a:t>
            </a:r>
            <a:r>
              <a:rPr lang="fr-FR" sz="800" u="sng" err="1"/>
              <a:t>Selfcare</a:t>
            </a:r>
            <a:r>
              <a:rPr lang="fr-FR" sz="800" u="sng"/>
              <a:t> – « NMNI » :</a:t>
            </a:r>
            <a:r>
              <a:rPr lang="fr-FR" sz="800"/>
              <a:t> Poursuite du parcours sur URL </a:t>
            </a:r>
            <a:r>
              <a:rPr lang="fr-FR" sz="800" err="1"/>
              <a:t>SelfCare</a:t>
            </a:r>
            <a:r>
              <a:rPr lang="fr-FR" sz="800"/>
              <a:t> avec paramètres </a:t>
            </a:r>
            <a:r>
              <a:rPr lang="fr-FR" sz="800" b="1"/>
              <a:t>900</a:t>
            </a:r>
          </a:p>
          <a:p>
            <a:pPr>
              <a:buFontTx/>
              <a:buChar char="-"/>
            </a:pPr>
            <a:r>
              <a:rPr lang="fr-FR" sz="800"/>
              <a:t> </a:t>
            </a:r>
            <a:r>
              <a:rPr lang="fr-FR" sz="800" u="sng"/>
              <a:t>Flash – « FLASH DCS » :</a:t>
            </a:r>
            <a:r>
              <a:rPr lang="fr-FR" sz="800"/>
              <a:t> « </a:t>
            </a:r>
            <a:r>
              <a:rPr lang="fr-FR" sz="800" b="1"/>
              <a:t>position</a:t>
            </a:r>
            <a:r>
              <a:rPr lang="fr-FR" sz="800"/>
              <a:t> = 01 » « Stat = 11000_FLASH_DCS » voir </a:t>
            </a:r>
            <a:r>
              <a:rPr lang="fr-FR" sz="800" err="1"/>
              <a:t>slide</a:t>
            </a:r>
            <a:r>
              <a:rPr lang="fr-FR" sz="800"/>
              <a:t> « FLASH »</a:t>
            </a:r>
          </a:p>
          <a:p>
            <a:pPr>
              <a:buFontTx/>
              <a:buChar char="-"/>
            </a:pPr>
            <a:r>
              <a:rPr lang="fr-FR" sz="800"/>
              <a:t> </a:t>
            </a:r>
            <a:r>
              <a:rPr lang="fr-FR" sz="800" u="sng"/>
              <a:t>Flash – « FLASH ACS » :</a:t>
            </a:r>
            <a:r>
              <a:rPr lang="fr-FR" sz="800"/>
              <a:t> « </a:t>
            </a:r>
            <a:r>
              <a:rPr lang="fr-FR" sz="800" b="1"/>
              <a:t>position</a:t>
            </a:r>
            <a:r>
              <a:rPr lang="fr-FR" sz="800"/>
              <a:t> = 02 » « Stat = 12000_FLASH_ACS » voir </a:t>
            </a:r>
            <a:r>
              <a:rPr lang="fr-FR" sz="800" err="1"/>
              <a:t>slide</a:t>
            </a:r>
            <a:r>
              <a:rPr lang="fr-FR" sz="800"/>
              <a:t> « FLASH »</a:t>
            </a:r>
          </a:p>
          <a:p>
            <a:pPr>
              <a:buFontTx/>
              <a:buChar char="-"/>
            </a:pPr>
            <a:r>
              <a:rPr lang="fr-FR" sz="800"/>
              <a:t> </a:t>
            </a:r>
            <a:r>
              <a:rPr lang="fr-FR" sz="800" u="sng"/>
              <a:t>Flash – « FLASH SDL » :</a:t>
            </a:r>
            <a:r>
              <a:rPr lang="fr-FR" sz="800"/>
              <a:t> « </a:t>
            </a:r>
            <a:r>
              <a:rPr lang="fr-FR" sz="800" b="1"/>
              <a:t>position</a:t>
            </a:r>
            <a:r>
              <a:rPr lang="fr-FR" sz="800"/>
              <a:t> = 03 » « Stat = 13000_FLASH_SDL » voir </a:t>
            </a:r>
            <a:r>
              <a:rPr lang="fr-FR" sz="800" err="1"/>
              <a:t>slide</a:t>
            </a:r>
            <a:r>
              <a:rPr lang="fr-FR" sz="800"/>
              <a:t> « FLASH »</a:t>
            </a:r>
          </a:p>
          <a:p>
            <a:pPr>
              <a:buFontTx/>
              <a:buChar char="-"/>
            </a:pPr>
            <a:r>
              <a:rPr lang="fr-FR" sz="800"/>
              <a:t> </a:t>
            </a:r>
            <a:r>
              <a:rPr lang="fr-FR" sz="800" u="sng"/>
              <a:t>Flash – « FLASH NMNI URGENCES » :</a:t>
            </a:r>
            <a:r>
              <a:rPr lang="fr-FR" sz="800"/>
              <a:t> « </a:t>
            </a:r>
            <a:r>
              <a:rPr lang="fr-FR" sz="800" b="1"/>
              <a:t>position</a:t>
            </a:r>
            <a:r>
              <a:rPr lang="fr-FR" sz="800"/>
              <a:t> = 04 » « Stat = 18000_FLASH_NMNI_URGENCES » voir </a:t>
            </a:r>
            <a:r>
              <a:rPr lang="fr-FR" sz="800" err="1"/>
              <a:t>slide</a:t>
            </a:r>
            <a:r>
              <a:rPr lang="fr-FR" sz="800"/>
              <a:t> « FLASH »</a:t>
            </a:r>
          </a:p>
          <a:p>
            <a:pPr>
              <a:buFontTx/>
              <a:buChar char="-"/>
            </a:pPr>
            <a:endParaRPr lang="fr-FR" sz="800"/>
          </a:p>
        </p:txBody>
      </p:sp>
    </p:spTree>
    <p:extLst>
      <p:ext uri="{BB962C8B-B14F-4D97-AF65-F5344CB8AC3E}">
        <p14:creationId xmlns:p14="http://schemas.microsoft.com/office/powerpoint/2010/main" val="1778148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238A377-077B-4B1E-942F-64300E3BEBB8}" type="slidenum">
              <a:rPr lang="fr-FR" smtClean="0">
                <a:latin typeface="Times New Roman" pitchFamily="18" charset="0"/>
              </a:rPr>
              <a:pPr/>
              <a:t>12</a:t>
            </a:fld>
            <a:endParaRPr lang="fr-FR">
              <a:latin typeface="Times New Roman"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r>
              <a:rPr lang="fr-FR" sz="800" u="sng"/>
              <a:t>Modifications :</a:t>
            </a:r>
          </a:p>
          <a:p>
            <a:endParaRPr lang="fr-FR" sz="800" u="sng"/>
          </a:p>
          <a:p>
            <a:r>
              <a:rPr lang="fr-FR" sz="800" u="sng"/>
              <a:t>Commentaires SFR SC :</a:t>
            </a:r>
          </a:p>
          <a:p>
            <a:pPr>
              <a:buFontTx/>
              <a:buChar char="-"/>
            </a:pPr>
            <a:r>
              <a:rPr lang="fr-FR" sz="800"/>
              <a:t>Le filtre « type client ?» identifie le type de client pour le router vers le bon plateau.</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a:t>
            </a:r>
            <a:r>
              <a:rPr lang="fr-FR" sz="800" u="sng" err="1"/>
              <a:t>Selfcare</a:t>
            </a:r>
            <a:r>
              <a:rPr lang="fr-FR" sz="800" u="sng"/>
              <a:t> – « DCS » :</a:t>
            </a:r>
            <a:r>
              <a:rPr lang="fr-FR" sz="800"/>
              <a:t> Poursuite du parcours sur URL </a:t>
            </a:r>
            <a:r>
              <a:rPr lang="fr-FR" sz="800" err="1"/>
              <a:t>SelfCare</a:t>
            </a:r>
            <a:r>
              <a:rPr lang="fr-FR" sz="800"/>
              <a:t> avec paramètres </a:t>
            </a:r>
            <a:r>
              <a:rPr lang="fr-FR" sz="800" b="1" err="1"/>
              <a:t>dcs</a:t>
            </a:r>
            <a:endParaRPr lang="fr-FR" sz="800" b="1"/>
          </a:p>
          <a:p>
            <a:pPr>
              <a:buFontTx/>
              <a:buChar char="-"/>
            </a:pPr>
            <a:r>
              <a:rPr lang="fr-FR" sz="800" u="sng"/>
              <a:t>Transfert </a:t>
            </a:r>
            <a:r>
              <a:rPr lang="fr-FR" sz="800" u="sng" err="1"/>
              <a:t>Selfcare</a:t>
            </a:r>
            <a:r>
              <a:rPr lang="fr-FR" sz="800" u="sng"/>
              <a:t> – « ACS » :</a:t>
            </a:r>
            <a:r>
              <a:rPr lang="fr-FR" sz="800"/>
              <a:t> Poursuite du parcours sur URL </a:t>
            </a:r>
            <a:r>
              <a:rPr lang="fr-FR" sz="800" err="1"/>
              <a:t>SelfCare</a:t>
            </a:r>
            <a:r>
              <a:rPr lang="fr-FR" sz="800"/>
              <a:t> avec paramètres </a:t>
            </a:r>
            <a:r>
              <a:rPr lang="fr-FR" sz="800" b="1" err="1"/>
              <a:t>acs</a:t>
            </a:r>
            <a:endParaRPr lang="fr-FR" sz="800" b="1"/>
          </a:p>
          <a:p>
            <a:pPr>
              <a:buFontTx/>
              <a:buChar char="-"/>
            </a:pPr>
            <a:r>
              <a:rPr lang="fr-FR" sz="800" u="sng"/>
              <a:t>Transfert </a:t>
            </a:r>
            <a:r>
              <a:rPr lang="fr-FR" sz="800" u="sng" err="1"/>
              <a:t>Selfcare</a:t>
            </a:r>
            <a:r>
              <a:rPr lang="fr-FR" sz="800" u="sng"/>
              <a:t> – « SDL » :</a:t>
            </a:r>
            <a:r>
              <a:rPr lang="fr-FR" sz="800"/>
              <a:t> Poursuite du parcours sur URL </a:t>
            </a:r>
            <a:r>
              <a:rPr lang="fr-FR" sz="800" err="1"/>
              <a:t>SelfCare</a:t>
            </a:r>
            <a:r>
              <a:rPr lang="fr-FR" sz="800"/>
              <a:t> avec paramètres </a:t>
            </a:r>
            <a:r>
              <a:rPr lang="fr-FR" sz="800" b="1" err="1"/>
              <a:t>sdl</a:t>
            </a:r>
            <a:endParaRPr lang="fr-FR" sz="800" b="1"/>
          </a:p>
          <a:p>
            <a:pPr>
              <a:buFontTx/>
              <a:buChar char="-"/>
            </a:pPr>
            <a:r>
              <a:rPr lang="fr-FR" sz="800" u="sng"/>
              <a:t>Transfert </a:t>
            </a:r>
            <a:r>
              <a:rPr lang="fr-FR" sz="800" u="sng" err="1"/>
              <a:t>Selfcare</a:t>
            </a:r>
            <a:r>
              <a:rPr lang="fr-FR" sz="800" u="sng"/>
              <a:t> – « NMNI » :</a:t>
            </a:r>
            <a:r>
              <a:rPr lang="fr-FR" sz="800"/>
              <a:t> Poursuite du parcours sur URL </a:t>
            </a:r>
            <a:r>
              <a:rPr lang="fr-FR" sz="800" err="1"/>
              <a:t>SelfCare</a:t>
            </a:r>
            <a:r>
              <a:rPr lang="fr-FR" sz="800"/>
              <a:t> avec paramètres </a:t>
            </a:r>
            <a:r>
              <a:rPr lang="fr-FR" sz="800" b="1"/>
              <a:t>900</a:t>
            </a:r>
          </a:p>
          <a:p>
            <a:pPr>
              <a:buFontTx/>
              <a:buChar char="-"/>
            </a:pPr>
            <a:r>
              <a:rPr lang="fr-FR" sz="800"/>
              <a:t> </a:t>
            </a:r>
            <a:r>
              <a:rPr lang="fr-FR" sz="800" u="sng"/>
              <a:t>Flash – « FLASH DCS » :</a:t>
            </a:r>
            <a:r>
              <a:rPr lang="fr-FR" sz="800"/>
              <a:t> « </a:t>
            </a:r>
            <a:r>
              <a:rPr lang="fr-FR" sz="800" b="1"/>
              <a:t>position</a:t>
            </a:r>
            <a:r>
              <a:rPr lang="fr-FR" sz="800"/>
              <a:t> = 01 » « Stat = 11000_FLASH_DCS » voir </a:t>
            </a:r>
            <a:r>
              <a:rPr lang="fr-FR" sz="800" err="1"/>
              <a:t>slide</a:t>
            </a:r>
            <a:r>
              <a:rPr lang="fr-FR" sz="800"/>
              <a:t> « FLASH »</a:t>
            </a:r>
          </a:p>
          <a:p>
            <a:pPr>
              <a:buFontTx/>
              <a:buChar char="-"/>
            </a:pPr>
            <a:r>
              <a:rPr lang="fr-FR" sz="800"/>
              <a:t> </a:t>
            </a:r>
            <a:r>
              <a:rPr lang="fr-FR" sz="800" u="sng"/>
              <a:t>Flash – « FLASH ACS » :</a:t>
            </a:r>
            <a:r>
              <a:rPr lang="fr-FR" sz="800"/>
              <a:t> « </a:t>
            </a:r>
            <a:r>
              <a:rPr lang="fr-FR" sz="800" b="1"/>
              <a:t>position</a:t>
            </a:r>
            <a:r>
              <a:rPr lang="fr-FR" sz="800"/>
              <a:t> = 02 » « Stat = 12000_FLASH_ACS » voir </a:t>
            </a:r>
            <a:r>
              <a:rPr lang="fr-FR" sz="800" err="1"/>
              <a:t>slide</a:t>
            </a:r>
            <a:r>
              <a:rPr lang="fr-FR" sz="800"/>
              <a:t> « FLASH »</a:t>
            </a:r>
          </a:p>
          <a:p>
            <a:pPr>
              <a:buFontTx/>
              <a:buChar char="-"/>
            </a:pPr>
            <a:r>
              <a:rPr lang="fr-FR" sz="800"/>
              <a:t> </a:t>
            </a:r>
            <a:r>
              <a:rPr lang="fr-FR" sz="800" u="sng"/>
              <a:t>Flash – « FLASH SDL » :</a:t>
            </a:r>
            <a:r>
              <a:rPr lang="fr-FR" sz="800"/>
              <a:t> « </a:t>
            </a:r>
            <a:r>
              <a:rPr lang="fr-FR" sz="800" b="1"/>
              <a:t>position</a:t>
            </a:r>
            <a:r>
              <a:rPr lang="fr-FR" sz="800"/>
              <a:t> = 03 » « Stat = 13000_FLASH_SDL » voir </a:t>
            </a:r>
            <a:r>
              <a:rPr lang="fr-FR" sz="800" err="1"/>
              <a:t>slide</a:t>
            </a:r>
            <a:r>
              <a:rPr lang="fr-FR" sz="800"/>
              <a:t> « FLASH »</a:t>
            </a:r>
          </a:p>
          <a:p>
            <a:pPr>
              <a:buFontTx/>
              <a:buChar char="-"/>
            </a:pPr>
            <a:r>
              <a:rPr lang="fr-FR" sz="800"/>
              <a:t> </a:t>
            </a:r>
            <a:r>
              <a:rPr lang="fr-FR" sz="800" u="sng"/>
              <a:t>Flash – « FLASH NMNI URGENCES » :</a:t>
            </a:r>
            <a:r>
              <a:rPr lang="fr-FR" sz="800"/>
              <a:t> « </a:t>
            </a:r>
            <a:r>
              <a:rPr lang="fr-FR" sz="800" b="1"/>
              <a:t>position</a:t>
            </a:r>
            <a:r>
              <a:rPr lang="fr-FR" sz="800"/>
              <a:t> = 04 » « Stat = 18000_FLASH_NMNI_URGENCES » voir </a:t>
            </a:r>
            <a:r>
              <a:rPr lang="fr-FR" sz="800" err="1"/>
              <a:t>slide</a:t>
            </a:r>
            <a:r>
              <a:rPr lang="fr-FR" sz="800"/>
              <a:t> « FLASH »</a:t>
            </a:r>
          </a:p>
          <a:p>
            <a:pPr>
              <a:buFontTx/>
              <a:buChar char="-"/>
            </a:pPr>
            <a:endParaRPr lang="fr-FR" sz="800"/>
          </a:p>
        </p:txBody>
      </p:sp>
    </p:spTree>
    <p:extLst>
      <p:ext uri="{BB962C8B-B14F-4D97-AF65-F5344CB8AC3E}">
        <p14:creationId xmlns:p14="http://schemas.microsoft.com/office/powerpoint/2010/main" val="3857161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13</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327631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14</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6695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15</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116690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CB3B9CE3-D631-4220-8B8D-69BE519493AC}" type="slidenum">
              <a:rPr lang="fr-FR" smtClean="0">
                <a:latin typeface="Times New Roman" pitchFamily="18" charset="0"/>
              </a:rPr>
              <a:pPr/>
              <a:t>16</a:t>
            </a:fld>
            <a:endParaRPr lang="fr-FR">
              <a:latin typeface="Times New Roman" pitchFamily="18" charset="0"/>
            </a:endParaRPr>
          </a:p>
        </p:txBody>
      </p:sp>
      <p:sp>
        <p:nvSpPr>
          <p:cNvPr id="26627"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p:txBody>
          <a:bodyPr/>
          <a:lstStyle/>
          <a:p>
            <a:pPr>
              <a:defRPr/>
            </a:pPr>
            <a:r>
              <a:rPr lang="fr-FR" sz="800" u="sng"/>
              <a:t>Modifications :</a:t>
            </a:r>
          </a:p>
          <a:p>
            <a:pPr>
              <a:defRPr/>
            </a:pPr>
            <a:endParaRPr lang="fr-FR" sz="800" u="sng"/>
          </a:p>
          <a:p>
            <a:pPr>
              <a:defRPr/>
            </a:pPr>
            <a:r>
              <a:rPr lang="fr-FR" sz="800" u="sng"/>
              <a:t>Commentaires SFR SC :</a:t>
            </a:r>
          </a:p>
          <a:p>
            <a:pPr>
              <a:buFontTx/>
              <a:buChar char="-"/>
              <a:defRPr/>
            </a:pPr>
            <a:r>
              <a:rPr lang="fr-FR" sz="800"/>
              <a:t>Le filtre « type client ?» identifie le type de client pour le router vers le bon plateau.</a:t>
            </a:r>
          </a:p>
          <a:p>
            <a:pPr>
              <a:buFontTx/>
              <a:buChar char="-"/>
              <a:defRPr/>
            </a:pPr>
            <a:endParaRPr lang="fr-FR" sz="800"/>
          </a:p>
          <a:p>
            <a:pPr>
              <a:buFontTx/>
              <a:buChar char="-"/>
              <a:defRPr/>
            </a:pPr>
            <a:r>
              <a:rPr lang="fr-FR" sz="800">
                <a:solidFill>
                  <a:srgbClr val="FF0000"/>
                </a:solidFill>
              </a:rPr>
              <a:t>« GP 3*» ou GOLD : sur critère (flag PRO = 0 et QPRO &lt;&gt; 04 et QPRO &lt;&gt; 05 et  OFFRE &lt;&gt; SC_PR et OFFRE &lt;&gt; SC_PF) et Statut </a:t>
            </a:r>
            <a:r>
              <a:rPr lang="fr-FR" sz="800" err="1">
                <a:solidFill>
                  <a:srgbClr val="FF0000"/>
                </a:solidFill>
              </a:rPr>
              <a:t>Joya</a:t>
            </a:r>
            <a:r>
              <a:rPr lang="fr-FR" sz="800">
                <a:solidFill>
                  <a:srgbClr val="FF0000"/>
                </a:solidFill>
              </a:rPr>
              <a:t> = 5</a:t>
            </a:r>
          </a:p>
          <a:p>
            <a:pPr>
              <a:defRPr/>
            </a:pPr>
            <a:r>
              <a:rPr lang="fr-FR" sz="800"/>
              <a:t>-RED : sur critère  </a:t>
            </a:r>
            <a:r>
              <a:rPr lang="fr-FR"/>
              <a:t>(flag PRO = 0 et QPRO &lt;&gt; 04 et QPRO &lt;&gt; 05 et  OFFRE &lt;&gt; SC_PR et OFFRE &lt;&gt; SC_PF) et Statut </a:t>
            </a:r>
            <a:r>
              <a:rPr lang="fr-FR" err="1"/>
              <a:t>Joya</a:t>
            </a:r>
            <a:r>
              <a:rPr lang="fr-FR"/>
              <a:t> = 2)</a:t>
            </a:r>
          </a:p>
          <a:p>
            <a:pPr>
              <a:buFontTx/>
              <a:buChar char="-"/>
              <a:defRPr/>
            </a:pPr>
            <a:r>
              <a:rPr lang="fr-FR" sz="800"/>
              <a:t>VALO PREV : sur critère </a:t>
            </a:r>
            <a:r>
              <a:rPr lang="fr-FR" sz="700" err="1"/>
              <a:t>CRout</a:t>
            </a:r>
            <a:r>
              <a:rPr lang="fr-FR" sz="700"/>
              <a:t> = '09' ET </a:t>
            </a:r>
            <a:r>
              <a:rPr lang="fr-FR" sz="700" err="1"/>
              <a:t>SChurn</a:t>
            </a:r>
            <a:r>
              <a:rPr lang="fr-FR" sz="700"/>
              <a:t> = '1’</a:t>
            </a:r>
          </a:p>
          <a:p>
            <a:pPr>
              <a:buFontTx/>
              <a:buChar char="-"/>
              <a:defRPr/>
            </a:pPr>
            <a:r>
              <a:rPr lang="fr-FR" sz="700"/>
              <a:t>VALOPREVME : sur critère </a:t>
            </a:r>
            <a:r>
              <a:rPr lang="fr-FR" sz="700" err="1"/>
              <a:t>CRout</a:t>
            </a:r>
            <a:r>
              <a:rPr lang="fr-FR" sz="700"/>
              <a:t> = '39' ET </a:t>
            </a:r>
            <a:r>
              <a:rPr lang="fr-FR" sz="700" err="1"/>
              <a:t>SChurn</a:t>
            </a:r>
            <a:r>
              <a:rPr lang="fr-FR" sz="700"/>
              <a:t> = '1'</a:t>
            </a:r>
          </a:p>
          <a:p>
            <a:pPr>
              <a:defRPr/>
            </a:pPr>
            <a:r>
              <a:rPr lang="fr-FR" sz="800"/>
              <a:t>-VALO VENTE : sur critère </a:t>
            </a:r>
            <a:r>
              <a:rPr lang="fr-FR" sz="700" err="1"/>
              <a:t>CRout</a:t>
            </a:r>
            <a:r>
              <a:rPr lang="fr-FR" sz="700"/>
              <a:t> = ‘26' ET </a:t>
            </a:r>
            <a:r>
              <a:rPr lang="fr-FR" sz="700" err="1"/>
              <a:t>SChurn</a:t>
            </a:r>
            <a:r>
              <a:rPr lang="fr-FR" sz="700"/>
              <a:t> = '1’</a:t>
            </a:r>
          </a:p>
          <a:p>
            <a:pPr>
              <a:defRPr/>
            </a:pPr>
            <a:r>
              <a:rPr lang="fr-FR" sz="700"/>
              <a:t>-VALOVENTE ME sur critère </a:t>
            </a:r>
            <a:r>
              <a:rPr lang="fr-FR" sz="700" err="1"/>
              <a:t>CRout</a:t>
            </a:r>
            <a:r>
              <a:rPr lang="fr-FR" sz="700"/>
              <a:t> = '36' ET </a:t>
            </a:r>
            <a:r>
              <a:rPr lang="fr-FR" sz="700" err="1"/>
              <a:t>SChurn</a:t>
            </a:r>
            <a:r>
              <a:rPr lang="fr-FR" sz="700"/>
              <a:t> = '1'</a:t>
            </a:r>
          </a:p>
          <a:p>
            <a:pPr marL="178209" indent="-178209">
              <a:buFontTx/>
              <a:buChar char="-"/>
              <a:defRPr/>
            </a:pPr>
            <a:endParaRPr lang="fr-FR" sz="800"/>
          </a:p>
          <a:p>
            <a:pPr>
              <a:defRPr/>
            </a:pPr>
            <a:endParaRPr lang="fr-FR" sz="800"/>
          </a:p>
          <a:p>
            <a:pPr>
              <a:defRPr/>
            </a:pPr>
            <a:r>
              <a:rPr lang="fr-FR" sz="800" u="sng"/>
              <a:t>Commentaires SFR BUSH – SFD :</a:t>
            </a:r>
            <a:endParaRPr lang="fr-FR" sz="800"/>
          </a:p>
          <a:p>
            <a:pPr>
              <a:buFontTx/>
              <a:buChar char="-"/>
              <a:defRP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pPr>
              <a:defRPr/>
            </a:pPr>
            <a:r>
              <a:rPr lang="fr-FR" sz="800"/>
              <a:t>	Si « </a:t>
            </a:r>
            <a:r>
              <a:rPr lang="fr-FR" sz="800" err="1"/>
              <a:t>CRout</a:t>
            </a:r>
            <a:r>
              <a:rPr lang="fr-FR" sz="800"/>
              <a:t> = 30 »		</a:t>
            </a:r>
            <a:r>
              <a:rPr lang="fr-FR" sz="800">
                <a:sym typeface="Wingdings" pitchFamily="2" charset="2"/>
              </a:rPr>
              <a:t> Type Client = « CROUT30 »</a:t>
            </a:r>
          </a:p>
          <a:p>
            <a:pPr>
              <a:defRPr/>
            </a:pPr>
            <a:r>
              <a:rPr lang="fr-FR" sz="800"/>
              <a:t>	Sinon si  « </a:t>
            </a:r>
            <a:r>
              <a:rPr lang="fr-FR" sz="800" err="1"/>
              <a:t>CRout</a:t>
            </a:r>
            <a:r>
              <a:rPr lang="fr-FR" sz="800"/>
              <a:t> = 32 »		</a:t>
            </a:r>
            <a:r>
              <a:rPr lang="fr-FR" sz="800">
                <a:sym typeface="Wingdings" pitchFamily="2" charset="2"/>
              </a:rPr>
              <a:t> Type Client = « CROUT32 »</a:t>
            </a:r>
          </a:p>
          <a:p>
            <a:pPr>
              <a:defRPr/>
            </a:pPr>
            <a:r>
              <a:rPr lang="fr-FR" sz="800"/>
              <a:t>	Sinon si  « Fin </a:t>
            </a:r>
            <a:r>
              <a:rPr lang="fr-FR" sz="800" err="1"/>
              <a:t>NonCont</a:t>
            </a:r>
            <a:r>
              <a:rPr lang="fr-FR" sz="800"/>
              <a:t> = 03 »	</a:t>
            </a:r>
            <a:r>
              <a:rPr lang="fr-FR" sz="800">
                <a:sym typeface="Wingdings" pitchFamily="2" charset="2"/>
              </a:rPr>
              <a:t> Type Client = « TYPO 03 »</a:t>
            </a:r>
          </a:p>
          <a:p>
            <a:pPr>
              <a:defRPr/>
            </a:pPr>
            <a:r>
              <a:rPr lang="fr-FR" sz="800"/>
              <a:t>	Sinon			</a:t>
            </a:r>
            <a:r>
              <a:rPr lang="fr-FR" sz="800">
                <a:sym typeface="Wingdings" pitchFamily="2" charset="2"/>
              </a:rPr>
              <a:t> Type Client = « AUTRE »</a:t>
            </a:r>
          </a:p>
          <a:p>
            <a:pPr>
              <a:buFontTx/>
              <a:buChar char="-"/>
              <a:defRPr/>
            </a:pPr>
            <a:r>
              <a:rPr lang="fr-FR" sz="800" u="sng"/>
              <a:t>Transfert – « SERVICES TYPO 03 » :</a:t>
            </a:r>
            <a:r>
              <a:rPr lang="fr-FR" sz="800"/>
              <a:t> Retour à la stratégie IRD avec « ID_NOEUD  = SERVICES_TYPO03 »</a:t>
            </a:r>
          </a:p>
          <a:p>
            <a:pPr>
              <a:buFontTx/>
              <a:buChar char="-"/>
              <a:defRPr/>
            </a:pPr>
            <a:r>
              <a:rPr lang="fr-FR" sz="800" u="sng"/>
              <a:t>Transfert – « SERVICES PREMIUM » :</a:t>
            </a:r>
            <a:r>
              <a:rPr lang="fr-FR" sz="800"/>
              <a:t> Retour à la stratégie IRD avec « ID_NOEUD  = SERVICES_PREMIUM »</a:t>
            </a:r>
          </a:p>
          <a:p>
            <a:pPr>
              <a:buFontTx/>
              <a:buChar char="-"/>
              <a:defRPr/>
            </a:pPr>
            <a:r>
              <a:rPr lang="fr-FR" sz="800" u="sng"/>
              <a:t>Transfert – « SERVICES ME » :</a:t>
            </a:r>
            <a:r>
              <a:rPr lang="fr-FR" sz="800"/>
              <a:t> Retour à la stratégie IRD avec « ID_NOEUD  = SERVICES_ME »</a:t>
            </a:r>
          </a:p>
          <a:p>
            <a:pPr>
              <a:buFontTx/>
              <a:buChar char="-"/>
              <a:defRPr/>
            </a:pPr>
            <a:r>
              <a:rPr lang="fr-FR" sz="800" u="sng"/>
              <a:t>Transfert – « SERVICES AUTRE » :</a:t>
            </a:r>
            <a:r>
              <a:rPr lang="fr-FR" sz="800"/>
              <a:t> Retour à la stratégie IRD avec « ID_NOEUD  = SERVICES_AUTRE »</a:t>
            </a:r>
          </a:p>
          <a:p>
            <a:pPr>
              <a:buFontTx/>
              <a:buChar char="-"/>
              <a:defRPr/>
            </a:pPr>
            <a:r>
              <a:rPr lang="fr-FR" sz="800" u="sng"/>
              <a:t>Transfert – « MOBILE TYPO 03 » :</a:t>
            </a:r>
            <a:r>
              <a:rPr lang="fr-FR" sz="800"/>
              <a:t> Retour à la stratégie IRD avec « ID_NOEUD  = MOBILE_TYPO03 »</a:t>
            </a:r>
          </a:p>
          <a:p>
            <a:pPr>
              <a:buFontTx/>
              <a:buChar char="-"/>
              <a:defRPr/>
            </a:pPr>
            <a:r>
              <a:rPr lang="fr-FR" sz="800" u="sng"/>
              <a:t>Transfert – « MOBILE PREMIUM » :</a:t>
            </a:r>
            <a:r>
              <a:rPr lang="fr-FR" sz="800"/>
              <a:t> Retour à la stratégie IRD avec « ID_NOEUD  = MOBILE_PREMIUM »</a:t>
            </a:r>
          </a:p>
          <a:p>
            <a:pPr>
              <a:buFontTx/>
              <a:buChar char="-"/>
              <a:defRPr/>
            </a:pPr>
            <a:r>
              <a:rPr lang="fr-FR" sz="800" u="sng"/>
              <a:t>Transfert – « MOBILE ME » :</a:t>
            </a:r>
            <a:r>
              <a:rPr lang="fr-FR" sz="800"/>
              <a:t> Retour à la stratégie IRD avec « ID_NOEUD  = MOBILE_ME »</a:t>
            </a:r>
          </a:p>
          <a:p>
            <a:pPr>
              <a:buFontTx/>
              <a:buChar char="-"/>
              <a:defRPr/>
            </a:pPr>
            <a:r>
              <a:rPr lang="fr-FR" sz="800" u="sng"/>
              <a:t>Transfert – « MOBILE AUTRE » :</a:t>
            </a:r>
            <a:r>
              <a:rPr lang="fr-FR" sz="800"/>
              <a:t> Retour à la stratégie IRD avec « ID_NOEUD  = MOBILE_AUTRE »</a:t>
            </a:r>
          </a:p>
          <a:p>
            <a:pPr>
              <a:buFontTx/>
              <a:buChar char="-"/>
              <a:defRPr/>
            </a:pPr>
            <a:r>
              <a:rPr lang="fr-FR" sz="800" u="sng"/>
              <a:t>Transfert – « 3G TYPO 03 » :</a:t>
            </a:r>
            <a:r>
              <a:rPr lang="fr-FR" sz="800"/>
              <a:t> Retour à la stratégie IRD avec « ID_NOEUD  = 3G_TYPO03 »</a:t>
            </a:r>
          </a:p>
          <a:p>
            <a:pPr>
              <a:buFontTx/>
              <a:buChar char="-"/>
              <a:defRPr/>
            </a:pPr>
            <a:r>
              <a:rPr lang="fr-FR" sz="800" u="sng"/>
              <a:t>Transfert – « 3G PREMIUM » :</a:t>
            </a:r>
            <a:r>
              <a:rPr lang="fr-FR" sz="800"/>
              <a:t> Retour à la stratégie IRD avec « ID_NOEUD  = 3G_PREMIUM »</a:t>
            </a:r>
          </a:p>
          <a:p>
            <a:pPr>
              <a:buFontTx/>
              <a:buChar char="-"/>
              <a:defRPr/>
            </a:pPr>
            <a:r>
              <a:rPr lang="fr-FR" sz="800" u="sng"/>
              <a:t>Transfert – « 3G ME » :</a:t>
            </a:r>
            <a:r>
              <a:rPr lang="fr-FR" sz="800"/>
              <a:t> Retour à la stratégie IRD avec « ID_NOEUD  = 3G_ME »</a:t>
            </a:r>
          </a:p>
          <a:p>
            <a:pPr>
              <a:buFontTx/>
              <a:buChar char="-"/>
              <a:defRPr/>
            </a:pPr>
            <a:r>
              <a:rPr lang="fr-FR" sz="800" u="sng"/>
              <a:t>Transfert – « 3G AUTRE » :</a:t>
            </a:r>
            <a:r>
              <a:rPr lang="fr-FR" sz="800"/>
              <a:t> Retour à la stratégie IRD avec « ID_NOEUD  = 3G_AUTRE »</a:t>
            </a:r>
          </a:p>
          <a:p>
            <a:pPr>
              <a:buFontTx/>
              <a:buChar char="-"/>
              <a:defRPr/>
            </a:pPr>
            <a:r>
              <a:rPr lang="fr-FR" sz="800" u="sng"/>
              <a:t>Transfert – « NMNI TYPO 03 » :</a:t>
            </a:r>
            <a:r>
              <a:rPr lang="fr-FR" sz="800"/>
              <a:t> Retour à la stratégie IRD avec « ID_NOEUD  = NMNI_TYPO03_DEPAN »</a:t>
            </a:r>
          </a:p>
          <a:p>
            <a:pPr>
              <a:buFontTx/>
              <a:buChar char="-"/>
              <a:defRPr/>
            </a:pPr>
            <a:r>
              <a:rPr lang="fr-FR" sz="800" u="sng"/>
              <a:t>Transfert – « NMNI PREMIUM » :</a:t>
            </a:r>
            <a:r>
              <a:rPr lang="fr-FR" sz="800"/>
              <a:t> Retour à la stratégie IRD avec « ID_NOEUD  = NMNI_PREMIUM_DEPAN »</a:t>
            </a:r>
          </a:p>
          <a:p>
            <a:pPr>
              <a:buFontTx/>
              <a:buChar char="-"/>
              <a:defRPr/>
            </a:pPr>
            <a:r>
              <a:rPr lang="fr-FR" sz="800" u="sng"/>
              <a:t>Transfert – « NMNI ME » :</a:t>
            </a:r>
            <a:r>
              <a:rPr lang="fr-FR" sz="800"/>
              <a:t> Retour à la stratégie IRD avec « ID_NOEUD  = NMNI_ME_DEPAN »</a:t>
            </a:r>
          </a:p>
          <a:p>
            <a:pPr>
              <a:buFontTx/>
              <a:buChar char="-"/>
              <a:defRPr/>
            </a:pPr>
            <a:r>
              <a:rPr lang="fr-FR" sz="800" u="sng"/>
              <a:t>Transfert – « NMNI AUTRE » :</a:t>
            </a:r>
            <a:r>
              <a:rPr lang="fr-FR" sz="800"/>
              <a:t> Retour à la stratégie IRD avec « ID_NOEUD  = NMNI_AUTRE_DEPAN »</a:t>
            </a:r>
          </a:p>
          <a:p>
            <a:pPr>
              <a:buFontTx/>
              <a:buChar char="-"/>
              <a:defRPr/>
            </a:pPr>
            <a:r>
              <a:rPr lang="fr-FR" sz="800"/>
              <a:t> </a:t>
            </a:r>
            <a:r>
              <a:rPr lang="fr-FR" sz="800" u="sng"/>
              <a:t>Flash – « FLASH SERVICES » :</a:t>
            </a:r>
            <a:r>
              <a:rPr lang="fr-FR" sz="800"/>
              <a:t> « </a:t>
            </a:r>
            <a:r>
              <a:rPr lang="fr-FR" sz="800" b="1"/>
              <a:t>position</a:t>
            </a:r>
            <a:r>
              <a:rPr lang="fr-FR" sz="800"/>
              <a:t> = 10 » « Stat = 41000_FLASH_SERVICES » voir </a:t>
            </a:r>
            <a:r>
              <a:rPr lang="fr-FR" sz="800" err="1"/>
              <a:t>slide</a:t>
            </a:r>
            <a:r>
              <a:rPr lang="fr-FR" sz="800"/>
              <a:t> « FLASH »</a:t>
            </a:r>
          </a:p>
          <a:p>
            <a:pPr>
              <a:buFontTx/>
              <a:buChar char="-"/>
              <a:defRPr/>
            </a:pPr>
            <a:r>
              <a:rPr lang="fr-FR" sz="800"/>
              <a:t> </a:t>
            </a:r>
            <a:r>
              <a:rPr lang="fr-FR" sz="800" u="sng"/>
              <a:t>Flash – « FLASH MOBILE » :</a:t>
            </a:r>
            <a:r>
              <a:rPr lang="fr-FR" sz="800"/>
              <a:t> « </a:t>
            </a:r>
            <a:r>
              <a:rPr lang="fr-FR" sz="800" b="1"/>
              <a:t>position</a:t>
            </a:r>
            <a:r>
              <a:rPr lang="fr-FR" sz="800"/>
              <a:t> = 11 » « Stat = 42000_FLASH_MOBILE » voir </a:t>
            </a:r>
            <a:r>
              <a:rPr lang="fr-FR" sz="800" err="1"/>
              <a:t>slide</a:t>
            </a:r>
            <a:r>
              <a:rPr lang="fr-FR" sz="800"/>
              <a:t> « FLASH »</a:t>
            </a:r>
          </a:p>
          <a:p>
            <a:pPr>
              <a:buFontTx/>
              <a:buChar char="-"/>
              <a:defRPr/>
            </a:pPr>
            <a:r>
              <a:rPr lang="fr-FR" sz="800"/>
              <a:t> </a:t>
            </a:r>
            <a:r>
              <a:rPr lang="fr-FR" sz="800" u="sng"/>
              <a:t>Flash – « FLASH 3G » :</a:t>
            </a:r>
            <a:r>
              <a:rPr lang="fr-FR" sz="800"/>
              <a:t> « </a:t>
            </a:r>
            <a:r>
              <a:rPr lang="fr-FR" sz="800" b="1"/>
              <a:t>position</a:t>
            </a:r>
            <a:r>
              <a:rPr lang="fr-FR" sz="800"/>
              <a:t> = 12 » « Stat = 43000_FLASH_3G » voir </a:t>
            </a:r>
            <a:r>
              <a:rPr lang="fr-FR" sz="800" err="1"/>
              <a:t>slide</a:t>
            </a:r>
            <a:r>
              <a:rPr lang="fr-FR" sz="800"/>
              <a:t> « FLASH »</a:t>
            </a:r>
          </a:p>
          <a:p>
            <a:pPr>
              <a:buFontTx/>
              <a:buChar char="-"/>
              <a:defRPr/>
            </a:pPr>
            <a:r>
              <a:rPr lang="fr-FR" sz="800"/>
              <a:t> </a:t>
            </a:r>
            <a:r>
              <a:rPr lang="fr-FR" sz="800" u="sng"/>
              <a:t>Flash – « FLASH NMNI DEPANNAGE » :</a:t>
            </a:r>
            <a:r>
              <a:rPr lang="fr-FR" sz="800"/>
              <a:t> « </a:t>
            </a:r>
            <a:r>
              <a:rPr lang="fr-FR" sz="800" b="1"/>
              <a:t>position</a:t>
            </a:r>
            <a:r>
              <a:rPr lang="fr-FR" sz="800"/>
              <a:t> = 13 » « Stat = 48000_FLASH_NMNI_DEPANNAGE » voir </a:t>
            </a:r>
            <a:r>
              <a:rPr lang="fr-FR" sz="800" err="1"/>
              <a:t>slide</a:t>
            </a:r>
            <a:r>
              <a:rPr lang="fr-FR" sz="800"/>
              <a:t> « FLASH »</a:t>
            </a:r>
          </a:p>
          <a:p>
            <a:pPr>
              <a:buFontTx/>
              <a:buChar char="-"/>
              <a:defRPr/>
            </a:pPr>
            <a:endParaRPr lang="fr-FR" sz="800"/>
          </a:p>
          <a:p>
            <a:pPr>
              <a:defRPr/>
            </a:pPr>
            <a:endParaRPr lang="fr-FR" sz="800"/>
          </a:p>
          <a:p>
            <a:pPr>
              <a:defRPr/>
            </a:pPr>
            <a:endParaRPr lang="fr-FR" sz="800"/>
          </a:p>
        </p:txBody>
      </p:sp>
    </p:spTree>
    <p:extLst>
      <p:ext uri="{BB962C8B-B14F-4D97-AF65-F5344CB8AC3E}">
        <p14:creationId xmlns:p14="http://schemas.microsoft.com/office/powerpoint/2010/main" val="3268644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5AB90BDA-0BF2-474F-AC8F-1F7FD7BD2543}" type="slidenum">
              <a:rPr lang="fr-FR" smtClean="0">
                <a:latin typeface="Times New Roman" pitchFamily="18" charset="0"/>
              </a:rPr>
              <a:pPr/>
              <a:t>17</a:t>
            </a:fld>
            <a:endParaRPr lang="fr-FR">
              <a:latin typeface="Times New Roman"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r>
              <a:rPr lang="fr-FR" sz="800" u="sng"/>
              <a:t>Modifications :</a:t>
            </a:r>
          </a:p>
          <a:p>
            <a:endParaRPr lang="fr-FR" sz="800" u="sng"/>
          </a:p>
          <a:p>
            <a:r>
              <a:rPr lang="fr-FR" sz="800" u="sng"/>
              <a:t>Commentaires SFR SC :</a:t>
            </a:r>
          </a:p>
          <a:p>
            <a:pPr>
              <a:buFontTx/>
              <a:buChar char="-"/>
            </a:pPr>
            <a:r>
              <a:rPr lang="fr-FR" sz="800"/>
              <a:t>Le filtre « type client ?» identifie le type de client pour le router vers le bon plateau.</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 « OFFRE TYPO 03 » :</a:t>
            </a:r>
            <a:r>
              <a:rPr lang="fr-FR" sz="800"/>
              <a:t> Retour à la stratégie IRD avec « ID_NOEUD  = OFFRE_TYPO03 »</a:t>
            </a:r>
          </a:p>
          <a:p>
            <a:pPr>
              <a:buFontTx/>
              <a:buChar char="-"/>
            </a:pPr>
            <a:r>
              <a:rPr lang="fr-FR" sz="800" u="sng"/>
              <a:t>Transfert – « OFFRE PREMIUM » :</a:t>
            </a:r>
            <a:r>
              <a:rPr lang="fr-FR" sz="800"/>
              <a:t> Retour à la stratégie IRD avec « ID_NOEUD  = OFFRE_PREMIUM »</a:t>
            </a:r>
          </a:p>
          <a:p>
            <a:pPr>
              <a:buFontTx/>
              <a:buChar char="-"/>
            </a:pPr>
            <a:r>
              <a:rPr lang="fr-FR" sz="800" u="sng"/>
              <a:t>Transfert – « OFFRE ME » :</a:t>
            </a:r>
            <a:r>
              <a:rPr lang="fr-FR" sz="800"/>
              <a:t> Retour à la stratégie IRD avec « ID_NOEUD  = OFFRE_ME »</a:t>
            </a:r>
          </a:p>
          <a:p>
            <a:pPr>
              <a:buFontTx/>
              <a:buChar char="-"/>
            </a:pPr>
            <a:r>
              <a:rPr lang="fr-FR" sz="800" u="sng"/>
              <a:t>Transfert – « OFFRE AUTRE » :</a:t>
            </a:r>
            <a:r>
              <a:rPr lang="fr-FR" sz="800"/>
              <a:t> Retour à la stratégie IRD avec « ID_NOEUD  = OFFRE_AUTRE »</a:t>
            </a:r>
          </a:p>
          <a:p>
            <a:pPr>
              <a:buFontTx/>
              <a:buChar char="-"/>
            </a:pPr>
            <a:r>
              <a:rPr lang="fr-FR" sz="800" u="sng"/>
              <a:t>Transfert – « CHG MOB TYPO 03 » :</a:t>
            </a:r>
            <a:r>
              <a:rPr lang="fr-FR" sz="800"/>
              <a:t> Retour à la stratégie IRD avec « ID_NOEUD  = CHG_MOB_TYPO03 »</a:t>
            </a:r>
          </a:p>
          <a:p>
            <a:pPr>
              <a:buFontTx/>
              <a:buChar char="-"/>
            </a:pPr>
            <a:r>
              <a:rPr lang="fr-FR" sz="800" u="sng"/>
              <a:t>Transfert – « CHG MOB PREMIUM » :</a:t>
            </a:r>
            <a:r>
              <a:rPr lang="fr-FR" sz="800"/>
              <a:t> Retour à la stratégie IRD avec « ID_NOEUD  = CHG_MOB_PREMIUM »</a:t>
            </a:r>
          </a:p>
          <a:p>
            <a:pPr>
              <a:buFontTx/>
              <a:buChar char="-"/>
            </a:pPr>
            <a:r>
              <a:rPr lang="fr-FR" sz="800" u="sng"/>
              <a:t>Transfert – « CHG MOB ME » :</a:t>
            </a:r>
            <a:r>
              <a:rPr lang="fr-FR" sz="800"/>
              <a:t> Retour à la stratégie IRD avec « ID_NOEUD  = CHG_MOB_ME »</a:t>
            </a:r>
          </a:p>
          <a:p>
            <a:pPr>
              <a:buFontTx/>
              <a:buChar char="-"/>
            </a:pPr>
            <a:r>
              <a:rPr lang="fr-FR" sz="800" u="sng"/>
              <a:t>Transfert – « CHG MOB AUTRE » :</a:t>
            </a:r>
            <a:r>
              <a:rPr lang="fr-FR" sz="800"/>
              <a:t> Retour à la stratégie IRD avec « ID_NOEUD  = CHG_MOB_AUTRE »</a:t>
            </a:r>
          </a:p>
          <a:p>
            <a:pPr>
              <a:buFontTx/>
              <a:buChar char="-"/>
            </a:pPr>
            <a:r>
              <a:rPr lang="fr-FR" sz="800" u="sng"/>
              <a:t>Transfert – « NMNI TYPO 03 » :</a:t>
            </a:r>
            <a:r>
              <a:rPr lang="fr-FR" sz="800"/>
              <a:t> Retour à la stratégie IRD avec « ID_NOEUD  = NMNI_TYPO03_OFFRE »</a:t>
            </a:r>
          </a:p>
          <a:p>
            <a:pPr>
              <a:buFontTx/>
              <a:buChar char="-"/>
            </a:pPr>
            <a:r>
              <a:rPr lang="fr-FR" sz="800" u="sng"/>
              <a:t>Transfert – « NMNI PREMIUM » :</a:t>
            </a:r>
            <a:r>
              <a:rPr lang="fr-FR" sz="800"/>
              <a:t> Retour à la stratégie IRD avec « ID_NOEUD  = NMNI_PREMIUM_OFFRE »</a:t>
            </a:r>
          </a:p>
          <a:p>
            <a:pPr>
              <a:buFontTx/>
              <a:buChar char="-"/>
            </a:pPr>
            <a:r>
              <a:rPr lang="fr-FR" sz="800" u="sng"/>
              <a:t>Transfert – « NMNI ME » :</a:t>
            </a:r>
            <a:r>
              <a:rPr lang="fr-FR" sz="800"/>
              <a:t> Retour à la stratégie IRD avec « ID_NOEUD  = NMNI_ME_OFFRE »</a:t>
            </a:r>
          </a:p>
          <a:p>
            <a:pPr>
              <a:buFontTx/>
              <a:buChar char="-"/>
            </a:pPr>
            <a:r>
              <a:rPr lang="fr-FR" sz="800" u="sng"/>
              <a:t>Transfert – « NMNI AUTRE » :</a:t>
            </a:r>
            <a:r>
              <a:rPr lang="fr-FR" sz="800"/>
              <a:t> Retour à la stratégie IRD avec « ID_NOEUD  = NMNI_AUTRE_OFFRE »</a:t>
            </a:r>
          </a:p>
          <a:p>
            <a:pPr>
              <a:buFontTx/>
              <a:buChar char="-"/>
            </a:pPr>
            <a:r>
              <a:rPr lang="fr-FR" sz="800" u="sng"/>
              <a:t>Transfert </a:t>
            </a:r>
            <a:r>
              <a:rPr lang="fr-FR" sz="800" u="sng" err="1"/>
              <a:t>Selfcare</a:t>
            </a:r>
            <a:r>
              <a:rPr lang="fr-FR" sz="800" u="sng"/>
              <a:t> – « FAV » :</a:t>
            </a:r>
            <a:r>
              <a:rPr lang="fr-FR" sz="800"/>
              <a:t> Poursuite du parcours sur URL </a:t>
            </a:r>
            <a:r>
              <a:rPr lang="fr-FR" sz="800" err="1"/>
              <a:t>SelfCare</a:t>
            </a:r>
            <a:r>
              <a:rPr lang="fr-FR" sz="800"/>
              <a:t> avec paramètres </a:t>
            </a:r>
            <a:r>
              <a:rPr lang="fr-FR" sz="800" b="1" err="1"/>
              <a:t>fav</a:t>
            </a:r>
            <a:endParaRPr lang="fr-FR" sz="800" b="1"/>
          </a:p>
          <a:p>
            <a:pPr>
              <a:buFontTx/>
              <a:buChar char="-"/>
            </a:pPr>
            <a:r>
              <a:rPr lang="fr-FR" sz="800" u="sng"/>
              <a:t>Transfert </a:t>
            </a:r>
            <a:r>
              <a:rPr lang="fr-FR" sz="800" u="sng" err="1"/>
              <a:t>Selfcare</a:t>
            </a:r>
            <a:r>
              <a:rPr lang="fr-FR" sz="800" u="sng"/>
              <a:t> – « OPT » :</a:t>
            </a:r>
            <a:r>
              <a:rPr lang="fr-FR" sz="800"/>
              <a:t> Poursuite du parcours sur URL </a:t>
            </a:r>
            <a:r>
              <a:rPr lang="fr-FR" sz="800" err="1"/>
              <a:t>SelfCare</a:t>
            </a:r>
            <a:r>
              <a:rPr lang="fr-FR" sz="800"/>
              <a:t> avec paramètres </a:t>
            </a:r>
            <a:r>
              <a:rPr lang="fr-FR" sz="800" b="1" err="1"/>
              <a:t>sro</a:t>
            </a:r>
            <a:endParaRPr lang="fr-FR" sz="800" b="1"/>
          </a:p>
          <a:p>
            <a:pPr>
              <a:buFontTx/>
              <a:buChar char="-"/>
            </a:pPr>
            <a:r>
              <a:rPr lang="fr-FR" sz="800"/>
              <a:t> </a:t>
            </a:r>
            <a:r>
              <a:rPr lang="fr-FR" sz="800" u="sng"/>
              <a:t>Flash – « FLASH OFFRE » :</a:t>
            </a:r>
            <a:r>
              <a:rPr lang="fr-FR" sz="800"/>
              <a:t> « </a:t>
            </a:r>
            <a:r>
              <a:rPr lang="fr-FR" sz="800" b="1"/>
              <a:t>position</a:t>
            </a:r>
            <a:r>
              <a:rPr lang="fr-FR" sz="800"/>
              <a:t> = 05 » « Stat = 21000_FLASH_OFFRE» voir </a:t>
            </a:r>
            <a:r>
              <a:rPr lang="fr-FR" sz="800" err="1"/>
              <a:t>slide</a:t>
            </a:r>
            <a:r>
              <a:rPr lang="fr-FR" sz="800"/>
              <a:t> « FLASH »</a:t>
            </a:r>
          </a:p>
          <a:p>
            <a:pPr>
              <a:buFontTx/>
              <a:buChar char="-"/>
            </a:pPr>
            <a:r>
              <a:rPr lang="fr-FR" sz="800"/>
              <a:t> </a:t>
            </a:r>
            <a:r>
              <a:rPr lang="fr-FR" sz="800" u="sng"/>
              <a:t>Flash – « FLASH FAVORIS » :</a:t>
            </a:r>
            <a:r>
              <a:rPr lang="fr-FR" sz="800"/>
              <a:t> « </a:t>
            </a:r>
            <a:r>
              <a:rPr lang="fr-FR" sz="800" b="1"/>
              <a:t>position</a:t>
            </a:r>
            <a:r>
              <a:rPr lang="fr-FR" sz="800"/>
              <a:t> = 06 » « Stat = 22000_FLASH_FAVORIS » voir </a:t>
            </a:r>
            <a:r>
              <a:rPr lang="fr-FR" sz="800" err="1"/>
              <a:t>slide</a:t>
            </a:r>
            <a:r>
              <a:rPr lang="fr-FR" sz="800"/>
              <a:t> « FLASH »</a:t>
            </a:r>
          </a:p>
          <a:p>
            <a:pPr>
              <a:buFontTx/>
              <a:buChar char="-"/>
            </a:pPr>
            <a:r>
              <a:rPr lang="fr-FR" sz="800"/>
              <a:t> </a:t>
            </a:r>
            <a:r>
              <a:rPr lang="fr-FR" sz="800" u="sng"/>
              <a:t>Flash – « FLASH OPTIONS » :</a:t>
            </a:r>
            <a:r>
              <a:rPr lang="fr-FR" sz="800"/>
              <a:t> « </a:t>
            </a:r>
            <a:r>
              <a:rPr lang="fr-FR" sz="800" b="1"/>
              <a:t>position</a:t>
            </a:r>
            <a:r>
              <a:rPr lang="fr-FR" sz="800"/>
              <a:t> = 07 » « Stat = 23000_FLASH_OPTIONS » voir </a:t>
            </a:r>
            <a:r>
              <a:rPr lang="fr-FR" sz="800" err="1"/>
              <a:t>slide</a:t>
            </a:r>
            <a:r>
              <a:rPr lang="fr-FR" sz="800"/>
              <a:t> « FLASH »</a:t>
            </a:r>
          </a:p>
          <a:p>
            <a:pPr>
              <a:buFontTx/>
              <a:buChar char="-"/>
            </a:pPr>
            <a:r>
              <a:rPr lang="fr-FR" sz="800"/>
              <a:t> </a:t>
            </a:r>
            <a:r>
              <a:rPr lang="fr-FR" sz="800" u="sng"/>
              <a:t>Flash – « FLASH CHANGE MOBILE » :</a:t>
            </a:r>
            <a:r>
              <a:rPr lang="fr-FR" sz="800"/>
              <a:t> « </a:t>
            </a:r>
            <a:r>
              <a:rPr lang="fr-FR" sz="800" b="1"/>
              <a:t>position</a:t>
            </a:r>
            <a:r>
              <a:rPr lang="fr-FR" sz="800"/>
              <a:t> = 08 » « Stat = 24000_FLASH_CHANGE_MOBILE » voir </a:t>
            </a:r>
            <a:r>
              <a:rPr lang="fr-FR" sz="800" err="1"/>
              <a:t>slide</a:t>
            </a:r>
            <a:r>
              <a:rPr lang="fr-FR" sz="800"/>
              <a:t> « FLASH »</a:t>
            </a:r>
          </a:p>
          <a:p>
            <a:pPr>
              <a:buFontTx/>
              <a:buChar char="-"/>
            </a:pPr>
            <a:r>
              <a:rPr lang="fr-FR" sz="800"/>
              <a:t> </a:t>
            </a:r>
            <a:r>
              <a:rPr lang="fr-FR" sz="800" u="sng"/>
              <a:t>Flash – « FLASH NMNI OFFRE » :</a:t>
            </a:r>
            <a:r>
              <a:rPr lang="fr-FR" sz="800"/>
              <a:t> « </a:t>
            </a:r>
            <a:r>
              <a:rPr lang="fr-FR" sz="800" b="1"/>
              <a:t>position</a:t>
            </a:r>
            <a:r>
              <a:rPr lang="fr-FR" sz="800"/>
              <a:t> = 09 » « Stat = 28000_FLASH_NMNI_OFFRE » voir </a:t>
            </a:r>
            <a:r>
              <a:rPr lang="fr-FR" sz="800" err="1"/>
              <a:t>slide</a:t>
            </a:r>
            <a:r>
              <a:rPr lang="fr-FR" sz="800"/>
              <a:t> « FLASH »</a:t>
            </a:r>
          </a:p>
          <a:p>
            <a:pPr>
              <a:buFontTx/>
              <a:buChar char="-"/>
            </a:pPr>
            <a:endParaRPr lang="fr-FR" sz="800"/>
          </a:p>
        </p:txBody>
      </p:sp>
    </p:spTree>
    <p:extLst>
      <p:ext uri="{BB962C8B-B14F-4D97-AF65-F5344CB8AC3E}">
        <p14:creationId xmlns:p14="http://schemas.microsoft.com/office/powerpoint/2010/main" val="2970621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18</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643925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19</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487887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20</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048211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F9BAD91-953D-4B2E-979B-2D8ED740366E}" type="slidenum">
              <a:rPr lang="fr-FR" smtClean="0">
                <a:solidFill>
                  <a:prstClr val="black"/>
                </a:solidFill>
                <a:latin typeface="Times New Roman" pitchFamily="18" charset="0"/>
              </a:rPr>
              <a:pPr/>
              <a:t>21</a:t>
            </a:fld>
            <a:endParaRPr lang="fr-FR">
              <a:solidFill>
                <a:prstClr val="black"/>
              </a:solidFill>
              <a:latin typeface="Times New Roman"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r>
              <a:rPr lang="fr-FR" sz="800" u="sng"/>
              <a:t>Modifications :</a:t>
            </a:r>
          </a:p>
          <a:p>
            <a:r>
              <a:rPr lang="fr-FR" sz="800"/>
              <a:t>- 21/08/14: Ajout du type client FCT ME pour le filtre « type client ?». Si CROUT= 31 ou CROUT= 32 alors routage vers filtre « % » puis routage vers le nœud « ABO_FCTME »</a:t>
            </a:r>
          </a:p>
          <a:p>
            <a:endParaRPr lang="fr-FR" sz="800" u="sng"/>
          </a:p>
          <a:p>
            <a:r>
              <a:rPr lang="fr-FR" sz="800" u="sng"/>
              <a:t>Commentaires SFR SC :</a:t>
            </a:r>
          </a:p>
          <a:p>
            <a:pPr>
              <a:buFontTx/>
              <a:buChar char="-"/>
            </a:pPr>
            <a:r>
              <a:rPr lang="fr-FR" sz="800"/>
              <a:t>Le filtre « type client ?» identifie le type de client pour le router vers le bon plateau.</a:t>
            </a:r>
          </a:p>
          <a:p>
            <a:pPr>
              <a:buFontTx/>
              <a:buChar char="-"/>
            </a:pPr>
            <a:r>
              <a:rPr lang="fr-FR" sz="800">
                <a:solidFill>
                  <a:srgbClr val="FF0000"/>
                </a:solidFill>
              </a:rPr>
              <a:t>« GP 3*» ou GOLD : sur critère (flag PRO = 0 et QPRO &lt;&gt; 04 et QPRO &lt;&gt; 05 et  OFFRE &lt;&gt; SC_PR et OFFRE &lt;&gt; SC_PF) et Statut </a:t>
            </a:r>
            <a:r>
              <a:rPr lang="fr-FR" sz="800" err="1">
                <a:solidFill>
                  <a:srgbClr val="FF0000"/>
                </a:solidFill>
              </a:rPr>
              <a:t>Joya</a:t>
            </a:r>
            <a:r>
              <a:rPr lang="fr-FR" sz="800">
                <a:solidFill>
                  <a:srgbClr val="FF0000"/>
                </a:solidFill>
              </a:rPr>
              <a:t> = 5</a:t>
            </a:r>
          </a:p>
          <a:p>
            <a:r>
              <a:rPr lang="fr-FR" sz="800"/>
              <a:t>- RED : sur critère  </a:t>
            </a:r>
            <a:r>
              <a:rPr lang="fr-FR"/>
              <a:t>(flag PRO = 0 et QPRO &lt;&gt; 04 et QPRO &lt;&gt; 05 et  OFFRE &lt;&gt; SC_PR et OFFRE &lt;&gt; SC_PF) et Statut </a:t>
            </a:r>
            <a:r>
              <a:rPr lang="fr-FR" err="1"/>
              <a:t>Joya</a:t>
            </a:r>
            <a:r>
              <a:rPr lang="fr-FR"/>
              <a:t> = 2)</a:t>
            </a:r>
          </a:p>
          <a:p>
            <a:pPr>
              <a:buFontTx/>
              <a:buChar char="-"/>
            </a:pPr>
            <a:r>
              <a:rPr lang="fr-FR" sz="800"/>
              <a:t>VALO PREV : sur critère </a:t>
            </a:r>
            <a:r>
              <a:rPr lang="fr-FR" sz="700" err="1"/>
              <a:t>CRout</a:t>
            </a:r>
            <a:r>
              <a:rPr lang="fr-FR" sz="700"/>
              <a:t> = '09' ET </a:t>
            </a:r>
            <a:r>
              <a:rPr lang="fr-FR" sz="700" err="1"/>
              <a:t>SChurn</a:t>
            </a:r>
            <a:r>
              <a:rPr lang="fr-FR" sz="700"/>
              <a:t> = '1’</a:t>
            </a:r>
          </a:p>
          <a:p>
            <a:pPr>
              <a:buFontTx/>
              <a:buChar char="-"/>
            </a:pPr>
            <a:r>
              <a:rPr lang="fr-FR" sz="700"/>
              <a:t>VALOPREVME : sur critère </a:t>
            </a:r>
            <a:r>
              <a:rPr lang="fr-FR" sz="700" err="1"/>
              <a:t>CRout</a:t>
            </a:r>
            <a:r>
              <a:rPr lang="fr-FR" sz="700"/>
              <a:t> = '39' ET </a:t>
            </a:r>
            <a:r>
              <a:rPr lang="fr-FR" sz="700" err="1"/>
              <a:t>SChurn</a:t>
            </a:r>
            <a:r>
              <a:rPr lang="fr-FR" sz="700"/>
              <a:t> = '1'</a:t>
            </a:r>
          </a:p>
          <a:p>
            <a:r>
              <a:rPr lang="fr-FR" sz="800"/>
              <a:t>-VALO VENTE : sur critère </a:t>
            </a:r>
            <a:r>
              <a:rPr lang="fr-FR" sz="700" err="1"/>
              <a:t>CRout</a:t>
            </a:r>
            <a:r>
              <a:rPr lang="fr-FR" sz="700"/>
              <a:t> = ‘26' ET </a:t>
            </a:r>
            <a:r>
              <a:rPr lang="fr-FR" sz="700" err="1"/>
              <a:t>SChurn</a:t>
            </a:r>
            <a:r>
              <a:rPr lang="fr-FR" sz="700"/>
              <a:t> = '1’</a:t>
            </a:r>
          </a:p>
          <a:p>
            <a:r>
              <a:rPr lang="fr-FR" sz="700"/>
              <a:t>-VALOVENTE ME sur critère </a:t>
            </a:r>
            <a:r>
              <a:rPr lang="fr-FR" sz="700" err="1"/>
              <a:t>CRout</a:t>
            </a:r>
            <a:r>
              <a:rPr lang="fr-FR" sz="700"/>
              <a:t> = '36' ET </a:t>
            </a:r>
            <a:r>
              <a:rPr lang="fr-FR" sz="700" err="1"/>
              <a:t>SChurn</a:t>
            </a:r>
            <a:r>
              <a:rPr lang="fr-FR" sz="700"/>
              <a:t> = '1‘</a:t>
            </a:r>
          </a:p>
          <a:p>
            <a:r>
              <a:rPr lang="fr-FR" sz="700"/>
              <a:t>- CLT ENGAGE sur critère </a:t>
            </a:r>
            <a:r>
              <a:rPr lang="fr-FR" sz="700" err="1"/>
              <a:t>CRout</a:t>
            </a:r>
            <a:r>
              <a:rPr lang="fr-FR" sz="700"/>
              <a:t> = ‘15' </a:t>
            </a:r>
          </a:p>
          <a:p>
            <a:r>
              <a:rPr lang="fr-FR" sz="700"/>
              <a:t>- ME sur critère </a:t>
            </a:r>
            <a:r>
              <a:rPr lang="fr-FR" sz="700" err="1"/>
              <a:t>CRout</a:t>
            </a:r>
            <a:r>
              <a:rPr lang="fr-FR" sz="700"/>
              <a:t> = ’32’</a:t>
            </a:r>
          </a:p>
          <a:p>
            <a:endParaRPr lang="fr-FR" sz="800"/>
          </a:p>
          <a:p>
            <a:endParaRPr lang="fr-FR" sz="800"/>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 « SUIVI RES TYPO 03 » :</a:t>
            </a:r>
            <a:r>
              <a:rPr lang="fr-FR" sz="800"/>
              <a:t> Retour à la stratégie IRD avec « ID_NOEUD  = SUIVI_RES_TYPO03 »</a:t>
            </a:r>
          </a:p>
          <a:p>
            <a:pPr>
              <a:buFontTx/>
              <a:buChar char="-"/>
            </a:pPr>
            <a:r>
              <a:rPr lang="fr-FR" sz="800" u="sng"/>
              <a:t>Transfert – « SUIVI RES PREMIUM » :</a:t>
            </a:r>
            <a:r>
              <a:rPr lang="fr-FR" sz="800"/>
              <a:t> Retour à la stratégie IRD avec « ID_NOEUD  = SUIVI_RES_PREMIUM »</a:t>
            </a:r>
          </a:p>
          <a:p>
            <a:pPr>
              <a:buFontTx/>
              <a:buChar char="-"/>
            </a:pPr>
            <a:r>
              <a:rPr lang="fr-FR" sz="800" u="sng"/>
              <a:t>Transfert – « SUIVI RES ME » :</a:t>
            </a:r>
            <a:r>
              <a:rPr lang="fr-FR" sz="800"/>
              <a:t> Retour à la stratégie IRD avec « ID_NOEUD  = SUIVI_RES_ME »</a:t>
            </a:r>
          </a:p>
          <a:p>
            <a:pPr>
              <a:buFontTx/>
              <a:buChar char="-"/>
            </a:pPr>
            <a:r>
              <a:rPr lang="fr-FR" sz="800" u="sng"/>
              <a:t>Transfert – « SUIVI RES AUTRE » :</a:t>
            </a:r>
            <a:r>
              <a:rPr lang="fr-FR" sz="800"/>
              <a:t> Retour à la stratégie IRD avec « ID_NOEUD  = SUIVI_RES_AUTRE »</a:t>
            </a:r>
          </a:p>
          <a:p>
            <a:pPr>
              <a:buFontTx/>
              <a:buChar char="-"/>
            </a:pPr>
            <a:r>
              <a:rPr lang="fr-FR" sz="800" u="sng"/>
              <a:t>Transfert – « FRAIS RES TYPO 03 » :</a:t>
            </a:r>
            <a:r>
              <a:rPr lang="fr-FR" sz="800"/>
              <a:t> Retour à la stratégie IRD avec « ID_NOEUD  = FRAIS_RES_TYPO03 »</a:t>
            </a:r>
          </a:p>
          <a:p>
            <a:pPr>
              <a:buFontTx/>
              <a:buChar char="-"/>
            </a:pPr>
            <a:r>
              <a:rPr lang="fr-FR" sz="800" u="sng"/>
              <a:t>Transfert – « FRAIS RES PREMIUM » :</a:t>
            </a:r>
            <a:r>
              <a:rPr lang="fr-FR" sz="800"/>
              <a:t> Retour à la stratégie IRD avec « ID_NOEUD  = FRAIS_RES_PREMIUM »</a:t>
            </a:r>
          </a:p>
          <a:p>
            <a:pPr>
              <a:buFontTx/>
              <a:buChar char="-"/>
            </a:pPr>
            <a:r>
              <a:rPr lang="fr-FR" sz="800" u="sng"/>
              <a:t>Transfert – « FRAIS RES ME » :</a:t>
            </a:r>
            <a:r>
              <a:rPr lang="fr-FR" sz="800"/>
              <a:t> Retour à la stratégie IRD avec « ID_NOEUD  = FRAIS_RES_ME »</a:t>
            </a:r>
          </a:p>
          <a:p>
            <a:pPr>
              <a:buFontTx/>
              <a:buChar char="-"/>
            </a:pPr>
            <a:r>
              <a:rPr lang="fr-FR" sz="800" u="sng"/>
              <a:t>Transfert – « FRAIS RES AUTRE » :</a:t>
            </a:r>
            <a:r>
              <a:rPr lang="fr-FR" sz="800"/>
              <a:t> Retour à la stratégie IRD avec « ID_NOEUD  = FRAIS_RES_AUTRE »</a:t>
            </a:r>
          </a:p>
          <a:p>
            <a:pPr>
              <a:buFontTx/>
              <a:buChar char="-"/>
            </a:pPr>
            <a:r>
              <a:rPr lang="fr-FR" sz="800" u="sng"/>
              <a:t>Transfert – « RES TYPO 03 » :</a:t>
            </a:r>
            <a:r>
              <a:rPr lang="fr-FR" sz="800"/>
              <a:t> Retour à la stratégie IRD avec « ID_NOEUD  = RES_TYPO03 »</a:t>
            </a:r>
          </a:p>
          <a:p>
            <a:pPr>
              <a:buFontTx/>
              <a:buChar char="-"/>
            </a:pPr>
            <a:r>
              <a:rPr lang="fr-FR" sz="800" u="sng"/>
              <a:t>Transfert – « RES PREMIUM » :</a:t>
            </a:r>
            <a:r>
              <a:rPr lang="fr-FR" sz="800"/>
              <a:t> Retour à la stratégie IRD avec « ID_NOEUD  = RES_PREMIUM »</a:t>
            </a:r>
          </a:p>
          <a:p>
            <a:pPr>
              <a:buFontTx/>
              <a:buChar char="-"/>
            </a:pPr>
            <a:r>
              <a:rPr lang="fr-FR" sz="800" u="sng"/>
              <a:t>Transfert – « RES ME » :</a:t>
            </a:r>
            <a:r>
              <a:rPr lang="fr-FR" sz="800"/>
              <a:t> Retour à la stratégie IRD avec « ID_NOEUD  = RES_ME »</a:t>
            </a:r>
          </a:p>
          <a:p>
            <a:pPr>
              <a:buFontTx/>
              <a:buChar char="-"/>
            </a:pPr>
            <a:r>
              <a:rPr lang="fr-FR" sz="800" u="sng"/>
              <a:t>Transfert – « RES AUTRE » :</a:t>
            </a:r>
            <a:r>
              <a:rPr lang="fr-FR" sz="800"/>
              <a:t> Retour à la stratégie IRD avec « ID_NOEUD  = RES_AUTRE »</a:t>
            </a:r>
          </a:p>
          <a:p>
            <a:pPr>
              <a:buFontTx/>
              <a:buChar char="-"/>
            </a:pPr>
            <a:r>
              <a:rPr lang="fr-FR" sz="800" u="sng"/>
              <a:t>Transfert – « NMNI TYPO 03 » :</a:t>
            </a:r>
            <a:r>
              <a:rPr lang="fr-FR" sz="800"/>
              <a:t> Retour à la stratégie IRD avec « ID_NOEUD  = NMNI_TYPO03_RES »</a:t>
            </a:r>
          </a:p>
          <a:p>
            <a:pPr>
              <a:buFontTx/>
              <a:buChar char="-"/>
            </a:pPr>
            <a:r>
              <a:rPr lang="fr-FR" sz="800" u="sng"/>
              <a:t>Transfert – « NMNI PREMIUM » :</a:t>
            </a:r>
            <a:r>
              <a:rPr lang="fr-FR" sz="800"/>
              <a:t> Retour à la stratégie IRD avec « ID_NOEUD  = NMNI_PREMIUM_RES »</a:t>
            </a:r>
          </a:p>
          <a:p>
            <a:pPr>
              <a:buFontTx/>
              <a:buChar char="-"/>
            </a:pPr>
            <a:r>
              <a:rPr lang="fr-FR" sz="800" u="sng"/>
              <a:t>Transfert – « NMNI ME » :</a:t>
            </a:r>
            <a:r>
              <a:rPr lang="fr-FR" sz="800"/>
              <a:t> Retour à la stratégie IRD avec « ID_NOEUD  = NMNI_ME_RES »</a:t>
            </a:r>
          </a:p>
          <a:p>
            <a:pPr>
              <a:buFontTx/>
              <a:buChar char="-"/>
            </a:pPr>
            <a:r>
              <a:rPr lang="fr-FR" sz="800" u="sng"/>
              <a:t>Transfert – « NMNI AUTRE » :</a:t>
            </a:r>
            <a:r>
              <a:rPr lang="fr-FR" sz="800"/>
              <a:t> Retour à la stratégie IRD avec « ID_NOEUD  = NMNI_AUTRE_RES »</a:t>
            </a:r>
          </a:p>
          <a:p>
            <a:pPr>
              <a:buFontTx/>
              <a:buChar char="-"/>
            </a:pPr>
            <a:r>
              <a:rPr lang="fr-FR" sz="800"/>
              <a:t> </a:t>
            </a:r>
            <a:r>
              <a:rPr lang="fr-FR" sz="800" u="sng"/>
              <a:t>Flash – « FLASH SUIVI RESIL » :</a:t>
            </a:r>
            <a:r>
              <a:rPr lang="fr-FR" sz="800"/>
              <a:t> « </a:t>
            </a:r>
            <a:r>
              <a:rPr lang="fr-FR" sz="800" b="1"/>
              <a:t>position</a:t>
            </a:r>
            <a:r>
              <a:rPr lang="fr-FR" sz="800"/>
              <a:t> = 14 » « Stat = 51000_FLASH_SUIVI_RESIL » voir </a:t>
            </a:r>
            <a:r>
              <a:rPr lang="fr-FR" sz="800" err="1"/>
              <a:t>slide</a:t>
            </a:r>
            <a:r>
              <a:rPr lang="fr-FR" sz="800"/>
              <a:t> « FLASH »</a:t>
            </a:r>
          </a:p>
          <a:p>
            <a:pPr>
              <a:buFontTx/>
              <a:buChar char="-"/>
            </a:pPr>
            <a:r>
              <a:rPr lang="fr-FR" sz="800"/>
              <a:t> </a:t>
            </a:r>
            <a:r>
              <a:rPr lang="fr-FR" sz="800" u="sng"/>
              <a:t>Flash – « FLASH FRAIS RESIL » :</a:t>
            </a:r>
            <a:r>
              <a:rPr lang="fr-FR" sz="800"/>
              <a:t> « </a:t>
            </a:r>
            <a:r>
              <a:rPr lang="fr-FR" sz="800" b="1"/>
              <a:t>position</a:t>
            </a:r>
            <a:r>
              <a:rPr lang="fr-FR" sz="800"/>
              <a:t> = 15 » « Stat = 52000_FLASH_FRAIS_RESIL » voir </a:t>
            </a:r>
            <a:r>
              <a:rPr lang="fr-FR" sz="800" err="1"/>
              <a:t>slide</a:t>
            </a:r>
            <a:r>
              <a:rPr lang="fr-FR" sz="800"/>
              <a:t> « FLASH »</a:t>
            </a:r>
          </a:p>
          <a:p>
            <a:pPr>
              <a:buFontTx/>
              <a:buChar char="-"/>
            </a:pPr>
            <a:r>
              <a:rPr lang="fr-FR" sz="800"/>
              <a:t> </a:t>
            </a:r>
            <a:r>
              <a:rPr lang="fr-FR" sz="800" u="sng"/>
              <a:t>Flash – « FLASH RESIL » :</a:t>
            </a:r>
            <a:r>
              <a:rPr lang="fr-FR" sz="800"/>
              <a:t> « </a:t>
            </a:r>
            <a:r>
              <a:rPr lang="fr-FR" sz="800" b="1"/>
              <a:t>position</a:t>
            </a:r>
            <a:r>
              <a:rPr lang="fr-FR" sz="800"/>
              <a:t> = 16 » « Stat = 53000_FLASH_RESIL » voir </a:t>
            </a:r>
            <a:r>
              <a:rPr lang="fr-FR" sz="800" err="1"/>
              <a:t>slide</a:t>
            </a:r>
            <a:r>
              <a:rPr lang="fr-FR" sz="800"/>
              <a:t> « FLASH »</a:t>
            </a:r>
          </a:p>
          <a:p>
            <a:pPr>
              <a:buFontTx/>
              <a:buChar char="-"/>
            </a:pPr>
            <a:r>
              <a:rPr lang="fr-FR" sz="800"/>
              <a:t> </a:t>
            </a:r>
            <a:r>
              <a:rPr lang="fr-FR" sz="800" u="sng"/>
              <a:t>Flash – « FLASH NMNI RESIL » :</a:t>
            </a:r>
            <a:r>
              <a:rPr lang="fr-FR" sz="800"/>
              <a:t> « </a:t>
            </a:r>
            <a:r>
              <a:rPr lang="fr-FR" sz="800" b="1"/>
              <a:t>position</a:t>
            </a:r>
            <a:r>
              <a:rPr lang="fr-FR" sz="800"/>
              <a:t> = 17 » « Stat = 58000_FLASH_NMNI_RESIL » voir </a:t>
            </a:r>
            <a:r>
              <a:rPr lang="fr-FR" sz="800" err="1"/>
              <a:t>slide</a:t>
            </a:r>
            <a:r>
              <a:rPr lang="fr-FR" sz="800"/>
              <a:t> « FLASH »</a:t>
            </a:r>
          </a:p>
          <a:p>
            <a:pPr>
              <a:buFontTx/>
              <a:buChar char="-"/>
            </a:pPr>
            <a:endParaRPr lang="fr-FR" sz="800"/>
          </a:p>
          <a:p>
            <a:endParaRPr lang="fr-FR" sz="800"/>
          </a:p>
          <a:p>
            <a:endParaRPr lang="fr-FR" sz="800"/>
          </a:p>
          <a:p>
            <a:endParaRPr lang="fr-FR" sz="800"/>
          </a:p>
        </p:txBody>
      </p:sp>
    </p:spTree>
    <p:extLst>
      <p:ext uri="{BB962C8B-B14F-4D97-AF65-F5344CB8AC3E}">
        <p14:creationId xmlns:p14="http://schemas.microsoft.com/office/powerpoint/2010/main" val="1399170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D6E2DED1-9DC9-4BE7-BEB2-A57E024B975A}" type="slidenum">
              <a:rPr lang="fr-FR" smtClean="0">
                <a:solidFill>
                  <a:srgbClr val="000000"/>
                </a:solidFill>
                <a:latin typeface="Times New Roman" pitchFamily="18" charset="0"/>
              </a:rPr>
              <a:pPr/>
              <a:t>22</a:t>
            </a:fld>
            <a:endParaRPr lang="fr-FR">
              <a:solidFill>
                <a:srgbClr val="000000"/>
              </a:solidFill>
              <a:latin typeface="Times New Roman"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r>
              <a:rPr lang="fr-FR" sz="800" u="sng"/>
              <a:t>Modifications :</a:t>
            </a:r>
          </a:p>
          <a:p>
            <a:r>
              <a:rPr lang="fr-FR" sz="800"/>
              <a:t>- 21/08/14: Ajout du type client FCT ME pour le filtre « type client ?». Si CROUT= 31 ou CROUT= 32 alors routage vers filtre « % » puis routage vers le nœud « ABO_FCTME »</a:t>
            </a:r>
          </a:p>
          <a:p>
            <a:endParaRPr lang="fr-FR" sz="800" u="sng"/>
          </a:p>
          <a:p>
            <a:r>
              <a:rPr lang="fr-FR" sz="800" u="sng"/>
              <a:t>Commentaires SFR SC :</a:t>
            </a:r>
          </a:p>
          <a:p>
            <a:pPr>
              <a:buFontTx/>
              <a:buChar char="-"/>
            </a:pPr>
            <a:r>
              <a:rPr lang="fr-FR" sz="800"/>
              <a:t>Le filtre « type client ?» identifie le type de client pour le router vers le bon plateau: RED, Classique, FCT ME</a:t>
            </a:r>
          </a:p>
          <a:p>
            <a:endParaRPr lang="fr-FR" sz="800"/>
          </a:p>
          <a:p>
            <a:r>
              <a:rPr lang="fr-FR" sz="800" u="sng"/>
              <a:t>Commentaires SFR BUSH – SFD :</a:t>
            </a:r>
            <a:endParaRPr lang="fr-FR" sz="800"/>
          </a:p>
          <a:p>
            <a:pPr>
              <a:buFontTx/>
              <a:buChar char="-"/>
            </a:pPr>
            <a:r>
              <a:rPr lang="fr-FR" sz="800" u="sng"/>
              <a:t>Filtre - « Type client ? » :</a:t>
            </a:r>
            <a:r>
              <a:rPr lang="fr-FR" sz="800"/>
              <a:t> s’appuie sur les Paramètres OUT de la </a:t>
            </a:r>
            <a:r>
              <a:rPr lang="fr-FR" sz="800" err="1"/>
              <a:t>WebApp</a:t>
            </a:r>
            <a:r>
              <a:rPr lang="fr-FR" sz="800"/>
              <a:t> « SAFIR », informations obtenues lors de l’identification réalisée via le parcours « ACU » :</a:t>
            </a:r>
          </a:p>
          <a:p>
            <a:r>
              <a:rPr lang="fr-FR" sz="800"/>
              <a:t>	Si « </a:t>
            </a:r>
            <a:r>
              <a:rPr lang="fr-FR" sz="800" err="1"/>
              <a:t>CRout</a:t>
            </a:r>
            <a:r>
              <a:rPr lang="fr-FR" sz="800"/>
              <a:t> = 30 »		</a:t>
            </a:r>
            <a:r>
              <a:rPr lang="fr-FR" sz="800">
                <a:sym typeface="Wingdings" pitchFamily="2" charset="2"/>
              </a:rPr>
              <a:t> Type Client = « CROUT30 »</a:t>
            </a:r>
          </a:p>
          <a:p>
            <a:r>
              <a:rPr lang="fr-FR" sz="800"/>
              <a:t>	Sinon si  « </a:t>
            </a:r>
            <a:r>
              <a:rPr lang="fr-FR" sz="800" err="1"/>
              <a:t>CRout</a:t>
            </a:r>
            <a:r>
              <a:rPr lang="fr-FR" sz="800"/>
              <a:t> = 32 »		</a:t>
            </a:r>
            <a:r>
              <a:rPr lang="fr-FR" sz="800">
                <a:sym typeface="Wingdings" pitchFamily="2" charset="2"/>
              </a:rPr>
              <a:t> Type Client = « CROUT32 »</a:t>
            </a:r>
          </a:p>
          <a:p>
            <a:r>
              <a:rPr lang="fr-FR" sz="800"/>
              <a:t>	Sinon si  « Fin </a:t>
            </a:r>
            <a:r>
              <a:rPr lang="fr-FR" sz="800" err="1"/>
              <a:t>NonCont</a:t>
            </a:r>
            <a:r>
              <a:rPr lang="fr-FR" sz="800"/>
              <a:t> = 03 »	</a:t>
            </a:r>
            <a:r>
              <a:rPr lang="fr-FR" sz="800">
                <a:sym typeface="Wingdings" pitchFamily="2" charset="2"/>
              </a:rPr>
              <a:t> Type Client = « TYPO 03 »</a:t>
            </a:r>
          </a:p>
          <a:p>
            <a:r>
              <a:rPr lang="fr-FR" sz="800"/>
              <a:t>	Sinon			</a:t>
            </a:r>
            <a:r>
              <a:rPr lang="fr-FR" sz="800">
                <a:sym typeface="Wingdings" pitchFamily="2" charset="2"/>
              </a:rPr>
              <a:t> Type Client = « AUTRE »</a:t>
            </a:r>
          </a:p>
          <a:p>
            <a:pPr>
              <a:buFontTx/>
              <a:buChar char="-"/>
            </a:pPr>
            <a:r>
              <a:rPr lang="fr-FR" sz="800" u="sng"/>
              <a:t>Transfert – « INFO FACT TYPO 03 » :</a:t>
            </a:r>
            <a:r>
              <a:rPr lang="fr-FR" sz="800"/>
              <a:t> Retour à la stratégie IRD avec « ID_NOEUD  = INFO_FACT_TYPO03 »</a:t>
            </a:r>
          </a:p>
          <a:p>
            <a:pPr>
              <a:buFontTx/>
              <a:buChar char="-"/>
            </a:pPr>
            <a:r>
              <a:rPr lang="fr-FR" sz="800" u="sng"/>
              <a:t>Transfert – « INFO FACT PREMIUM??? » :</a:t>
            </a:r>
            <a:r>
              <a:rPr lang="fr-FR" sz="800"/>
              <a:t> Retour à la stratégie IRD avec « ID_NOEUD  = INFO_FACT_PREMIUM »</a:t>
            </a:r>
          </a:p>
          <a:p>
            <a:pPr>
              <a:buFontTx/>
              <a:buChar char="-"/>
            </a:pPr>
            <a:r>
              <a:rPr lang="fr-FR" sz="800" u="sng"/>
              <a:t>Transfert – « INFO FACT ME??? » :</a:t>
            </a:r>
            <a:r>
              <a:rPr lang="fr-FR" sz="800"/>
              <a:t> Retour à la stratégie IRD avec « ID_NOEUD  = INFO_FACT_ME »</a:t>
            </a:r>
          </a:p>
          <a:p>
            <a:pPr>
              <a:buFontTx/>
              <a:buChar char="-"/>
            </a:pPr>
            <a:r>
              <a:rPr lang="fr-FR" sz="800" u="sng"/>
              <a:t>Transfert – « INFO FACT AUTRE » :</a:t>
            </a:r>
            <a:r>
              <a:rPr lang="fr-FR" sz="800"/>
              <a:t> Retour à la stratégie IRD avec « ID_NOEUD  = INFO_FACT_AUTRE »</a:t>
            </a:r>
          </a:p>
          <a:p>
            <a:pPr>
              <a:buFontTx/>
              <a:buChar char="-"/>
            </a:pPr>
            <a:r>
              <a:rPr lang="fr-FR" sz="800" u="sng"/>
              <a:t>Transfert – « COORDONNEES TYPO 03 » :</a:t>
            </a:r>
            <a:r>
              <a:rPr lang="fr-FR" sz="800"/>
              <a:t> Retour à la stratégie IRD avec « ID_NOEUD  = COORD_TYPO03 »</a:t>
            </a:r>
          </a:p>
          <a:p>
            <a:pPr>
              <a:buFontTx/>
              <a:buChar char="-"/>
            </a:pPr>
            <a:r>
              <a:rPr lang="fr-FR" sz="800" u="sng"/>
              <a:t>Transfert – « COORDONNEES PREMIUM??? » :</a:t>
            </a:r>
            <a:r>
              <a:rPr lang="fr-FR" sz="800"/>
              <a:t> Retour à la stratégie IRD avec « ID_NOEUD  = COORD_PREMIUM »</a:t>
            </a:r>
          </a:p>
          <a:p>
            <a:pPr>
              <a:buFontTx/>
              <a:buChar char="-"/>
            </a:pPr>
            <a:r>
              <a:rPr lang="fr-FR" sz="800" u="sng"/>
              <a:t>Transfert – « COORDONNEES ME??? » :</a:t>
            </a:r>
            <a:r>
              <a:rPr lang="fr-FR" sz="800"/>
              <a:t> Retour à la stratégie IRD avec « ID_NOEUD  = COORD_ME »</a:t>
            </a:r>
          </a:p>
          <a:p>
            <a:pPr>
              <a:buFontTx/>
              <a:buChar char="-"/>
            </a:pPr>
            <a:r>
              <a:rPr lang="fr-FR" sz="800" u="sng"/>
              <a:t>Transfert – « COORDONNEES AUTRE » :</a:t>
            </a:r>
            <a:r>
              <a:rPr lang="fr-FR" sz="800"/>
              <a:t> Retour à la stratégie IRD avec « ID_NOEUD  = COORD_AUTRE »</a:t>
            </a:r>
          </a:p>
          <a:p>
            <a:pPr>
              <a:buFontTx/>
              <a:buChar char="-"/>
            </a:pPr>
            <a:r>
              <a:rPr lang="fr-FR" sz="800" u="sng"/>
              <a:t>Transfert – « NMNI TYPO 03 » :</a:t>
            </a:r>
            <a:r>
              <a:rPr lang="fr-FR" sz="800"/>
              <a:t> Retour à la stratégie IRD avec « ID_NOEUD  = NMNI_TYPO03_FACTURE »</a:t>
            </a:r>
          </a:p>
          <a:p>
            <a:pPr>
              <a:buFontTx/>
              <a:buChar char="-"/>
            </a:pPr>
            <a:r>
              <a:rPr lang="fr-FR" sz="800" u="sng"/>
              <a:t>Transfert – « NMNI PREMIUM » :</a:t>
            </a:r>
            <a:r>
              <a:rPr lang="fr-FR" sz="800"/>
              <a:t> Retour à la stratégie IRD avec « ID_NOEUD  = NMNI_PREMIUM_FACTURE »</a:t>
            </a:r>
          </a:p>
          <a:p>
            <a:pPr>
              <a:buFontTx/>
              <a:buChar char="-"/>
            </a:pPr>
            <a:r>
              <a:rPr lang="fr-FR" sz="800" u="sng"/>
              <a:t>Transfert – « NMNI ME » :</a:t>
            </a:r>
            <a:r>
              <a:rPr lang="fr-FR" sz="800"/>
              <a:t> Retour à la stratégie IRD avec « ID_NOEUD  = NMNI_ME_FACTURE »</a:t>
            </a:r>
          </a:p>
          <a:p>
            <a:pPr>
              <a:buFontTx/>
              <a:buChar char="-"/>
            </a:pPr>
            <a:r>
              <a:rPr lang="fr-FR" sz="800" u="sng"/>
              <a:t>Transfert – « NMNI AUTRE » :</a:t>
            </a:r>
            <a:r>
              <a:rPr lang="fr-FR" sz="800"/>
              <a:t> Retour à la stratégie IRD avec « ID_NOEUD  = NMNI_AUTRE_FACTURE »</a:t>
            </a:r>
          </a:p>
          <a:p>
            <a:pPr>
              <a:buFontTx/>
              <a:buChar char="-"/>
            </a:pPr>
            <a:r>
              <a:rPr lang="fr-FR" sz="800" u="sng"/>
              <a:t>Transfert </a:t>
            </a:r>
            <a:r>
              <a:rPr lang="fr-FR" sz="800" u="sng" err="1"/>
              <a:t>Selfcare</a:t>
            </a:r>
            <a:r>
              <a:rPr lang="fr-FR" sz="800" u="sng"/>
              <a:t> – « REGLER FACT » :</a:t>
            </a:r>
            <a:r>
              <a:rPr lang="fr-FR" sz="800"/>
              <a:t> Poursuite du parcours sur URL </a:t>
            </a:r>
            <a:r>
              <a:rPr lang="fr-FR" sz="800" err="1"/>
              <a:t>SelfCare</a:t>
            </a:r>
            <a:r>
              <a:rPr lang="fr-FR" sz="800"/>
              <a:t> avec paramètres </a:t>
            </a:r>
            <a:r>
              <a:rPr lang="fr-FR" sz="800" b="1" err="1"/>
              <a:t>pcb</a:t>
            </a:r>
            <a:endParaRPr lang="fr-FR" sz="800" b="1"/>
          </a:p>
          <a:p>
            <a:pPr>
              <a:buFontTx/>
              <a:buChar char="-"/>
            </a:pPr>
            <a:r>
              <a:rPr lang="fr-FR" sz="800"/>
              <a:t> </a:t>
            </a:r>
            <a:r>
              <a:rPr lang="fr-FR" sz="800" u="sng"/>
              <a:t>Flash – « FLASH REGLER FACTURE » :</a:t>
            </a:r>
            <a:r>
              <a:rPr lang="fr-FR" sz="800"/>
              <a:t> « </a:t>
            </a:r>
            <a:r>
              <a:rPr lang="fr-FR" sz="800" b="1"/>
              <a:t>position</a:t>
            </a:r>
            <a:r>
              <a:rPr lang="fr-FR" sz="800"/>
              <a:t> = 29 » « Stat = 31000_FLASH_REGLER_FACTURE » voir </a:t>
            </a:r>
            <a:r>
              <a:rPr lang="fr-FR" sz="800" err="1"/>
              <a:t>slide</a:t>
            </a:r>
            <a:r>
              <a:rPr lang="fr-FR" sz="800"/>
              <a:t> « FLASH »</a:t>
            </a:r>
          </a:p>
          <a:p>
            <a:pPr>
              <a:buFontTx/>
              <a:buChar char="-"/>
            </a:pPr>
            <a:r>
              <a:rPr lang="fr-FR" sz="800"/>
              <a:t> </a:t>
            </a:r>
            <a:r>
              <a:rPr lang="fr-FR" sz="800" u="sng"/>
              <a:t>Flash – « FLASH INFO FACTURE » :</a:t>
            </a:r>
            <a:r>
              <a:rPr lang="fr-FR" sz="800"/>
              <a:t> « </a:t>
            </a:r>
            <a:r>
              <a:rPr lang="fr-FR" sz="800" b="1"/>
              <a:t>position</a:t>
            </a:r>
            <a:r>
              <a:rPr lang="fr-FR" sz="800"/>
              <a:t> = 30 » « Stat = 32000_FLASH_INFO_FACTURE » voir </a:t>
            </a:r>
            <a:r>
              <a:rPr lang="fr-FR" sz="800" err="1"/>
              <a:t>slide</a:t>
            </a:r>
            <a:r>
              <a:rPr lang="fr-FR" sz="800"/>
              <a:t> « FLASH »</a:t>
            </a:r>
          </a:p>
          <a:p>
            <a:pPr>
              <a:buFontTx/>
              <a:buChar char="-"/>
            </a:pPr>
            <a:r>
              <a:rPr lang="fr-FR" sz="800"/>
              <a:t> </a:t>
            </a:r>
            <a:r>
              <a:rPr lang="fr-FR" sz="800" u="sng"/>
              <a:t>Flash – « FLASH COORDONNEES » :</a:t>
            </a:r>
            <a:r>
              <a:rPr lang="fr-FR" sz="800"/>
              <a:t> « </a:t>
            </a:r>
            <a:r>
              <a:rPr lang="fr-FR" sz="800" b="1"/>
              <a:t>position</a:t>
            </a:r>
            <a:r>
              <a:rPr lang="fr-FR" sz="800"/>
              <a:t> = 31 » « Stat = 33000_FLASH_COORDONNEES » voir </a:t>
            </a:r>
            <a:r>
              <a:rPr lang="fr-FR" sz="800" err="1"/>
              <a:t>slide</a:t>
            </a:r>
            <a:r>
              <a:rPr lang="fr-FR" sz="800"/>
              <a:t> « FLASH »</a:t>
            </a:r>
          </a:p>
          <a:p>
            <a:pPr>
              <a:buFontTx/>
              <a:buChar char="-"/>
            </a:pPr>
            <a:r>
              <a:rPr lang="fr-FR" sz="800"/>
              <a:t> </a:t>
            </a:r>
            <a:r>
              <a:rPr lang="fr-FR" sz="800" u="sng"/>
              <a:t>Flash – « FLASH NMNI FACTURE » :</a:t>
            </a:r>
            <a:r>
              <a:rPr lang="fr-FR" sz="800"/>
              <a:t> « </a:t>
            </a:r>
            <a:r>
              <a:rPr lang="fr-FR" sz="800" b="1"/>
              <a:t>position</a:t>
            </a:r>
            <a:r>
              <a:rPr lang="fr-FR" sz="800"/>
              <a:t> = 32 » « Stat = 38000_FLASH_NMNI_FACTURE » voir </a:t>
            </a:r>
            <a:r>
              <a:rPr lang="fr-FR" sz="800" err="1"/>
              <a:t>slide</a:t>
            </a:r>
            <a:r>
              <a:rPr lang="fr-FR" sz="800"/>
              <a:t> « FLASH »</a:t>
            </a:r>
          </a:p>
          <a:p>
            <a:pPr>
              <a:buFontTx/>
              <a:buChar char="-"/>
            </a:pPr>
            <a:endParaRPr lang="fr-FR" sz="800"/>
          </a:p>
          <a:p>
            <a:pPr>
              <a:buFontTx/>
              <a:buChar char="-"/>
            </a:pPr>
            <a:endParaRPr lang="fr-FR" sz="800"/>
          </a:p>
          <a:p>
            <a:pPr>
              <a:buFontTx/>
              <a:buChar char="-"/>
            </a:pPr>
            <a:endParaRPr lang="fr-FR" sz="800"/>
          </a:p>
        </p:txBody>
      </p:sp>
    </p:spTree>
    <p:extLst>
      <p:ext uri="{BB962C8B-B14F-4D97-AF65-F5344CB8AC3E}">
        <p14:creationId xmlns:p14="http://schemas.microsoft.com/office/powerpoint/2010/main" val="3899048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23</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3181176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u="sng">
                <a:ea typeface="ＭＳ Ｐゴシック" pitchFamily="1" charset="-128"/>
              </a:rPr>
              <a:t>Commentaires SFR SC :</a:t>
            </a:r>
          </a:p>
          <a:p>
            <a:endParaRPr lang="fr-FR" u="sng">
              <a:ea typeface="ＭＳ Ｐゴシック" pitchFamily="1" charset="-128"/>
            </a:endParaRPr>
          </a:p>
          <a:p>
            <a:r>
              <a:rPr lang="fr-FR" b="1" u="none">
                <a:ea typeface="ＭＳ Ｐゴシック" pitchFamily="1" charset="-128"/>
              </a:rPr>
              <a:t>Filtre OFFRE</a:t>
            </a:r>
          </a:p>
          <a:p>
            <a:r>
              <a:rPr lang="fr-FR"/>
              <a:t>Le filtre « VOIX » </a:t>
            </a:r>
            <a:r>
              <a:rPr lang="fr-FR" err="1"/>
              <a:t>vErifie</a:t>
            </a:r>
            <a:r>
              <a:rPr lang="fr-FR"/>
              <a:t> l’offre du client et route le client en fonction sur la partie voix ou la partie ADSL.</a:t>
            </a:r>
          </a:p>
          <a:p>
            <a:r>
              <a:rPr lang="fr-FR"/>
              <a:t>(OFFRE</a:t>
            </a:r>
            <a:r>
              <a:rPr lang="fr-FR" b="1"/>
              <a:t>=</a:t>
            </a:r>
            <a:endParaRPr lang="fr-FR"/>
          </a:p>
          <a:p>
            <a:r>
              <a:rPr lang="fr-FR"/>
              <a:t>NEUF_INTEGRAL                 </a:t>
            </a:r>
          </a:p>
          <a:p>
            <a:r>
              <a:rPr lang="fr-FR"/>
              <a:t>PRESELECTION                  </a:t>
            </a:r>
          </a:p>
          <a:p>
            <a:r>
              <a:rPr lang="fr-FR"/>
              <a:t>AUTRE</a:t>
            </a:r>
          </a:p>
          <a:p>
            <a:pPr defTabSz="943685">
              <a:defRPr/>
            </a:pPr>
            <a:r>
              <a:rPr lang="fr-FR"/>
              <a:t>ou dans le menu non reconnu client ayant fait le choix VOIX)</a:t>
            </a:r>
          </a:p>
          <a:p>
            <a:pPr defTabSz="943685">
              <a:defRPr/>
            </a:pPr>
            <a:endParaRPr lang="fr-FR"/>
          </a:p>
          <a:p>
            <a:pPr defTabSz="943685">
              <a:defRPr/>
            </a:pPr>
            <a:r>
              <a:rPr lang="fr-FR" b="1"/>
              <a:t>Filtre STC THD</a:t>
            </a:r>
          </a:p>
          <a:p>
            <a:pPr defTabSz="943685">
              <a:defRPr/>
            </a:pPr>
            <a:r>
              <a:rPr lang="fr-FR"/>
              <a:t>Le Filtre « STC THD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pPr defTabSz="943685">
              <a:defRPr/>
            </a:pPr>
            <a:r>
              <a:rPr lang="fr-FR" b="1"/>
              <a:t>Filtre STC</a:t>
            </a:r>
          </a:p>
          <a:p>
            <a:pPr defTabSz="943685">
              <a:defRPr/>
            </a:pPr>
            <a:r>
              <a:rPr lang="fr-FR"/>
              <a:t>Le Filtre « STC » </a:t>
            </a:r>
            <a:r>
              <a:rPr lang="fr-FR" err="1"/>
              <a:t>vErifie</a:t>
            </a:r>
            <a:r>
              <a:rPr lang="fr-FR"/>
              <a:t> si le client à un incident technique THD en cours, si c’est le cas, l’appel est </a:t>
            </a:r>
            <a:r>
              <a:rPr lang="fr-FR" err="1"/>
              <a:t>routE</a:t>
            </a:r>
            <a:r>
              <a:rPr lang="fr-FR"/>
              <a:t> vers l’Equipe en charge de l’incident.</a:t>
            </a:r>
          </a:p>
          <a:p>
            <a:pPr defTabSz="943685">
              <a:defRPr/>
            </a:pPr>
            <a:endParaRPr lang="fr-FR"/>
          </a:p>
          <a:p>
            <a:r>
              <a:rPr lang="fr-FR" err="1"/>
              <a:t>Client_rEcent</a:t>
            </a:r>
            <a:r>
              <a:rPr lang="fr-FR"/>
              <a:t> = </a:t>
            </a:r>
          </a:p>
          <a:p>
            <a:r>
              <a:rPr lang="fr-FR"/>
              <a:t>Date du jour &lt; DAT_CRLD + 30 j </a:t>
            </a:r>
          </a:p>
          <a:p>
            <a:endParaRPr lang="fr-FR" u="sng">
              <a:ea typeface="ＭＳ Ｐゴシック" pitchFamily="1" charset="-128"/>
            </a:endParaRPr>
          </a:p>
          <a:p>
            <a:endParaRPr lang="fr-FR"/>
          </a:p>
          <a:p>
            <a:pPr>
              <a:buFontTx/>
              <a:buChar char="-"/>
            </a:pPr>
            <a:endParaRPr lang="fr-FR">
              <a:ea typeface="ＭＳ Ｐゴシック" pitchFamily="1" charset="-128"/>
              <a:sym typeface="Wingdings" pitchFamily="2" charset="2"/>
            </a:endParaRPr>
          </a:p>
          <a:p>
            <a:endParaRPr lang="fr-FR" b="1">
              <a:ea typeface="ＭＳ Ｐゴシック" pitchFamily="1" charset="-128"/>
            </a:endParaRPr>
          </a:p>
          <a:p>
            <a:r>
              <a:rPr lang="fr-FR">
                <a:ea typeface="ＭＳ Ｐゴシック" pitchFamily="1" charset="-128"/>
              </a:rPr>
              <a:t>25/02/2015</a:t>
            </a:r>
          </a:p>
          <a:p>
            <a:pPr defTabSz="944027">
              <a:defRPr/>
            </a:pPr>
            <a:r>
              <a:rPr lang="fr-FR" b="1"/>
              <a:t>FTTB RECENT : Offre&lt;&gt;CABLE_RED &amp; ( "date appel – DAT_ CRLD &lt; seuil IRIS ‘client </a:t>
            </a:r>
            <a:r>
              <a:rPr lang="fr-FR" b="1" err="1"/>
              <a:t>recent</a:t>
            </a:r>
            <a:r>
              <a:rPr lang="fr-FR" b="1"/>
              <a:t> Wholesale’ " OU DAT_CRLD vide)</a:t>
            </a:r>
            <a:r>
              <a:rPr lang="fr-FR"/>
              <a:t>.</a:t>
            </a:r>
          </a:p>
          <a:p>
            <a:endParaRPr lang="fr-FR" u="sng">
              <a:ea typeface="ＭＳ Ｐゴシック" pitchFamily="1" charset="-128"/>
            </a:endParaRPr>
          </a:p>
          <a:p>
            <a:pPr>
              <a:buFontTx/>
              <a:buChar char="-"/>
            </a:pPr>
            <a:r>
              <a:rPr lang="fr-FR">
                <a:ea typeface="ＭＳ Ｐゴシック" pitchFamily="1" charset="-128"/>
                <a:sym typeface="Wingdings" pitchFamily="2" charset="2"/>
              </a:rPr>
              <a:t>Message dissuasion FTTLA TV</a:t>
            </a:r>
          </a:p>
          <a:p>
            <a:pPr defTabSz="944027">
              <a:buFontTx/>
              <a:buChar char="-"/>
              <a:defRPr/>
            </a:pPr>
            <a:r>
              <a:rPr lang="fr-FR"/>
              <a:t>Parce que vous êtes client RED Fibre, vous </a:t>
            </a:r>
            <a:r>
              <a:rPr lang="fr-FR" err="1"/>
              <a:t>bEnEficiez</a:t>
            </a:r>
            <a:r>
              <a:rPr lang="fr-FR"/>
              <a:t>  d’une assistance 100% en ligne. Pour </a:t>
            </a:r>
            <a:r>
              <a:rPr lang="fr-FR" err="1"/>
              <a:t>gErer</a:t>
            </a:r>
            <a:r>
              <a:rPr lang="fr-FR"/>
              <a:t> votre offre, payer vos factures ou pour un problème technique , rendez-vous sur </a:t>
            </a:r>
            <a:r>
              <a:rPr lang="fr-FR">
                <a:hlinkClick r:id="rId3" tooltip="http://www.redbysfr.fr/"/>
              </a:rPr>
              <a:t>www.redbysfr.fr</a:t>
            </a:r>
            <a:r>
              <a:rPr lang="fr-FR"/>
              <a:t>. A très vite !</a:t>
            </a:r>
          </a:p>
          <a:p>
            <a:pPr defTabSz="944027">
              <a:buFontTx/>
              <a:buChar char="-"/>
              <a:defRPr/>
            </a:pPr>
            <a:endParaRPr lang="fr-FR"/>
          </a:p>
          <a:p>
            <a:pPr defTabSz="944027">
              <a:defRPr/>
            </a:pPr>
            <a:r>
              <a:rPr lang="fr-FR"/>
              <a:t>13/01/2015</a:t>
            </a:r>
          </a:p>
          <a:p>
            <a:pPr defTabSz="944027">
              <a:defRPr/>
            </a:pPr>
            <a:r>
              <a:rPr lang="fr-FR" b="1"/>
              <a:t>FTTH RECENT: Offre = THD ou THD_HOME &amp; ( "date appel – DAT_ CRLD &lt; seuil IRIS "client </a:t>
            </a:r>
            <a:r>
              <a:rPr lang="fr-FR" b="1" err="1"/>
              <a:t>recent</a:t>
            </a:r>
            <a:r>
              <a:rPr lang="fr-FR" b="1"/>
              <a:t> FTTH" OU DAT_CRLD vide)</a:t>
            </a:r>
            <a:endParaRPr lang="fr-FR"/>
          </a:p>
          <a:p>
            <a:pPr defTabSz="944027">
              <a:defRPr/>
            </a:pPr>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a:p>
            <a:endParaRPr lang="fr-FR">
              <a:ea typeface="ＭＳ Ｐゴシック" pitchFamily="1" charset="-128"/>
            </a:endParaRPr>
          </a:p>
        </p:txBody>
      </p:sp>
      <p:sp>
        <p:nvSpPr>
          <p:cNvPr id="35844"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7CD4A7B9-51A7-43FB-9492-784831CC809A}" type="slidenum">
              <a:rPr lang="fr-FR" smtClean="0">
                <a:solidFill>
                  <a:srgbClr val="000000"/>
                </a:solidFill>
                <a:latin typeface="Times New Roman" pitchFamily="18" charset="0"/>
              </a:rPr>
              <a:pPr/>
              <a:t>24</a:t>
            </a:fld>
            <a:endParaRPr lang="fr-FR">
              <a:solidFill>
                <a:srgbClr val="000000"/>
              </a:solidFill>
              <a:latin typeface="Times New Roman" pitchFamily="18" charset="0"/>
            </a:endParaRPr>
          </a:p>
        </p:txBody>
      </p:sp>
    </p:spTree>
    <p:extLst>
      <p:ext uri="{BB962C8B-B14F-4D97-AF65-F5344CB8AC3E}">
        <p14:creationId xmlns:p14="http://schemas.microsoft.com/office/powerpoint/2010/main" val="1468198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a:noFill/>
        </p:spPr>
        <p:txBody>
          <a:bodyPr/>
          <a:lstStyle/>
          <a:p>
            <a:r>
              <a:rPr lang="fr-FR" sz="800" u="sng"/>
              <a:t>Modifications :</a:t>
            </a:r>
          </a:p>
          <a:p>
            <a:endParaRPr lang="fr-FR" sz="800" u="sng"/>
          </a:p>
          <a:p>
            <a:r>
              <a:rPr lang="fr-FR" sz="800" u="sng"/>
              <a:t>Commentaires DNI (26/03/2012) :</a:t>
            </a:r>
          </a:p>
          <a:p>
            <a:r>
              <a:rPr lang="fr-FR" sz="800"/>
              <a:t>Ajout d’un sous-menu activable derrière le choix 3</a:t>
            </a:r>
          </a:p>
          <a:p>
            <a:endParaRPr lang="fr-FR" sz="800"/>
          </a:p>
          <a:p>
            <a:r>
              <a:rPr lang="fr-FR" sz="800"/>
              <a:t>La navigation annoncée dans l’application ACU est valable dans ce parcours comme dans toutes les applications GP, à savoir: Réécouter tapez 0, Retour au menu précédent tapez *, Revenir à l’accueil tapez #</a:t>
            </a:r>
          </a:p>
          <a:p>
            <a:r>
              <a:rPr lang="fr-FR" sz="800"/>
              <a:t>0 : rejoue SOUS MENU PRO MOB 2</a:t>
            </a:r>
          </a:p>
          <a:p>
            <a:r>
              <a:rPr lang="fr-FR" sz="800"/>
              <a:t>* : rejoue ABO MENU PRO SIRENE</a:t>
            </a:r>
          </a:p>
          <a:p>
            <a:r>
              <a:rPr lang="fr-FR" sz="800"/>
              <a:t># : rejoue ABO MENU AUTREDAC</a:t>
            </a:r>
          </a:p>
          <a:p>
            <a:endParaRPr lang="fr-FR" sz="800"/>
          </a:p>
          <a:p>
            <a:endParaRPr lang="fr-FR" sz="800"/>
          </a:p>
        </p:txBody>
      </p:sp>
      <p:sp>
        <p:nvSpPr>
          <p:cNvPr id="31748"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EC818299-69D6-4BE8-9494-29AB5A89A8E6}" type="slidenum">
              <a:rPr lang="fr-FR" smtClean="0">
                <a:latin typeface="Times New Roman" pitchFamily="18" charset="0"/>
              </a:rPr>
              <a:pPr/>
              <a:t>25</a:t>
            </a:fld>
            <a:endParaRPr lang="fr-FR">
              <a:latin typeface="Times New Roman" pitchFamily="18" charset="0"/>
            </a:endParaRPr>
          </a:p>
        </p:txBody>
      </p:sp>
    </p:spTree>
    <p:extLst>
      <p:ext uri="{BB962C8B-B14F-4D97-AF65-F5344CB8AC3E}">
        <p14:creationId xmlns:p14="http://schemas.microsoft.com/office/powerpoint/2010/main" val="1605149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a:noFill/>
        </p:spPr>
        <p:txBody>
          <a:bodyPr/>
          <a:lstStyle/>
          <a:p>
            <a:r>
              <a:rPr lang="fr-FR" sz="800" u="sng"/>
              <a:t>Modifications :</a:t>
            </a:r>
          </a:p>
          <a:p>
            <a:endParaRPr lang="fr-FR" sz="800" u="sng"/>
          </a:p>
          <a:p>
            <a:r>
              <a:rPr lang="fr-FR" sz="800" u="sng"/>
              <a:t>Commentaires DNI (26/03/2012) :</a:t>
            </a:r>
          </a:p>
          <a:p>
            <a:r>
              <a:rPr lang="fr-FR" sz="800"/>
              <a:t>Ajout d’un sous-menu activable derrière le choix 3</a:t>
            </a:r>
          </a:p>
          <a:p>
            <a:endParaRPr lang="fr-FR" sz="800"/>
          </a:p>
          <a:p>
            <a:r>
              <a:rPr lang="fr-FR" sz="800"/>
              <a:t>La navigation annoncée dans l’application ACU est valable dans ce parcours comme dans toutes les applications GP, à savoir: Réécouter tapez 0, Retour au menu précédent tapez *, Revenir à l’accueil tapez #</a:t>
            </a:r>
          </a:p>
          <a:p>
            <a:r>
              <a:rPr lang="fr-FR" sz="800"/>
              <a:t>0 : rejoue SOUS MENU PRO MOB 2</a:t>
            </a:r>
          </a:p>
          <a:p>
            <a:r>
              <a:rPr lang="fr-FR" sz="800"/>
              <a:t>* : rejoue ABO MENU PRO SIRENE</a:t>
            </a:r>
          </a:p>
          <a:p>
            <a:r>
              <a:rPr lang="fr-FR" sz="800"/>
              <a:t># : rejoue ABO MENU AUTREDAC</a:t>
            </a:r>
          </a:p>
          <a:p>
            <a:endParaRPr lang="fr-FR" sz="800"/>
          </a:p>
          <a:p>
            <a:endParaRPr lang="fr-FR" sz="800"/>
          </a:p>
        </p:txBody>
      </p:sp>
      <p:sp>
        <p:nvSpPr>
          <p:cNvPr id="31748"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EC818299-69D6-4BE8-9494-29AB5A89A8E6}" type="slidenum">
              <a:rPr lang="fr-FR" smtClean="0">
                <a:latin typeface="Times New Roman" pitchFamily="18" charset="0"/>
              </a:rPr>
              <a:pPr/>
              <a:t>26</a:t>
            </a:fld>
            <a:endParaRPr lang="fr-FR">
              <a:latin typeface="Times New Roman" pitchFamily="18" charset="0"/>
            </a:endParaRPr>
          </a:p>
        </p:txBody>
      </p:sp>
    </p:spTree>
    <p:extLst>
      <p:ext uri="{BB962C8B-B14F-4D97-AF65-F5344CB8AC3E}">
        <p14:creationId xmlns:p14="http://schemas.microsoft.com/office/powerpoint/2010/main" val="3382706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27</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178535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28</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897769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29</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13395027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ce réservé de l'image des diapositives 1"/>
          <p:cNvSpPr>
            <a:spLocks noGrp="1" noRot="1" noChangeAspect="1" noTextEdit="1"/>
          </p:cNvSpPr>
          <p:nvPr>
            <p:ph type="sldImg"/>
          </p:nvPr>
        </p:nvSpPr>
        <p:spPr>
          <a:ln/>
        </p:spPr>
      </p:sp>
      <p:sp>
        <p:nvSpPr>
          <p:cNvPr id="31747" name="Espace réservé des commentaires 2"/>
          <p:cNvSpPr>
            <a:spLocks noGrp="1"/>
          </p:cNvSpPr>
          <p:nvPr>
            <p:ph type="body" idx="1"/>
          </p:nvPr>
        </p:nvSpPr>
        <p:spPr>
          <a:noFill/>
        </p:spPr>
        <p:txBody>
          <a:bodyPr/>
          <a:lstStyle/>
          <a:p>
            <a:r>
              <a:rPr lang="fr-FR" sz="800" u="sng"/>
              <a:t>Modifications :</a:t>
            </a:r>
          </a:p>
          <a:p>
            <a:endParaRPr lang="fr-FR" sz="800" u="sng"/>
          </a:p>
          <a:p>
            <a:r>
              <a:rPr lang="fr-FR" sz="800" u="sng"/>
              <a:t>Commentaires DNI (26/03/2012) :</a:t>
            </a:r>
          </a:p>
          <a:p>
            <a:r>
              <a:rPr lang="fr-FR" sz="800"/>
              <a:t>Ajout d’un sous-menu activable derrière le choix 3</a:t>
            </a:r>
          </a:p>
          <a:p>
            <a:endParaRPr lang="fr-FR" sz="800"/>
          </a:p>
          <a:p>
            <a:r>
              <a:rPr lang="fr-FR" sz="800"/>
              <a:t>La navigation annoncée dans l’application ACU est valable dans ce parcours comme dans toutes les applications GP, à savoir: Réécouter tapez 0, Retour au menu précédent tapez *, Revenir à l’accueil tapez #</a:t>
            </a:r>
          </a:p>
          <a:p>
            <a:r>
              <a:rPr lang="fr-FR" sz="800"/>
              <a:t>0 : rejoue SOUS MENU PRO MOB 2</a:t>
            </a:r>
          </a:p>
          <a:p>
            <a:r>
              <a:rPr lang="fr-FR" sz="800"/>
              <a:t>* : rejoue ABO MENU PRO SIRENE</a:t>
            </a:r>
          </a:p>
          <a:p>
            <a:r>
              <a:rPr lang="fr-FR" sz="800"/>
              <a:t># : rejoue ABO MENU AUTREDAC</a:t>
            </a:r>
          </a:p>
          <a:p>
            <a:endParaRPr lang="fr-FR" sz="800"/>
          </a:p>
          <a:p>
            <a:endParaRPr lang="fr-FR" sz="800"/>
          </a:p>
        </p:txBody>
      </p:sp>
      <p:sp>
        <p:nvSpPr>
          <p:cNvPr id="31748"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EC818299-69D6-4BE8-9494-29AB5A89A8E6}" type="slidenum">
              <a:rPr lang="fr-FR" smtClean="0">
                <a:latin typeface="Times New Roman" pitchFamily="18" charset="0"/>
              </a:rPr>
              <a:pPr/>
              <a:t>30</a:t>
            </a:fld>
            <a:endParaRPr lang="fr-FR">
              <a:latin typeface="Times New Roman" pitchFamily="18" charset="0"/>
            </a:endParaRPr>
          </a:p>
        </p:txBody>
      </p:sp>
    </p:spTree>
    <p:extLst>
      <p:ext uri="{BB962C8B-B14F-4D97-AF65-F5344CB8AC3E}">
        <p14:creationId xmlns:p14="http://schemas.microsoft.com/office/powerpoint/2010/main" val="3262681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31</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rPr>
              <a:t>Support Technique en cours SFR PRO</a:t>
            </a:r>
            <a:r>
              <a:rPr lang="fr-FR" b="1">
                <a:ea typeface="ＭＳ Ｐゴシック" charset="-128"/>
                <a:cs typeface="+mn-cs"/>
              </a:rPr>
              <a:t>»</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identification est faite sur le NDI du client</a:t>
            </a:r>
          </a:p>
          <a:p>
            <a:pPr lvl="2">
              <a:defRPr/>
            </a:pPr>
            <a:r>
              <a:rPr lang="fr-FR" sz="1000">
                <a:ea typeface="ＭＳ Ｐゴシック" charset="-128"/>
              </a:rPr>
              <a:t>Le fichier ETL SVI_HLI_ST_Ouvert_ou_En_cours.csv contient la liste des clients ayant un support technique au STC.</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appel est éligible au BeB SFR PRO si le filtre est activé,</a:t>
            </a:r>
          </a:p>
          <a:p>
            <a:pPr lvl="2">
              <a:defRPr/>
            </a:pPr>
            <a:endParaRPr lang="fr-FR" sz="1000" b="1">
              <a:ea typeface="ＭＳ Ｐゴシック" charset="-128"/>
            </a:endParaRPr>
          </a:p>
          <a:p>
            <a:pPr lvl="2">
              <a:defRPr/>
            </a:pPr>
            <a:endParaRPr lang="fr-FR" sz="1000" b="1">
              <a:ea typeface="ＭＳ Ｐゴシック" charset="-128"/>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rPr>
              <a:t>En fonction des horaires définis dans l</a:t>
            </a:r>
            <a:r>
              <a:rPr lang="fr-FR" altLang="fr-FR" sz="1000">
                <a:ea typeface="ＭＳ Ｐゴシック" charset="-128"/>
              </a:rPr>
              <a:t>’</a:t>
            </a:r>
            <a:r>
              <a:rPr lang="fr-FR" sz="1000">
                <a:ea typeface="ＭＳ Ｐゴシック" charset="-128"/>
              </a:rPr>
              <a:t>onglet IRIS pour chaque position</a:t>
            </a:r>
          </a:p>
          <a:p>
            <a:pPr lvl="2">
              <a:defRPr/>
            </a:pPr>
            <a:endParaRPr lang="fr-FR" sz="1000">
              <a:ea typeface="ＭＳ Ｐゴシック" charset="-128"/>
            </a:endParaRPr>
          </a:p>
          <a:p>
            <a:pPr lvl="2">
              <a:defRPr/>
            </a:pPr>
            <a:endParaRPr lang="fr-FR" sz="1000">
              <a:ea typeface="ＭＳ Ｐゴシック" charset="-128"/>
            </a:endParaRPr>
          </a:p>
          <a:p>
            <a:pPr lvl="2">
              <a:defRPr/>
            </a:pPr>
            <a:r>
              <a:rPr lang="fr-FR" sz="1000">
                <a:ea typeface="ＭＳ Ｐゴシック" charset="-128"/>
              </a:rPr>
              <a:t>L’identification des clients </a:t>
            </a:r>
            <a:r>
              <a:rPr lang="fr-FR" sz="1000" err="1">
                <a:ea typeface="ＭＳ Ｐゴシック" charset="-128"/>
              </a:rPr>
              <a:t>tropicana</a:t>
            </a:r>
            <a:r>
              <a:rPr lang="fr-FR" sz="1000">
                <a:ea typeface="ＭＳ Ｐゴシック" charset="-128"/>
              </a:rPr>
              <a:t> se fera uniquement sur SAFIR (OFFRE=SCPF)</a:t>
            </a: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a:buFontTx/>
              <a:buChar char="-"/>
              <a:defRPr/>
            </a:pPr>
            <a:endParaRPr lang="fr-FR" sz="1000">
              <a:ea typeface="ＭＳ Ｐゴシック" charset="-128"/>
              <a:sym typeface="Wingdings" pitchFamily="2" charset="2"/>
            </a:endParaRPr>
          </a:p>
          <a:p>
            <a:pPr>
              <a:defRPr/>
            </a:pPr>
            <a:endParaRPr lang="fr-FR" sz="1000">
              <a:ea typeface="ＭＳ Ｐゴシック" charset="-128"/>
            </a:endParaRPr>
          </a:p>
          <a:p>
            <a:pPr>
              <a:defRPr/>
            </a:pPr>
            <a:endParaRPr lang="fr-FR" sz="1000">
              <a:ea typeface="ＭＳ Ｐゴシック" charset="-128"/>
            </a:endParaRPr>
          </a:p>
        </p:txBody>
      </p:sp>
    </p:spTree>
    <p:extLst>
      <p:ext uri="{BB962C8B-B14F-4D97-AF65-F5344CB8AC3E}">
        <p14:creationId xmlns:p14="http://schemas.microsoft.com/office/powerpoint/2010/main" val="3230018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32</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805518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33</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36021415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p:spPr>
      </p:sp>
      <p:sp>
        <p:nvSpPr>
          <p:cNvPr id="47107" name="Espace réservé des commentaires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ea typeface="ＭＳ Ｐゴシック" pitchFamily="1" charset="-128"/>
            </a:endParaRPr>
          </a:p>
          <a:p>
            <a:r>
              <a:rPr lang="fr-FR" err="1">
                <a:ea typeface="ＭＳ Ｐゴシック" pitchFamily="1" charset="-128"/>
              </a:rPr>
              <a:t>Reco</a:t>
            </a:r>
            <a:r>
              <a:rPr lang="fr-FR">
                <a:ea typeface="ＭＳ Ｐゴシック" pitchFamily="1" charset="-128"/>
              </a:rPr>
              <a:t> « Dossier SFR Solution en base ? » se fait sur l</a:t>
            </a:r>
            <a:r>
              <a:rPr lang="fr-FR" altLang="fr-FR">
                <a:ea typeface="ＭＳ Ｐゴシック" pitchFamily="1" charset="-128"/>
              </a:rPr>
              <a:t>’</a:t>
            </a:r>
            <a:r>
              <a:rPr lang="fr-FR">
                <a:ea typeface="ＭＳ Ｐゴシック" pitchFamily="1" charset="-128"/>
              </a:rPr>
              <a:t>ID SIEBEL.</a:t>
            </a:r>
          </a:p>
        </p:txBody>
      </p:sp>
      <p:sp>
        <p:nvSpPr>
          <p:cNvPr id="47108" name="Espace réservé du numéro de diapositive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481" eaLnBrk="0" hangingPunct="0">
              <a:defRPr>
                <a:solidFill>
                  <a:schemeClr val="tx1"/>
                </a:solidFill>
                <a:latin typeface="Arial" charset="0"/>
                <a:ea typeface="ＭＳ Ｐゴシック" pitchFamily="1" charset="-128"/>
              </a:defRPr>
            </a:lvl1pPr>
            <a:lvl2pPr marL="772144" indent="-296978" defTabSz="968481" eaLnBrk="0" hangingPunct="0">
              <a:defRPr>
                <a:solidFill>
                  <a:schemeClr val="tx1"/>
                </a:solidFill>
                <a:latin typeface="Arial" charset="0"/>
                <a:ea typeface="ＭＳ Ｐゴシック" pitchFamily="1" charset="-128"/>
              </a:defRPr>
            </a:lvl2pPr>
            <a:lvl3pPr marL="1187914" indent="-237582" defTabSz="968481" eaLnBrk="0" hangingPunct="0">
              <a:defRPr>
                <a:solidFill>
                  <a:schemeClr val="tx1"/>
                </a:solidFill>
                <a:latin typeface="Arial" charset="0"/>
                <a:ea typeface="ＭＳ Ｐゴシック" pitchFamily="1" charset="-128"/>
              </a:defRPr>
            </a:lvl3pPr>
            <a:lvl4pPr marL="1663080" indent="-237582" defTabSz="968481" eaLnBrk="0" hangingPunct="0">
              <a:defRPr>
                <a:solidFill>
                  <a:schemeClr val="tx1"/>
                </a:solidFill>
                <a:latin typeface="Arial" charset="0"/>
                <a:ea typeface="ＭＳ Ｐゴシック" pitchFamily="1" charset="-128"/>
              </a:defRPr>
            </a:lvl4pPr>
            <a:lvl5pPr marL="2138245" indent="-237582" defTabSz="968481" eaLnBrk="0" hangingPunct="0">
              <a:defRPr>
                <a:solidFill>
                  <a:schemeClr val="tx1"/>
                </a:solidFill>
                <a:latin typeface="Arial" charset="0"/>
                <a:ea typeface="ＭＳ Ｐゴシック" pitchFamily="1" charset="-128"/>
              </a:defRPr>
            </a:lvl5pPr>
            <a:lvl6pPr marL="2613411" indent="-237582" defTabSz="968481" eaLnBrk="0" fontAlgn="base" hangingPunct="0">
              <a:spcBef>
                <a:spcPct val="0"/>
              </a:spcBef>
              <a:spcAft>
                <a:spcPct val="0"/>
              </a:spcAft>
              <a:defRPr>
                <a:solidFill>
                  <a:schemeClr val="tx1"/>
                </a:solidFill>
                <a:latin typeface="Arial" charset="0"/>
                <a:ea typeface="ＭＳ Ｐゴシック" pitchFamily="1" charset="-128"/>
              </a:defRPr>
            </a:lvl6pPr>
            <a:lvl7pPr marL="3088576" indent="-237582" defTabSz="968481" eaLnBrk="0" fontAlgn="base" hangingPunct="0">
              <a:spcBef>
                <a:spcPct val="0"/>
              </a:spcBef>
              <a:spcAft>
                <a:spcPct val="0"/>
              </a:spcAft>
              <a:defRPr>
                <a:solidFill>
                  <a:schemeClr val="tx1"/>
                </a:solidFill>
                <a:latin typeface="Arial" charset="0"/>
                <a:ea typeface="ＭＳ Ｐゴシック" pitchFamily="1" charset="-128"/>
              </a:defRPr>
            </a:lvl7pPr>
            <a:lvl8pPr marL="3563743" indent="-237582" defTabSz="968481" eaLnBrk="0" fontAlgn="base" hangingPunct="0">
              <a:spcBef>
                <a:spcPct val="0"/>
              </a:spcBef>
              <a:spcAft>
                <a:spcPct val="0"/>
              </a:spcAft>
              <a:defRPr>
                <a:solidFill>
                  <a:schemeClr val="tx1"/>
                </a:solidFill>
                <a:latin typeface="Arial" charset="0"/>
                <a:ea typeface="ＭＳ Ｐゴシック" pitchFamily="1" charset="-128"/>
              </a:defRPr>
            </a:lvl8pPr>
            <a:lvl9pPr marL="4038908" indent="-237582" defTabSz="968481" eaLnBrk="0" fontAlgn="base" hangingPunct="0">
              <a:spcBef>
                <a:spcPct val="0"/>
              </a:spcBef>
              <a:spcAft>
                <a:spcPct val="0"/>
              </a:spcAft>
              <a:defRPr>
                <a:solidFill>
                  <a:schemeClr val="tx1"/>
                </a:solidFill>
                <a:latin typeface="Arial" charset="0"/>
                <a:ea typeface="ＭＳ Ｐゴシック" pitchFamily="1" charset="-128"/>
              </a:defRPr>
            </a:lvl9pPr>
          </a:lstStyle>
          <a:p>
            <a:fld id="{6807F508-F019-4053-931D-21F6708EE25F}" type="slidenum">
              <a:rPr lang="fr-FR" smtClean="0">
                <a:solidFill>
                  <a:prstClr val="black"/>
                </a:solidFill>
                <a:latin typeface="Times New Roman" pitchFamily="18" charset="0"/>
              </a:rPr>
              <a:pPr/>
              <a:t>34</a:t>
            </a:fld>
            <a:endParaRPr lang="fr-FR">
              <a:solidFill>
                <a:prstClr val="black"/>
              </a:solidFill>
              <a:latin typeface="Times New Roman" pitchFamily="18" charset="0"/>
            </a:endParaRPr>
          </a:p>
        </p:txBody>
      </p:sp>
    </p:spTree>
    <p:extLst>
      <p:ext uri="{BB962C8B-B14F-4D97-AF65-F5344CB8AC3E}">
        <p14:creationId xmlns:p14="http://schemas.microsoft.com/office/powerpoint/2010/main" val="28242529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35</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rPr>
              <a:t>Support Technique en cours SFR PRO</a:t>
            </a:r>
            <a:r>
              <a:rPr lang="fr-FR" b="1">
                <a:ea typeface="ＭＳ Ｐゴシック" charset="-128"/>
                <a:cs typeface="+mn-cs"/>
              </a:rPr>
              <a:t>»</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identification est faite sur le NDI du client</a:t>
            </a:r>
          </a:p>
          <a:p>
            <a:pPr lvl="2">
              <a:defRPr/>
            </a:pPr>
            <a:r>
              <a:rPr lang="fr-FR" sz="1000">
                <a:ea typeface="ＭＳ Ｐゴシック" charset="-128"/>
              </a:rPr>
              <a:t>Le fichier ETL SVI_HLI_ST_Ouvert_ou_En_cours.csv contient la liste des clients ayant un support technique au STC.</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appel est éligible au BeB SFR PRO si le filtre est activé,</a:t>
            </a:r>
          </a:p>
          <a:p>
            <a:pPr lvl="2">
              <a:defRPr/>
            </a:pPr>
            <a:endParaRPr lang="fr-FR" sz="1000" b="1">
              <a:ea typeface="ＭＳ Ｐゴシック" charset="-128"/>
            </a:endParaRPr>
          </a:p>
          <a:p>
            <a:pPr lvl="2">
              <a:defRPr/>
            </a:pPr>
            <a:endParaRPr lang="fr-FR" sz="1000" b="1">
              <a:ea typeface="ＭＳ Ｐゴシック" charset="-128"/>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rPr>
              <a:t>En fonction des horaires définis dans l</a:t>
            </a:r>
            <a:r>
              <a:rPr lang="fr-FR" altLang="fr-FR" sz="1000">
                <a:ea typeface="ＭＳ Ｐゴシック" charset="-128"/>
              </a:rPr>
              <a:t>’</a:t>
            </a:r>
            <a:r>
              <a:rPr lang="fr-FR" sz="1000">
                <a:ea typeface="ＭＳ Ｐゴシック" charset="-128"/>
              </a:rPr>
              <a:t>onglet IRIS pour chaque position</a:t>
            </a:r>
          </a:p>
          <a:p>
            <a:pPr lvl="2">
              <a:defRPr/>
            </a:pPr>
            <a:endParaRPr lang="fr-FR" sz="1000">
              <a:ea typeface="ＭＳ Ｐゴシック" charset="-128"/>
            </a:endParaRPr>
          </a:p>
          <a:p>
            <a:pPr lvl="2">
              <a:defRPr/>
            </a:pPr>
            <a:endParaRPr lang="fr-FR" sz="1000">
              <a:ea typeface="ＭＳ Ｐゴシック" charset="-128"/>
            </a:endParaRPr>
          </a:p>
          <a:p>
            <a:pPr lvl="2">
              <a:defRPr/>
            </a:pPr>
            <a:r>
              <a:rPr lang="fr-FR" sz="1000">
                <a:ea typeface="ＭＳ Ｐゴシック" charset="-128"/>
              </a:rPr>
              <a:t>L’identification des clients </a:t>
            </a:r>
            <a:r>
              <a:rPr lang="fr-FR" sz="1000" err="1">
                <a:ea typeface="ＭＳ Ｐゴシック" charset="-128"/>
              </a:rPr>
              <a:t>tropicana</a:t>
            </a:r>
            <a:r>
              <a:rPr lang="fr-FR" sz="1000">
                <a:ea typeface="ＭＳ Ｐゴシック" charset="-128"/>
              </a:rPr>
              <a:t> se fera uniquement sur SAFIR (OFFRE=SCPF)</a:t>
            </a: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a:buFontTx/>
              <a:buChar char="-"/>
              <a:defRPr/>
            </a:pPr>
            <a:endParaRPr lang="fr-FR" sz="1000">
              <a:ea typeface="ＭＳ Ｐゴシック" charset="-128"/>
              <a:sym typeface="Wingdings" pitchFamily="2" charset="2"/>
            </a:endParaRPr>
          </a:p>
          <a:p>
            <a:pPr>
              <a:defRPr/>
            </a:pPr>
            <a:endParaRPr lang="fr-FR" sz="1000">
              <a:ea typeface="ＭＳ Ｐゴシック" charset="-128"/>
            </a:endParaRPr>
          </a:p>
          <a:p>
            <a:pPr>
              <a:defRPr/>
            </a:pPr>
            <a:endParaRPr lang="fr-FR" sz="1000">
              <a:ea typeface="ＭＳ Ｐゴシック" charset="-128"/>
            </a:endParaRPr>
          </a:p>
        </p:txBody>
      </p:sp>
    </p:spTree>
    <p:extLst>
      <p:ext uri="{BB962C8B-B14F-4D97-AF65-F5344CB8AC3E}">
        <p14:creationId xmlns:p14="http://schemas.microsoft.com/office/powerpoint/2010/main" val="725657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248" eaLnBrk="0" hangingPunct="0">
              <a:defRPr>
                <a:solidFill>
                  <a:schemeClr val="tx1"/>
                </a:solidFill>
                <a:latin typeface="Arial" charset="0"/>
                <a:ea typeface="ＭＳ Ｐゴシック" pitchFamily="1" charset="-128"/>
              </a:defRPr>
            </a:lvl1pPr>
            <a:lvl2pPr marL="771956" indent="-296906" defTabSz="968248" eaLnBrk="0" hangingPunct="0">
              <a:defRPr>
                <a:solidFill>
                  <a:schemeClr val="tx1"/>
                </a:solidFill>
                <a:latin typeface="Arial" charset="0"/>
                <a:ea typeface="ＭＳ Ｐゴシック" pitchFamily="1" charset="-128"/>
              </a:defRPr>
            </a:lvl2pPr>
            <a:lvl3pPr marL="1187628" indent="-237524" defTabSz="968248" eaLnBrk="0" hangingPunct="0">
              <a:defRPr>
                <a:solidFill>
                  <a:schemeClr val="tx1"/>
                </a:solidFill>
                <a:latin typeface="Arial" charset="0"/>
                <a:ea typeface="ＭＳ Ｐゴシック" pitchFamily="1" charset="-128"/>
              </a:defRPr>
            </a:lvl3pPr>
            <a:lvl4pPr marL="1662678" indent="-237524" defTabSz="968248" eaLnBrk="0" hangingPunct="0">
              <a:defRPr>
                <a:solidFill>
                  <a:schemeClr val="tx1"/>
                </a:solidFill>
                <a:latin typeface="Arial" charset="0"/>
                <a:ea typeface="ＭＳ Ｐゴシック" pitchFamily="1" charset="-128"/>
              </a:defRPr>
            </a:lvl4pPr>
            <a:lvl5pPr marL="2137729" indent="-237524" defTabSz="968248" eaLnBrk="0" hangingPunct="0">
              <a:defRPr>
                <a:solidFill>
                  <a:schemeClr val="tx1"/>
                </a:solidFill>
                <a:latin typeface="Arial" charset="0"/>
                <a:ea typeface="ＭＳ Ｐゴシック" pitchFamily="1" charset="-128"/>
              </a:defRPr>
            </a:lvl5pPr>
            <a:lvl6pPr marL="2612780" indent="-237524" defTabSz="968248" eaLnBrk="0" fontAlgn="base" hangingPunct="0">
              <a:spcBef>
                <a:spcPct val="0"/>
              </a:spcBef>
              <a:spcAft>
                <a:spcPct val="0"/>
              </a:spcAft>
              <a:defRPr>
                <a:solidFill>
                  <a:schemeClr val="tx1"/>
                </a:solidFill>
                <a:latin typeface="Arial" charset="0"/>
                <a:ea typeface="ＭＳ Ｐゴシック" pitchFamily="1" charset="-128"/>
              </a:defRPr>
            </a:lvl6pPr>
            <a:lvl7pPr marL="3087832" indent="-237524" defTabSz="968248" eaLnBrk="0" fontAlgn="base" hangingPunct="0">
              <a:spcBef>
                <a:spcPct val="0"/>
              </a:spcBef>
              <a:spcAft>
                <a:spcPct val="0"/>
              </a:spcAft>
              <a:defRPr>
                <a:solidFill>
                  <a:schemeClr val="tx1"/>
                </a:solidFill>
                <a:latin typeface="Arial" charset="0"/>
                <a:ea typeface="ＭＳ Ｐゴシック" pitchFamily="1" charset="-128"/>
              </a:defRPr>
            </a:lvl7pPr>
            <a:lvl8pPr marL="3562884" indent="-237524" defTabSz="968248" eaLnBrk="0" fontAlgn="base" hangingPunct="0">
              <a:spcBef>
                <a:spcPct val="0"/>
              </a:spcBef>
              <a:spcAft>
                <a:spcPct val="0"/>
              </a:spcAft>
              <a:defRPr>
                <a:solidFill>
                  <a:schemeClr val="tx1"/>
                </a:solidFill>
                <a:latin typeface="Arial" charset="0"/>
                <a:ea typeface="ＭＳ Ｐゴシック" pitchFamily="1" charset="-128"/>
              </a:defRPr>
            </a:lvl8pPr>
            <a:lvl9pPr marL="4037933" indent="-237524" defTabSz="968248" eaLnBrk="0" fontAlgn="base" hangingPunct="0">
              <a:spcBef>
                <a:spcPct val="0"/>
              </a:spcBef>
              <a:spcAft>
                <a:spcPct val="0"/>
              </a:spcAft>
              <a:defRPr>
                <a:solidFill>
                  <a:schemeClr val="tx1"/>
                </a:solidFill>
                <a:latin typeface="Arial" charset="0"/>
                <a:ea typeface="ＭＳ Ｐゴシック" pitchFamily="1" charset="-128"/>
              </a:defRPr>
            </a:lvl9pPr>
          </a:lstStyle>
          <a:p>
            <a:fld id="{1627CB2E-206D-4FBA-ABBE-3725A707EC39}" type="slidenum">
              <a:rPr lang="fr-FR" smtClean="0">
                <a:latin typeface="Times New Roman" pitchFamily="18" charset="0"/>
              </a:rPr>
              <a:pPr/>
              <a:t>36</a:t>
            </a:fld>
            <a:endParaRPr lang="fr-FR">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p:txBody>
          <a:bodyPr/>
          <a:lstStyle/>
          <a:p>
            <a:pPr>
              <a:defRPr/>
            </a:pPr>
            <a:r>
              <a:rPr lang="fr-FR" u="sng">
                <a:ea typeface="ＭＳ Ｐゴシック" charset="-128"/>
                <a:cs typeface="+mn-cs"/>
              </a:rPr>
              <a:t>Commentaires SFR SC :</a:t>
            </a:r>
          </a:p>
          <a:p>
            <a:pPr>
              <a:defRPr/>
            </a:pPr>
            <a:r>
              <a:rPr lang="fr-FR">
                <a:ea typeface="ＭＳ Ｐゴシック" charset="-128"/>
                <a:cs typeface="+mn-cs"/>
              </a:rPr>
              <a:t>Bout en Bout SFR PRO</a:t>
            </a:r>
          </a:p>
          <a:p>
            <a:pPr>
              <a:defRPr/>
            </a:pPr>
            <a:r>
              <a:rPr lang="fr-FR" b="1">
                <a:ea typeface="ＭＳ Ｐゴシック" charset="-128"/>
                <a:cs typeface="+mn-cs"/>
              </a:rPr>
              <a:t>Filtre « </a:t>
            </a:r>
            <a:r>
              <a:rPr lang="fr-FR" sz="900" b="1">
                <a:ea typeface="ＭＳ Ｐゴシック" charset="-128"/>
              </a:rPr>
              <a:t>Support Technique en cours SFR PRO</a:t>
            </a:r>
            <a:r>
              <a:rPr lang="fr-FR" b="1">
                <a:ea typeface="ＭＳ Ｐゴシック" charset="-128"/>
                <a:cs typeface="+mn-cs"/>
              </a:rPr>
              <a:t>»</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identification est faite sur le NDI du client</a:t>
            </a:r>
          </a:p>
          <a:p>
            <a:pPr lvl="2">
              <a:defRPr/>
            </a:pPr>
            <a:r>
              <a:rPr lang="fr-FR" sz="1000">
                <a:ea typeface="ＭＳ Ｐゴシック" charset="-128"/>
              </a:rPr>
              <a:t>Le fichier ETL SVI_HLI_ST_Ouvert_ou_En_cours.csv contient la liste des clients ayant un support technique au STC.</a:t>
            </a:r>
          </a:p>
          <a:p>
            <a:pPr lvl="2">
              <a:defRPr/>
            </a:pPr>
            <a:r>
              <a:rPr lang="fr-FR" sz="1000">
                <a:ea typeface="ＭＳ Ｐゴシック" charset="-128"/>
              </a:rPr>
              <a:t>L</a:t>
            </a:r>
            <a:r>
              <a:rPr lang="fr-FR" altLang="fr-FR" sz="1000">
                <a:ea typeface="ＭＳ Ｐゴシック" charset="-128"/>
              </a:rPr>
              <a:t>’</a:t>
            </a:r>
            <a:r>
              <a:rPr lang="fr-FR" sz="1000">
                <a:ea typeface="ＭＳ Ｐゴシック" charset="-128"/>
              </a:rPr>
              <a:t>appel est éligible au BeB SFR PRO si le filtre est activé,</a:t>
            </a:r>
          </a:p>
          <a:p>
            <a:pPr lvl="2">
              <a:defRPr/>
            </a:pPr>
            <a:endParaRPr lang="fr-FR" sz="1000" b="1">
              <a:ea typeface="ＭＳ Ｐゴシック" charset="-128"/>
            </a:endParaRPr>
          </a:p>
          <a:p>
            <a:pPr lvl="2">
              <a:defRPr/>
            </a:pPr>
            <a:endParaRPr lang="fr-FR" sz="1000" b="1">
              <a:ea typeface="ＭＳ Ｐゴシック" charset="-128"/>
            </a:endParaRPr>
          </a:p>
          <a:p>
            <a:pPr lvl="2">
              <a:defRPr/>
            </a:pPr>
            <a:r>
              <a:rPr lang="fr-FR" b="1">
                <a:ea typeface="ＭＳ Ｐゴシック" charset="-128"/>
                <a:cs typeface="+mn-cs"/>
              </a:rPr>
              <a:t>Filtre « HO/HNO</a:t>
            </a:r>
            <a:r>
              <a:rPr lang="fr-FR">
                <a:ea typeface="ＭＳ Ｐゴシック" charset="-128"/>
                <a:cs typeface="+mn-cs"/>
              </a:rPr>
              <a:t> »</a:t>
            </a:r>
          </a:p>
          <a:p>
            <a:pPr lvl="2">
              <a:defRPr/>
            </a:pPr>
            <a:r>
              <a:rPr lang="fr-FR" sz="1000">
                <a:ea typeface="ＭＳ Ｐゴシック" charset="-128"/>
              </a:rPr>
              <a:t>En fonction des horaires définis dans l</a:t>
            </a:r>
            <a:r>
              <a:rPr lang="fr-FR" altLang="fr-FR" sz="1000">
                <a:ea typeface="ＭＳ Ｐゴシック" charset="-128"/>
              </a:rPr>
              <a:t>’</a:t>
            </a:r>
            <a:r>
              <a:rPr lang="fr-FR" sz="1000">
                <a:ea typeface="ＭＳ Ｐゴシック" charset="-128"/>
              </a:rPr>
              <a:t>onglet IRIS pour chaque position</a:t>
            </a:r>
          </a:p>
          <a:p>
            <a:pPr lvl="2">
              <a:defRPr/>
            </a:pPr>
            <a:endParaRPr lang="fr-FR" sz="1000">
              <a:ea typeface="ＭＳ Ｐゴシック" charset="-128"/>
            </a:endParaRPr>
          </a:p>
          <a:p>
            <a:pPr lvl="2">
              <a:defRPr/>
            </a:pPr>
            <a:endParaRPr lang="fr-FR" sz="1000">
              <a:ea typeface="ＭＳ Ｐゴシック" charset="-128"/>
            </a:endParaRPr>
          </a:p>
          <a:p>
            <a:pPr lvl="2">
              <a:defRPr/>
            </a:pPr>
            <a:r>
              <a:rPr lang="fr-FR" sz="1000">
                <a:ea typeface="ＭＳ Ｐゴシック" charset="-128"/>
              </a:rPr>
              <a:t>L’identification des clients </a:t>
            </a:r>
            <a:r>
              <a:rPr lang="fr-FR" sz="1000" err="1">
                <a:ea typeface="ＭＳ Ｐゴシック" charset="-128"/>
              </a:rPr>
              <a:t>tropicana</a:t>
            </a:r>
            <a:r>
              <a:rPr lang="fr-FR" sz="1000">
                <a:ea typeface="ＭＳ Ｐゴシック" charset="-128"/>
              </a:rPr>
              <a:t> se fera uniquement sur SAFIR (OFFRE=SCPF)</a:t>
            </a: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lvl="2">
              <a:defRPr/>
            </a:pPr>
            <a:endParaRPr lang="fr-FR" sz="1000">
              <a:ea typeface="ＭＳ Ｐゴシック" charset="-128"/>
            </a:endParaRPr>
          </a:p>
          <a:p>
            <a:pPr>
              <a:buFontTx/>
              <a:buChar char="-"/>
              <a:defRPr/>
            </a:pPr>
            <a:endParaRPr lang="fr-FR" sz="1000">
              <a:ea typeface="ＭＳ Ｐゴシック" charset="-128"/>
              <a:sym typeface="Wingdings" pitchFamily="2" charset="2"/>
            </a:endParaRPr>
          </a:p>
          <a:p>
            <a:pPr>
              <a:defRPr/>
            </a:pPr>
            <a:endParaRPr lang="fr-FR" sz="1000">
              <a:ea typeface="ＭＳ Ｐゴシック" charset="-128"/>
            </a:endParaRPr>
          </a:p>
          <a:p>
            <a:pPr>
              <a:defRPr/>
            </a:pPr>
            <a:endParaRPr lang="fr-FR" sz="1000">
              <a:ea typeface="ＭＳ Ｐゴシック" charset="-128"/>
            </a:endParaRPr>
          </a:p>
        </p:txBody>
      </p:sp>
    </p:spTree>
    <p:extLst>
      <p:ext uri="{BB962C8B-B14F-4D97-AF65-F5344CB8AC3E}">
        <p14:creationId xmlns:p14="http://schemas.microsoft.com/office/powerpoint/2010/main" val="2949294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p:spPr>
        <p:txBody>
          <a:bodyPr/>
          <a:lstStyle/>
          <a:p>
            <a:r>
              <a:rPr lang="fr-FR" sz="800" u="sng">
                <a:solidFill>
                  <a:srgbClr val="FF0000"/>
                </a:solidFill>
              </a:rPr>
              <a:t>Modifications : DNI le 19/04/2012</a:t>
            </a:r>
          </a:p>
          <a:p>
            <a:r>
              <a:rPr lang="fr-FR" sz="800">
                <a:solidFill>
                  <a:srgbClr val="FF0000"/>
                </a:solidFill>
              </a:rPr>
              <a:t>Renommage de la page : HNO GP</a:t>
            </a:r>
          </a:p>
          <a:p>
            <a:endParaRPr lang="fr-FR" sz="800" u="sng"/>
          </a:p>
          <a:p>
            <a:r>
              <a:rPr lang="fr-FR" sz="800" u="sng"/>
              <a:t>Commentaires SFR SC :</a:t>
            </a:r>
          </a:p>
          <a:p>
            <a:pPr>
              <a:buFontTx/>
              <a:buChar char="-"/>
            </a:pPr>
            <a:r>
              <a:rPr lang="fr-FR" sz="800"/>
              <a:t>HO/HNO spécifique pour choix 3. (jour = dimanche et heure entre 7h et 22h)</a:t>
            </a:r>
          </a:p>
          <a:p>
            <a:endParaRPr lang="fr-FR" sz="800"/>
          </a:p>
          <a:p>
            <a:r>
              <a:rPr lang="fr-FR" sz="800" u="sng"/>
              <a:t>Commentaires SFR BUSH – SFD :</a:t>
            </a:r>
            <a:endParaRPr lang="fr-FR" sz="800"/>
          </a:p>
          <a:p>
            <a:pPr>
              <a:buFontTx/>
              <a:buChar char="-"/>
            </a:pPr>
            <a:r>
              <a:rPr lang="fr-FR" sz="800" u="sng"/>
              <a:t>Filtre – « Si Dimanche et Horaires Jour » :</a:t>
            </a:r>
            <a:r>
              <a:rPr lang="fr-FR" sz="800"/>
              <a:t> valide si « Jour = Dimanche » et « Heure entre 7h00 et 22h00 »</a:t>
            </a:r>
          </a:p>
          <a:p>
            <a:pPr>
              <a:buFontTx/>
              <a:buChar char="-"/>
            </a:pPr>
            <a:r>
              <a:rPr lang="fr-FR" sz="800" u="sng">
                <a:sym typeface="Wingdings" pitchFamily="2" charset="2"/>
              </a:rPr>
              <a:t>Filtre – « Actif ? » :</a:t>
            </a:r>
            <a:r>
              <a:rPr lang="fr-FR" sz="800">
                <a:sym typeface="Wingdings" pitchFamily="2" charset="2"/>
              </a:rPr>
              <a:t> </a:t>
            </a:r>
            <a:r>
              <a:rPr lang="fr-FR" sz="800"/>
              <a:t>valide </a:t>
            </a:r>
            <a:r>
              <a:rPr lang="fr-FR" sz="800">
                <a:sym typeface="Wingdings" pitchFamily="2" charset="2"/>
              </a:rPr>
              <a:t>si </a:t>
            </a:r>
            <a:r>
              <a:rPr lang="fr-FR" sz="800"/>
              <a:t>le </a:t>
            </a:r>
            <a:r>
              <a:rPr lang="fr-FR" sz="800">
                <a:sym typeface="Wingdings" pitchFamily="2" charset="2"/>
              </a:rPr>
              <a:t>paramètre OUT, issu de la </a:t>
            </a:r>
            <a:r>
              <a:rPr lang="fr-FR" sz="800" err="1">
                <a:sym typeface="Wingdings" pitchFamily="2" charset="2"/>
              </a:rPr>
              <a:t>WebApp</a:t>
            </a:r>
            <a:r>
              <a:rPr lang="fr-FR" sz="800">
                <a:sym typeface="Wingdings" pitchFamily="2" charset="2"/>
              </a:rPr>
              <a:t> : HOHNO, « </a:t>
            </a:r>
            <a:r>
              <a:rPr lang="fr-FR" sz="800"/>
              <a:t>ACTIVATION_BOITES_VOCALES = </a:t>
            </a:r>
            <a:r>
              <a:rPr lang="fr-FR" sz="800" err="1"/>
              <a:t>true</a:t>
            </a:r>
            <a:r>
              <a:rPr lang="fr-FR" sz="800"/>
              <a:t> » </a:t>
            </a:r>
            <a:endParaRPr lang="fr-FR" sz="800">
              <a:sym typeface="Wingdings" pitchFamily="2" charset="2"/>
            </a:endParaRPr>
          </a:p>
          <a:p>
            <a:pPr>
              <a:buFontTx/>
              <a:buChar char="-"/>
            </a:pPr>
            <a:r>
              <a:rPr lang="fr-FR" sz="800" u="sng"/>
              <a:t>Transfert – « NUIT AUTRE » :</a:t>
            </a:r>
            <a:r>
              <a:rPr lang="fr-FR" sz="800"/>
              <a:t> Retour à la stratégie IRD avec « ID_NOEUD  = NUIT_AUTRE »</a:t>
            </a:r>
          </a:p>
          <a:p>
            <a:pPr>
              <a:buFontTx/>
              <a:buChar char="-"/>
            </a:pPr>
            <a:r>
              <a:rPr lang="fr-FR" sz="800" u="sng"/>
              <a:t>Transfert </a:t>
            </a:r>
            <a:r>
              <a:rPr lang="fr-FR" sz="800" u="sng" err="1"/>
              <a:t>Selfcare</a:t>
            </a:r>
            <a:r>
              <a:rPr lang="fr-FR" sz="800" u="sng"/>
              <a:t> – « NUIT SDL » :</a:t>
            </a:r>
            <a:r>
              <a:rPr lang="fr-FR" sz="800"/>
              <a:t> Poursuite du parcours sur URL </a:t>
            </a:r>
            <a:r>
              <a:rPr lang="fr-FR" sz="800" err="1"/>
              <a:t>SelfCare</a:t>
            </a:r>
            <a:r>
              <a:rPr lang="fr-FR" sz="800"/>
              <a:t> avec paramètres </a:t>
            </a:r>
            <a:r>
              <a:rPr lang="fr-FR" sz="800" b="1" err="1"/>
              <a:t>sdl</a:t>
            </a:r>
            <a:endParaRPr lang="fr-FR" sz="800" b="1"/>
          </a:p>
          <a:p>
            <a:pPr>
              <a:buFontTx/>
              <a:buChar char="-"/>
            </a:pPr>
            <a:r>
              <a:rPr lang="fr-FR" sz="800" u="sng"/>
              <a:t>Transfert </a:t>
            </a:r>
            <a:r>
              <a:rPr lang="fr-FR" sz="800" u="sng" err="1"/>
              <a:t>Selfcare</a:t>
            </a:r>
            <a:r>
              <a:rPr lang="fr-FR" sz="800" u="sng"/>
              <a:t> – « NUIT DCS » :</a:t>
            </a:r>
            <a:r>
              <a:rPr lang="fr-FR" sz="800"/>
              <a:t> Poursuite du parcours sur URL </a:t>
            </a:r>
            <a:r>
              <a:rPr lang="fr-FR" sz="800" err="1"/>
              <a:t>SelfCare</a:t>
            </a:r>
            <a:r>
              <a:rPr lang="fr-FR" sz="800"/>
              <a:t> avec paramètres </a:t>
            </a:r>
            <a:r>
              <a:rPr lang="fr-FR" sz="800" b="1" err="1"/>
              <a:t>dcs</a:t>
            </a:r>
            <a:endParaRPr lang="fr-FR" sz="800" b="1"/>
          </a:p>
          <a:p>
            <a:pPr>
              <a:buFontTx/>
              <a:buChar char="-"/>
            </a:pPr>
            <a:r>
              <a:rPr lang="fr-FR" sz="800" u="sng"/>
              <a:t>Transfert </a:t>
            </a:r>
            <a:r>
              <a:rPr lang="fr-FR" sz="800" u="sng" err="1"/>
              <a:t>Selfcare</a:t>
            </a:r>
            <a:r>
              <a:rPr lang="fr-FR" sz="800" u="sng"/>
              <a:t> – « NUIT ACS » :</a:t>
            </a:r>
            <a:r>
              <a:rPr lang="fr-FR" sz="800"/>
              <a:t> Poursuite du parcours sur URL </a:t>
            </a:r>
            <a:r>
              <a:rPr lang="fr-FR" sz="800" err="1"/>
              <a:t>SelfCare</a:t>
            </a:r>
            <a:r>
              <a:rPr lang="fr-FR" sz="800"/>
              <a:t> avec paramètres </a:t>
            </a:r>
            <a:r>
              <a:rPr lang="fr-FR" sz="800" b="1" err="1"/>
              <a:t>acs</a:t>
            </a:r>
            <a:endParaRPr lang="fr-FR" sz="800" b="1"/>
          </a:p>
          <a:p>
            <a:pPr>
              <a:buFontTx/>
              <a:buChar char="-"/>
            </a:pPr>
            <a:r>
              <a:rPr lang="fr-FR" sz="800" u="sng"/>
              <a:t>Transfert </a:t>
            </a:r>
            <a:r>
              <a:rPr lang="fr-FR" sz="800" u="sng" err="1"/>
              <a:t>Selfcare</a:t>
            </a:r>
            <a:r>
              <a:rPr lang="fr-FR" sz="800" u="sng"/>
              <a:t> – « NUIT FAV » :</a:t>
            </a:r>
            <a:r>
              <a:rPr lang="fr-FR" sz="800"/>
              <a:t> Poursuite du parcours sur URL </a:t>
            </a:r>
            <a:r>
              <a:rPr lang="fr-FR" sz="800" err="1"/>
              <a:t>SelfCare</a:t>
            </a:r>
            <a:r>
              <a:rPr lang="fr-FR" sz="800"/>
              <a:t> avec paramètres </a:t>
            </a:r>
            <a:r>
              <a:rPr lang="fr-FR" sz="800" b="1" err="1"/>
              <a:t>fav</a:t>
            </a:r>
            <a:endParaRPr lang="fr-FR" sz="800" b="1"/>
          </a:p>
          <a:p>
            <a:pPr>
              <a:buFontTx/>
              <a:buChar char="-"/>
            </a:pPr>
            <a:r>
              <a:rPr lang="fr-FR" sz="800" u="sng"/>
              <a:t>Transfert </a:t>
            </a:r>
            <a:r>
              <a:rPr lang="fr-FR" sz="800" u="sng" err="1"/>
              <a:t>Selfcare</a:t>
            </a:r>
            <a:r>
              <a:rPr lang="fr-FR" sz="800" u="sng"/>
              <a:t> – « NUIT OPTION » :</a:t>
            </a:r>
            <a:r>
              <a:rPr lang="fr-FR" sz="800"/>
              <a:t> Poursuite du parcours sur URL </a:t>
            </a:r>
            <a:r>
              <a:rPr lang="fr-FR" sz="800" err="1"/>
              <a:t>SelfCare</a:t>
            </a:r>
            <a:r>
              <a:rPr lang="fr-FR" sz="800"/>
              <a:t> avec paramètres </a:t>
            </a:r>
            <a:r>
              <a:rPr lang="fr-FR" sz="800" b="1" err="1"/>
              <a:t>sro</a:t>
            </a:r>
            <a:endParaRPr lang="fr-FR" sz="800" b="1"/>
          </a:p>
          <a:p>
            <a:pPr>
              <a:buFontTx/>
              <a:buChar char="-"/>
            </a:pPr>
            <a:r>
              <a:rPr lang="fr-FR" sz="800" u="sng"/>
              <a:t>Transfert </a:t>
            </a:r>
            <a:r>
              <a:rPr lang="fr-FR" sz="800" u="sng" err="1"/>
              <a:t>Selfcare</a:t>
            </a:r>
            <a:r>
              <a:rPr lang="fr-FR" sz="800" u="sng"/>
              <a:t> – « NUIT FACT » :</a:t>
            </a:r>
            <a:r>
              <a:rPr lang="fr-FR" sz="800"/>
              <a:t> Poursuite du parcours sur URL </a:t>
            </a:r>
            <a:r>
              <a:rPr lang="fr-FR" sz="800" err="1"/>
              <a:t>SelfCare</a:t>
            </a:r>
            <a:r>
              <a:rPr lang="fr-FR" sz="800"/>
              <a:t> avec paramètres </a:t>
            </a:r>
            <a:r>
              <a:rPr lang="fr-FR" sz="800" b="1" err="1"/>
              <a:t>pcb</a:t>
            </a:r>
            <a:endParaRPr lang="fr-FR" sz="800" b="1"/>
          </a:p>
          <a:p>
            <a:pPr>
              <a:buFontTx/>
              <a:buChar char="-"/>
            </a:pPr>
            <a:r>
              <a:rPr lang="fr-FR" sz="800"/>
              <a:t> </a:t>
            </a:r>
            <a:r>
              <a:rPr lang="fr-FR" sz="800" u="sng"/>
              <a:t>Flash – « FLASH NUIT » :</a:t>
            </a:r>
            <a:r>
              <a:rPr lang="fr-FR" sz="800"/>
              <a:t> « </a:t>
            </a:r>
            <a:r>
              <a:rPr lang="fr-FR" sz="800" b="1"/>
              <a:t>position</a:t>
            </a:r>
            <a:r>
              <a:rPr lang="fr-FR" sz="800"/>
              <a:t> = 52 » « Stat = 00027_FLASH_NUIT » voir slide « FLASH »</a:t>
            </a:r>
          </a:p>
          <a:p>
            <a:pPr>
              <a:buFontTx/>
              <a:buChar char="-"/>
            </a:pPr>
            <a:endParaRPr lang="fr-FR" sz="800"/>
          </a:p>
        </p:txBody>
      </p:sp>
      <p:sp>
        <p:nvSpPr>
          <p:cNvPr id="35844"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00418961-EE90-4FE9-9FD8-C30DAD15569E}" type="slidenum">
              <a:rPr lang="fr-FR" smtClean="0">
                <a:latin typeface="Times New Roman" pitchFamily="18" charset="0"/>
              </a:rPr>
              <a:pPr/>
              <a:t>37</a:t>
            </a:fld>
            <a:endParaRPr lang="fr-FR">
              <a:latin typeface="Times New Roman" pitchFamily="18" charset="0"/>
            </a:endParaRPr>
          </a:p>
        </p:txBody>
      </p:sp>
    </p:spTree>
    <p:extLst>
      <p:ext uri="{BB962C8B-B14F-4D97-AF65-F5344CB8AC3E}">
        <p14:creationId xmlns:p14="http://schemas.microsoft.com/office/powerpoint/2010/main" val="1521862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p:spPr>
        <p:txBody>
          <a:bodyPr/>
          <a:lstStyle/>
          <a:p>
            <a:r>
              <a:rPr lang="fr-FR" sz="800" u="sng">
                <a:solidFill>
                  <a:srgbClr val="FF0000"/>
                </a:solidFill>
              </a:rPr>
              <a:t>Modifications : DNI le 19/04/2012</a:t>
            </a:r>
          </a:p>
          <a:p>
            <a:r>
              <a:rPr lang="fr-FR" sz="800">
                <a:solidFill>
                  <a:srgbClr val="FF0000"/>
                </a:solidFill>
              </a:rPr>
              <a:t>Renommage de la page : HNO GP</a:t>
            </a:r>
          </a:p>
          <a:p>
            <a:endParaRPr lang="fr-FR" sz="800" u="sng"/>
          </a:p>
          <a:p>
            <a:r>
              <a:rPr lang="fr-FR" sz="800" u="sng"/>
              <a:t>Commentaires SFR SC :</a:t>
            </a:r>
          </a:p>
          <a:p>
            <a:pPr>
              <a:buFontTx/>
              <a:buChar char="-"/>
            </a:pPr>
            <a:r>
              <a:rPr lang="fr-FR" sz="800"/>
              <a:t>HO/HNO spécifique pour choix 3. (jour = dimanche et heure entre 7h et 22h)</a:t>
            </a:r>
          </a:p>
          <a:p>
            <a:endParaRPr lang="fr-FR" sz="800"/>
          </a:p>
          <a:p>
            <a:r>
              <a:rPr lang="fr-FR" sz="800" u="sng"/>
              <a:t>Commentaires SFR BUSH – SFD :</a:t>
            </a:r>
            <a:endParaRPr lang="fr-FR" sz="800"/>
          </a:p>
          <a:p>
            <a:pPr>
              <a:buFontTx/>
              <a:buChar char="-"/>
            </a:pPr>
            <a:r>
              <a:rPr lang="fr-FR" sz="800" u="sng"/>
              <a:t>Filtre – « Si Dimanche et Horaires Jour » :</a:t>
            </a:r>
            <a:r>
              <a:rPr lang="fr-FR" sz="800"/>
              <a:t> valide si « Jour = Dimanche » et « Heure entre 7h00 et 22h00 »</a:t>
            </a:r>
          </a:p>
          <a:p>
            <a:pPr>
              <a:buFontTx/>
              <a:buChar char="-"/>
            </a:pPr>
            <a:r>
              <a:rPr lang="fr-FR" sz="800" u="sng">
                <a:sym typeface="Wingdings" pitchFamily="2" charset="2"/>
              </a:rPr>
              <a:t>Filtre – « Actif ? » :</a:t>
            </a:r>
            <a:r>
              <a:rPr lang="fr-FR" sz="800">
                <a:sym typeface="Wingdings" pitchFamily="2" charset="2"/>
              </a:rPr>
              <a:t> </a:t>
            </a:r>
            <a:r>
              <a:rPr lang="fr-FR" sz="800"/>
              <a:t>valide </a:t>
            </a:r>
            <a:r>
              <a:rPr lang="fr-FR" sz="800">
                <a:sym typeface="Wingdings" pitchFamily="2" charset="2"/>
              </a:rPr>
              <a:t>si </a:t>
            </a:r>
            <a:r>
              <a:rPr lang="fr-FR" sz="800"/>
              <a:t>le </a:t>
            </a:r>
            <a:r>
              <a:rPr lang="fr-FR" sz="800">
                <a:sym typeface="Wingdings" pitchFamily="2" charset="2"/>
              </a:rPr>
              <a:t>paramètre OUT, issu de la WebApp : HOHNO, « </a:t>
            </a:r>
            <a:r>
              <a:rPr lang="fr-FR" sz="800"/>
              <a:t>ACTIVATION_BOITES_VOCALES = true » </a:t>
            </a:r>
            <a:endParaRPr lang="fr-FR" sz="800">
              <a:sym typeface="Wingdings" pitchFamily="2" charset="2"/>
            </a:endParaRPr>
          </a:p>
          <a:p>
            <a:pPr>
              <a:buFontTx/>
              <a:buChar char="-"/>
            </a:pPr>
            <a:r>
              <a:rPr lang="fr-FR" sz="800" u="sng"/>
              <a:t>Transfert – « NUIT AUTRE » :</a:t>
            </a:r>
            <a:r>
              <a:rPr lang="fr-FR" sz="800"/>
              <a:t> Retour à la stratégie IRD avec « ID_NOEUD  = NUIT_AUTRE »</a:t>
            </a:r>
          </a:p>
          <a:p>
            <a:pPr>
              <a:buFontTx/>
              <a:buChar char="-"/>
            </a:pPr>
            <a:r>
              <a:rPr lang="fr-FR" sz="800" u="sng"/>
              <a:t>Transfert Selfcare – « NUIT SDL » :</a:t>
            </a:r>
            <a:r>
              <a:rPr lang="fr-FR" sz="800"/>
              <a:t> Poursuite du parcours sur URL SelfCare avec paramètres </a:t>
            </a:r>
            <a:r>
              <a:rPr lang="fr-FR" sz="800" b="1"/>
              <a:t>sdl</a:t>
            </a:r>
          </a:p>
          <a:p>
            <a:pPr>
              <a:buFontTx/>
              <a:buChar char="-"/>
            </a:pPr>
            <a:r>
              <a:rPr lang="fr-FR" sz="800" u="sng"/>
              <a:t>Transfert Selfcare – « NUIT DCS » :</a:t>
            </a:r>
            <a:r>
              <a:rPr lang="fr-FR" sz="800"/>
              <a:t> Poursuite du parcours sur URL SelfCare avec paramètres </a:t>
            </a:r>
            <a:r>
              <a:rPr lang="fr-FR" sz="800" b="1"/>
              <a:t>dcs</a:t>
            </a:r>
          </a:p>
          <a:p>
            <a:pPr>
              <a:buFontTx/>
              <a:buChar char="-"/>
            </a:pPr>
            <a:r>
              <a:rPr lang="fr-FR" sz="800" u="sng"/>
              <a:t>Transfert Selfcare – « NUIT ACS » :</a:t>
            </a:r>
            <a:r>
              <a:rPr lang="fr-FR" sz="800"/>
              <a:t> Poursuite du parcours sur URL SelfCare avec paramètres </a:t>
            </a:r>
            <a:r>
              <a:rPr lang="fr-FR" sz="800" b="1"/>
              <a:t>acs</a:t>
            </a:r>
          </a:p>
          <a:p>
            <a:pPr>
              <a:buFontTx/>
              <a:buChar char="-"/>
            </a:pPr>
            <a:r>
              <a:rPr lang="fr-FR" sz="800" u="sng"/>
              <a:t>Transfert Selfcare – « NUIT FAV » :</a:t>
            </a:r>
            <a:r>
              <a:rPr lang="fr-FR" sz="800"/>
              <a:t> Poursuite du parcours sur URL SelfCare avec paramètres </a:t>
            </a:r>
            <a:r>
              <a:rPr lang="fr-FR" sz="800" b="1"/>
              <a:t>fav</a:t>
            </a:r>
          </a:p>
          <a:p>
            <a:pPr>
              <a:buFontTx/>
              <a:buChar char="-"/>
            </a:pPr>
            <a:r>
              <a:rPr lang="fr-FR" sz="800" u="sng"/>
              <a:t>Transfert Selfcare – « NUIT OPTION » :</a:t>
            </a:r>
            <a:r>
              <a:rPr lang="fr-FR" sz="800"/>
              <a:t> Poursuite du parcours sur URL SelfCare avec paramètres </a:t>
            </a:r>
            <a:r>
              <a:rPr lang="fr-FR" sz="800" b="1"/>
              <a:t>sro</a:t>
            </a:r>
          </a:p>
          <a:p>
            <a:pPr>
              <a:buFontTx/>
              <a:buChar char="-"/>
            </a:pPr>
            <a:r>
              <a:rPr lang="fr-FR" sz="800" u="sng"/>
              <a:t>Transfert Selfcare – « NUIT FACT » :</a:t>
            </a:r>
            <a:r>
              <a:rPr lang="fr-FR" sz="800"/>
              <a:t> Poursuite du parcours sur URL SelfCare avec paramètres </a:t>
            </a:r>
            <a:r>
              <a:rPr lang="fr-FR" sz="800" b="1"/>
              <a:t>pcb</a:t>
            </a:r>
          </a:p>
          <a:p>
            <a:pPr>
              <a:buFontTx/>
              <a:buChar char="-"/>
            </a:pPr>
            <a:r>
              <a:rPr lang="fr-FR" sz="800"/>
              <a:t> </a:t>
            </a:r>
            <a:r>
              <a:rPr lang="fr-FR" sz="800" u="sng"/>
              <a:t>Flash – « FLASH NUIT » :</a:t>
            </a:r>
            <a:r>
              <a:rPr lang="fr-FR" sz="800"/>
              <a:t> « </a:t>
            </a:r>
            <a:r>
              <a:rPr lang="fr-FR" sz="800" b="1"/>
              <a:t>position</a:t>
            </a:r>
            <a:r>
              <a:rPr lang="fr-FR" sz="800"/>
              <a:t> = 52 » « Stat = 00027_FLASH_NUIT » voir slide « FLASH »</a:t>
            </a:r>
          </a:p>
          <a:p>
            <a:pPr>
              <a:buFontTx/>
              <a:buChar char="-"/>
            </a:pPr>
            <a:endParaRPr lang="fr-FR" sz="800"/>
          </a:p>
        </p:txBody>
      </p:sp>
      <p:sp>
        <p:nvSpPr>
          <p:cNvPr id="35844"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00418961-EE90-4FE9-9FD8-C30DAD15569E}" type="slidenum">
              <a:rPr lang="fr-FR" smtClean="0">
                <a:latin typeface="Times New Roman" pitchFamily="18" charset="0"/>
              </a:rPr>
              <a:pPr/>
              <a:t>38</a:t>
            </a:fld>
            <a:endParaRPr lang="fr-FR">
              <a:latin typeface="Times New Roman" pitchFamily="18" charset="0"/>
            </a:endParaRPr>
          </a:p>
        </p:txBody>
      </p:sp>
    </p:spTree>
    <p:extLst>
      <p:ext uri="{BB962C8B-B14F-4D97-AF65-F5344CB8AC3E}">
        <p14:creationId xmlns:p14="http://schemas.microsoft.com/office/powerpoint/2010/main" val="5075873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p:spPr>
        <p:txBody>
          <a:bodyPr/>
          <a:lstStyle/>
          <a:p>
            <a:r>
              <a:rPr lang="fr-FR" sz="800" u="sng">
                <a:solidFill>
                  <a:srgbClr val="FF0000"/>
                </a:solidFill>
              </a:rPr>
              <a:t>Modifications : DNI le 19/04/2012</a:t>
            </a:r>
          </a:p>
          <a:p>
            <a:r>
              <a:rPr lang="fr-FR" sz="800">
                <a:solidFill>
                  <a:srgbClr val="FF0000"/>
                </a:solidFill>
              </a:rPr>
              <a:t>Renommage de la page : HNO GP</a:t>
            </a:r>
          </a:p>
          <a:p>
            <a:endParaRPr lang="fr-FR" sz="800" u="sng"/>
          </a:p>
          <a:p>
            <a:r>
              <a:rPr lang="fr-FR" sz="800" u="sng"/>
              <a:t>Commentaires SFR SC :</a:t>
            </a:r>
          </a:p>
          <a:p>
            <a:pPr>
              <a:buFontTx/>
              <a:buChar char="-"/>
            </a:pPr>
            <a:r>
              <a:rPr lang="fr-FR" sz="800"/>
              <a:t>HO/HNO spécifique pour choix 3. (jour = dimanche et heure entre 7h et 22h)</a:t>
            </a:r>
          </a:p>
          <a:p>
            <a:endParaRPr lang="fr-FR" sz="800"/>
          </a:p>
          <a:p>
            <a:r>
              <a:rPr lang="fr-FR" sz="800" u="sng"/>
              <a:t>Commentaires SFR BUSH – SFD :</a:t>
            </a:r>
            <a:endParaRPr lang="fr-FR" sz="800"/>
          </a:p>
          <a:p>
            <a:pPr>
              <a:buFontTx/>
              <a:buChar char="-"/>
            </a:pPr>
            <a:r>
              <a:rPr lang="fr-FR" sz="800" u="sng"/>
              <a:t>Filtre – « Si Dimanche et Horaires Jour » :</a:t>
            </a:r>
            <a:r>
              <a:rPr lang="fr-FR" sz="800"/>
              <a:t> valide si « Jour = Dimanche » et « Heure entre 7h00 et 22h00 »</a:t>
            </a:r>
          </a:p>
          <a:p>
            <a:pPr>
              <a:buFontTx/>
              <a:buChar char="-"/>
            </a:pPr>
            <a:r>
              <a:rPr lang="fr-FR" sz="800" u="sng">
                <a:sym typeface="Wingdings" pitchFamily="2" charset="2"/>
              </a:rPr>
              <a:t>Filtre – « Actif ? » :</a:t>
            </a:r>
            <a:r>
              <a:rPr lang="fr-FR" sz="800">
                <a:sym typeface="Wingdings" pitchFamily="2" charset="2"/>
              </a:rPr>
              <a:t> </a:t>
            </a:r>
            <a:r>
              <a:rPr lang="fr-FR" sz="800"/>
              <a:t>valide </a:t>
            </a:r>
            <a:r>
              <a:rPr lang="fr-FR" sz="800">
                <a:sym typeface="Wingdings" pitchFamily="2" charset="2"/>
              </a:rPr>
              <a:t>si </a:t>
            </a:r>
            <a:r>
              <a:rPr lang="fr-FR" sz="800"/>
              <a:t>le </a:t>
            </a:r>
            <a:r>
              <a:rPr lang="fr-FR" sz="800">
                <a:sym typeface="Wingdings" pitchFamily="2" charset="2"/>
              </a:rPr>
              <a:t>paramètre OUT, issu de la WebApp : HOHNO, « </a:t>
            </a:r>
            <a:r>
              <a:rPr lang="fr-FR" sz="800"/>
              <a:t>ACTIVATION_BOITES_VOCALES = true » </a:t>
            </a:r>
            <a:endParaRPr lang="fr-FR" sz="800">
              <a:sym typeface="Wingdings" pitchFamily="2" charset="2"/>
            </a:endParaRPr>
          </a:p>
          <a:p>
            <a:pPr>
              <a:buFontTx/>
              <a:buChar char="-"/>
            </a:pPr>
            <a:r>
              <a:rPr lang="fr-FR" sz="800" u="sng"/>
              <a:t>Transfert – « NUIT AUTRE » :</a:t>
            </a:r>
            <a:r>
              <a:rPr lang="fr-FR" sz="800"/>
              <a:t> Retour à la stratégie IRD avec « ID_NOEUD  = NUIT_AUTRE »</a:t>
            </a:r>
          </a:p>
          <a:p>
            <a:pPr>
              <a:buFontTx/>
              <a:buChar char="-"/>
            </a:pPr>
            <a:r>
              <a:rPr lang="fr-FR" sz="800" u="sng"/>
              <a:t>Transfert Selfcare – « NUIT SDL » :</a:t>
            </a:r>
            <a:r>
              <a:rPr lang="fr-FR" sz="800"/>
              <a:t> Poursuite du parcours sur URL SelfCare avec paramètres </a:t>
            </a:r>
            <a:r>
              <a:rPr lang="fr-FR" sz="800" b="1"/>
              <a:t>sdl</a:t>
            </a:r>
          </a:p>
          <a:p>
            <a:pPr>
              <a:buFontTx/>
              <a:buChar char="-"/>
            </a:pPr>
            <a:r>
              <a:rPr lang="fr-FR" sz="800" u="sng"/>
              <a:t>Transfert Selfcare – « NUIT DCS » :</a:t>
            </a:r>
            <a:r>
              <a:rPr lang="fr-FR" sz="800"/>
              <a:t> Poursuite du parcours sur URL SelfCare avec paramètres </a:t>
            </a:r>
            <a:r>
              <a:rPr lang="fr-FR" sz="800" b="1"/>
              <a:t>dcs</a:t>
            </a:r>
          </a:p>
          <a:p>
            <a:pPr>
              <a:buFontTx/>
              <a:buChar char="-"/>
            </a:pPr>
            <a:r>
              <a:rPr lang="fr-FR" sz="800" u="sng"/>
              <a:t>Transfert Selfcare – « NUIT ACS » :</a:t>
            </a:r>
            <a:r>
              <a:rPr lang="fr-FR" sz="800"/>
              <a:t> Poursuite du parcours sur URL SelfCare avec paramètres </a:t>
            </a:r>
            <a:r>
              <a:rPr lang="fr-FR" sz="800" b="1"/>
              <a:t>acs</a:t>
            </a:r>
          </a:p>
          <a:p>
            <a:pPr>
              <a:buFontTx/>
              <a:buChar char="-"/>
            </a:pPr>
            <a:r>
              <a:rPr lang="fr-FR" sz="800" u="sng"/>
              <a:t>Transfert Selfcare – « NUIT FAV » :</a:t>
            </a:r>
            <a:r>
              <a:rPr lang="fr-FR" sz="800"/>
              <a:t> Poursuite du parcours sur URL SelfCare avec paramètres </a:t>
            </a:r>
            <a:r>
              <a:rPr lang="fr-FR" sz="800" b="1"/>
              <a:t>fav</a:t>
            </a:r>
          </a:p>
          <a:p>
            <a:pPr>
              <a:buFontTx/>
              <a:buChar char="-"/>
            </a:pPr>
            <a:r>
              <a:rPr lang="fr-FR" sz="800" u="sng"/>
              <a:t>Transfert Selfcare – « NUIT OPTION » :</a:t>
            </a:r>
            <a:r>
              <a:rPr lang="fr-FR" sz="800"/>
              <a:t> Poursuite du parcours sur URL SelfCare avec paramètres </a:t>
            </a:r>
            <a:r>
              <a:rPr lang="fr-FR" sz="800" b="1"/>
              <a:t>sro</a:t>
            </a:r>
          </a:p>
          <a:p>
            <a:pPr>
              <a:buFontTx/>
              <a:buChar char="-"/>
            </a:pPr>
            <a:r>
              <a:rPr lang="fr-FR" sz="800" u="sng"/>
              <a:t>Transfert Selfcare – « NUIT FACT » :</a:t>
            </a:r>
            <a:r>
              <a:rPr lang="fr-FR" sz="800"/>
              <a:t> Poursuite du parcours sur URL SelfCare avec paramètres </a:t>
            </a:r>
            <a:r>
              <a:rPr lang="fr-FR" sz="800" b="1"/>
              <a:t>pcb</a:t>
            </a:r>
          </a:p>
          <a:p>
            <a:pPr>
              <a:buFontTx/>
              <a:buChar char="-"/>
            </a:pPr>
            <a:r>
              <a:rPr lang="fr-FR" sz="800"/>
              <a:t> </a:t>
            </a:r>
            <a:r>
              <a:rPr lang="fr-FR" sz="800" u="sng"/>
              <a:t>Flash – « FLASH NUIT » :</a:t>
            </a:r>
            <a:r>
              <a:rPr lang="fr-FR" sz="800"/>
              <a:t> « </a:t>
            </a:r>
            <a:r>
              <a:rPr lang="fr-FR" sz="800" b="1"/>
              <a:t>position</a:t>
            </a:r>
            <a:r>
              <a:rPr lang="fr-FR" sz="800"/>
              <a:t> = 52 » « Stat = 00027_FLASH_NUIT » voir slide « FLASH »</a:t>
            </a:r>
          </a:p>
          <a:p>
            <a:pPr>
              <a:buFontTx/>
              <a:buChar char="-"/>
            </a:pPr>
            <a:endParaRPr lang="fr-FR" sz="800"/>
          </a:p>
        </p:txBody>
      </p:sp>
      <p:sp>
        <p:nvSpPr>
          <p:cNvPr id="35844"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00418961-EE90-4FE9-9FD8-C30DAD15569E}" type="slidenum">
              <a:rPr lang="fr-FR" smtClean="0">
                <a:latin typeface="Times New Roman" pitchFamily="18" charset="0"/>
              </a:rPr>
              <a:pPr/>
              <a:t>39</a:t>
            </a:fld>
            <a:endParaRPr lang="fr-FR">
              <a:latin typeface="Times New Roman" pitchFamily="18" charset="0"/>
            </a:endParaRPr>
          </a:p>
        </p:txBody>
      </p:sp>
    </p:spTree>
    <p:extLst>
      <p:ext uri="{BB962C8B-B14F-4D97-AF65-F5344CB8AC3E}">
        <p14:creationId xmlns:p14="http://schemas.microsoft.com/office/powerpoint/2010/main" val="19772929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p:cNvSpPr>
            <a:spLocks noGrp="1" noRot="1" noChangeAspect="1" noTextEdit="1"/>
          </p:cNvSpPr>
          <p:nvPr>
            <p:ph type="sldImg"/>
          </p:nvPr>
        </p:nvSpPr>
        <p:spPr>
          <a:ln/>
        </p:spPr>
      </p:sp>
      <p:sp>
        <p:nvSpPr>
          <p:cNvPr id="35843" name="Espace réservé des commentaires 2"/>
          <p:cNvSpPr>
            <a:spLocks noGrp="1"/>
          </p:cNvSpPr>
          <p:nvPr>
            <p:ph type="body" idx="1"/>
          </p:nvPr>
        </p:nvSpPr>
        <p:spPr>
          <a:noFill/>
        </p:spPr>
        <p:txBody>
          <a:bodyPr/>
          <a:lstStyle/>
          <a:p>
            <a:r>
              <a:rPr lang="fr-FR" sz="800" u="sng">
                <a:solidFill>
                  <a:srgbClr val="FF0000"/>
                </a:solidFill>
              </a:rPr>
              <a:t>Modifications : DNI le 19/04/2012</a:t>
            </a:r>
          </a:p>
          <a:p>
            <a:r>
              <a:rPr lang="fr-FR" sz="800">
                <a:solidFill>
                  <a:srgbClr val="FF0000"/>
                </a:solidFill>
              </a:rPr>
              <a:t>Renommage de la page : HNO GP</a:t>
            </a:r>
          </a:p>
          <a:p>
            <a:endParaRPr lang="fr-FR" sz="800" u="sng"/>
          </a:p>
          <a:p>
            <a:r>
              <a:rPr lang="fr-FR" sz="800" u="sng"/>
              <a:t>Commentaires SFR SC :</a:t>
            </a:r>
          </a:p>
          <a:p>
            <a:pPr>
              <a:buFontTx/>
              <a:buChar char="-"/>
            </a:pPr>
            <a:r>
              <a:rPr lang="fr-FR" sz="800"/>
              <a:t>HO/HNO spécifique pour choix 3. (jour = dimanche et heure entre 7h et 22h)</a:t>
            </a:r>
          </a:p>
          <a:p>
            <a:endParaRPr lang="fr-FR" sz="800"/>
          </a:p>
          <a:p>
            <a:r>
              <a:rPr lang="fr-FR" sz="800" u="sng"/>
              <a:t>Commentaires SFR BUSH – SFD :</a:t>
            </a:r>
            <a:endParaRPr lang="fr-FR" sz="800"/>
          </a:p>
          <a:p>
            <a:pPr>
              <a:buFontTx/>
              <a:buChar char="-"/>
            </a:pPr>
            <a:r>
              <a:rPr lang="fr-FR" sz="800" u="sng"/>
              <a:t>Filtre – « Si Dimanche et Horaires Jour » :</a:t>
            </a:r>
            <a:r>
              <a:rPr lang="fr-FR" sz="800"/>
              <a:t> valide si « Jour = Dimanche » et « Heure entre 7h00 et 22h00 »</a:t>
            </a:r>
          </a:p>
          <a:p>
            <a:pPr>
              <a:buFontTx/>
              <a:buChar char="-"/>
            </a:pPr>
            <a:r>
              <a:rPr lang="fr-FR" sz="800" u="sng">
                <a:sym typeface="Wingdings" pitchFamily="2" charset="2"/>
              </a:rPr>
              <a:t>Filtre – « Actif ? » :</a:t>
            </a:r>
            <a:r>
              <a:rPr lang="fr-FR" sz="800">
                <a:sym typeface="Wingdings" pitchFamily="2" charset="2"/>
              </a:rPr>
              <a:t> </a:t>
            </a:r>
            <a:r>
              <a:rPr lang="fr-FR" sz="800"/>
              <a:t>valide </a:t>
            </a:r>
            <a:r>
              <a:rPr lang="fr-FR" sz="800">
                <a:sym typeface="Wingdings" pitchFamily="2" charset="2"/>
              </a:rPr>
              <a:t>si </a:t>
            </a:r>
            <a:r>
              <a:rPr lang="fr-FR" sz="800"/>
              <a:t>le </a:t>
            </a:r>
            <a:r>
              <a:rPr lang="fr-FR" sz="800">
                <a:sym typeface="Wingdings" pitchFamily="2" charset="2"/>
              </a:rPr>
              <a:t>paramètre OUT, issu de la WebApp : HOHNO, « </a:t>
            </a:r>
            <a:r>
              <a:rPr lang="fr-FR" sz="800"/>
              <a:t>ACTIVATION_BOITES_VOCALES = true » </a:t>
            </a:r>
            <a:endParaRPr lang="fr-FR" sz="800">
              <a:sym typeface="Wingdings" pitchFamily="2" charset="2"/>
            </a:endParaRPr>
          </a:p>
          <a:p>
            <a:pPr>
              <a:buFontTx/>
              <a:buChar char="-"/>
            </a:pPr>
            <a:r>
              <a:rPr lang="fr-FR" sz="800" u="sng"/>
              <a:t>Transfert – « NUIT AUTRE » :</a:t>
            </a:r>
            <a:r>
              <a:rPr lang="fr-FR" sz="800"/>
              <a:t> Retour à la stratégie IRD avec « ID_NOEUD  = NUIT_AUTRE »</a:t>
            </a:r>
          </a:p>
          <a:p>
            <a:pPr>
              <a:buFontTx/>
              <a:buChar char="-"/>
            </a:pPr>
            <a:r>
              <a:rPr lang="fr-FR" sz="800" u="sng"/>
              <a:t>Transfert Selfcare – « NUIT SDL » :</a:t>
            </a:r>
            <a:r>
              <a:rPr lang="fr-FR" sz="800"/>
              <a:t> Poursuite du parcours sur URL SelfCare avec paramètres </a:t>
            </a:r>
            <a:r>
              <a:rPr lang="fr-FR" sz="800" b="1"/>
              <a:t>sdl</a:t>
            </a:r>
          </a:p>
          <a:p>
            <a:pPr>
              <a:buFontTx/>
              <a:buChar char="-"/>
            </a:pPr>
            <a:r>
              <a:rPr lang="fr-FR" sz="800" u="sng"/>
              <a:t>Transfert Selfcare – « NUIT DCS » :</a:t>
            </a:r>
            <a:r>
              <a:rPr lang="fr-FR" sz="800"/>
              <a:t> Poursuite du parcours sur URL SelfCare avec paramètres </a:t>
            </a:r>
            <a:r>
              <a:rPr lang="fr-FR" sz="800" b="1"/>
              <a:t>dcs</a:t>
            </a:r>
          </a:p>
          <a:p>
            <a:pPr>
              <a:buFontTx/>
              <a:buChar char="-"/>
            </a:pPr>
            <a:r>
              <a:rPr lang="fr-FR" sz="800" u="sng"/>
              <a:t>Transfert Selfcare – « NUIT ACS » :</a:t>
            </a:r>
            <a:r>
              <a:rPr lang="fr-FR" sz="800"/>
              <a:t> Poursuite du parcours sur URL SelfCare avec paramètres </a:t>
            </a:r>
            <a:r>
              <a:rPr lang="fr-FR" sz="800" b="1"/>
              <a:t>acs</a:t>
            </a:r>
          </a:p>
          <a:p>
            <a:pPr>
              <a:buFontTx/>
              <a:buChar char="-"/>
            </a:pPr>
            <a:r>
              <a:rPr lang="fr-FR" sz="800" u="sng"/>
              <a:t>Transfert Selfcare – « NUIT FAV » :</a:t>
            </a:r>
            <a:r>
              <a:rPr lang="fr-FR" sz="800"/>
              <a:t> Poursuite du parcours sur URL SelfCare avec paramètres </a:t>
            </a:r>
            <a:r>
              <a:rPr lang="fr-FR" sz="800" b="1"/>
              <a:t>fav</a:t>
            </a:r>
          </a:p>
          <a:p>
            <a:pPr>
              <a:buFontTx/>
              <a:buChar char="-"/>
            </a:pPr>
            <a:r>
              <a:rPr lang="fr-FR" sz="800" u="sng"/>
              <a:t>Transfert Selfcare – « NUIT OPTION » :</a:t>
            </a:r>
            <a:r>
              <a:rPr lang="fr-FR" sz="800"/>
              <a:t> Poursuite du parcours sur URL SelfCare avec paramètres </a:t>
            </a:r>
            <a:r>
              <a:rPr lang="fr-FR" sz="800" b="1"/>
              <a:t>sro</a:t>
            </a:r>
          </a:p>
          <a:p>
            <a:pPr>
              <a:buFontTx/>
              <a:buChar char="-"/>
            </a:pPr>
            <a:r>
              <a:rPr lang="fr-FR" sz="800" u="sng"/>
              <a:t>Transfert Selfcare – « NUIT FACT » :</a:t>
            </a:r>
            <a:r>
              <a:rPr lang="fr-FR" sz="800"/>
              <a:t> Poursuite du parcours sur URL SelfCare avec paramètres </a:t>
            </a:r>
            <a:r>
              <a:rPr lang="fr-FR" sz="800" b="1"/>
              <a:t>pcb</a:t>
            </a:r>
          </a:p>
          <a:p>
            <a:pPr>
              <a:buFontTx/>
              <a:buChar char="-"/>
            </a:pPr>
            <a:r>
              <a:rPr lang="fr-FR" sz="800"/>
              <a:t> </a:t>
            </a:r>
            <a:r>
              <a:rPr lang="fr-FR" sz="800" u="sng"/>
              <a:t>Flash – « FLASH NUIT » :</a:t>
            </a:r>
            <a:r>
              <a:rPr lang="fr-FR" sz="800"/>
              <a:t> « </a:t>
            </a:r>
            <a:r>
              <a:rPr lang="fr-FR" sz="800" b="1"/>
              <a:t>position</a:t>
            </a:r>
            <a:r>
              <a:rPr lang="fr-FR" sz="800"/>
              <a:t> = 52 » « Stat = 00027_FLASH_NUIT » voir slide « FLASH »</a:t>
            </a:r>
          </a:p>
          <a:p>
            <a:pPr>
              <a:buFontTx/>
              <a:buChar char="-"/>
            </a:pPr>
            <a:endParaRPr lang="fr-FR" sz="800"/>
          </a:p>
        </p:txBody>
      </p:sp>
      <p:sp>
        <p:nvSpPr>
          <p:cNvPr id="35844"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00418961-EE90-4FE9-9FD8-C30DAD15569E}" type="slidenum">
              <a:rPr lang="fr-FR" smtClean="0">
                <a:latin typeface="Times New Roman" pitchFamily="18" charset="0"/>
              </a:rPr>
              <a:pPr/>
              <a:t>40</a:t>
            </a:fld>
            <a:endParaRPr lang="fr-FR">
              <a:latin typeface="Times New Roman" pitchFamily="18" charset="0"/>
            </a:endParaRPr>
          </a:p>
        </p:txBody>
      </p:sp>
    </p:spTree>
    <p:extLst>
      <p:ext uri="{BB962C8B-B14F-4D97-AF65-F5344CB8AC3E}">
        <p14:creationId xmlns:p14="http://schemas.microsoft.com/office/powerpoint/2010/main" val="16276949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e l'image des diapositives 1"/>
          <p:cNvSpPr>
            <a:spLocks noGrp="1" noRot="1" noChangeAspect="1" noTextEdit="1"/>
          </p:cNvSpPr>
          <p:nvPr>
            <p:ph type="sldImg"/>
          </p:nvPr>
        </p:nvSpPr>
        <p:spPr>
          <a:ln/>
        </p:spPr>
      </p:sp>
      <p:sp>
        <p:nvSpPr>
          <p:cNvPr id="41987" name="Espace réservé des commentaires 2"/>
          <p:cNvSpPr>
            <a:spLocks noGrp="1"/>
          </p:cNvSpPr>
          <p:nvPr>
            <p:ph type="body" idx="1"/>
          </p:nvPr>
        </p:nvSpPr>
        <p:spPr>
          <a:noFill/>
        </p:spPr>
        <p:txBody>
          <a:bodyPr/>
          <a:lstStyle/>
          <a:p>
            <a:r>
              <a:rPr lang="fr-FR" sz="800" u="sng"/>
              <a:t>Modifications :</a:t>
            </a:r>
          </a:p>
          <a:p>
            <a:endParaRPr lang="fr-FR" sz="800"/>
          </a:p>
          <a:p>
            <a:r>
              <a:rPr lang="fr-FR" sz="800" u="sng"/>
              <a:t>Commentaires SFR SC :</a:t>
            </a:r>
          </a:p>
          <a:p>
            <a:endParaRPr lang="fr-FR" sz="800"/>
          </a:p>
          <a:p>
            <a:r>
              <a:rPr lang="fr-FR" sz="800" u="sng"/>
              <a:t>Commentaires SFR BUSH – SFD :</a:t>
            </a:r>
            <a:endParaRPr lang="fr-FR" sz="800"/>
          </a:p>
          <a:p>
            <a:r>
              <a:rPr lang="fr-FR" sz="800" u="sng"/>
              <a:t>- Filtre – « Test Multi Appelant » :</a:t>
            </a:r>
            <a:r>
              <a:rPr lang="fr-FR" sz="800"/>
              <a:t> interroge la WebApp « MULTI_APPELANT » avec le paramètre IN « Application = LCA » et « NDI = ANI »,  </a:t>
            </a:r>
            <a:r>
              <a:rPr lang="fr-FR" sz="800">
                <a:sym typeface="Wingdings" pitchFamily="2" charset="2"/>
              </a:rPr>
              <a:t> Test validé si paramètre OUT « </a:t>
            </a:r>
            <a:r>
              <a:rPr lang="fr-FR" sz="800"/>
              <a:t>MULTI_APPELANT= true »</a:t>
            </a:r>
          </a:p>
          <a:p>
            <a:r>
              <a:rPr lang="fr-FR" sz="800" u="sng"/>
              <a:t>- Filtre – « Flash » :</a:t>
            </a:r>
            <a:r>
              <a:rPr lang="fr-FR" sz="800"/>
              <a:t> interroge la WebApp « FLASH » avec le paramètre IN « Application = LCA » et « NDI = ANI »,  </a:t>
            </a:r>
            <a:r>
              <a:rPr lang="fr-FR" sz="800">
                <a:sym typeface="Wingdings" pitchFamily="2" charset="2"/>
              </a:rPr>
              <a:t> Flash à jouer si la du paramètre OUT « </a:t>
            </a:r>
            <a:r>
              <a:rPr lang="fr-FR" sz="800"/>
              <a:t>MESSAGES » est non vide pour la </a:t>
            </a:r>
            <a:r>
              <a:rPr lang="fr-FR" sz="800" b="1"/>
              <a:t>position</a:t>
            </a:r>
            <a:r>
              <a:rPr lang="fr-FR" sz="800"/>
              <a:t> considérée (le fait que le flash soit Spécifique ou Générique est transparent pour le SVI</a:t>
            </a:r>
          </a:p>
          <a:p>
            <a:r>
              <a:rPr lang="fr-FR" sz="800" u="sng"/>
              <a:t>- Balise Statistique :</a:t>
            </a:r>
            <a:r>
              <a:rPr lang="fr-FR" sz="800"/>
              <a:t> Les balises de statistique définies dans les slides précédents sont suffixé par « _F » si un Message Flash est joué et dans ce cas une seconde balise de statistique sera renseignée et suffixé par « _FC » ou « _FD » ou « _FT » en fonction des cas de traitement.</a:t>
            </a:r>
          </a:p>
          <a:p>
            <a:r>
              <a:rPr lang="fr-FR" sz="800" u="sng"/>
              <a:t>- Filtre – « Traitement » :</a:t>
            </a:r>
            <a:r>
              <a:rPr lang="fr-FR" sz="800"/>
              <a:t> Pour chaque message non vide, deux champs, séparés par un | sont présents : le premier donne le nom du message et le deuxième peut prendre différentes valeurs en fonction du comportement à adopter après diffusion du message flash :</a:t>
            </a:r>
            <a:br>
              <a:rPr lang="fr-FR" sz="800"/>
            </a:br>
            <a:r>
              <a:rPr lang="fr-FR" sz="800"/>
              <a:t>	- si un transfert doit être effectué, la valeur du deuxième champ est l‘ID_NOEUD correspondant au transfert = « _FT » </a:t>
            </a:r>
          </a:p>
          <a:p>
            <a:r>
              <a:rPr lang="fr-FR" sz="800"/>
              <a:t>	- si la communication doit être interrompue après la diffusion du message, la valeur du champ est la chaîne "Dissuasion" = « _FD » </a:t>
            </a:r>
          </a:p>
          <a:p>
            <a:r>
              <a:rPr lang="fr-FR" sz="800"/>
              <a:t>	- si le champ est vide, le SVI continue le dialogue normalement = « _FC » </a:t>
            </a:r>
          </a:p>
          <a:p>
            <a:r>
              <a:rPr lang="fr-FR" sz="800"/>
              <a:t>- </a:t>
            </a:r>
            <a:r>
              <a:rPr lang="fr-FR" sz="800" u="sng"/>
              <a:t>Retour – « SORTIE FLASH » :</a:t>
            </a:r>
            <a:r>
              <a:rPr lang="fr-FR" sz="800"/>
              <a:t> poursuite du parcours en dessous du symbole de Message Flash en Jaune dans les pages précédentes</a:t>
            </a:r>
          </a:p>
          <a:p>
            <a:r>
              <a:rPr lang="fr-FR" sz="800"/>
              <a:t>- </a:t>
            </a:r>
            <a:r>
              <a:rPr lang="fr-FR" sz="800" u="sng"/>
              <a:t>Transfert – « PLATEAUX » :</a:t>
            </a:r>
            <a:r>
              <a:rPr lang="fr-FR" sz="800"/>
              <a:t> Retour à la stratégie IRD avec « ID_NOEUD » = valeur issue de la WebApp « FLASH »</a:t>
            </a:r>
          </a:p>
          <a:p>
            <a:endParaRPr lang="fr-FR" sz="800"/>
          </a:p>
        </p:txBody>
      </p:sp>
      <p:sp>
        <p:nvSpPr>
          <p:cNvPr id="41988"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9D2C69B6-B6D6-4696-A440-0ADA46A9B428}" type="slidenum">
              <a:rPr lang="fr-FR" smtClean="0">
                <a:latin typeface="Times New Roman" pitchFamily="18" charset="0"/>
              </a:rPr>
              <a:pPr/>
              <a:t>41</a:t>
            </a:fld>
            <a:endParaRPr lang="fr-FR">
              <a:latin typeface="Times New Roman" pitchFamily="18" charset="0"/>
            </a:endParaRPr>
          </a:p>
        </p:txBody>
      </p:sp>
    </p:spTree>
    <p:extLst>
      <p:ext uri="{BB962C8B-B14F-4D97-AF65-F5344CB8AC3E}">
        <p14:creationId xmlns:p14="http://schemas.microsoft.com/office/powerpoint/2010/main" val="3229845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ce réservé de l'image des diapositives 1"/>
          <p:cNvSpPr>
            <a:spLocks noGrp="1" noRot="1" noChangeAspect="1" noTextEdit="1"/>
          </p:cNvSpPr>
          <p:nvPr>
            <p:ph type="sldImg"/>
          </p:nvPr>
        </p:nvSpPr>
        <p:spPr>
          <a:ln/>
        </p:spPr>
      </p:sp>
      <p:sp>
        <p:nvSpPr>
          <p:cNvPr id="43011" name="Espace réservé des commentaires 2"/>
          <p:cNvSpPr>
            <a:spLocks noGrp="1"/>
          </p:cNvSpPr>
          <p:nvPr>
            <p:ph type="body" idx="1"/>
          </p:nvPr>
        </p:nvSpPr>
        <p:spPr>
          <a:noFill/>
        </p:spPr>
        <p:txBody>
          <a:bodyPr/>
          <a:lstStyle/>
          <a:p>
            <a:endParaRPr lang="fr-FR"/>
          </a:p>
        </p:txBody>
      </p:sp>
      <p:sp>
        <p:nvSpPr>
          <p:cNvPr id="43012" name="Espace réservé du numéro de diapositive 3"/>
          <p:cNvSpPr>
            <a:spLocks noGrp="1"/>
          </p:cNvSpPr>
          <p:nvPr>
            <p:ph type="sldNum" sz="quarter" idx="5"/>
          </p:nvPr>
        </p:nvSpPr>
        <p:spPr>
          <a:noFill/>
        </p:spPr>
        <p:txBody>
          <a:bodyPr/>
          <a:lstStyle>
            <a:lvl1pPr defTabSz="970246" eaLnBrk="0" hangingPunct="0">
              <a:defRPr>
                <a:solidFill>
                  <a:schemeClr val="tx1"/>
                </a:solidFill>
                <a:latin typeface="Arial" charset="0"/>
              </a:defRPr>
            </a:lvl1pPr>
            <a:lvl2pPr marL="772237" indent="-297014" defTabSz="970246" eaLnBrk="0" hangingPunct="0">
              <a:defRPr>
                <a:solidFill>
                  <a:schemeClr val="tx1"/>
                </a:solidFill>
                <a:latin typeface="Arial" charset="0"/>
              </a:defRPr>
            </a:lvl2pPr>
            <a:lvl3pPr marL="1188057" indent="-237611" defTabSz="970246" eaLnBrk="0" hangingPunct="0">
              <a:defRPr>
                <a:solidFill>
                  <a:schemeClr val="tx1"/>
                </a:solidFill>
                <a:latin typeface="Arial" charset="0"/>
              </a:defRPr>
            </a:lvl3pPr>
            <a:lvl4pPr marL="1663280" indent="-237611" defTabSz="970246" eaLnBrk="0" hangingPunct="0">
              <a:defRPr>
                <a:solidFill>
                  <a:schemeClr val="tx1"/>
                </a:solidFill>
                <a:latin typeface="Arial" charset="0"/>
              </a:defRPr>
            </a:lvl4pPr>
            <a:lvl5pPr marL="2138503" indent="-237611" defTabSz="970246" eaLnBrk="0" hangingPunct="0">
              <a:defRPr>
                <a:solidFill>
                  <a:schemeClr val="tx1"/>
                </a:solidFill>
                <a:latin typeface="Arial" charset="0"/>
              </a:defRPr>
            </a:lvl5pPr>
            <a:lvl6pPr marL="2613726" indent="-237611" defTabSz="970246" eaLnBrk="0" fontAlgn="base" hangingPunct="0">
              <a:spcBef>
                <a:spcPct val="0"/>
              </a:spcBef>
              <a:spcAft>
                <a:spcPct val="0"/>
              </a:spcAft>
              <a:defRPr>
                <a:solidFill>
                  <a:schemeClr val="tx1"/>
                </a:solidFill>
                <a:latin typeface="Arial" charset="0"/>
              </a:defRPr>
            </a:lvl6pPr>
            <a:lvl7pPr marL="3088949" indent="-237611" defTabSz="970246" eaLnBrk="0" fontAlgn="base" hangingPunct="0">
              <a:spcBef>
                <a:spcPct val="0"/>
              </a:spcBef>
              <a:spcAft>
                <a:spcPct val="0"/>
              </a:spcAft>
              <a:defRPr>
                <a:solidFill>
                  <a:schemeClr val="tx1"/>
                </a:solidFill>
                <a:latin typeface="Arial" charset="0"/>
              </a:defRPr>
            </a:lvl7pPr>
            <a:lvl8pPr marL="3564172" indent="-237611" defTabSz="970246" eaLnBrk="0" fontAlgn="base" hangingPunct="0">
              <a:spcBef>
                <a:spcPct val="0"/>
              </a:spcBef>
              <a:spcAft>
                <a:spcPct val="0"/>
              </a:spcAft>
              <a:defRPr>
                <a:solidFill>
                  <a:schemeClr val="tx1"/>
                </a:solidFill>
                <a:latin typeface="Arial" charset="0"/>
              </a:defRPr>
            </a:lvl8pPr>
            <a:lvl9pPr marL="4039395" indent="-237611" defTabSz="970246" eaLnBrk="0" fontAlgn="base" hangingPunct="0">
              <a:spcBef>
                <a:spcPct val="0"/>
              </a:spcBef>
              <a:spcAft>
                <a:spcPct val="0"/>
              </a:spcAft>
              <a:defRPr>
                <a:solidFill>
                  <a:schemeClr val="tx1"/>
                </a:solidFill>
                <a:latin typeface="Arial" charset="0"/>
              </a:defRPr>
            </a:lvl9pPr>
          </a:lstStyle>
          <a:p>
            <a:fld id="{5E9D2D68-08F3-4033-BAED-24E4E73E4E4D}" type="slidenum">
              <a:rPr lang="fr-FR" smtClean="0">
                <a:latin typeface="Times New Roman" pitchFamily="18" charset="0"/>
              </a:rPr>
              <a:pPr/>
              <a:t>42</a:t>
            </a:fld>
            <a:endParaRPr lang="fr-FR">
              <a:latin typeface="Times New Roman" pitchFamily="18" charset="0"/>
            </a:endParaRPr>
          </a:p>
        </p:txBody>
      </p:sp>
    </p:spTree>
    <p:extLst>
      <p:ext uri="{BB962C8B-B14F-4D97-AF65-F5344CB8AC3E}">
        <p14:creationId xmlns:p14="http://schemas.microsoft.com/office/powerpoint/2010/main" val="4294362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Modifiez le style des sous-titres du masque</a:t>
            </a:r>
          </a:p>
        </p:txBody>
      </p:sp>
      <p:sp>
        <p:nvSpPr>
          <p:cNvPr id="4" name="Rectangle 6"/>
          <p:cNvSpPr>
            <a:spLocks noGrp="1" noChangeArrowheads="1"/>
          </p:cNvSpPr>
          <p:nvPr>
            <p:ph type="sldNum" sz="quarter" idx="10"/>
          </p:nvPr>
        </p:nvSpPr>
        <p:spPr>
          <a:ln/>
        </p:spPr>
        <p:txBody>
          <a:bodyPr/>
          <a:lstStyle>
            <a:lvl1pPr>
              <a:defRPr/>
            </a:lvl1pPr>
          </a:lstStyle>
          <a:p>
            <a:pPr>
              <a:defRPr/>
            </a:pPr>
            <a:fld id="{141D7072-51DE-4E03-979E-FD6880E4D24D}" type="slidenum">
              <a:rPr lang="fr-FR"/>
              <a:pPr>
                <a:defRPr/>
              </a:pPr>
              <a:t>‹N°›</a:t>
            </a:fld>
            <a:endParaRPr lang="fr-FR"/>
          </a:p>
        </p:txBody>
      </p:sp>
    </p:spTree>
    <p:extLst>
      <p:ext uri="{BB962C8B-B14F-4D97-AF65-F5344CB8AC3E}">
        <p14:creationId xmlns:p14="http://schemas.microsoft.com/office/powerpoint/2010/main" val="139899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843DFBF3-518F-4932-94B0-8C2572279D0B}" type="slidenum">
              <a:rPr lang="fr-FR"/>
              <a:pPr>
                <a:defRPr/>
              </a:pPr>
              <a:t>‹N°›</a:t>
            </a:fld>
            <a:endParaRPr lang="fr-FR"/>
          </a:p>
        </p:txBody>
      </p:sp>
    </p:spTree>
    <p:extLst>
      <p:ext uri="{BB962C8B-B14F-4D97-AF65-F5344CB8AC3E}">
        <p14:creationId xmlns:p14="http://schemas.microsoft.com/office/powerpoint/2010/main" val="3598823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6"/>
          <p:cNvSpPr>
            <a:spLocks noGrp="1" noChangeArrowheads="1"/>
          </p:cNvSpPr>
          <p:nvPr>
            <p:ph type="sldNum" sz="quarter" idx="10"/>
          </p:nvPr>
        </p:nvSpPr>
        <p:spPr>
          <a:ln/>
        </p:spPr>
        <p:txBody>
          <a:bodyPr/>
          <a:lstStyle>
            <a:lvl1pPr>
              <a:defRPr/>
            </a:lvl1pPr>
          </a:lstStyle>
          <a:p>
            <a:pPr>
              <a:defRPr/>
            </a:pPr>
            <a:fld id="{1680B288-9500-4947-9D55-BBD69201FBF2}" type="slidenum">
              <a:rPr lang="fr-FR"/>
              <a:pPr>
                <a:defRPr/>
              </a:pPr>
              <a:t>‹N°›</a:t>
            </a:fld>
            <a:endParaRPr lang="fr-FR"/>
          </a:p>
        </p:txBody>
      </p:sp>
    </p:spTree>
    <p:extLst>
      <p:ext uri="{BB962C8B-B14F-4D97-AF65-F5344CB8AC3E}">
        <p14:creationId xmlns:p14="http://schemas.microsoft.com/office/powerpoint/2010/main" val="2309763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763" y="354013"/>
            <a:ext cx="3925888" cy="204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073525" y="354013"/>
            <a:ext cx="3925888" cy="204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6"/>
          <p:cNvSpPr>
            <a:spLocks noGrp="1" noChangeArrowheads="1"/>
          </p:cNvSpPr>
          <p:nvPr>
            <p:ph type="sldNum" sz="quarter" idx="10"/>
          </p:nvPr>
        </p:nvSpPr>
        <p:spPr>
          <a:ln/>
        </p:spPr>
        <p:txBody>
          <a:bodyPr/>
          <a:lstStyle>
            <a:lvl1pPr>
              <a:defRPr/>
            </a:lvl1pPr>
          </a:lstStyle>
          <a:p>
            <a:pPr>
              <a:defRPr/>
            </a:pPr>
            <a:fld id="{D7849A9C-6AEE-4C4C-AB40-D327760CAE62}" type="slidenum">
              <a:rPr lang="fr-FR"/>
              <a:pPr>
                <a:defRPr/>
              </a:pPr>
              <a:t>‹N°›</a:t>
            </a:fld>
            <a:endParaRPr lang="fr-FR"/>
          </a:p>
        </p:txBody>
      </p:sp>
    </p:spTree>
    <p:extLst>
      <p:ext uri="{BB962C8B-B14F-4D97-AF65-F5344CB8AC3E}">
        <p14:creationId xmlns:p14="http://schemas.microsoft.com/office/powerpoint/2010/main" val="141416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6"/>
          <p:cNvSpPr>
            <a:spLocks noGrp="1" noChangeArrowheads="1"/>
          </p:cNvSpPr>
          <p:nvPr>
            <p:ph type="sldNum" sz="quarter" idx="10"/>
          </p:nvPr>
        </p:nvSpPr>
        <p:spPr>
          <a:ln/>
        </p:spPr>
        <p:txBody>
          <a:bodyPr/>
          <a:lstStyle>
            <a:lvl1pPr>
              <a:defRPr/>
            </a:lvl1pPr>
          </a:lstStyle>
          <a:p>
            <a:pPr>
              <a:defRPr/>
            </a:pPr>
            <a:fld id="{7FECD806-BE05-4A5A-A8BA-0A2C2B6E15A6}" type="slidenum">
              <a:rPr lang="fr-FR"/>
              <a:pPr>
                <a:defRPr/>
              </a:pPr>
              <a:t>‹N°›</a:t>
            </a:fld>
            <a:endParaRPr lang="fr-FR"/>
          </a:p>
        </p:txBody>
      </p:sp>
    </p:spTree>
    <p:extLst>
      <p:ext uri="{BB962C8B-B14F-4D97-AF65-F5344CB8AC3E}">
        <p14:creationId xmlns:p14="http://schemas.microsoft.com/office/powerpoint/2010/main" val="1250024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Rectangle 6"/>
          <p:cNvSpPr>
            <a:spLocks noGrp="1" noChangeArrowheads="1"/>
          </p:cNvSpPr>
          <p:nvPr>
            <p:ph type="sldNum" sz="quarter" idx="10"/>
          </p:nvPr>
        </p:nvSpPr>
        <p:spPr>
          <a:ln/>
        </p:spPr>
        <p:txBody>
          <a:bodyPr/>
          <a:lstStyle>
            <a:lvl1pPr>
              <a:defRPr/>
            </a:lvl1pPr>
          </a:lstStyle>
          <a:p>
            <a:pPr>
              <a:defRPr/>
            </a:pPr>
            <a:fld id="{C347F0DF-1539-4151-8E25-C60953EEDF63}" type="slidenum">
              <a:rPr lang="fr-FR"/>
              <a:pPr>
                <a:defRPr/>
              </a:pPr>
              <a:t>‹N°›</a:t>
            </a:fld>
            <a:endParaRPr lang="fr-FR"/>
          </a:p>
        </p:txBody>
      </p:sp>
    </p:spTree>
    <p:extLst>
      <p:ext uri="{BB962C8B-B14F-4D97-AF65-F5344CB8AC3E}">
        <p14:creationId xmlns:p14="http://schemas.microsoft.com/office/powerpoint/2010/main" val="19574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6DB35064-5E65-4C6E-8A01-4CF44DC1E470}" type="slidenum">
              <a:rPr lang="fr-FR"/>
              <a:pPr>
                <a:defRPr/>
              </a:pPr>
              <a:t>‹N°›</a:t>
            </a:fld>
            <a:endParaRPr lang="fr-FR"/>
          </a:p>
        </p:txBody>
      </p:sp>
    </p:spTree>
    <p:extLst>
      <p:ext uri="{BB962C8B-B14F-4D97-AF65-F5344CB8AC3E}">
        <p14:creationId xmlns:p14="http://schemas.microsoft.com/office/powerpoint/2010/main" val="3744070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6"/>
          <p:cNvSpPr>
            <a:spLocks noGrp="1" noChangeArrowheads="1"/>
          </p:cNvSpPr>
          <p:nvPr>
            <p:ph type="sldNum" sz="quarter" idx="10"/>
          </p:nvPr>
        </p:nvSpPr>
        <p:spPr>
          <a:ln/>
        </p:spPr>
        <p:txBody>
          <a:bodyPr/>
          <a:lstStyle>
            <a:lvl1pPr>
              <a:defRPr/>
            </a:lvl1pPr>
          </a:lstStyle>
          <a:p>
            <a:pPr>
              <a:defRPr/>
            </a:pPr>
            <a:fld id="{F2ED384D-5E42-4F91-B46C-CE8093A31877}" type="slidenum">
              <a:rPr lang="fr-FR"/>
              <a:pPr>
                <a:defRPr/>
              </a:pPr>
              <a:t>‹N°›</a:t>
            </a:fld>
            <a:endParaRPr lang="fr-FR"/>
          </a:p>
        </p:txBody>
      </p:sp>
    </p:spTree>
    <p:extLst>
      <p:ext uri="{BB962C8B-B14F-4D97-AF65-F5344CB8AC3E}">
        <p14:creationId xmlns:p14="http://schemas.microsoft.com/office/powerpoint/2010/main" val="2616774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6"/>
          <p:cNvSpPr>
            <a:spLocks noGrp="1" noChangeArrowheads="1"/>
          </p:cNvSpPr>
          <p:nvPr>
            <p:ph type="sldNum" sz="quarter" idx="10"/>
          </p:nvPr>
        </p:nvSpPr>
        <p:spPr>
          <a:ln/>
        </p:spPr>
        <p:txBody>
          <a:bodyPr/>
          <a:lstStyle>
            <a:lvl1pPr>
              <a:defRPr/>
            </a:lvl1pPr>
          </a:lstStyle>
          <a:p>
            <a:pPr>
              <a:defRPr/>
            </a:pPr>
            <a:fld id="{DAE76794-6AF1-4E85-AAB0-2AB8193A0E5F}" type="slidenum">
              <a:rPr lang="fr-FR"/>
              <a:pPr>
                <a:defRPr/>
              </a:pPr>
              <a:t>‹N°›</a:t>
            </a:fld>
            <a:endParaRPr lang="fr-FR"/>
          </a:p>
        </p:txBody>
      </p:sp>
    </p:spTree>
    <p:extLst>
      <p:ext uri="{BB962C8B-B14F-4D97-AF65-F5344CB8AC3E}">
        <p14:creationId xmlns:p14="http://schemas.microsoft.com/office/powerpoint/2010/main" val="185178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2E2D5543-B7AC-4ABA-95C9-267F3B093FF9}" type="slidenum">
              <a:rPr lang="fr-FR"/>
              <a:pPr>
                <a:defRPr/>
              </a:pPr>
              <a:t>‹N°›</a:t>
            </a:fld>
            <a:endParaRPr lang="fr-FR"/>
          </a:p>
        </p:txBody>
      </p:sp>
    </p:spTree>
    <p:extLst>
      <p:ext uri="{BB962C8B-B14F-4D97-AF65-F5344CB8AC3E}">
        <p14:creationId xmlns:p14="http://schemas.microsoft.com/office/powerpoint/2010/main" val="1471573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5999163" y="-7938"/>
            <a:ext cx="2000250" cy="5667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763" y="-7938"/>
            <a:ext cx="5851526" cy="5667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4777B77E-C7AD-4D1A-AEA8-190B0985E05F}" type="slidenum">
              <a:rPr lang="fr-FR"/>
              <a:pPr>
                <a:defRPr/>
              </a:pPr>
              <a:t>‹N°›</a:t>
            </a:fld>
            <a:endParaRPr lang="fr-FR"/>
          </a:p>
        </p:txBody>
      </p:sp>
    </p:spTree>
    <p:extLst>
      <p:ext uri="{BB962C8B-B14F-4D97-AF65-F5344CB8AC3E}">
        <p14:creationId xmlns:p14="http://schemas.microsoft.com/office/powerpoint/2010/main" val="383936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pPr/>
              <a:t>‹N°›</a:t>
            </a:fld>
            <a:endParaRPr lang="fr-FR" altLang="fr-F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218195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solidFill>
                  <a:srgbClr val="000000"/>
                </a:solidFill>
              </a:rPr>
              <a:pPr/>
              <a:t>‹N°›</a:t>
            </a:fld>
            <a:endParaRPr lang="fr-FR" altLang="fr-FR">
              <a:solidFill>
                <a:srgbClr val="000000"/>
              </a:solidFill>
            </a:endParaRP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876384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4763" y="354013"/>
            <a:ext cx="7860983" cy="204787"/>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3328B884-BB66-4D70-B39E-B74023A95CDC}" type="slidenum">
              <a:rPr lang="fr-FR">
                <a:solidFill>
                  <a:srgbClr val="000000"/>
                </a:solidFill>
              </a:rPr>
              <a:pPr>
                <a:defRPr/>
              </a:pPr>
              <a:t>‹N°›</a:t>
            </a:fld>
            <a:endParaRPr lang="fr-FR">
              <a:solidFill>
                <a:srgbClr val="000000"/>
              </a:solidFill>
            </a:endParaRPr>
          </a:p>
        </p:txBody>
      </p:sp>
    </p:spTree>
    <p:extLst>
      <p:ext uri="{BB962C8B-B14F-4D97-AF65-F5344CB8AC3E}">
        <p14:creationId xmlns:p14="http://schemas.microsoft.com/office/powerpoint/2010/main" val="1671153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solidFill>
                  <a:srgbClr val="000000"/>
                </a:solidFill>
              </a:rPr>
              <a:pPr/>
              <a:t>‹N°›</a:t>
            </a:fld>
            <a:endParaRPr lang="fr-FR" altLang="fr-FR">
              <a:solidFill>
                <a:srgbClr val="000000"/>
              </a:solidFill>
            </a:endParaRP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88014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solidFill>
                  <a:srgbClr val="000000"/>
                </a:solidFill>
              </a:rPr>
              <a:pPr/>
              <a:t>‹N°›</a:t>
            </a:fld>
            <a:endParaRPr lang="fr-FR" altLang="fr-FR">
              <a:solidFill>
                <a:srgbClr val="000000"/>
              </a:solidFill>
            </a:endParaRP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336935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4763" y="354013"/>
            <a:ext cx="7860983" cy="204787"/>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sldNum" sz="quarter" idx="10"/>
          </p:nvPr>
        </p:nvSpPr>
        <p:spPr>
          <a:ln/>
        </p:spPr>
        <p:txBody>
          <a:bodyPr/>
          <a:lstStyle>
            <a:lvl1pPr>
              <a:defRPr/>
            </a:lvl1pPr>
          </a:lstStyle>
          <a:p>
            <a:pPr>
              <a:defRPr/>
            </a:pPr>
            <a:fld id="{3328B884-BB66-4D70-B39E-B74023A95CDC}" type="slidenum">
              <a:rPr lang="fr-FR">
                <a:solidFill>
                  <a:srgbClr val="000000"/>
                </a:solidFill>
              </a:rPr>
              <a:pPr>
                <a:defRPr/>
              </a:pPr>
              <a:t>‹N°›</a:t>
            </a:fld>
            <a:endParaRPr lang="fr-FR">
              <a:solidFill>
                <a:srgbClr val="000000"/>
              </a:solidFill>
            </a:endParaRPr>
          </a:p>
        </p:txBody>
      </p:sp>
    </p:spTree>
    <p:extLst>
      <p:ext uri="{BB962C8B-B14F-4D97-AF65-F5344CB8AC3E}">
        <p14:creationId xmlns:p14="http://schemas.microsoft.com/office/powerpoint/2010/main" val="298910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5" name="Rectangle 6"/>
          <p:cNvSpPr>
            <a:spLocks noGrp="1" noChangeArrowheads="1"/>
          </p:cNvSpPr>
          <p:nvPr>
            <p:ph type="sldNum" sz="quarter" idx="10"/>
          </p:nvPr>
        </p:nvSpPr>
        <p:spPr>
          <a:xfrm>
            <a:off x="8643939" y="343536"/>
            <a:ext cx="476250" cy="174624"/>
          </a:xfrm>
          <a:ln/>
        </p:spPr>
        <p:txBody>
          <a:bodyPr anchor="ctr"/>
          <a:lstStyle>
            <a:lvl1pPr>
              <a:defRPr sz="800" b="0">
                <a:latin typeface="SFR Black" panose="020B0903040504020204" pitchFamily="34" charset="0"/>
              </a:defRPr>
            </a:lvl1pPr>
          </a:lstStyle>
          <a:p>
            <a:fld id="{6C15461A-9484-4237-A865-C73ECB52C990}" type="slidenum">
              <a:rPr lang="fr-FR" altLang="fr-FR" smtClean="0">
                <a:solidFill>
                  <a:srgbClr val="000000"/>
                </a:solidFill>
              </a:rPr>
              <a:pPr/>
              <a:t>‹N°›</a:t>
            </a:fld>
            <a:endParaRPr lang="fr-FR" altLang="fr-FR">
              <a:solidFill>
                <a:srgbClr val="000000"/>
              </a:solidFill>
            </a:endParaRPr>
          </a:p>
        </p:txBody>
      </p:sp>
      <p:sp>
        <p:nvSpPr>
          <p:cNvPr id="6" name="Titre 1"/>
          <p:cNvSpPr>
            <a:spLocks noGrp="1"/>
          </p:cNvSpPr>
          <p:nvPr>
            <p:ph type="title"/>
          </p:nvPr>
        </p:nvSpPr>
        <p:spPr>
          <a:xfrm>
            <a:off x="2717424" y="43653"/>
            <a:ext cx="6077325" cy="261147"/>
          </a:xfrm>
          <a:prstGeom prst="rect">
            <a:avLst/>
          </a:prstGeom>
        </p:spPr>
        <p:txBody>
          <a:bodyPr wrap="none" lIns="36000" tIns="0" rIns="0" bIns="0" anchor="ctr" anchorCtr="0">
            <a:normAutofit/>
          </a:bodyPr>
          <a:lstStyle>
            <a:lvl1pPr>
              <a:defRPr>
                <a:latin typeface="SFR Thin" panose="020B0203040504020204" pitchFamily="34" charset="0"/>
              </a:defRPr>
            </a:lvl1pPr>
          </a:lstStyle>
          <a:p>
            <a:r>
              <a:rPr lang="fr-FR"/>
              <a:t>Modifiez le style du titre</a:t>
            </a:r>
          </a:p>
        </p:txBody>
      </p:sp>
      <p:sp>
        <p:nvSpPr>
          <p:cNvPr id="7" name="Espace réservé du texte 8"/>
          <p:cNvSpPr>
            <a:spLocks noGrp="1"/>
          </p:cNvSpPr>
          <p:nvPr>
            <p:ph type="body" sz="quarter" idx="11" hasCustomPrompt="1"/>
          </p:nvPr>
        </p:nvSpPr>
        <p:spPr>
          <a:xfrm>
            <a:off x="43815" y="42863"/>
            <a:ext cx="2622550" cy="261937"/>
          </a:xfrm>
          <a:prstGeom prst="rect">
            <a:avLst/>
          </a:prstGeom>
        </p:spPr>
        <p:txBody>
          <a:bodyPr wrap="none" lIns="36000" tIns="0" rIns="0" bIns="0" anchor="ctr" anchorCtr="0">
            <a:normAutofit/>
          </a:bodyPr>
          <a:lstStyle>
            <a:lvl1pPr marL="0" indent="0">
              <a:buNone/>
              <a:defRPr sz="1400" b="0">
                <a:solidFill>
                  <a:schemeClr val="bg1">
                    <a:lumMod val="95000"/>
                  </a:schemeClr>
                </a:solidFill>
                <a:effectLst>
                  <a:outerShdw blurRad="38100" dist="38100" dir="2700000" algn="tl">
                    <a:srgbClr val="000000">
                      <a:alpha val="43137"/>
                    </a:srgbClr>
                  </a:outerShdw>
                </a:effectLst>
                <a:latin typeface="SFR Thin" panose="020B0203040504020204" pitchFamily="34" charset="0"/>
              </a:defRPr>
            </a:lvl1pPr>
          </a:lstStyle>
          <a:p>
            <a:pPr lvl="0"/>
            <a:r>
              <a:rPr lang="fr-FR"/>
              <a:t>APPLI SVI</a:t>
            </a:r>
          </a:p>
        </p:txBody>
      </p:sp>
      <p:sp>
        <p:nvSpPr>
          <p:cNvPr id="8" name="Espace réservé du contenu 2"/>
          <p:cNvSpPr>
            <a:spLocks noGrp="1"/>
          </p:cNvSpPr>
          <p:nvPr>
            <p:ph idx="1"/>
          </p:nvPr>
        </p:nvSpPr>
        <p:spPr>
          <a:xfrm>
            <a:off x="28575" y="358458"/>
            <a:ext cx="8620126" cy="141287"/>
          </a:xfrm>
          <a:prstGeom prst="rect">
            <a:avLst/>
          </a:prstGeom>
        </p:spPr>
        <p:txBody>
          <a:bodyPr lIns="36000" tIns="0" rIns="0" bIns="0" anchor="ctr" anchorCtr="0">
            <a:noAutofit/>
          </a:bodyPr>
          <a:lstStyle>
            <a:lvl1pPr marL="0" indent="0">
              <a:buNone/>
              <a:defRPr sz="800" b="0"/>
            </a:lvl1pPr>
          </a:lstStyle>
          <a:p>
            <a:pPr lvl="0"/>
            <a:endParaRPr lang="fr-FR"/>
          </a:p>
        </p:txBody>
      </p:sp>
    </p:spTree>
    <p:extLst>
      <p:ext uri="{BB962C8B-B14F-4D97-AF65-F5344CB8AC3E}">
        <p14:creationId xmlns:p14="http://schemas.microsoft.com/office/powerpoint/2010/main" val="209839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1.jpe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p:cNvSpPr txBox="1">
            <a:spLocks/>
          </p:cNvSpPr>
          <p:nvPr userDrawn="1"/>
        </p:nvSpPr>
        <p:spPr bwMode="gray">
          <a:xfrm>
            <a:off x="2717800" y="32644"/>
            <a:ext cx="6095206"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cs typeface="Calibri" pitchFamily="34" charset="0"/>
            </a:endParaRPr>
          </a:p>
        </p:txBody>
      </p:sp>
      <p:sp>
        <p:nvSpPr>
          <p:cNvPr id="14" name="Rectangle 8"/>
          <p:cNvSpPr txBox="1">
            <a:spLocks/>
          </p:cNvSpPr>
          <p:nvPr userDrawn="1"/>
        </p:nvSpPr>
        <p:spPr bwMode="gray">
          <a:xfrm>
            <a:off x="28575" y="33438"/>
            <a:ext cx="2665097"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cs typeface="Calibri" pitchFamily="34" charset="0"/>
            </a:endParaRPr>
          </a:p>
        </p:txBody>
      </p:sp>
      <p:pic>
        <p:nvPicPr>
          <p:cNvPr id="15" name="Image 14"/>
          <p:cNvPicPr>
            <a:picLocks noChangeAspect="1"/>
          </p:cNvPicPr>
          <p:nvPr userDrawn="1"/>
        </p:nvPicPr>
        <p:blipFill rotWithShape="1">
          <a:blip r:embed="rId14" cstate="print">
            <a:extLst>
              <a:ext uri="{28A0092B-C50C-407E-A947-70E740481C1C}">
                <a14:useLocalDpi xmlns:a14="http://schemas.microsoft.com/office/drawing/2010/main" val="0"/>
              </a:ext>
            </a:extLst>
          </a:blip>
          <a:srcRect l="3745" t="17569" r="75211" b="12759"/>
          <a:stretch/>
        </p:blipFill>
        <p:spPr bwMode="gray">
          <a:xfrm>
            <a:off x="8836759" y="32545"/>
            <a:ext cx="288192" cy="285750"/>
          </a:xfrm>
          <a:prstGeom prst="rect">
            <a:avLst/>
          </a:prstGeom>
          <a:effectLst/>
        </p:spPr>
      </p:pic>
      <p:sp>
        <p:nvSpPr>
          <p:cNvPr id="16" name="Rectangle 15"/>
          <p:cNvSpPr/>
          <p:nvPr userDrawn="1"/>
        </p:nvSpPr>
        <p:spPr bwMode="auto">
          <a:xfrm>
            <a:off x="28575" y="343536"/>
            <a:ext cx="9091613" cy="174624"/>
          </a:xfrm>
          <a:prstGeom prst="rect">
            <a:avLst/>
          </a:prstGeom>
          <a:solidFill>
            <a:schemeClr val="bg1">
              <a:lumMod val="95000"/>
            </a:schemeClr>
          </a:soli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4390" name="Rectangle 6"/>
          <p:cNvSpPr>
            <a:spLocks noGrp="1" noChangeArrowheads="1"/>
          </p:cNvSpPr>
          <p:nvPr>
            <p:ph type="sldNum" sz="quarter" idx="4"/>
          </p:nvPr>
        </p:nvSpPr>
        <p:spPr bwMode="auto">
          <a:xfrm>
            <a:off x="8631111" y="349250"/>
            <a:ext cx="476250" cy="168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45720" numCol="1" anchor="ctr" anchorCtr="0" compatLnSpc="1">
            <a:prstTxWarp prst="textNoShape">
              <a:avLst/>
            </a:prstTxWarp>
          </a:bodyPr>
          <a:lstStyle>
            <a:lvl1pPr algn="ctr">
              <a:defRPr sz="900" b="1">
                <a:latin typeface="Arial" charset="0"/>
              </a:defRPr>
            </a:lvl1pPr>
          </a:lstStyle>
          <a:p>
            <a:pPr>
              <a:defRPr/>
            </a:pPr>
            <a:fld id="{847D8E6B-9AEB-49A5-8A83-1BA96161A754}" type="slidenum">
              <a:rPr lang="fr-FR" smtClean="0"/>
              <a:pPr>
                <a:defRPr/>
              </a:pPr>
              <a:t>‹N°›</a:t>
            </a:fld>
            <a:endParaRPr lang="fr-FR"/>
          </a:p>
        </p:txBody>
      </p:sp>
      <p:sp>
        <p:nvSpPr>
          <p:cNvPr id="1031" name="Rectangle 2"/>
          <p:cNvSpPr>
            <a:spLocks noGrp="1" noChangeArrowheads="1"/>
          </p:cNvSpPr>
          <p:nvPr>
            <p:ph type="title"/>
          </p:nvPr>
        </p:nvSpPr>
        <p:spPr bwMode="auto">
          <a:xfrm>
            <a:off x="2774950" y="-7938"/>
            <a:ext cx="4019550" cy="35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1032" name="Rectangle 17"/>
          <p:cNvSpPr>
            <a:spLocks noGrp="1" noChangeArrowheads="1"/>
          </p:cNvSpPr>
          <p:nvPr>
            <p:ph type="body" idx="1"/>
          </p:nvPr>
        </p:nvSpPr>
        <p:spPr bwMode="auto">
          <a:xfrm>
            <a:off x="-4763" y="354013"/>
            <a:ext cx="8004176"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71" r:id="rId12"/>
  </p:sldLayoutIdLst>
  <p:hf hdr="0" ftr="0" dt="0"/>
  <p:txStyles>
    <p:title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p:titleStyle>
    <p:bodyStyle>
      <a:lvl1pPr marL="342900" indent="-342900" algn="l" rtl="0" eaLnBrk="0" fontAlgn="base" hangingPunct="0">
        <a:spcBef>
          <a:spcPct val="20000"/>
        </a:spcBef>
        <a:spcAft>
          <a:spcPct val="0"/>
        </a:spcAft>
        <a:defRPr sz="900" b="1">
          <a:solidFill>
            <a:schemeClr val="tx1"/>
          </a:solidFill>
          <a:latin typeface="+mn-lt"/>
          <a:ea typeface="+mn-ea"/>
          <a:cs typeface="+mn-cs"/>
        </a:defRPr>
      </a:lvl1pPr>
      <a:lvl2pPr marL="742950" indent="-285750" algn="l" rtl="0" eaLnBrk="0" fontAlgn="base" hangingPunct="0">
        <a:spcBef>
          <a:spcPct val="20000"/>
        </a:spcBef>
        <a:spcAft>
          <a:spcPct val="0"/>
        </a:spcAft>
        <a:defRPr sz="800" b="1">
          <a:solidFill>
            <a:schemeClr val="tx1"/>
          </a:solidFill>
          <a:latin typeface="+mn-lt"/>
        </a:defRPr>
      </a:lvl2pPr>
      <a:lvl3pPr marL="1143000" indent="-228600" algn="l" rtl="0" eaLnBrk="0" fontAlgn="base" hangingPunct="0">
        <a:spcBef>
          <a:spcPct val="20000"/>
        </a:spcBef>
        <a:spcAft>
          <a:spcPct val="0"/>
        </a:spcAft>
        <a:defRPr sz="800" b="1">
          <a:solidFill>
            <a:schemeClr val="tx1"/>
          </a:solidFill>
          <a:latin typeface="+mn-lt"/>
        </a:defRPr>
      </a:lvl3pPr>
      <a:lvl4pPr marL="1600200" indent="-228600" algn="l" rtl="0" eaLnBrk="0" fontAlgn="base" hangingPunct="0">
        <a:spcBef>
          <a:spcPct val="20000"/>
        </a:spcBef>
        <a:spcAft>
          <a:spcPct val="0"/>
        </a:spcAft>
        <a:defRPr sz="800" b="1">
          <a:solidFill>
            <a:schemeClr val="tx1"/>
          </a:solidFill>
          <a:latin typeface="+mn-lt"/>
        </a:defRPr>
      </a:lvl4pPr>
      <a:lvl5pPr marL="2057400" indent="-228600" algn="l" rtl="0" eaLnBrk="0" fontAlgn="base" hangingPunct="0">
        <a:spcBef>
          <a:spcPct val="20000"/>
        </a:spcBef>
        <a:spcAft>
          <a:spcPct val="0"/>
        </a:spcAft>
        <a:defRPr sz="800" b="1">
          <a:solidFill>
            <a:schemeClr val="tx1"/>
          </a:solidFill>
          <a:latin typeface="+mn-lt"/>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p:cNvSpPr txBox="1">
            <a:spLocks/>
          </p:cNvSpPr>
          <p:nvPr/>
        </p:nvSpPr>
        <p:spPr bwMode="gray">
          <a:xfrm>
            <a:off x="2717800" y="32644"/>
            <a:ext cx="6095206"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ea typeface="ＭＳ Ｐゴシック" pitchFamily="1" charset="-128"/>
              <a:cs typeface="Calibri" pitchFamily="34" charset="0"/>
            </a:endParaRPr>
          </a:p>
        </p:txBody>
      </p:sp>
      <p:sp>
        <p:nvSpPr>
          <p:cNvPr id="14" name="Rectangle 8"/>
          <p:cNvSpPr txBox="1">
            <a:spLocks/>
          </p:cNvSpPr>
          <p:nvPr/>
        </p:nvSpPr>
        <p:spPr bwMode="gray">
          <a:xfrm>
            <a:off x="28575" y="33438"/>
            <a:ext cx="2665097"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ea typeface="ＭＳ Ｐゴシック" pitchFamily="1" charset="-128"/>
              <a:cs typeface="Calibri" pitchFamily="34" charset="0"/>
            </a:endParaRPr>
          </a:p>
        </p:txBody>
      </p:sp>
      <p:pic>
        <p:nvPicPr>
          <p:cNvPr id="15" name="Image 14"/>
          <p:cNvPicPr>
            <a:picLocks noChangeAspect="1"/>
          </p:cNvPicPr>
          <p:nvPr/>
        </p:nvPicPr>
        <p:blipFill rotWithShape="1">
          <a:blip r:embed="rId5" cstate="print">
            <a:extLst>
              <a:ext uri="{28A0092B-C50C-407E-A947-70E740481C1C}">
                <a14:useLocalDpi xmlns:a14="http://schemas.microsoft.com/office/drawing/2010/main" val="0"/>
              </a:ext>
            </a:extLst>
          </a:blip>
          <a:srcRect l="3745" t="17569" r="75211" b="12759"/>
          <a:stretch/>
        </p:blipFill>
        <p:spPr bwMode="gray">
          <a:xfrm>
            <a:off x="8836759" y="32545"/>
            <a:ext cx="288192" cy="285750"/>
          </a:xfrm>
          <a:prstGeom prst="rect">
            <a:avLst/>
          </a:prstGeom>
          <a:effectLst/>
        </p:spPr>
      </p:pic>
      <p:sp>
        <p:nvSpPr>
          <p:cNvPr id="16" name="Rectangle 15"/>
          <p:cNvSpPr/>
          <p:nvPr/>
        </p:nvSpPr>
        <p:spPr bwMode="auto">
          <a:xfrm>
            <a:off x="28575" y="343536"/>
            <a:ext cx="9091613" cy="174624"/>
          </a:xfrm>
          <a:prstGeom prst="rect">
            <a:avLst/>
          </a:prstGeom>
          <a:solidFill>
            <a:schemeClr val="bg1">
              <a:lumMod val="95000"/>
            </a:schemeClr>
          </a:soli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endParaRPr lang="fr-FR">
              <a:solidFill>
                <a:srgbClr val="000000"/>
              </a:solidFill>
              <a:ea typeface="ＭＳ Ｐゴシック" pitchFamily="1" charset="-128"/>
            </a:endParaRPr>
          </a:p>
        </p:txBody>
      </p:sp>
      <p:sp>
        <p:nvSpPr>
          <p:cNvPr id="144390" name="Rectangle 6"/>
          <p:cNvSpPr>
            <a:spLocks noGrp="1" noChangeArrowheads="1"/>
          </p:cNvSpPr>
          <p:nvPr>
            <p:ph type="sldNum" sz="quarter" idx="4"/>
          </p:nvPr>
        </p:nvSpPr>
        <p:spPr bwMode="auto">
          <a:xfrm>
            <a:off x="8115300" y="349250"/>
            <a:ext cx="47625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100" b="1">
                <a:latin typeface="Arial" pitchFamily="34" charset="0"/>
                <a:ea typeface="ＭＳ Ｐゴシック" charset="-128"/>
                <a:cs typeface="+mn-cs"/>
              </a:defRPr>
            </a:lvl1pPr>
          </a:lstStyle>
          <a:p>
            <a:pPr>
              <a:defRPr/>
            </a:pPr>
            <a:fld id="{E16D3095-4AB5-4708-9F45-3EB92B76095E}" type="slidenum">
              <a:rPr lang="fr-FR" smtClean="0">
                <a:solidFill>
                  <a:srgbClr val="000000"/>
                </a:solidFill>
              </a:rPr>
              <a:pPr>
                <a:defRPr/>
              </a:pPr>
              <a:t>‹N°›</a:t>
            </a:fld>
            <a:endParaRPr lang="fr-FR">
              <a:solidFill>
                <a:srgbClr val="000000"/>
              </a:solidFill>
            </a:endParaRPr>
          </a:p>
        </p:txBody>
      </p:sp>
      <p:sp>
        <p:nvSpPr>
          <p:cNvPr id="1031" name="Rectangle 2"/>
          <p:cNvSpPr>
            <a:spLocks noGrp="1" noChangeArrowheads="1"/>
          </p:cNvSpPr>
          <p:nvPr>
            <p:ph type="title"/>
          </p:nvPr>
        </p:nvSpPr>
        <p:spPr bwMode="auto">
          <a:xfrm>
            <a:off x="2774950" y="-7938"/>
            <a:ext cx="4019550" cy="35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1032" name="Rectangle 17"/>
          <p:cNvSpPr>
            <a:spLocks noGrp="1" noChangeArrowheads="1"/>
          </p:cNvSpPr>
          <p:nvPr>
            <p:ph type="body" idx="1"/>
          </p:nvPr>
        </p:nvSpPr>
        <p:spPr bwMode="auto">
          <a:xfrm>
            <a:off x="-4763" y="354013"/>
            <a:ext cx="8004176"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7142007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hf hdr="0" ftr="0" dt="0"/>
  <p:txStyles>
    <p:titleStyle>
      <a:lvl1pPr algn="l" rtl="0" eaLnBrk="0" fontAlgn="base" hangingPunct="0">
        <a:spcBef>
          <a:spcPct val="0"/>
        </a:spcBef>
        <a:spcAft>
          <a:spcPct val="0"/>
        </a:spcAft>
        <a:defRPr sz="1600" i="1">
          <a:solidFill>
            <a:schemeClr val="bg1"/>
          </a:solidFill>
          <a:latin typeface="+mj-lt"/>
          <a:ea typeface="ＭＳ Ｐゴシック" charset="0"/>
          <a:cs typeface="ＭＳ Ｐゴシック"/>
        </a:defRPr>
      </a:lvl1pPr>
      <a:lvl2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2pPr>
      <a:lvl3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3pPr>
      <a:lvl4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4pPr>
      <a:lvl5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p:titleStyle>
    <p:body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8"/>
          <p:cNvSpPr txBox="1">
            <a:spLocks/>
          </p:cNvSpPr>
          <p:nvPr/>
        </p:nvSpPr>
        <p:spPr bwMode="gray">
          <a:xfrm>
            <a:off x="2717800" y="32644"/>
            <a:ext cx="6095206"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ea typeface="ＭＳ Ｐゴシック" pitchFamily="1" charset="-128"/>
              <a:cs typeface="Calibri" pitchFamily="34" charset="0"/>
            </a:endParaRPr>
          </a:p>
        </p:txBody>
      </p:sp>
      <p:sp>
        <p:nvSpPr>
          <p:cNvPr id="14" name="Rectangle 8"/>
          <p:cNvSpPr txBox="1">
            <a:spLocks/>
          </p:cNvSpPr>
          <p:nvPr/>
        </p:nvSpPr>
        <p:spPr bwMode="gray">
          <a:xfrm>
            <a:off x="28575" y="33438"/>
            <a:ext cx="2665097" cy="288032"/>
          </a:xfrm>
          <a:prstGeom prst="rect">
            <a:avLst/>
          </a:prstGeom>
          <a:solidFill>
            <a:srgbClr val="D31E05"/>
          </a:solidFill>
          <a:ln w="9525">
            <a:noFill/>
            <a:miter lim="800000"/>
            <a:headEnd/>
            <a:tailEnd/>
          </a:ln>
          <a:effectLst/>
        </p:spPr>
        <p:txBody>
          <a:bodyPr lIns="73471" tIns="73471" rIns="73471" bIns="73471" anchor="t">
            <a:normAutofit lnSpcReduction="10000"/>
          </a:bodyPr>
          <a:lstStyle>
            <a:defPPr>
              <a:defRPr lang="en-US"/>
            </a:defPPr>
            <a:lvl1pPr defTabSz="895350" eaLnBrk="0" hangingPunct="0">
              <a:buClr>
                <a:schemeClr val="tx2"/>
              </a:buClr>
              <a:defRPr sz="1200" b="1">
                <a:solidFill>
                  <a:schemeClr val="bg1"/>
                </a:solidFill>
                <a:latin typeface="+mn-lt"/>
              </a:defRPr>
            </a:lvl1pPr>
          </a:lstStyle>
          <a:p>
            <a:pPr algn="ctr">
              <a:buClr>
                <a:srgbClr val="000000"/>
              </a:buClr>
              <a:defRPr/>
            </a:pPr>
            <a:endParaRPr lang="fr-FR" sz="1000" b="0">
              <a:solidFill>
                <a:srgbClr val="FFFFFF"/>
              </a:solidFill>
              <a:effectLst>
                <a:outerShdw blurRad="38100" dist="38100" dir="2700000" algn="tl">
                  <a:srgbClr val="000000">
                    <a:alpha val="43137"/>
                  </a:srgbClr>
                </a:outerShdw>
              </a:effectLst>
              <a:ea typeface="ＭＳ Ｐゴシック" pitchFamily="1" charset="-128"/>
              <a:cs typeface="Calibri" pitchFamily="34" charset="0"/>
            </a:endParaRPr>
          </a:p>
        </p:txBody>
      </p:sp>
      <p:pic>
        <p:nvPicPr>
          <p:cNvPr id="15" name="Image 14"/>
          <p:cNvPicPr>
            <a:picLocks noChangeAspect="1"/>
          </p:cNvPicPr>
          <p:nvPr/>
        </p:nvPicPr>
        <p:blipFill rotWithShape="1">
          <a:blip r:embed="rId5" cstate="print">
            <a:extLst>
              <a:ext uri="{28A0092B-C50C-407E-A947-70E740481C1C}">
                <a14:useLocalDpi xmlns:a14="http://schemas.microsoft.com/office/drawing/2010/main" val="0"/>
              </a:ext>
            </a:extLst>
          </a:blip>
          <a:srcRect l="3745" t="17569" r="75211" b="12759"/>
          <a:stretch/>
        </p:blipFill>
        <p:spPr bwMode="gray">
          <a:xfrm>
            <a:off x="8836759" y="32545"/>
            <a:ext cx="288192" cy="285750"/>
          </a:xfrm>
          <a:prstGeom prst="rect">
            <a:avLst/>
          </a:prstGeom>
          <a:effectLst/>
        </p:spPr>
      </p:pic>
      <p:sp>
        <p:nvSpPr>
          <p:cNvPr id="16" name="Rectangle 15"/>
          <p:cNvSpPr/>
          <p:nvPr/>
        </p:nvSpPr>
        <p:spPr bwMode="auto">
          <a:xfrm>
            <a:off x="28575" y="343536"/>
            <a:ext cx="9091613" cy="174624"/>
          </a:xfrm>
          <a:prstGeom prst="rect">
            <a:avLst/>
          </a:prstGeom>
          <a:solidFill>
            <a:schemeClr val="bg1">
              <a:lumMod val="95000"/>
            </a:schemeClr>
          </a:soli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endParaRPr lang="fr-FR">
              <a:solidFill>
                <a:srgbClr val="000000"/>
              </a:solidFill>
              <a:ea typeface="ＭＳ Ｐゴシック" pitchFamily="1" charset="-128"/>
            </a:endParaRPr>
          </a:p>
        </p:txBody>
      </p:sp>
      <p:sp>
        <p:nvSpPr>
          <p:cNvPr id="144390" name="Rectangle 6"/>
          <p:cNvSpPr>
            <a:spLocks noGrp="1" noChangeArrowheads="1"/>
          </p:cNvSpPr>
          <p:nvPr>
            <p:ph type="sldNum" sz="quarter" idx="4"/>
          </p:nvPr>
        </p:nvSpPr>
        <p:spPr bwMode="auto">
          <a:xfrm>
            <a:off x="8115300" y="349250"/>
            <a:ext cx="476250" cy="3048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100" b="1">
                <a:latin typeface="Arial" pitchFamily="34" charset="0"/>
                <a:ea typeface="ＭＳ Ｐゴシック" charset="-128"/>
                <a:cs typeface="+mn-cs"/>
              </a:defRPr>
            </a:lvl1pPr>
          </a:lstStyle>
          <a:p>
            <a:pPr>
              <a:defRPr/>
            </a:pPr>
            <a:fld id="{E16D3095-4AB5-4708-9F45-3EB92B76095E}" type="slidenum">
              <a:rPr lang="fr-FR" smtClean="0">
                <a:solidFill>
                  <a:srgbClr val="000000"/>
                </a:solidFill>
              </a:rPr>
              <a:pPr>
                <a:defRPr/>
              </a:pPr>
              <a:t>‹N°›</a:t>
            </a:fld>
            <a:endParaRPr lang="fr-FR">
              <a:solidFill>
                <a:srgbClr val="000000"/>
              </a:solidFill>
            </a:endParaRPr>
          </a:p>
        </p:txBody>
      </p:sp>
      <p:sp>
        <p:nvSpPr>
          <p:cNvPr id="1031" name="Rectangle 2"/>
          <p:cNvSpPr>
            <a:spLocks noGrp="1" noChangeArrowheads="1"/>
          </p:cNvSpPr>
          <p:nvPr>
            <p:ph type="title"/>
          </p:nvPr>
        </p:nvSpPr>
        <p:spPr bwMode="auto">
          <a:xfrm>
            <a:off x="2774950" y="-7938"/>
            <a:ext cx="4019550" cy="352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1032" name="Rectangle 17"/>
          <p:cNvSpPr>
            <a:spLocks noGrp="1" noChangeArrowheads="1"/>
          </p:cNvSpPr>
          <p:nvPr>
            <p:ph type="body" idx="1"/>
          </p:nvPr>
        </p:nvSpPr>
        <p:spPr bwMode="auto">
          <a:xfrm>
            <a:off x="-4763" y="354013"/>
            <a:ext cx="8004176"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48260378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Lst>
  <p:hf hdr="0" ftr="0" dt="0"/>
  <p:txStyles>
    <p:titleStyle>
      <a:lvl1pPr algn="l" rtl="0" eaLnBrk="0" fontAlgn="base" hangingPunct="0">
        <a:spcBef>
          <a:spcPct val="0"/>
        </a:spcBef>
        <a:spcAft>
          <a:spcPct val="0"/>
        </a:spcAft>
        <a:defRPr sz="1600" i="1">
          <a:solidFill>
            <a:schemeClr val="bg1"/>
          </a:solidFill>
          <a:latin typeface="+mj-lt"/>
          <a:ea typeface="ＭＳ Ｐゴシック" charset="0"/>
          <a:cs typeface="ＭＳ Ｐゴシック"/>
        </a:defRPr>
      </a:lvl1pPr>
      <a:lvl2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2pPr>
      <a:lvl3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3pPr>
      <a:lvl4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4pPr>
      <a:lvl5pPr algn="l" rtl="0" eaLnBrk="0" fontAlgn="base" hangingPunct="0">
        <a:spcBef>
          <a:spcPct val="0"/>
        </a:spcBef>
        <a:spcAft>
          <a:spcPct val="0"/>
        </a:spcAft>
        <a:defRPr sz="1600" i="1">
          <a:solidFill>
            <a:schemeClr val="bg1"/>
          </a:solidFill>
          <a:latin typeface="Arial" charset="0"/>
          <a:ea typeface="ＭＳ Ｐゴシック" charset="0"/>
          <a:cs typeface="ＭＳ Ｐゴシック"/>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p:titleStyle>
    <p:bodyStyle>
      <a:lvl1pPr marL="342900" indent="-342900" algn="l" rtl="0" eaLnBrk="0" fontAlgn="base" hangingPunct="0">
        <a:spcBef>
          <a:spcPct val="20000"/>
        </a:spcBef>
        <a:spcAft>
          <a:spcPct val="0"/>
        </a:spcAft>
        <a:buChar char="•"/>
        <a:defRPr sz="900" b="1">
          <a:solidFill>
            <a:schemeClr val="tx1"/>
          </a:solidFill>
          <a:latin typeface="+mn-lt"/>
          <a:ea typeface="ＭＳ Ｐゴシック" charset="0"/>
          <a:cs typeface="ＭＳ Ｐゴシック"/>
        </a:defRPr>
      </a:lvl1pPr>
      <a:lvl2pPr marL="742950" indent="-28575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2pPr>
      <a:lvl3pPr marL="11430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3pPr>
      <a:lvl4pPr marL="16002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4pPr>
      <a:lvl5pPr marL="2057400" indent="-228600" algn="l" rtl="0" eaLnBrk="0" fontAlgn="base" hangingPunct="0">
        <a:spcBef>
          <a:spcPct val="20000"/>
        </a:spcBef>
        <a:spcAft>
          <a:spcPct val="0"/>
        </a:spcAft>
        <a:buChar char="»"/>
        <a:defRPr sz="800" b="1">
          <a:solidFill>
            <a:schemeClr val="tx1"/>
          </a:solidFill>
          <a:latin typeface="+mn-lt"/>
          <a:ea typeface="ＭＳ Ｐゴシック" charset="0"/>
          <a:cs typeface="ＭＳ Ｐゴシック"/>
        </a:defRPr>
      </a:lvl5pPr>
      <a:lvl6pPr marL="2514600" indent="-228600" algn="l" rtl="0" fontAlgn="base">
        <a:spcBef>
          <a:spcPct val="20000"/>
        </a:spcBef>
        <a:spcAft>
          <a:spcPct val="0"/>
        </a:spcAft>
        <a:defRPr sz="800" b="1">
          <a:solidFill>
            <a:schemeClr val="tx1"/>
          </a:solidFill>
          <a:latin typeface="+mn-lt"/>
        </a:defRPr>
      </a:lvl6pPr>
      <a:lvl7pPr marL="2971800" indent="-228600" algn="l" rtl="0" fontAlgn="base">
        <a:spcBef>
          <a:spcPct val="20000"/>
        </a:spcBef>
        <a:spcAft>
          <a:spcPct val="0"/>
        </a:spcAft>
        <a:defRPr sz="800" b="1">
          <a:solidFill>
            <a:schemeClr val="tx1"/>
          </a:solidFill>
          <a:latin typeface="+mn-lt"/>
        </a:defRPr>
      </a:lvl7pPr>
      <a:lvl8pPr marL="3429000" indent="-228600" algn="l" rtl="0" fontAlgn="base">
        <a:spcBef>
          <a:spcPct val="20000"/>
        </a:spcBef>
        <a:spcAft>
          <a:spcPct val="0"/>
        </a:spcAft>
        <a:defRPr sz="800" b="1">
          <a:solidFill>
            <a:schemeClr val="tx1"/>
          </a:solidFill>
          <a:latin typeface="+mn-lt"/>
        </a:defRPr>
      </a:lvl8pPr>
      <a:lvl9pPr marL="3886200" indent="-228600" algn="l" rtl="0" fontAlgn="base">
        <a:spcBef>
          <a:spcPct val="20000"/>
        </a:spcBef>
        <a:spcAft>
          <a:spcPct val="0"/>
        </a:spcAft>
        <a:defRPr sz="800" b="1">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38.xml"/><Relationship Id="rId4" Type="http://schemas.openxmlformats.org/officeDocument/2006/relationships/slide" Target="slide43.xml"/></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slide" Target="slide1.xml"/><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6.xml"/><Relationship Id="rId5" Type="http://schemas.openxmlformats.org/officeDocument/2006/relationships/slide" Target="slide7.xml"/><Relationship Id="rId10" Type="http://schemas.openxmlformats.org/officeDocument/2006/relationships/slide" Target="slide26.xml"/><Relationship Id="rId4" Type="http://schemas.openxmlformats.org/officeDocument/2006/relationships/slide" Target="slide10.xml"/><Relationship Id="rId9"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39.xml"/></Relationships>
</file>

<file path=ppt/slides/_rels/slide5.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9.xml"/></Relationships>
</file>

<file path=ppt/slides/_rels/slide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8.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11.xml"/><Relationship Id="rId3" Type="http://schemas.openxmlformats.org/officeDocument/2006/relationships/slide" Target="slide2.xml"/><Relationship Id="rId7" Type="http://schemas.openxmlformats.org/officeDocument/2006/relationships/slide" Target="slide40.xml"/><Relationship Id="rId12" Type="http://schemas.openxmlformats.org/officeDocument/2006/relationships/slide" Target="slide1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14.xml"/><Relationship Id="rId5" Type="http://schemas.openxmlformats.org/officeDocument/2006/relationships/slide" Target="slide18.xml"/><Relationship Id="rId10" Type="http://schemas.openxmlformats.org/officeDocument/2006/relationships/slide" Target="slide21.xml"/><Relationship Id="rId4" Type="http://schemas.openxmlformats.org/officeDocument/2006/relationships/slide" Target="slide15.xml"/><Relationship Id="rId9" Type="http://schemas.openxmlformats.org/officeDocument/2006/relationships/slide" Target="slide20.xml"/><Relationship Id="rId14" Type="http://schemas.openxmlformats.org/officeDocument/2006/relationships/slide" Target="slide25.xml"/></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slide" Target="slide3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21.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slide" Target="slide23.xml"/></Relationships>
</file>

<file path=ppt/slides/_rels/slide1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1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7.xml"/></Relationships>
</file>

<file path=ppt/slides/_rels/slide15.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13.xml"/></Relationships>
</file>

<file path=ppt/slides/_rels/slide1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23.xml"/></Relationships>
</file>

<file path=ppt/slides/_rels/slide1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8.xml"/></Relationships>
</file>

<file path=ppt/slides/_rels/slide20.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8.xml"/></Relationships>
</file>

<file path=ppt/slides/_rels/slide2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18.xml"/></Relationships>
</file>

<file path=ppt/slides/_rels/slide22.xml.rels><?xml version="1.0" encoding="UTF-8" standalone="yes"?>
<Relationships xmlns="http://schemas.openxmlformats.org/package/2006/relationships"><Relationship Id="rId3" Type="http://schemas.openxmlformats.org/officeDocument/2006/relationships/slide" Target="slide41.xml"/><Relationship Id="rId7" Type="http://schemas.openxmlformats.org/officeDocument/2006/relationships/slide" Target="slide2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3.xml"/><Relationship Id="rId4" Type="http://schemas.openxmlformats.org/officeDocument/2006/relationships/slide" Target="slide18.xml"/></Relationships>
</file>

<file path=ppt/slides/_rels/slide23.xml.rels><?xml version="1.0" encoding="UTF-8" standalone="yes"?>
<Relationships xmlns="http://schemas.openxmlformats.org/package/2006/relationships"><Relationship Id="rId3" Type="http://schemas.openxmlformats.org/officeDocument/2006/relationships/slide" Target="slide18.xml"/><Relationship Id="rId7" Type="http://schemas.openxmlformats.org/officeDocument/2006/relationships/slide" Target="slide2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3.xml"/><Relationship Id="rId4" Type="http://schemas.openxmlformats.org/officeDocument/2006/relationships/slide" Target="slide39.xml"/></Relationships>
</file>

<file path=ppt/slides/_rels/slide2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slide" Target="slide22.xml"/><Relationship Id="rId4" Type="http://schemas.openxmlformats.org/officeDocument/2006/relationships/slide" Target="slide10.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40.xml"/><Relationship Id="rId4" Type="http://schemas.openxmlformats.org/officeDocument/2006/relationships/slide" Target="slide13.xml"/></Relationships>
</file>

<file path=ppt/slides/_rels/slide27.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 Target="slide2.xml"/><Relationship Id="rId7" Type="http://schemas.openxmlformats.org/officeDocument/2006/relationships/slide" Target="slide4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12.xml"/><Relationship Id="rId11" Type="http://schemas.openxmlformats.org/officeDocument/2006/relationships/slide" Target="slide29.xml"/><Relationship Id="rId5" Type="http://schemas.openxmlformats.org/officeDocument/2006/relationships/slide" Target="slide31.xml"/><Relationship Id="rId10" Type="http://schemas.openxmlformats.org/officeDocument/2006/relationships/slide" Target="slide35.xml"/><Relationship Id="rId4" Type="http://schemas.openxmlformats.org/officeDocument/2006/relationships/slide" Target="slide28.xml"/><Relationship Id="rId9" Type="http://schemas.openxmlformats.org/officeDocument/2006/relationships/slide" Target="slide34.xml"/></Relationships>
</file>

<file path=ppt/slides/_rels/slide28.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slide" Target="slide31.xml"/></Relationships>
</file>

<file path=ppt/slides/_rels/slide2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slide" Target="slide31.xml"/></Relationships>
</file>

<file path=ppt/slides/_rels/slide3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slide" Target="slide31.xml"/></Relationships>
</file>

<file path=ppt/slides/_rels/slide3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32.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3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41.xml"/><Relationship Id="rId5" Type="http://schemas.openxmlformats.org/officeDocument/2006/relationships/slide" Target="slide33.xml"/><Relationship Id="rId4" Type="http://schemas.openxmlformats.org/officeDocument/2006/relationships/slide" Target="slide39.xml"/></Relationships>
</file>

<file path=ppt/slides/_rels/slide33.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slide" Target="slide33.xml"/></Relationships>
</file>

<file path=ppt/slides/_rels/slide3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30.xml"/><Relationship Id="rId1" Type="http://schemas.openxmlformats.org/officeDocument/2006/relationships/slideLayout" Target="../slideLayouts/slideLayout16.xml"/><Relationship Id="rId4" Type="http://schemas.openxmlformats.org/officeDocument/2006/relationships/slide" Target="slide32.xml"/></Relationships>
</file>

<file path=ppt/slides/_rels/slide36.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31.xml"/><Relationship Id="rId1" Type="http://schemas.openxmlformats.org/officeDocument/2006/relationships/slideLayout" Target="../slideLayouts/slideLayout17.xml"/><Relationship Id="rId4" Type="http://schemas.openxmlformats.org/officeDocument/2006/relationships/slide" Target="slide28.xml"/></Relationships>
</file>

<file path=ppt/slides/_rels/slide37.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32.xml"/><Relationship Id="rId1" Type="http://schemas.openxmlformats.org/officeDocument/2006/relationships/slideLayout" Target="../slideLayouts/slideLayout17.xml"/><Relationship Id="rId4" Type="http://schemas.openxmlformats.org/officeDocument/2006/relationships/slide" Target="slide13.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5.xml"/><Relationship Id="rId7" Type="http://schemas.openxmlformats.org/officeDocument/2006/relationships/slide" Target="slide3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23.xml"/><Relationship Id="rId4" Type="http://schemas.openxmlformats.org/officeDocument/2006/relationships/slide" Target="slide7.xml"/></Relationships>
</file>

<file path=ppt/slides/_rels/slide4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15.xml"/></Relationships>
</file>

<file path=ppt/slides/_rels/slide4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1DD1E24-C1D6-40A1-91F8-B0647397F1D2}" type="slidenum">
              <a:rPr lang="fr-FR" smtClean="0"/>
              <a:pPr eaLnBrk="1" hangingPunct="1"/>
              <a:t>0</a:t>
            </a:fld>
            <a:endParaRPr lang="fr-FR"/>
          </a:p>
        </p:txBody>
      </p:sp>
      <p:sp>
        <p:nvSpPr>
          <p:cNvPr id="2051" name="Rectangle 2"/>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HO / HNO</a:t>
            </a:r>
          </a:p>
        </p:txBody>
      </p:sp>
      <p:sp>
        <p:nvSpPr>
          <p:cNvPr id="2052" name="Rectangle 3"/>
          <p:cNvSpPr>
            <a:spLocks noGrp="1" noChangeArrowheads="1"/>
          </p:cNvSpPr>
          <p:nvPr>
            <p:ph type="body" idx="1"/>
          </p:nvPr>
        </p:nvSpPr>
        <p:spPr>
          <a:xfrm>
            <a:off x="-4763" y="354013"/>
            <a:ext cx="8004176" cy="161131"/>
          </a:xfrm>
        </p:spPr>
        <p:txBody>
          <a:bodyPr lIns="36000" tIns="36000" rIns="36000" bIns="36000" anchor="ctr"/>
          <a:lstStyle/>
          <a:p>
            <a:pPr eaLnBrk="1" hangingPunct="1"/>
            <a:r>
              <a:rPr lang="fr-FR" sz="800" b="0"/>
              <a:t>8AB: 1023 – SI: LDCCSU – SN: N/A - CREA: SRU 11.04.11 - MODIF: GGA 10//10/2022 - PRD</a:t>
            </a:r>
          </a:p>
        </p:txBody>
      </p:sp>
      <p:sp>
        <p:nvSpPr>
          <p:cNvPr id="205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28" name="AutoShape 9">
            <a:hlinkClick r:id="rId3" action="ppaction://hlinksldjump"/>
          </p:cNvPr>
          <p:cNvSpPr>
            <a:spLocks noChangeArrowheads="1"/>
          </p:cNvSpPr>
          <p:nvPr/>
        </p:nvSpPr>
        <p:spPr bwMode="auto">
          <a:xfrm rot="10800000">
            <a:off x="2087663" y="5275812"/>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sp>
        <p:nvSpPr>
          <p:cNvPr id="31" name="AutoShape 6"/>
          <p:cNvSpPr>
            <a:spLocks noChangeArrowheads="1"/>
          </p:cNvSpPr>
          <p:nvPr/>
        </p:nvSpPr>
        <p:spPr bwMode="auto">
          <a:xfrm>
            <a:off x="3960913" y="2186836"/>
            <a:ext cx="727075" cy="341312"/>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HO / HNO</a:t>
            </a:r>
          </a:p>
        </p:txBody>
      </p:sp>
      <p:cxnSp>
        <p:nvCxnSpPr>
          <p:cNvPr id="33" name="AutoShape 7"/>
          <p:cNvCxnSpPr>
            <a:cxnSpLocks noChangeShapeType="1"/>
            <a:stCxn id="34" idx="2"/>
            <a:endCxn id="28" idx="2"/>
          </p:cNvCxnSpPr>
          <p:nvPr/>
        </p:nvCxnSpPr>
        <p:spPr bwMode="auto">
          <a:xfrm rot="5400000">
            <a:off x="1370262" y="4022629"/>
            <a:ext cx="2506365" cy="127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AutoShape 13"/>
          <p:cNvSpPr>
            <a:spLocks noChangeArrowheads="1"/>
          </p:cNvSpPr>
          <p:nvPr/>
        </p:nvSpPr>
        <p:spPr bwMode="auto">
          <a:xfrm>
            <a:off x="2242444" y="2624984"/>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00001_HO</a:t>
            </a:r>
          </a:p>
        </p:txBody>
      </p:sp>
      <p:sp>
        <p:nvSpPr>
          <p:cNvPr id="36" name="AutoShape 5">
            <a:hlinkClick r:id="rId4" action="ppaction://hlinksldjump"/>
          </p:cNvPr>
          <p:cNvSpPr>
            <a:spLocks noChangeArrowheads="1"/>
          </p:cNvSpPr>
          <p:nvPr/>
        </p:nvSpPr>
        <p:spPr bwMode="auto">
          <a:xfrm rot="10800000">
            <a:off x="3792638" y="1120353"/>
            <a:ext cx="1071563"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ACU</a:t>
            </a:r>
          </a:p>
        </p:txBody>
      </p:sp>
      <p:cxnSp>
        <p:nvCxnSpPr>
          <p:cNvPr id="37" name="AutoShape 11"/>
          <p:cNvCxnSpPr>
            <a:cxnSpLocks noChangeShapeType="1"/>
            <a:stCxn id="36" idx="0"/>
            <a:endCxn id="31" idx="0"/>
          </p:cNvCxnSpPr>
          <p:nvPr/>
        </p:nvCxnSpPr>
        <p:spPr bwMode="auto">
          <a:xfrm flipH="1">
            <a:off x="4324451" y="1595016"/>
            <a:ext cx="3968" cy="59182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AutoShape 12"/>
          <p:cNvSpPr>
            <a:spLocks noChangeArrowheads="1"/>
          </p:cNvSpPr>
          <p:nvPr/>
        </p:nvSpPr>
        <p:spPr bwMode="auto">
          <a:xfrm>
            <a:off x="3943451" y="1749003"/>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00001_DECROCHE</a:t>
            </a:r>
          </a:p>
        </p:txBody>
      </p:sp>
      <p:cxnSp>
        <p:nvCxnSpPr>
          <p:cNvPr id="39" name="AutoShape 11"/>
          <p:cNvCxnSpPr>
            <a:cxnSpLocks noChangeShapeType="1"/>
            <a:stCxn id="31" idx="3"/>
            <a:endCxn id="43" idx="0"/>
          </p:cNvCxnSpPr>
          <p:nvPr/>
        </p:nvCxnSpPr>
        <p:spPr bwMode="auto">
          <a:xfrm>
            <a:off x="4687988" y="2357492"/>
            <a:ext cx="1223844" cy="305751"/>
          </a:xfrm>
          <a:prstGeom prst="bentConnector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AutoShape 10">
            <a:hlinkClick r:id="rId5" action="ppaction://hlinksldjump"/>
          </p:cNvPr>
          <p:cNvSpPr>
            <a:spLocks noChangeArrowheads="1"/>
          </p:cNvSpPr>
          <p:nvPr/>
        </p:nvSpPr>
        <p:spPr bwMode="auto">
          <a:xfrm rot="10800000">
            <a:off x="5410181" y="5288331"/>
            <a:ext cx="1073150" cy="474663"/>
          </a:xfrm>
          <a:prstGeom prst="upArrowCallout">
            <a:avLst>
              <a:gd name="adj1" fmla="val 56522"/>
              <a:gd name="adj2" fmla="val 5652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GP</a:t>
            </a:r>
          </a:p>
        </p:txBody>
      </p:sp>
      <p:sp>
        <p:nvSpPr>
          <p:cNvPr id="43" name="AutoShape 14"/>
          <p:cNvSpPr>
            <a:spLocks noChangeArrowheads="1"/>
          </p:cNvSpPr>
          <p:nvPr/>
        </p:nvSpPr>
        <p:spPr bwMode="auto">
          <a:xfrm>
            <a:off x="5530832" y="2663243"/>
            <a:ext cx="762000" cy="15304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00001_HNO_GP</a:t>
            </a:r>
          </a:p>
        </p:txBody>
      </p:sp>
      <p:cxnSp>
        <p:nvCxnSpPr>
          <p:cNvPr id="44" name="AutoShape 11"/>
          <p:cNvCxnSpPr>
            <a:cxnSpLocks noChangeShapeType="1"/>
            <a:stCxn id="31" idx="1"/>
            <a:endCxn id="34" idx="0"/>
          </p:cNvCxnSpPr>
          <p:nvPr/>
        </p:nvCxnSpPr>
        <p:spPr bwMode="auto">
          <a:xfrm rot="10800000" flipV="1">
            <a:off x="2623445" y="2357492"/>
            <a:ext cx="1337469" cy="267492"/>
          </a:xfrm>
          <a:prstGeom prst="bentConnector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 Box 329"/>
          <p:cNvSpPr txBox="1">
            <a:spLocks noChangeArrowheads="1"/>
          </p:cNvSpPr>
          <p:nvPr/>
        </p:nvSpPr>
        <p:spPr bwMode="auto">
          <a:xfrm>
            <a:off x="4637347" y="2186836"/>
            <a:ext cx="671512"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HNO</a:t>
            </a:r>
          </a:p>
        </p:txBody>
      </p:sp>
      <p:sp>
        <p:nvSpPr>
          <p:cNvPr id="48" name="Text Box 329"/>
          <p:cNvSpPr txBox="1">
            <a:spLocks noChangeArrowheads="1"/>
          </p:cNvSpPr>
          <p:nvPr/>
        </p:nvSpPr>
        <p:spPr bwMode="auto">
          <a:xfrm>
            <a:off x="3456882" y="2173025"/>
            <a:ext cx="671512" cy="184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HO</a:t>
            </a:r>
          </a:p>
        </p:txBody>
      </p:sp>
      <p:cxnSp>
        <p:nvCxnSpPr>
          <p:cNvPr id="18" name="Connecteur droit 17"/>
          <p:cNvCxnSpPr>
            <a:stCxn id="43" idx="2"/>
            <a:endCxn id="42" idx="2"/>
          </p:cNvCxnSpPr>
          <p:nvPr/>
        </p:nvCxnSpPr>
        <p:spPr bwMode="auto">
          <a:xfrm>
            <a:off x="5911832" y="2816290"/>
            <a:ext cx="34924" cy="2472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AutoShape 31">
            <a:hlinkClick r:id="" action="ppaction://noaction"/>
          </p:cNvPr>
          <p:cNvSpPr>
            <a:spLocks noChangeArrowheads="1"/>
          </p:cNvSpPr>
          <p:nvPr/>
        </p:nvSpPr>
        <p:spPr bwMode="auto">
          <a:xfrm>
            <a:off x="2095297" y="3347067"/>
            <a:ext cx="10128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 JOUR</a:t>
            </a:r>
          </a:p>
        </p:txBody>
      </p:sp>
      <p:sp>
        <p:nvSpPr>
          <p:cNvPr id="25" name="AutoShape 7"/>
          <p:cNvSpPr>
            <a:spLocks noChangeArrowheads="1"/>
          </p:cNvSpPr>
          <p:nvPr/>
        </p:nvSpPr>
        <p:spPr bwMode="auto">
          <a:xfrm>
            <a:off x="2121392" y="3049033"/>
            <a:ext cx="958548" cy="1428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C00000"/>
                </a:solidFill>
                <a:latin typeface="Arial" pitchFamily="34" charset="0"/>
                <a:ea typeface="ＭＳ Ｐゴシック" charset="-128"/>
              </a:rPr>
              <a:t>00002_SUSPICION_MOB</a:t>
            </a:r>
          </a:p>
        </p:txBody>
      </p:sp>
      <p:sp>
        <p:nvSpPr>
          <p:cNvPr id="26" name="Rectangle à coins arrondis 1"/>
          <p:cNvSpPr>
            <a:spLocks noChangeArrowheads="1"/>
          </p:cNvSpPr>
          <p:nvPr/>
        </p:nvSpPr>
        <p:spPr bwMode="auto">
          <a:xfrm>
            <a:off x="2057491" y="3021509"/>
            <a:ext cx="1080000" cy="256820"/>
          </a:xfrm>
          <a:prstGeom prst="roundRect">
            <a:avLst>
              <a:gd name="adj" fmla="val 16667"/>
            </a:avLst>
          </a:prstGeom>
          <a:noFill/>
          <a:ln w="12700" algn="ctr">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9" name="AutoShape 31">
            <a:hlinkClick r:id="" action="ppaction://noaction"/>
          </p:cNvPr>
          <p:cNvSpPr>
            <a:spLocks noChangeArrowheads="1"/>
          </p:cNvSpPr>
          <p:nvPr/>
        </p:nvSpPr>
        <p:spPr bwMode="auto">
          <a:xfrm>
            <a:off x="5410181" y="3284448"/>
            <a:ext cx="1003299" cy="14347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93771" y="600114"/>
            <a:ext cx="2121912" cy="199423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800" u="sng"/>
              <a:t>Eligibilité PREMIUM</a:t>
            </a:r>
          </a:p>
          <a:p>
            <a:pPr>
              <a:buClr>
                <a:srgbClr val="D31E05"/>
              </a:buClr>
            </a:pPr>
            <a:r>
              <a:rPr lang="es-ES" altLang="fr-FR" sz="700" b="1" i="1">
                <a:solidFill>
                  <a:srgbClr val="C00000"/>
                </a:solidFill>
              </a:rPr>
              <a:t>C2OL</a:t>
            </a:r>
          </a:p>
          <a:p>
            <a:pPr>
              <a:buClr>
                <a:srgbClr val="D31E05"/>
              </a:buClr>
            </a:pPr>
            <a:r>
              <a:rPr lang="es-ES" altLang="fr-FR" sz="700" i="1" err="1"/>
              <a:t>Marqueur</a:t>
            </a:r>
            <a:r>
              <a:rPr lang="es-ES" altLang="fr-FR" sz="700" i="1"/>
              <a:t> : CELL_PREM </a:t>
            </a:r>
          </a:p>
          <a:p>
            <a:pPr>
              <a:buClr>
                <a:srgbClr val="D31E05"/>
              </a:buClr>
            </a:pPr>
            <a:r>
              <a:rPr lang="es-ES" altLang="fr-FR" sz="700" i="1" err="1"/>
              <a:t>valeur</a:t>
            </a:r>
            <a:r>
              <a:rPr lang="es-ES" altLang="fr-FR" sz="700" i="1"/>
              <a:t> 1 : </a:t>
            </a:r>
            <a:r>
              <a:rPr lang="es-ES" altLang="fr-FR" sz="700" i="1" err="1"/>
              <a:t>commence</a:t>
            </a:r>
            <a:r>
              <a:rPr lang="es-ES" altLang="fr-FR" sz="700" i="1"/>
              <a:t> par </a:t>
            </a:r>
          </a:p>
          <a:p>
            <a:pPr>
              <a:buClr>
                <a:srgbClr val="D31E05"/>
              </a:buClr>
            </a:pPr>
            <a:r>
              <a:rPr lang="es-ES" altLang="fr-FR" sz="700" i="1"/>
              <a:t>“PRE_FID_M”  </a:t>
            </a:r>
          </a:p>
          <a:p>
            <a:pPr>
              <a:buClr>
                <a:srgbClr val="D31E05"/>
              </a:buClr>
            </a:pPr>
            <a:r>
              <a:rPr lang="es-ES" altLang="fr-FR" sz="700" b="1" i="1" err="1"/>
              <a:t>ou</a:t>
            </a:r>
            <a:r>
              <a:rPr lang="es-ES" altLang="fr-FR" sz="700" i="1"/>
              <a:t> PLATINE_00</a:t>
            </a:r>
          </a:p>
          <a:p>
            <a:pPr>
              <a:buClr>
                <a:srgbClr val="D31E05"/>
              </a:buClr>
            </a:pPr>
            <a:r>
              <a:rPr lang="es-ES" altLang="fr-FR" sz="700" i="1" err="1"/>
              <a:t>Ou</a:t>
            </a:r>
            <a:r>
              <a:rPr lang="es-ES" altLang="fr-FR" sz="700" i="1"/>
              <a:t> PACKPRO_M (=</a:t>
            </a:r>
            <a:r>
              <a:rPr lang="es-ES" altLang="fr-FR" sz="700" b="1" i="1">
                <a:solidFill>
                  <a:schemeClr val="tx1"/>
                </a:solidFill>
              </a:rPr>
              <a:t>PACKPRO</a:t>
            </a:r>
            <a:r>
              <a:rPr lang="es-ES" altLang="fr-FR" sz="700" i="1">
                <a:solidFill>
                  <a:schemeClr val="tx1"/>
                </a:solidFill>
              </a:rPr>
              <a:t>)</a:t>
            </a:r>
            <a:endParaRPr lang="es-ES" altLang="fr-FR" sz="700" i="1"/>
          </a:p>
          <a:p>
            <a:pPr>
              <a:buClr>
                <a:srgbClr val="D31E05"/>
              </a:buClr>
            </a:pPr>
            <a:r>
              <a:rPr lang="es-ES" altLang="fr-FR" sz="700" i="1"/>
              <a:t>OU</a:t>
            </a:r>
          </a:p>
          <a:p>
            <a:pPr>
              <a:buClr>
                <a:srgbClr val="D31E05"/>
              </a:buClr>
            </a:pPr>
            <a:r>
              <a:rPr lang="fr-FR" sz="700" b="1">
                <a:solidFill>
                  <a:srgbClr val="C00000"/>
                </a:solidFill>
              </a:rPr>
              <a:t>AEM</a:t>
            </a:r>
            <a:endParaRPr lang="fr-FR" sz="700" b="1">
              <a:solidFill>
                <a:schemeClr val="tx1"/>
              </a:solidFill>
            </a:endParaRPr>
          </a:p>
          <a:p>
            <a:pPr>
              <a:buClr>
                <a:srgbClr val="D31E05"/>
              </a:buClr>
            </a:pPr>
            <a:r>
              <a:rPr lang="es-ES" altLang="fr-FR" sz="700" i="1" err="1">
                <a:solidFill>
                  <a:schemeClr val="tx1"/>
                </a:solidFill>
              </a:rPr>
              <a:t>Code</a:t>
            </a:r>
            <a:r>
              <a:rPr lang="es-ES" altLang="fr-FR" sz="700" i="1">
                <a:solidFill>
                  <a:schemeClr val="tx1"/>
                </a:solidFill>
              </a:rPr>
              <a:t> PTA = PE9 </a:t>
            </a:r>
            <a:r>
              <a:rPr lang="es-ES" altLang="fr-FR" sz="700" i="1" err="1">
                <a:solidFill>
                  <a:schemeClr val="tx1"/>
                </a:solidFill>
              </a:rPr>
              <a:t>ou</a:t>
            </a:r>
            <a:r>
              <a:rPr lang="es-ES" altLang="fr-FR" sz="700" i="1">
                <a:solidFill>
                  <a:schemeClr val="tx1"/>
                </a:solidFill>
              </a:rPr>
              <a:t> PG9 (=</a:t>
            </a:r>
            <a:r>
              <a:rPr lang="es-ES" altLang="fr-FR" sz="700" b="1" i="1">
                <a:solidFill>
                  <a:schemeClr val="tx1"/>
                </a:solidFill>
              </a:rPr>
              <a:t>PACKPRO</a:t>
            </a:r>
            <a:r>
              <a:rPr lang="es-ES" altLang="fr-FR" sz="700" i="1">
                <a:solidFill>
                  <a:schemeClr val="tx1"/>
                </a:solidFill>
              </a:rPr>
              <a:t>)</a:t>
            </a:r>
          </a:p>
          <a:p>
            <a:pPr>
              <a:buClr>
                <a:srgbClr val="D31E05"/>
              </a:buClr>
            </a:pPr>
            <a:endParaRPr lang="fr-FR" altLang="fr-FR" sz="200" i="1"/>
          </a:p>
          <a:p>
            <a:endParaRPr lang="fr-FR" sz="100">
              <a:solidFill>
                <a:srgbClr val="FF0000"/>
              </a:solidFill>
            </a:endParaRPr>
          </a:p>
          <a:p>
            <a:r>
              <a:rPr lang="fr-FR" sz="700" b="1">
                <a:solidFill>
                  <a:srgbClr val="FF0000"/>
                </a:solidFill>
              </a:rPr>
              <a:t>SEARCH</a:t>
            </a:r>
          </a:p>
          <a:p>
            <a:r>
              <a:rPr lang="fr-FR" sz="700">
                <a:solidFill>
                  <a:schemeClr val="tx1"/>
                </a:solidFill>
              </a:rPr>
              <a:t>Si </a:t>
            </a:r>
            <a:r>
              <a:rPr lang="fr-FR" sz="700" err="1">
                <a:solidFill>
                  <a:schemeClr val="tx1"/>
                </a:solidFill>
              </a:rPr>
              <a:t>titulaireType</a:t>
            </a:r>
            <a:r>
              <a:rPr lang="fr-FR" sz="700">
                <a:solidFill>
                  <a:schemeClr val="tx1"/>
                </a:solidFill>
              </a:rPr>
              <a:t>=</a:t>
            </a:r>
            <a:r>
              <a:rPr lang="fr-FR" sz="700" err="1">
                <a:solidFill>
                  <a:schemeClr val="tx1"/>
                </a:solidFill>
              </a:rPr>
              <a:t>PersonnePhysique</a:t>
            </a:r>
            <a:r>
              <a:rPr lang="fr-FR" sz="700">
                <a:solidFill>
                  <a:schemeClr val="tx1"/>
                </a:solidFill>
              </a:rPr>
              <a:t> et </a:t>
            </a:r>
          </a:p>
          <a:p>
            <a:r>
              <a:rPr lang="fr-FR" sz="700" err="1">
                <a:solidFill>
                  <a:schemeClr val="tx1"/>
                </a:solidFill>
              </a:rPr>
              <a:t>niveauQualificationPro</a:t>
            </a:r>
            <a:r>
              <a:rPr lang="fr-FR" sz="700">
                <a:solidFill>
                  <a:schemeClr val="tx1"/>
                </a:solidFill>
              </a:rPr>
              <a:t> = 05]</a:t>
            </a:r>
            <a:br>
              <a:rPr lang="fr-FR" sz="700">
                <a:solidFill>
                  <a:schemeClr val="tx1"/>
                </a:solidFill>
              </a:rPr>
            </a:br>
            <a:r>
              <a:rPr lang="fr-FR" sz="700">
                <a:solidFill>
                  <a:schemeClr val="tx1"/>
                </a:solidFill>
              </a:rPr>
              <a:t>OU [si </a:t>
            </a:r>
            <a:r>
              <a:rPr lang="fr-FR" sz="700" err="1">
                <a:solidFill>
                  <a:schemeClr val="tx1"/>
                </a:solidFill>
              </a:rPr>
              <a:t>titulaireType</a:t>
            </a:r>
            <a:r>
              <a:rPr lang="fr-FR" sz="700">
                <a:solidFill>
                  <a:schemeClr val="tx1"/>
                </a:solidFill>
              </a:rPr>
              <a:t>= moral]</a:t>
            </a:r>
            <a:br>
              <a:rPr lang="fr-FR" sz="700">
                <a:solidFill>
                  <a:schemeClr val="tx1"/>
                </a:solidFill>
              </a:rPr>
            </a:br>
            <a:r>
              <a:rPr lang="fr-FR" sz="700">
                <a:solidFill>
                  <a:schemeClr val="tx1"/>
                </a:solidFill>
              </a:rPr>
              <a:t>OU </a:t>
            </a:r>
            <a:r>
              <a:rPr lang="fr-FR" sz="700" err="1">
                <a:solidFill>
                  <a:schemeClr val="tx1"/>
                </a:solidFill>
              </a:rPr>
              <a:t>classeCompteFacturation</a:t>
            </a:r>
            <a:r>
              <a:rPr lang="fr-FR" sz="700">
                <a:solidFill>
                  <a:schemeClr val="tx1"/>
                </a:solidFill>
              </a:rPr>
              <a:t> = S</a:t>
            </a:r>
          </a:p>
          <a:p>
            <a:endParaRPr lang="fr-FR" sz="700"/>
          </a:p>
        </p:txBody>
      </p:sp>
      <p:sp>
        <p:nvSpPr>
          <p:cNvPr id="3074"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CD62BE-C8DC-467B-9328-25C221CD1342}" type="slidenum">
              <a:rPr lang="fr-FR" smtClean="0"/>
              <a:pPr eaLnBrk="1" hangingPunct="1"/>
              <a:t>1</a:t>
            </a:fld>
            <a:endParaRPr lang="fr-FR"/>
          </a:p>
        </p:txBody>
      </p:sp>
      <p:sp>
        <p:nvSpPr>
          <p:cNvPr id="3076" name="Rectangle 3"/>
          <p:cNvSpPr>
            <a:spLocks noGrp="1" noChangeArrowheads="1"/>
          </p:cNvSpPr>
          <p:nvPr>
            <p:ph type="body" idx="1"/>
          </p:nvPr>
        </p:nvSpPr>
        <p:spPr/>
        <p:txBody>
          <a:bodyPr/>
          <a:lstStyle/>
          <a:p>
            <a:pPr eaLnBrk="1" hangingPunct="1">
              <a:lnSpc>
                <a:spcPct val="90000"/>
              </a:lnSpc>
            </a:pPr>
            <a:r>
              <a:rPr lang="fr-FR" sz="800" dirty="0"/>
              <a:t> </a:t>
            </a:r>
          </a:p>
        </p:txBody>
      </p:sp>
      <p:sp>
        <p:nvSpPr>
          <p:cNvPr id="102" name="AutoShape 320">
            <a:hlinkClick r:id="rId3" action="ppaction://hlinksldjump"/>
          </p:cNvPr>
          <p:cNvSpPr>
            <a:spLocks noChangeArrowheads="1"/>
          </p:cNvSpPr>
          <p:nvPr/>
        </p:nvSpPr>
        <p:spPr bwMode="auto">
          <a:xfrm rot="10800000">
            <a:off x="3507291" y="704339"/>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HO / HNO</a:t>
            </a:r>
          </a:p>
        </p:txBody>
      </p:sp>
      <p:sp>
        <p:nvSpPr>
          <p:cNvPr id="171" name="AutoShape 296">
            <a:hlinkClick r:id="rId4" action="ppaction://hlinksldjump"/>
          </p:cNvPr>
          <p:cNvSpPr>
            <a:spLocks noChangeArrowheads="1"/>
          </p:cNvSpPr>
          <p:nvPr/>
        </p:nvSpPr>
        <p:spPr bwMode="auto">
          <a:xfrm rot="10800000">
            <a:off x="3555993" y="6326338"/>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p:txBody>
      </p:sp>
      <p:cxnSp>
        <p:nvCxnSpPr>
          <p:cNvPr id="173" name="AutoShape 30"/>
          <p:cNvCxnSpPr>
            <a:cxnSpLocks noChangeShapeType="1"/>
            <a:stCxn id="108" idx="2"/>
            <a:endCxn id="171" idx="2"/>
          </p:cNvCxnSpPr>
          <p:nvPr/>
        </p:nvCxnSpPr>
        <p:spPr bwMode="auto">
          <a:xfrm>
            <a:off x="4090724" y="6177114"/>
            <a:ext cx="5269" cy="149224"/>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AutoShape 37"/>
          <p:cNvSpPr>
            <a:spLocks noChangeArrowheads="1"/>
          </p:cNvSpPr>
          <p:nvPr/>
        </p:nvSpPr>
        <p:spPr bwMode="auto">
          <a:xfrm>
            <a:off x="3503349" y="6033114"/>
            <a:ext cx="117475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00012_MENU_PRINCIPAL</a:t>
            </a:r>
          </a:p>
        </p:txBody>
      </p:sp>
      <p:sp>
        <p:nvSpPr>
          <p:cNvPr id="66" name="AutoShape 68">
            <a:hlinkClick r:id="" action="ppaction://noaction"/>
          </p:cNvPr>
          <p:cNvSpPr>
            <a:spLocks noChangeArrowheads="1"/>
          </p:cNvSpPr>
          <p:nvPr/>
        </p:nvSpPr>
        <p:spPr bwMode="auto">
          <a:xfrm>
            <a:off x="3674644" y="3346342"/>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SUSPENDU</a:t>
            </a:r>
          </a:p>
        </p:txBody>
      </p:sp>
      <p:cxnSp>
        <p:nvCxnSpPr>
          <p:cNvPr id="67" name="AutoShape 232"/>
          <p:cNvCxnSpPr>
            <a:cxnSpLocks noChangeShapeType="1"/>
            <a:stCxn id="69" idx="3"/>
            <a:endCxn id="68" idx="2"/>
          </p:cNvCxnSpPr>
          <p:nvPr/>
        </p:nvCxnSpPr>
        <p:spPr bwMode="auto">
          <a:xfrm>
            <a:off x="6753011" y="3520734"/>
            <a:ext cx="1078072" cy="18726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AutoShape 270">
            <a:hlinkClick r:id="rId5" action="ppaction://hlinksldjump"/>
          </p:cNvPr>
          <p:cNvSpPr>
            <a:spLocks noChangeArrowheads="1"/>
          </p:cNvSpPr>
          <p:nvPr/>
        </p:nvSpPr>
        <p:spPr bwMode="auto">
          <a:xfrm rot="10800000">
            <a:off x="7291083" y="3707998"/>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SUSPENDU</a:t>
            </a:r>
          </a:p>
        </p:txBody>
      </p:sp>
      <p:sp>
        <p:nvSpPr>
          <p:cNvPr id="69" name="AutoShape 311"/>
          <p:cNvSpPr>
            <a:spLocks noChangeArrowheads="1"/>
          </p:cNvSpPr>
          <p:nvPr/>
        </p:nvSpPr>
        <p:spPr bwMode="auto">
          <a:xfrm>
            <a:off x="5673011" y="3448734"/>
            <a:ext cx="1080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00070_M_SUSPENDU</a:t>
            </a:r>
          </a:p>
        </p:txBody>
      </p:sp>
      <p:cxnSp>
        <p:nvCxnSpPr>
          <p:cNvPr id="70" name="Connecteur en angle 158"/>
          <p:cNvCxnSpPr>
            <a:stCxn id="66" idx="3"/>
            <a:endCxn id="69" idx="1"/>
          </p:cNvCxnSpPr>
          <p:nvPr/>
        </p:nvCxnSpPr>
        <p:spPr bwMode="auto">
          <a:xfrm>
            <a:off x="4455694" y="3506680"/>
            <a:ext cx="1217317" cy="14054"/>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Connecteur en angle 180"/>
          <p:cNvCxnSpPr>
            <a:cxnSpLocks noChangeShapeType="1"/>
            <a:stCxn id="102" idx="0"/>
            <a:endCxn id="77" idx="0"/>
          </p:cNvCxnSpPr>
          <p:nvPr/>
        </p:nvCxnSpPr>
        <p:spPr bwMode="auto">
          <a:xfrm flipH="1">
            <a:off x="4043364" y="1064339"/>
            <a:ext cx="3927" cy="40174"/>
          </a:xfrm>
          <a:prstGeom prst="straightConnector1">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cxnSp>
        <p:nvCxnSpPr>
          <p:cNvPr id="59" name="AutoShape 285"/>
          <p:cNvCxnSpPr>
            <a:cxnSpLocks noChangeShapeType="1"/>
            <a:stCxn id="66" idx="2"/>
            <a:endCxn id="86" idx="0"/>
          </p:cNvCxnSpPr>
          <p:nvPr/>
        </p:nvCxnSpPr>
        <p:spPr bwMode="auto">
          <a:xfrm>
            <a:off x="4065169" y="3667017"/>
            <a:ext cx="2132" cy="29125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Rectangle 2"/>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ENTREE</a:t>
            </a:r>
          </a:p>
        </p:txBody>
      </p:sp>
      <p:sp>
        <p:nvSpPr>
          <p:cNvPr id="51" name="AutoShape 187"/>
          <p:cNvSpPr>
            <a:spLocks noChangeArrowheads="1"/>
          </p:cNvSpPr>
          <p:nvPr/>
        </p:nvSpPr>
        <p:spPr bwMode="auto">
          <a:xfrm>
            <a:off x="3664587" y="2714354"/>
            <a:ext cx="784225" cy="350838"/>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r>
              <a:rPr lang="fr-FR" altLang="fr-FR" sz="600">
                <a:solidFill>
                  <a:schemeClr val="bg1"/>
                </a:solidFill>
                <a:ea typeface="ＭＳ Ｐゴシック" charset="0"/>
              </a:rPr>
              <a:t>MARQUEUR C2OL</a:t>
            </a:r>
          </a:p>
        </p:txBody>
      </p:sp>
      <p:grpSp>
        <p:nvGrpSpPr>
          <p:cNvPr id="52" name="Group 188"/>
          <p:cNvGrpSpPr>
            <a:grpSpLocks/>
          </p:cNvGrpSpPr>
          <p:nvPr/>
        </p:nvGrpSpPr>
        <p:grpSpPr bwMode="auto">
          <a:xfrm rot="20719795">
            <a:off x="3360933" y="2840639"/>
            <a:ext cx="279400" cy="130175"/>
            <a:chOff x="1920" y="715"/>
            <a:chExt cx="270" cy="139"/>
          </a:xfrm>
          <a:effectLst>
            <a:outerShdw blurRad="50800" dist="38100" dir="2700000" algn="tl" rotWithShape="0">
              <a:prstClr val="black">
                <a:alpha val="40000"/>
              </a:prstClr>
            </a:outerShdw>
          </a:effectLst>
        </p:grpSpPr>
        <p:sp>
          <p:nvSpPr>
            <p:cNvPr id="60"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62"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64" name="AutoShape 191"/>
          <p:cNvSpPr>
            <a:spLocks noChangeArrowheads="1"/>
          </p:cNvSpPr>
          <p:nvPr/>
        </p:nvSpPr>
        <p:spPr bwMode="auto">
          <a:xfrm>
            <a:off x="2532393" y="2754136"/>
            <a:ext cx="690932" cy="419997"/>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t>PAWS / C2OL</a:t>
            </a:r>
          </a:p>
        </p:txBody>
      </p:sp>
      <p:sp>
        <p:nvSpPr>
          <p:cNvPr id="71" name="Text Box 68"/>
          <p:cNvSpPr txBox="1">
            <a:spLocks noChangeArrowheads="1"/>
          </p:cNvSpPr>
          <p:nvPr/>
        </p:nvSpPr>
        <p:spPr bwMode="auto">
          <a:xfrm>
            <a:off x="1179804" y="2769728"/>
            <a:ext cx="1297649" cy="27699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r>
              <a:rPr lang="fr-FR" altLang="fr-FR" sz="600" b="0"/>
              <a:t>Si désactivé pas de récupération des marqueurs C2OL via PAWS</a:t>
            </a:r>
          </a:p>
        </p:txBody>
      </p:sp>
      <p:cxnSp>
        <p:nvCxnSpPr>
          <p:cNvPr id="6" name="Connecteur en angle 5"/>
          <p:cNvCxnSpPr>
            <a:stCxn id="72" idx="2"/>
            <a:endCxn id="66" idx="0"/>
          </p:cNvCxnSpPr>
          <p:nvPr/>
        </p:nvCxnSpPr>
        <p:spPr bwMode="auto">
          <a:xfrm rot="5400000">
            <a:off x="4745355" y="2269974"/>
            <a:ext cx="396183" cy="175655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Text Box 157"/>
          <p:cNvSpPr txBox="1">
            <a:spLocks noChangeArrowheads="1"/>
          </p:cNvSpPr>
          <p:nvPr/>
        </p:nvSpPr>
        <p:spPr bwMode="auto">
          <a:xfrm>
            <a:off x="4498160" y="2934197"/>
            <a:ext cx="29144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HS</a:t>
            </a:r>
          </a:p>
        </p:txBody>
      </p:sp>
      <p:sp>
        <p:nvSpPr>
          <p:cNvPr id="72" name="AutoShape 311"/>
          <p:cNvSpPr>
            <a:spLocks noChangeArrowheads="1"/>
          </p:cNvSpPr>
          <p:nvPr/>
        </p:nvSpPr>
        <p:spPr bwMode="auto">
          <a:xfrm>
            <a:off x="4957540" y="2830469"/>
            <a:ext cx="1728364" cy="1196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80001_C2OL_FIND_CLIENT_HS</a:t>
            </a:r>
          </a:p>
        </p:txBody>
      </p:sp>
      <p:sp>
        <p:nvSpPr>
          <p:cNvPr id="54" name="AutoShape 282"/>
          <p:cNvSpPr>
            <a:spLocks noChangeArrowheads="1"/>
          </p:cNvSpPr>
          <p:nvPr/>
        </p:nvSpPr>
        <p:spPr bwMode="auto">
          <a:xfrm>
            <a:off x="3601997" y="1633383"/>
            <a:ext cx="890587" cy="400694"/>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solidFill>
                  <a:schemeClr val="bg1"/>
                </a:solidFill>
              </a:rPr>
              <a:t>BOX 4G/</a:t>
            </a:r>
            <a:r>
              <a:rPr lang="fr-FR" sz="600" b="1" dirty="0">
                <a:solidFill>
                  <a:schemeClr val="bg1"/>
                </a:solidFill>
              </a:rPr>
              <a:t>5G</a:t>
            </a:r>
          </a:p>
        </p:txBody>
      </p:sp>
      <p:cxnSp>
        <p:nvCxnSpPr>
          <p:cNvPr id="4" name="Connecteur droit 3"/>
          <p:cNvCxnSpPr>
            <a:stCxn id="54" idx="2"/>
            <a:endCxn id="3072" idx="0"/>
          </p:cNvCxnSpPr>
          <p:nvPr/>
        </p:nvCxnSpPr>
        <p:spPr bwMode="auto">
          <a:xfrm>
            <a:off x="4047291" y="2034077"/>
            <a:ext cx="1317" cy="1384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AutoShape 270">
            <a:hlinkClick r:id="rId6" action="ppaction://hlinksldjump"/>
          </p:cNvPr>
          <p:cNvSpPr>
            <a:spLocks noChangeArrowheads="1"/>
          </p:cNvSpPr>
          <p:nvPr/>
        </p:nvSpPr>
        <p:spPr bwMode="auto">
          <a:xfrm rot="10800000">
            <a:off x="8154668" y="2230646"/>
            <a:ext cx="895561" cy="294851"/>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BOX 4G/5G</a:t>
            </a:r>
          </a:p>
        </p:txBody>
      </p:sp>
      <p:cxnSp>
        <p:nvCxnSpPr>
          <p:cNvPr id="13" name="Connecteur en angle 12"/>
          <p:cNvCxnSpPr>
            <a:cxnSpLocks/>
            <a:stCxn id="118" idx="3"/>
            <a:endCxn id="61" idx="2"/>
          </p:cNvCxnSpPr>
          <p:nvPr/>
        </p:nvCxnSpPr>
        <p:spPr bwMode="auto">
          <a:xfrm>
            <a:off x="7396740" y="1836240"/>
            <a:ext cx="1205708" cy="39440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311"/>
          <p:cNvSpPr>
            <a:spLocks noChangeArrowheads="1"/>
          </p:cNvSpPr>
          <p:nvPr/>
        </p:nvSpPr>
        <p:spPr bwMode="auto">
          <a:xfrm>
            <a:off x="4728497" y="1740467"/>
            <a:ext cx="1537717" cy="1865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lIns="91440" tIns="45720" rIns="91440" bIns="45720" anchor="ctr"/>
          <a:lstStyle/>
          <a:p>
            <a:pPr algn="ctr"/>
            <a:r>
              <a:rPr lang="fr-FR" sz="600" b="1" dirty="0">
                <a:latin typeface="Arial"/>
                <a:cs typeface="Arial"/>
              </a:rPr>
              <a:t>00010_[BOX4G ou BOX5G_[CODE_PTA]</a:t>
            </a:r>
            <a:endParaRPr lang="fr-FR" dirty="0"/>
          </a:p>
        </p:txBody>
      </p:sp>
      <p:sp>
        <p:nvSpPr>
          <p:cNvPr id="75" name="Text Box 154"/>
          <p:cNvSpPr txBox="1">
            <a:spLocks noChangeArrowheads="1"/>
          </p:cNvSpPr>
          <p:nvPr/>
        </p:nvSpPr>
        <p:spPr bwMode="auto">
          <a:xfrm>
            <a:off x="4519317" y="1514132"/>
            <a:ext cx="1437967"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dirty="0"/>
              <a:t>Si </a:t>
            </a:r>
            <a:r>
              <a:rPr lang="fr-FR" altLang="fr-FR" sz="600" b="0" dirty="0" err="1"/>
              <a:t>code</a:t>
            </a:r>
            <a:r>
              <a:rPr lang="fr-FR" sz="600" b="0" dirty="0" err="1"/>
              <a:t>PTA</a:t>
            </a:r>
            <a:r>
              <a:rPr lang="fr-FR" sz="600" b="0" dirty="0"/>
              <a:t> = « BX1 » </a:t>
            </a:r>
            <a:r>
              <a:rPr lang="fr-FR" sz="600" dirty="0"/>
              <a:t>ou « BX2 »</a:t>
            </a:r>
            <a:endParaRPr lang="fr-FR" altLang="fr-FR" sz="600" dirty="0"/>
          </a:p>
        </p:txBody>
      </p:sp>
      <p:sp>
        <p:nvSpPr>
          <p:cNvPr id="56" name="Text Box 236"/>
          <p:cNvSpPr txBox="1">
            <a:spLocks noChangeArrowheads="1"/>
          </p:cNvSpPr>
          <p:nvPr/>
        </p:nvSpPr>
        <p:spPr bwMode="auto">
          <a:xfrm>
            <a:off x="4358271" y="3302893"/>
            <a:ext cx="1314740" cy="184666"/>
          </a:xfrm>
          <a:prstGeom prst="rect">
            <a:avLst/>
          </a:prstGeom>
          <a:noFill/>
          <a:ln>
            <a:noFill/>
          </a:ln>
          <a:effec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fr-FR" sz="600" b="1"/>
              <a:t>statut = 12</a:t>
            </a:r>
          </a:p>
        </p:txBody>
      </p:sp>
      <p:sp>
        <p:nvSpPr>
          <p:cNvPr id="86" name="AutoShape 68">
            <a:hlinkClick r:id="" action="ppaction://noaction"/>
          </p:cNvPr>
          <p:cNvSpPr>
            <a:spLocks noChangeArrowheads="1"/>
          </p:cNvSpPr>
          <p:nvPr/>
        </p:nvSpPr>
        <p:spPr bwMode="auto">
          <a:xfrm>
            <a:off x="3652262" y="3958267"/>
            <a:ext cx="830078" cy="410069"/>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IMPAYE ?</a:t>
            </a:r>
          </a:p>
        </p:txBody>
      </p:sp>
      <p:sp>
        <p:nvSpPr>
          <p:cNvPr id="89" name="AutoShape 6"/>
          <p:cNvSpPr>
            <a:spLocks noChangeArrowheads="1"/>
          </p:cNvSpPr>
          <p:nvPr/>
        </p:nvSpPr>
        <p:spPr bwMode="auto">
          <a:xfrm>
            <a:off x="5107756" y="4096421"/>
            <a:ext cx="951706"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00080_M_IMPAYE</a:t>
            </a:r>
          </a:p>
        </p:txBody>
      </p:sp>
      <p:sp>
        <p:nvSpPr>
          <p:cNvPr id="91" name="AutoShape 113"/>
          <p:cNvSpPr>
            <a:spLocks noChangeArrowheads="1"/>
          </p:cNvSpPr>
          <p:nvPr/>
        </p:nvSpPr>
        <p:spPr bwMode="auto">
          <a:xfrm>
            <a:off x="2807595" y="3741887"/>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SEARCH</a:t>
            </a:r>
          </a:p>
        </p:txBody>
      </p:sp>
      <p:grpSp>
        <p:nvGrpSpPr>
          <p:cNvPr id="92" name="Group 73"/>
          <p:cNvGrpSpPr>
            <a:grpSpLocks/>
          </p:cNvGrpSpPr>
          <p:nvPr/>
        </p:nvGrpSpPr>
        <p:grpSpPr bwMode="auto">
          <a:xfrm rot="1605620">
            <a:off x="3473370" y="3964107"/>
            <a:ext cx="196850" cy="93663"/>
            <a:chOff x="1920" y="715"/>
            <a:chExt cx="270" cy="139"/>
          </a:xfrm>
        </p:grpSpPr>
        <p:sp>
          <p:nvSpPr>
            <p:cNvPr id="93"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94"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95" name="Text Box 157"/>
          <p:cNvSpPr txBox="1">
            <a:spLocks noChangeArrowheads="1"/>
          </p:cNvSpPr>
          <p:nvPr/>
        </p:nvSpPr>
        <p:spPr bwMode="auto">
          <a:xfrm>
            <a:off x="73333" y="5753609"/>
            <a:ext cx="2688516" cy="553998"/>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b="1"/>
              <a:t>1</a:t>
            </a:r>
            <a:r>
              <a:rPr lang="fr-FR" sz="600" b="1" baseline="30000"/>
              <a:t>ère</a:t>
            </a:r>
            <a:r>
              <a:rPr lang="fr-FR" sz="600" b="1"/>
              <a:t> condition interrogation de LDCCSU :</a:t>
            </a:r>
          </a:p>
          <a:p>
            <a:pPr eaLnBrk="1" hangingPunct="1">
              <a:defRPr/>
            </a:pPr>
            <a:r>
              <a:rPr lang="fr-FR" sz="600" b="1"/>
              <a:t>Si « flag impayé » = </a:t>
            </a:r>
            <a:r>
              <a:rPr lang="fr-FR" sz="600" b="1" err="1"/>
              <a:t>True</a:t>
            </a:r>
            <a:r>
              <a:rPr lang="fr-FR" sz="600" b="1"/>
              <a:t> dans </a:t>
            </a:r>
            <a:r>
              <a:rPr lang="fr-FR" sz="600" b="1" err="1"/>
              <a:t>Search</a:t>
            </a:r>
            <a:endParaRPr lang="fr-FR" sz="600" b="1"/>
          </a:p>
          <a:p>
            <a:pPr eaLnBrk="1" hangingPunct="1">
              <a:defRPr/>
            </a:pPr>
            <a:r>
              <a:rPr lang="fr-FR" sz="600" b="1"/>
              <a:t>ET</a:t>
            </a:r>
          </a:p>
          <a:p>
            <a:pPr eaLnBrk="1" hangingPunct="1">
              <a:defRPr/>
            </a:pPr>
            <a:r>
              <a:rPr lang="fr-FR" sz="600" b="1"/>
              <a:t>Puis 2</a:t>
            </a:r>
            <a:r>
              <a:rPr lang="fr-FR" sz="600" b="1" baseline="30000"/>
              <a:t>ème</a:t>
            </a:r>
            <a:r>
              <a:rPr lang="fr-FR" sz="600" b="1"/>
              <a:t> condition interroger WSSAP RMCA à l’aide du compte "</a:t>
            </a:r>
            <a:r>
              <a:rPr lang="fr-FR" sz="600" b="1" err="1"/>
              <a:t>idCompteFacturation</a:t>
            </a:r>
            <a:r>
              <a:rPr lang="fr-FR" sz="600" b="1"/>
              <a:t>«  dans SEARCH</a:t>
            </a:r>
          </a:p>
        </p:txBody>
      </p:sp>
      <p:cxnSp>
        <p:nvCxnSpPr>
          <p:cNvPr id="14" name="Connecteur droit 13"/>
          <p:cNvCxnSpPr>
            <a:stCxn id="86" idx="3"/>
            <a:endCxn id="89" idx="1"/>
          </p:cNvCxnSpPr>
          <p:nvPr/>
        </p:nvCxnSpPr>
        <p:spPr bwMode="auto">
          <a:xfrm>
            <a:off x="4482340" y="4163302"/>
            <a:ext cx="625416" cy="535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AutoShape 270">
            <a:hlinkClick r:id="rId7" action="ppaction://hlinksldjump"/>
          </p:cNvPr>
          <p:cNvSpPr>
            <a:spLocks noChangeArrowheads="1"/>
          </p:cNvSpPr>
          <p:nvPr/>
        </p:nvSpPr>
        <p:spPr bwMode="auto">
          <a:xfrm rot="10800000">
            <a:off x="7351660" y="4324667"/>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IMPAYE</a:t>
            </a:r>
          </a:p>
        </p:txBody>
      </p:sp>
      <p:cxnSp>
        <p:nvCxnSpPr>
          <p:cNvPr id="97" name="AutoShape 232"/>
          <p:cNvCxnSpPr>
            <a:cxnSpLocks noChangeShapeType="1"/>
            <a:stCxn id="89" idx="3"/>
            <a:endCxn id="96" idx="2"/>
          </p:cNvCxnSpPr>
          <p:nvPr/>
        </p:nvCxnSpPr>
        <p:spPr bwMode="auto">
          <a:xfrm>
            <a:off x="6059462" y="4168653"/>
            <a:ext cx="1832198" cy="15601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113"/>
          <p:cNvSpPr>
            <a:spLocks noChangeArrowheads="1"/>
          </p:cNvSpPr>
          <p:nvPr/>
        </p:nvSpPr>
        <p:spPr bwMode="auto">
          <a:xfrm>
            <a:off x="2719264" y="4180681"/>
            <a:ext cx="784141"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WS SAP RMCA</a:t>
            </a:r>
          </a:p>
          <a:p>
            <a:pPr algn="ctr" eaLnBrk="0" hangingPunct="0">
              <a:defRPr/>
            </a:pPr>
            <a:r>
              <a:rPr lang="fr-FR" sz="600">
                <a:ea typeface="ＭＳ Ｐゴシック" charset="0"/>
              </a:rPr>
              <a:t>« ContractDetail20 »</a:t>
            </a:r>
          </a:p>
        </p:txBody>
      </p:sp>
      <p:grpSp>
        <p:nvGrpSpPr>
          <p:cNvPr id="99" name="Group 73"/>
          <p:cNvGrpSpPr>
            <a:grpSpLocks/>
          </p:cNvGrpSpPr>
          <p:nvPr/>
        </p:nvGrpSpPr>
        <p:grpSpPr bwMode="auto">
          <a:xfrm rot="20221313">
            <a:off x="3517990" y="4266826"/>
            <a:ext cx="196850" cy="93663"/>
            <a:chOff x="1920" y="715"/>
            <a:chExt cx="270" cy="139"/>
          </a:xfrm>
        </p:grpSpPr>
        <p:sp>
          <p:nvSpPr>
            <p:cNvPr id="100"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101"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cxnSp>
        <p:nvCxnSpPr>
          <p:cNvPr id="25" name="Connecteur droit 24"/>
          <p:cNvCxnSpPr>
            <a:stCxn id="86" idx="2"/>
            <a:endCxn id="129" idx="0"/>
          </p:cNvCxnSpPr>
          <p:nvPr/>
        </p:nvCxnSpPr>
        <p:spPr bwMode="auto">
          <a:xfrm>
            <a:off x="4067301" y="4368336"/>
            <a:ext cx="6529" cy="3021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en angle 36"/>
          <p:cNvCxnSpPr>
            <a:stCxn id="51" idx="2"/>
            <a:endCxn id="66" idx="0"/>
          </p:cNvCxnSpPr>
          <p:nvPr/>
        </p:nvCxnSpPr>
        <p:spPr bwMode="auto">
          <a:xfrm rot="16200000" flipH="1">
            <a:off x="3920359" y="3201532"/>
            <a:ext cx="281150" cy="846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0" name="Group 188"/>
          <p:cNvGrpSpPr>
            <a:grpSpLocks/>
          </p:cNvGrpSpPr>
          <p:nvPr/>
        </p:nvGrpSpPr>
        <p:grpSpPr bwMode="auto">
          <a:xfrm rot="354330">
            <a:off x="3363447" y="3383330"/>
            <a:ext cx="279400" cy="130175"/>
            <a:chOff x="1920" y="715"/>
            <a:chExt cx="270" cy="139"/>
          </a:xfrm>
          <a:effectLst>
            <a:outerShdw blurRad="50800" dist="38100" dir="2700000" algn="tl" rotWithShape="0">
              <a:prstClr val="black">
                <a:alpha val="40000"/>
              </a:prstClr>
            </a:outerShdw>
          </a:effectLst>
        </p:grpSpPr>
        <p:sp>
          <p:nvSpPr>
            <p:cNvPr id="10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07"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grpSp>
        <p:nvGrpSpPr>
          <p:cNvPr id="114" name="Group 188"/>
          <p:cNvGrpSpPr>
            <a:grpSpLocks/>
          </p:cNvGrpSpPr>
          <p:nvPr/>
        </p:nvGrpSpPr>
        <p:grpSpPr bwMode="auto">
          <a:xfrm rot="13008889">
            <a:off x="3373478" y="2065840"/>
            <a:ext cx="279400" cy="177203"/>
            <a:chOff x="1920" y="715"/>
            <a:chExt cx="270" cy="139"/>
          </a:xfrm>
          <a:effectLst>
            <a:outerShdw blurRad="50800" dist="38100" dir="2700000" algn="tl" rotWithShape="0">
              <a:prstClr val="black">
                <a:alpha val="40000"/>
              </a:prstClr>
            </a:outerShdw>
          </a:effectLst>
        </p:grpSpPr>
        <p:sp>
          <p:nvSpPr>
            <p:cNvPr id="11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16"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17" name="AutoShape 113"/>
          <p:cNvSpPr>
            <a:spLocks noChangeArrowheads="1"/>
          </p:cNvSpPr>
          <p:nvPr/>
        </p:nvSpPr>
        <p:spPr bwMode="auto">
          <a:xfrm>
            <a:off x="2798022" y="1658257"/>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AEM</a:t>
            </a:r>
          </a:p>
        </p:txBody>
      </p:sp>
      <p:sp>
        <p:nvSpPr>
          <p:cNvPr id="87" name="AutoShape 270">
            <a:hlinkClick r:id="rId8" action="ppaction://hlinksldjump"/>
          </p:cNvPr>
          <p:cNvSpPr>
            <a:spLocks noChangeArrowheads="1"/>
          </p:cNvSpPr>
          <p:nvPr/>
        </p:nvSpPr>
        <p:spPr bwMode="auto">
          <a:xfrm rot="10800000">
            <a:off x="7645223" y="5874673"/>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a:t>
            </a:r>
          </a:p>
        </p:txBody>
      </p:sp>
      <p:sp>
        <p:nvSpPr>
          <p:cNvPr id="106" name="AutoShape 239"/>
          <p:cNvSpPr>
            <a:spLocks noChangeArrowheads="1"/>
          </p:cNvSpPr>
          <p:nvPr/>
        </p:nvSpPr>
        <p:spPr bwMode="auto">
          <a:xfrm>
            <a:off x="3616930" y="5520936"/>
            <a:ext cx="890587" cy="368388"/>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PREMIUM</a:t>
            </a:r>
          </a:p>
        </p:txBody>
      </p:sp>
      <p:cxnSp>
        <p:nvCxnSpPr>
          <p:cNvPr id="109" name="AutoShape 232"/>
          <p:cNvCxnSpPr>
            <a:cxnSpLocks noChangeShapeType="1"/>
            <a:stCxn id="120" idx="3"/>
            <a:endCxn id="87" idx="2"/>
          </p:cNvCxnSpPr>
          <p:nvPr/>
        </p:nvCxnSpPr>
        <p:spPr bwMode="auto">
          <a:xfrm>
            <a:off x="6311131" y="5690315"/>
            <a:ext cx="1874092" cy="18435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AutoShape 311"/>
          <p:cNvSpPr>
            <a:spLocks noChangeArrowheads="1"/>
          </p:cNvSpPr>
          <p:nvPr/>
        </p:nvSpPr>
        <p:spPr bwMode="auto">
          <a:xfrm>
            <a:off x="5231131" y="5618315"/>
            <a:ext cx="1080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00060_M_PREMIUM</a:t>
            </a:r>
          </a:p>
        </p:txBody>
      </p:sp>
      <p:cxnSp>
        <p:nvCxnSpPr>
          <p:cNvPr id="121" name="Connecteur en angle 158"/>
          <p:cNvCxnSpPr>
            <a:stCxn id="106" idx="3"/>
            <a:endCxn id="120" idx="1"/>
          </p:cNvCxnSpPr>
          <p:nvPr/>
        </p:nvCxnSpPr>
        <p:spPr bwMode="auto">
          <a:xfrm flipV="1">
            <a:off x="4507517" y="5690315"/>
            <a:ext cx="723614" cy="14815"/>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Connecteur droit 121"/>
          <p:cNvCxnSpPr>
            <a:stCxn id="106" idx="2"/>
            <a:endCxn id="108" idx="0"/>
          </p:cNvCxnSpPr>
          <p:nvPr/>
        </p:nvCxnSpPr>
        <p:spPr bwMode="auto">
          <a:xfrm>
            <a:off x="4062224" y="5889324"/>
            <a:ext cx="28500" cy="1437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3" name="Group 188"/>
          <p:cNvGrpSpPr>
            <a:grpSpLocks/>
          </p:cNvGrpSpPr>
          <p:nvPr/>
        </p:nvGrpSpPr>
        <p:grpSpPr bwMode="auto">
          <a:xfrm rot="10980720">
            <a:off x="3357788" y="5497812"/>
            <a:ext cx="279400" cy="177203"/>
            <a:chOff x="1920" y="715"/>
            <a:chExt cx="270" cy="139"/>
          </a:xfrm>
          <a:effectLst>
            <a:outerShdw blurRad="50800" dist="38100" dir="2700000" algn="tl" rotWithShape="0">
              <a:prstClr val="black">
                <a:alpha val="40000"/>
              </a:prstClr>
            </a:outerShdw>
          </a:effectLst>
        </p:grpSpPr>
        <p:sp>
          <p:nvSpPr>
            <p:cNvPr id="124"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25"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26" name="AutoShape 113"/>
          <p:cNvSpPr>
            <a:spLocks noChangeArrowheads="1"/>
          </p:cNvSpPr>
          <p:nvPr/>
        </p:nvSpPr>
        <p:spPr bwMode="auto">
          <a:xfrm>
            <a:off x="2735609" y="5327517"/>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AEM</a:t>
            </a:r>
          </a:p>
        </p:txBody>
      </p:sp>
      <p:sp>
        <p:nvSpPr>
          <p:cNvPr id="127" name="AutoShape 113"/>
          <p:cNvSpPr>
            <a:spLocks noChangeArrowheads="1"/>
          </p:cNvSpPr>
          <p:nvPr/>
        </p:nvSpPr>
        <p:spPr bwMode="auto">
          <a:xfrm>
            <a:off x="2014987" y="5340307"/>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SEARCH</a:t>
            </a:r>
          </a:p>
        </p:txBody>
      </p:sp>
      <p:cxnSp>
        <p:nvCxnSpPr>
          <p:cNvPr id="16" name="Connecteur droit 15"/>
          <p:cNvCxnSpPr>
            <a:stCxn id="51" idx="3"/>
            <a:endCxn id="72" idx="1"/>
          </p:cNvCxnSpPr>
          <p:nvPr/>
        </p:nvCxnSpPr>
        <p:spPr bwMode="auto">
          <a:xfrm>
            <a:off x="4448812" y="2889773"/>
            <a:ext cx="508728" cy="5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AutoShape 31">
            <a:hlinkClick r:id="" action="ppaction://noaction"/>
          </p:cNvPr>
          <p:cNvSpPr>
            <a:spLocks noChangeArrowheads="1"/>
          </p:cNvSpPr>
          <p:nvPr/>
        </p:nvSpPr>
        <p:spPr bwMode="auto">
          <a:xfrm>
            <a:off x="6890328" y="3437601"/>
            <a:ext cx="10128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ENTREE_SUSPENDU</a:t>
            </a:r>
          </a:p>
        </p:txBody>
      </p:sp>
      <p:sp>
        <p:nvSpPr>
          <p:cNvPr id="118" name="AutoShape 31">
            <a:hlinkClick r:id="" action="ppaction://noaction"/>
          </p:cNvPr>
          <p:cNvSpPr>
            <a:spLocks noChangeArrowheads="1"/>
          </p:cNvSpPr>
          <p:nvPr/>
        </p:nvSpPr>
        <p:spPr bwMode="auto">
          <a:xfrm>
            <a:off x="6383915" y="1723296"/>
            <a:ext cx="1012825" cy="225887"/>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lIns="91440" tIns="45720" rIns="91440" bIns="45720" anchor="ctr"/>
          <a:lstStyle/>
          <a:p>
            <a:pPr algn="ctr" defTabSz="379413" eaLnBrk="0" hangingPunct="0"/>
            <a:r>
              <a:rPr lang="fr-FR" sz="600" b="1" dirty="0">
                <a:solidFill>
                  <a:srgbClr val="FF0000"/>
                </a:solidFill>
                <a:latin typeface="Arial"/>
                <a:cs typeface="Arial"/>
              </a:rPr>
              <a:t>ENTREE_BOX_4G_5G</a:t>
            </a:r>
          </a:p>
        </p:txBody>
      </p:sp>
      <p:sp>
        <p:nvSpPr>
          <p:cNvPr id="119" name="AutoShape 31">
            <a:hlinkClick r:id="" action="ppaction://noaction"/>
          </p:cNvPr>
          <p:cNvSpPr>
            <a:spLocks noChangeArrowheads="1"/>
          </p:cNvSpPr>
          <p:nvPr/>
        </p:nvSpPr>
        <p:spPr bwMode="auto">
          <a:xfrm>
            <a:off x="6338835" y="4099422"/>
            <a:ext cx="10128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ENTREE_IMPAYE</a:t>
            </a:r>
          </a:p>
        </p:txBody>
      </p:sp>
      <p:sp>
        <p:nvSpPr>
          <p:cNvPr id="128" name="AutoShape 31">
            <a:hlinkClick r:id="" action="ppaction://noaction"/>
          </p:cNvPr>
          <p:cNvSpPr>
            <a:spLocks noChangeArrowheads="1"/>
          </p:cNvSpPr>
          <p:nvPr/>
        </p:nvSpPr>
        <p:spPr bwMode="auto">
          <a:xfrm>
            <a:off x="6713584" y="5610234"/>
            <a:ext cx="10128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ENTREE_PREMIUM</a:t>
            </a:r>
          </a:p>
        </p:txBody>
      </p:sp>
      <p:sp>
        <p:nvSpPr>
          <p:cNvPr id="77" name="AutoShape 73"/>
          <p:cNvSpPr>
            <a:spLocks noChangeArrowheads="1"/>
          </p:cNvSpPr>
          <p:nvPr/>
        </p:nvSpPr>
        <p:spPr bwMode="auto">
          <a:xfrm>
            <a:off x="3588478" y="1104513"/>
            <a:ext cx="909772" cy="44210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RESILIE </a:t>
            </a:r>
          </a:p>
        </p:txBody>
      </p:sp>
      <p:grpSp>
        <p:nvGrpSpPr>
          <p:cNvPr id="79" name="Group 188"/>
          <p:cNvGrpSpPr>
            <a:grpSpLocks/>
          </p:cNvGrpSpPr>
          <p:nvPr/>
        </p:nvGrpSpPr>
        <p:grpSpPr bwMode="auto">
          <a:xfrm rot="1126761">
            <a:off x="3318275" y="1184461"/>
            <a:ext cx="247524" cy="208853"/>
            <a:chOff x="1920" y="715"/>
            <a:chExt cx="270" cy="139"/>
          </a:xfrm>
          <a:effectLst>
            <a:outerShdw blurRad="50800" dist="38100" dir="2700000" algn="tl" rotWithShape="0">
              <a:prstClr val="black">
                <a:alpha val="40000"/>
              </a:prstClr>
            </a:outerShdw>
          </a:effectLst>
        </p:grpSpPr>
        <p:sp>
          <p:nvSpPr>
            <p:cNvPr id="81"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82"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83" name="AutoShape 11">
            <a:hlinkClick r:id="rId9" action="ppaction://hlinksldjump"/>
          </p:cNvPr>
          <p:cNvSpPr>
            <a:spLocks noChangeArrowheads="1"/>
          </p:cNvSpPr>
          <p:nvPr/>
        </p:nvSpPr>
        <p:spPr bwMode="auto">
          <a:xfrm rot="10800000">
            <a:off x="7902407" y="1412400"/>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RESILIE</a:t>
            </a:r>
          </a:p>
        </p:txBody>
      </p:sp>
      <p:cxnSp>
        <p:nvCxnSpPr>
          <p:cNvPr id="88" name="Connecteur en angle 87"/>
          <p:cNvCxnSpPr>
            <a:stCxn id="104" idx="3"/>
            <a:endCxn id="83" idx="2"/>
          </p:cNvCxnSpPr>
          <p:nvPr/>
        </p:nvCxnSpPr>
        <p:spPr bwMode="auto">
          <a:xfrm>
            <a:off x="7248177" y="1335259"/>
            <a:ext cx="1190011" cy="7714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AutoShape 14"/>
          <p:cNvSpPr>
            <a:spLocks noChangeArrowheads="1"/>
          </p:cNvSpPr>
          <p:nvPr/>
        </p:nvSpPr>
        <p:spPr bwMode="auto">
          <a:xfrm>
            <a:off x="5027872" y="1251939"/>
            <a:ext cx="762000"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00002_RESILIE</a:t>
            </a:r>
          </a:p>
        </p:txBody>
      </p:sp>
      <p:sp>
        <p:nvSpPr>
          <p:cNvPr id="104" name="AutoShape 31">
            <a:hlinkClick r:id="" action="ppaction://noaction"/>
          </p:cNvPr>
          <p:cNvSpPr>
            <a:spLocks noChangeArrowheads="1"/>
          </p:cNvSpPr>
          <p:nvPr/>
        </p:nvSpPr>
        <p:spPr bwMode="auto">
          <a:xfrm>
            <a:off x="6471923" y="1240688"/>
            <a:ext cx="776254"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ABO_RESILIE</a:t>
            </a:r>
          </a:p>
        </p:txBody>
      </p:sp>
      <p:sp>
        <p:nvSpPr>
          <p:cNvPr id="110" name="Text Box 154"/>
          <p:cNvSpPr txBox="1">
            <a:spLocks noChangeArrowheads="1"/>
          </p:cNvSpPr>
          <p:nvPr/>
        </p:nvSpPr>
        <p:spPr bwMode="auto">
          <a:xfrm>
            <a:off x="4732964" y="977342"/>
            <a:ext cx="1461149"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spcBef>
                <a:spcPct val="50000"/>
              </a:spcBef>
            </a:pPr>
            <a:r>
              <a:rPr lang="fr-FR" altLang="fr-FR" sz="600" b="0"/>
              <a:t>Si statut</a:t>
            </a:r>
            <a:r>
              <a:rPr lang="fr-FR" sz="600" b="0"/>
              <a:t> = « 20 » ou « 21 » ou « 30 »</a:t>
            </a:r>
            <a:endParaRPr lang="fr-FR" altLang="fr-FR" sz="600" b="0"/>
          </a:p>
        </p:txBody>
      </p:sp>
      <p:sp>
        <p:nvSpPr>
          <p:cNvPr id="111" name="AutoShape 113"/>
          <p:cNvSpPr>
            <a:spLocks noChangeArrowheads="1"/>
          </p:cNvSpPr>
          <p:nvPr/>
        </p:nvSpPr>
        <p:spPr bwMode="auto">
          <a:xfrm>
            <a:off x="2796435" y="776902"/>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dirty="0">
                <a:ea typeface="ＭＳ Ｐゴシック" charset="0"/>
              </a:rPr>
              <a:t>AEM</a:t>
            </a:r>
          </a:p>
        </p:txBody>
      </p:sp>
      <p:sp>
        <p:nvSpPr>
          <p:cNvPr id="112" name="AutoShape 113"/>
          <p:cNvSpPr>
            <a:spLocks noChangeArrowheads="1"/>
          </p:cNvSpPr>
          <p:nvPr/>
        </p:nvSpPr>
        <p:spPr bwMode="auto">
          <a:xfrm>
            <a:off x="2703805" y="3232859"/>
            <a:ext cx="599035"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AEM</a:t>
            </a:r>
          </a:p>
        </p:txBody>
      </p:sp>
      <p:sp>
        <p:nvSpPr>
          <p:cNvPr id="129" name="AutoShape 68">
            <a:hlinkClick r:id="" action="ppaction://noaction"/>
            <a:extLst>
              <a:ext uri="{FF2B5EF4-FFF2-40B4-BE49-F238E27FC236}">
                <a16:creationId xmlns:a16="http://schemas.microsoft.com/office/drawing/2014/main" id="{CDFB033D-CB77-4606-9FF1-243C5DB556A5}"/>
              </a:ext>
            </a:extLst>
          </p:cNvPr>
          <p:cNvSpPr>
            <a:spLocks noChangeArrowheads="1"/>
          </p:cNvSpPr>
          <p:nvPr/>
        </p:nvSpPr>
        <p:spPr bwMode="auto">
          <a:xfrm>
            <a:off x="3658791" y="4670522"/>
            <a:ext cx="830078" cy="410069"/>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RDGU</a:t>
            </a:r>
          </a:p>
        </p:txBody>
      </p:sp>
      <p:sp>
        <p:nvSpPr>
          <p:cNvPr id="130" name="AutoShape 6">
            <a:extLst>
              <a:ext uri="{FF2B5EF4-FFF2-40B4-BE49-F238E27FC236}">
                <a16:creationId xmlns:a16="http://schemas.microsoft.com/office/drawing/2014/main" id="{28EF68AE-83DE-4CBD-BCDA-53B401BCF84F}"/>
              </a:ext>
            </a:extLst>
          </p:cNvPr>
          <p:cNvSpPr>
            <a:spLocks noChangeArrowheads="1"/>
          </p:cNvSpPr>
          <p:nvPr/>
        </p:nvSpPr>
        <p:spPr bwMode="auto">
          <a:xfrm>
            <a:off x="5114285" y="4813926"/>
            <a:ext cx="951706" cy="144463"/>
          </a:xfrm>
          <a:prstGeom prst="roundRect">
            <a:avLst>
              <a:gd name="adj" fmla="val 16667"/>
            </a:avLst>
          </a:prstGeom>
          <a:solidFill>
            <a:srgbClr val="F8DAD4"/>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00050_M_RDGU</a:t>
            </a:r>
          </a:p>
        </p:txBody>
      </p:sp>
      <p:cxnSp>
        <p:nvCxnSpPr>
          <p:cNvPr id="131" name="Connecteur droit 130">
            <a:extLst>
              <a:ext uri="{FF2B5EF4-FFF2-40B4-BE49-F238E27FC236}">
                <a16:creationId xmlns:a16="http://schemas.microsoft.com/office/drawing/2014/main" id="{11B3A9D8-FF1F-4555-8824-60661810AA3F}"/>
              </a:ext>
            </a:extLst>
          </p:cNvPr>
          <p:cNvCxnSpPr>
            <a:stCxn id="129" idx="3"/>
            <a:endCxn id="130" idx="1"/>
          </p:cNvCxnSpPr>
          <p:nvPr/>
        </p:nvCxnSpPr>
        <p:spPr bwMode="auto">
          <a:xfrm>
            <a:off x="4488869" y="4875557"/>
            <a:ext cx="625416" cy="106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270">
            <a:hlinkClick r:id="rId10" action="ppaction://hlinksldjump"/>
            <a:extLst>
              <a:ext uri="{FF2B5EF4-FFF2-40B4-BE49-F238E27FC236}">
                <a16:creationId xmlns:a16="http://schemas.microsoft.com/office/drawing/2014/main" id="{DE8CEBB3-6A9D-4CD7-BF42-51031AE327BF}"/>
              </a:ext>
            </a:extLst>
          </p:cNvPr>
          <p:cNvSpPr>
            <a:spLocks noChangeArrowheads="1"/>
          </p:cNvSpPr>
          <p:nvPr/>
        </p:nvSpPr>
        <p:spPr bwMode="auto">
          <a:xfrm rot="10800000">
            <a:off x="7358189" y="5042172"/>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RDGU</a:t>
            </a:r>
          </a:p>
        </p:txBody>
      </p:sp>
      <p:cxnSp>
        <p:nvCxnSpPr>
          <p:cNvPr id="133" name="AutoShape 232">
            <a:extLst>
              <a:ext uri="{FF2B5EF4-FFF2-40B4-BE49-F238E27FC236}">
                <a16:creationId xmlns:a16="http://schemas.microsoft.com/office/drawing/2014/main" id="{DAB53753-619B-4FAC-BC4A-37666DF4053C}"/>
              </a:ext>
            </a:extLst>
          </p:cNvPr>
          <p:cNvCxnSpPr>
            <a:cxnSpLocks noChangeShapeType="1"/>
            <a:stCxn id="130" idx="3"/>
            <a:endCxn id="132" idx="2"/>
          </p:cNvCxnSpPr>
          <p:nvPr/>
        </p:nvCxnSpPr>
        <p:spPr bwMode="auto">
          <a:xfrm>
            <a:off x="6065991" y="4886158"/>
            <a:ext cx="1832198" cy="15601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Connecteur droit 133">
            <a:extLst>
              <a:ext uri="{FF2B5EF4-FFF2-40B4-BE49-F238E27FC236}">
                <a16:creationId xmlns:a16="http://schemas.microsoft.com/office/drawing/2014/main" id="{175416F6-2172-4474-8B29-FAF4DF9F36AB}"/>
              </a:ext>
            </a:extLst>
          </p:cNvPr>
          <p:cNvCxnSpPr>
            <a:stCxn id="129" idx="2"/>
            <a:endCxn id="106" idx="0"/>
          </p:cNvCxnSpPr>
          <p:nvPr/>
        </p:nvCxnSpPr>
        <p:spPr bwMode="auto">
          <a:xfrm flipH="1">
            <a:off x="4062224" y="5080591"/>
            <a:ext cx="11606" cy="4403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AutoShape 31">
            <a:hlinkClick r:id="" action="ppaction://noaction"/>
            <a:extLst>
              <a:ext uri="{FF2B5EF4-FFF2-40B4-BE49-F238E27FC236}">
                <a16:creationId xmlns:a16="http://schemas.microsoft.com/office/drawing/2014/main" id="{DE2798D1-2730-4933-88B8-7B29D0C090FA}"/>
              </a:ext>
            </a:extLst>
          </p:cNvPr>
          <p:cNvSpPr>
            <a:spLocks noChangeArrowheads="1"/>
          </p:cNvSpPr>
          <p:nvPr/>
        </p:nvSpPr>
        <p:spPr bwMode="auto">
          <a:xfrm>
            <a:off x="6345364" y="4816927"/>
            <a:ext cx="10128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ENTREE_RDGU</a:t>
            </a:r>
          </a:p>
        </p:txBody>
      </p:sp>
      <p:sp>
        <p:nvSpPr>
          <p:cNvPr id="136" name="Text Box 157">
            <a:extLst>
              <a:ext uri="{FF2B5EF4-FFF2-40B4-BE49-F238E27FC236}">
                <a16:creationId xmlns:a16="http://schemas.microsoft.com/office/drawing/2014/main" id="{BDF7975B-7396-4DC5-87DC-4F8349482719}"/>
              </a:ext>
            </a:extLst>
          </p:cNvPr>
          <p:cNvSpPr txBox="1">
            <a:spLocks noChangeArrowheads="1"/>
          </p:cNvSpPr>
          <p:nvPr/>
        </p:nvSpPr>
        <p:spPr bwMode="auto">
          <a:xfrm>
            <a:off x="4488869" y="3312490"/>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Oui</a:t>
            </a:r>
          </a:p>
        </p:txBody>
      </p:sp>
      <p:sp>
        <p:nvSpPr>
          <p:cNvPr id="137" name="Text Box 157">
            <a:extLst>
              <a:ext uri="{FF2B5EF4-FFF2-40B4-BE49-F238E27FC236}">
                <a16:creationId xmlns:a16="http://schemas.microsoft.com/office/drawing/2014/main" id="{2327CB99-4801-4862-987E-A917A91F94FB}"/>
              </a:ext>
            </a:extLst>
          </p:cNvPr>
          <p:cNvSpPr txBox="1">
            <a:spLocks noChangeArrowheads="1"/>
          </p:cNvSpPr>
          <p:nvPr/>
        </p:nvSpPr>
        <p:spPr bwMode="auto">
          <a:xfrm>
            <a:off x="4327760" y="3872828"/>
            <a:ext cx="1227082"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Oui, flag IMPAYE = </a:t>
            </a:r>
            <a:r>
              <a:rPr lang="fr-FR" sz="600" err="1"/>
              <a:t>True</a:t>
            </a:r>
            <a:endParaRPr lang="fr-FR" sz="600"/>
          </a:p>
        </p:txBody>
      </p:sp>
      <p:sp>
        <p:nvSpPr>
          <p:cNvPr id="138" name="Text Box 157">
            <a:extLst>
              <a:ext uri="{FF2B5EF4-FFF2-40B4-BE49-F238E27FC236}">
                <a16:creationId xmlns:a16="http://schemas.microsoft.com/office/drawing/2014/main" id="{0D80ED78-85DC-41D0-8795-6CB8DB3C59DC}"/>
              </a:ext>
            </a:extLst>
          </p:cNvPr>
          <p:cNvSpPr txBox="1">
            <a:spLocks noChangeArrowheads="1"/>
          </p:cNvSpPr>
          <p:nvPr/>
        </p:nvSpPr>
        <p:spPr bwMode="auto">
          <a:xfrm>
            <a:off x="4488869" y="5492174"/>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Oui</a:t>
            </a:r>
          </a:p>
        </p:txBody>
      </p:sp>
      <p:sp>
        <p:nvSpPr>
          <p:cNvPr id="139" name="Text Box 157">
            <a:extLst>
              <a:ext uri="{FF2B5EF4-FFF2-40B4-BE49-F238E27FC236}">
                <a16:creationId xmlns:a16="http://schemas.microsoft.com/office/drawing/2014/main" id="{56342945-770A-4518-B3B3-1F9DCE41F264}"/>
              </a:ext>
            </a:extLst>
          </p:cNvPr>
          <p:cNvSpPr txBox="1">
            <a:spLocks noChangeArrowheads="1"/>
          </p:cNvSpPr>
          <p:nvPr/>
        </p:nvSpPr>
        <p:spPr bwMode="auto">
          <a:xfrm>
            <a:off x="4200005" y="1609703"/>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Oui</a:t>
            </a:r>
          </a:p>
        </p:txBody>
      </p:sp>
      <p:sp>
        <p:nvSpPr>
          <p:cNvPr id="140" name="Text Box 157">
            <a:extLst>
              <a:ext uri="{FF2B5EF4-FFF2-40B4-BE49-F238E27FC236}">
                <a16:creationId xmlns:a16="http://schemas.microsoft.com/office/drawing/2014/main" id="{B15B03AB-0BD6-4114-B548-195C12416C08}"/>
              </a:ext>
            </a:extLst>
          </p:cNvPr>
          <p:cNvSpPr txBox="1">
            <a:spLocks noChangeArrowheads="1"/>
          </p:cNvSpPr>
          <p:nvPr/>
        </p:nvSpPr>
        <p:spPr bwMode="auto">
          <a:xfrm>
            <a:off x="4066342" y="2596775"/>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141" name="Text Box 157">
            <a:extLst>
              <a:ext uri="{FF2B5EF4-FFF2-40B4-BE49-F238E27FC236}">
                <a16:creationId xmlns:a16="http://schemas.microsoft.com/office/drawing/2014/main" id="{3BB3E671-3B86-4840-B2D9-E49910AC66D5}"/>
              </a:ext>
            </a:extLst>
          </p:cNvPr>
          <p:cNvSpPr txBox="1">
            <a:spLocks noChangeArrowheads="1"/>
          </p:cNvSpPr>
          <p:nvPr/>
        </p:nvSpPr>
        <p:spPr bwMode="auto">
          <a:xfrm>
            <a:off x="4047292" y="3671589"/>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142" name="Text Box 157">
            <a:extLst>
              <a:ext uri="{FF2B5EF4-FFF2-40B4-BE49-F238E27FC236}">
                <a16:creationId xmlns:a16="http://schemas.microsoft.com/office/drawing/2014/main" id="{D6E47265-A203-4798-997A-73F42455B0A9}"/>
              </a:ext>
            </a:extLst>
          </p:cNvPr>
          <p:cNvSpPr txBox="1">
            <a:spLocks noChangeArrowheads="1"/>
          </p:cNvSpPr>
          <p:nvPr/>
        </p:nvSpPr>
        <p:spPr bwMode="auto">
          <a:xfrm>
            <a:off x="4039589" y="4361429"/>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143" name="Text Box 157">
            <a:extLst>
              <a:ext uri="{FF2B5EF4-FFF2-40B4-BE49-F238E27FC236}">
                <a16:creationId xmlns:a16="http://schemas.microsoft.com/office/drawing/2014/main" id="{221A13D5-BE69-4473-A72D-ADC510007B33}"/>
              </a:ext>
            </a:extLst>
          </p:cNvPr>
          <p:cNvSpPr txBox="1">
            <a:spLocks noChangeArrowheads="1"/>
          </p:cNvSpPr>
          <p:nvPr/>
        </p:nvSpPr>
        <p:spPr bwMode="auto">
          <a:xfrm>
            <a:off x="4066342" y="5096216"/>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144" name="Text Box 157">
            <a:extLst>
              <a:ext uri="{FF2B5EF4-FFF2-40B4-BE49-F238E27FC236}">
                <a16:creationId xmlns:a16="http://schemas.microsoft.com/office/drawing/2014/main" id="{6AEDE693-A671-43C0-B1AF-89C3BD50AA28}"/>
              </a:ext>
            </a:extLst>
          </p:cNvPr>
          <p:cNvSpPr txBox="1">
            <a:spLocks noChangeArrowheads="1"/>
          </p:cNvSpPr>
          <p:nvPr/>
        </p:nvSpPr>
        <p:spPr bwMode="auto">
          <a:xfrm>
            <a:off x="4099917" y="5823202"/>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145" name="Text Box 157">
            <a:extLst>
              <a:ext uri="{FF2B5EF4-FFF2-40B4-BE49-F238E27FC236}">
                <a16:creationId xmlns:a16="http://schemas.microsoft.com/office/drawing/2014/main" id="{D9BC2213-1D73-4123-9471-CB121CA9DAC3}"/>
              </a:ext>
            </a:extLst>
          </p:cNvPr>
          <p:cNvSpPr txBox="1">
            <a:spLocks noChangeArrowheads="1"/>
          </p:cNvSpPr>
          <p:nvPr/>
        </p:nvSpPr>
        <p:spPr bwMode="auto">
          <a:xfrm>
            <a:off x="4378680" y="4690891"/>
            <a:ext cx="62541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RDGU = 1</a:t>
            </a:r>
          </a:p>
        </p:txBody>
      </p:sp>
      <p:cxnSp>
        <p:nvCxnSpPr>
          <p:cNvPr id="7" name="Connecteur droit 6">
            <a:extLst>
              <a:ext uri="{FF2B5EF4-FFF2-40B4-BE49-F238E27FC236}">
                <a16:creationId xmlns:a16="http://schemas.microsoft.com/office/drawing/2014/main" id="{37C552E0-ECF7-F1B5-9D1A-1D5DF2C296B4}"/>
              </a:ext>
            </a:extLst>
          </p:cNvPr>
          <p:cNvCxnSpPr>
            <a:stCxn id="77" idx="2"/>
            <a:endCxn id="54" idx="0"/>
          </p:cNvCxnSpPr>
          <p:nvPr/>
        </p:nvCxnSpPr>
        <p:spPr bwMode="auto">
          <a:xfrm>
            <a:off x="4043364" y="1546614"/>
            <a:ext cx="3927" cy="867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a:extLst>
              <a:ext uri="{FF2B5EF4-FFF2-40B4-BE49-F238E27FC236}">
                <a16:creationId xmlns:a16="http://schemas.microsoft.com/office/drawing/2014/main" id="{EB8C493B-1F04-CFB3-FD81-A9CDA3B60E97}"/>
              </a:ext>
            </a:extLst>
          </p:cNvPr>
          <p:cNvCxnSpPr>
            <a:stCxn id="103" idx="3"/>
            <a:endCxn id="104" idx="1"/>
          </p:cNvCxnSpPr>
          <p:nvPr/>
        </p:nvCxnSpPr>
        <p:spPr bwMode="auto">
          <a:xfrm>
            <a:off x="5789872" y="1324171"/>
            <a:ext cx="682051" cy="110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17">
            <a:extLst>
              <a:ext uri="{FF2B5EF4-FFF2-40B4-BE49-F238E27FC236}">
                <a16:creationId xmlns:a16="http://schemas.microsoft.com/office/drawing/2014/main" id="{A7D48B84-364F-4AFF-E991-94A5CC8290AB}"/>
              </a:ext>
            </a:extLst>
          </p:cNvPr>
          <p:cNvCxnSpPr>
            <a:stCxn id="77" idx="3"/>
            <a:endCxn id="103" idx="1"/>
          </p:cNvCxnSpPr>
          <p:nvPr/>
        </p:nvCxnSpPr>
        <p:spPr bwMode="auto">
          <a:xfrm flipV="1">
            <a:off x="4498250" y="1324171"/>
            <a:ext cx="529622" cy="13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157">
            <a:extLst>
              <a:ext uri="{FF2B5EF4-FFF2-40B4-BE49-F238E27FC236}">
                <a16:creationId xmlns:a16="http://schemas.microsoft.com/office/drawing/2014/main" id="{4ECAFB64-2520-481C-63F8-E13AAB07D6CD}"/>
              </a:ext>
            </a:extLst>
          </p:cNvPr>
          <p:cNvSpPr txBox="1">
            <a:spLocks noChangeArrowheads="1"/>
          </p:cNvSpPr>
          <p:nvPr/>
        </p:nvSpPr>
        <p:spPr bwMode="auto">
          <a:xfrm>
            <a:off x="4082277" y="1486583"/>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26" name="Text Box 157">
            <a:extLst>
              <a:ext uri="{FF2B5EF4-FFF2-40B4-BE49-F238E27FC236}">
                <a16:creationId xmlns:a16="http://schemas.microsoft.com/office/drawing/2014/main" id="{93F2B486-44E2-78FB-269A-84048796FEF3}"/>
              </a:ext>
            </a:extLst>
          </p:cNvPr>
          <p:cNvSpPr txBox="1">
            <a:spLocks noChangeArrowheads="1"/>
          </p:cNvSpPr>
          <p:nvPr/>
        </p:nvSpPr>
        <p:spPr bwMode="auto">
          <a:xfrm>
            <a:off x="4351695" y="1006720"/>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Oui</a:t>
            </a:r>
          </a:p>
        </p:txBody>
      </p:sp>
      <p:cxnSp>
        <p:nvCxnSpPr>
          <p:cNvPr id="85" name="Connecteur droit 84">
            <a:extLst>
              <a:ext uri="{FF2B5EF4-FFF2-40B4-BE49-F238E27FC236}">
                <a16:creationId xmlns:a16="http://schemas.microsoft.com/office/drawing/2014/main" id="{9ECF24E3-551D-877E-5C00-6866D6B7507E}"/>
              </a:ext>
            </a:extLst>
          </p:cNvPr>
          <p:cNvCxnSpPr>
            <a:cxnSpLocks/>
            <a:stCxn id="118" idx="1"/>
            <a:endCxn id="73" idx="3"/>
          </p:cNvCxnSpPr>
          <p:nvPr/>
        </p:nvCxnSpPr>
        <p:spPr bwMode="auto">
          <a:xfrm flipH="1" flipV="1">
            <a:off x="6266214" y="1833730"/>
            <a:ext cx="117701" cy="25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Connecteur droit 146">
            <a:extLst>
              <a:ext uri="{FF2B5EF4-FFF2-40B4-BE49-F238E27FC236}">
                <a16:creationId xmlns:a16="http://schemas.microsoft.com/office/drawing/2014/main" id="{9A6F295A-9640-45A5-134B-61CC5DE80B90}"/>
              </a:ext>
            </a:extLst>
          </p:cNvPr>
          <p:cNvCxnSpPr>
            <a:cxnSpLocks/>
            <a:stCxn id="73" idx="1"/>
            <a:endCxn id="54" idx="3"/>
          </p:cNvCxnSpPr>
          <p:nvPr/>
        </p:nvCxnSpPr>
        <p:spPr bwMode="auto">
          <a:xfrm flipH="1">
            <a:off x="4492584" y="1833730"/>
            <a:ext cx="23591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270">
            <a:hlinkClick r:id="rId11" action="ppaction://hlinksldjump"/>
            <a:extLst>
              <a:ext uri="{FF2B5EF4-FFF2-40B4-BE49-F238E27FC236}">
                <a16:creationId xmlns:a16="http://schemas.microsoft.com/office/drawing/2014/main" id="{74C3FE1F-02B2-065E-90D5-CEC36EF24D2B}"/>
              </a:ext>
            </a:extLst>
          </p:cNvPr>
          <p:cNvSpPr>
            <a:spLocks noChangeArrowheads="1"/>
          </p:cNvSpPr>
          <p:nvPr/>
        </p:nvSpPr>
        <p:spPr bwMode="auto">
          <a:xfrm rot="10800000">
            <a:off x="6913154" y="2681458"/>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MAISON SECURISEE</a:t>
            </a:r>
          </a:p>
        </p:txBody>
      </p:sp>
      <p:cxnSp>
        <p:nvCxnSpPr>
          <p:cNvPr id="154" name="Connecteur en angle 12">
            <a:extLst>
              <a:ext uri="{FF2B5EF4-FFF2-40B4-BE49-F238E27FC236}">
                <a16:creationId xmlns:a16="http://schemas.microsoft.com/office/drawing/2014/main" id="{E59B021B-A9FF-9376-13AE-52450BE59180}"/>
              </a:ext>
            </a:extLst>
          </p:cNvPr>
          <p:cNvCxnSpPr>
            <a:cxnSpLocks/>
            <a:stCxn id="156" idx="3"/>
            <a:endCxn id="153" idx="2"/>
          </p:cNvCxnSpPr>
          <p:nvPr/>
        </p:nvCxnSpPr>
        <p:spPr bwMode="auto">
          <a:xfrm>
            <a:off x="7291082" y="2368930"/>
            <a:ext cx="162072" cy="31252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AutoShape 311">
            <a:extLst>
              <a:ext uri="{FF2B5EF4-FFF2-40B4-BE49-F238E27FC236}">
                <a16:creationId xmlns:a16="http://schemas.microsoft.com/office/drawing/2014/main" id="{B49E1CD1-5B5B-B658-09EE-8A65CD3731F4}"/>
              </a:ext>
            </a:extLst>
          </p:cNvPr>
          <p:cNvSpPr>
            <a:spLocks noChangeArrowheads="1"/>
          </p:cNvSpPr>
          <p:nvPr/>
        </p:nvSpPr>
        <p:spPr bwMode="auto">
          <a:xfrm>
            <a:off x="4667544" y="2311883"/>
            <a:ext cx="1080000" cy="11409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00010_MAISON_SECURISEE</a:t>
            </a:r>
          </a:p>
        </p:txBody>
      </p:sp>
      <p:sp>
        <p:nvSpPr>
          <p:cNvPr id="156" name="AutoShape 31">
            <a:hlinkClick r:id="" action="ppaction://noaction"/>
            <a:extLst>
              <a:ext uri="{FF2B5EF4-FFF2-40B4-BE49-F238E27FC236}">
                <a16:creationId xmlns:a16="http://schemas.microsoft.com/office/drawing/2014/main" id="{68F7F5C7-9390-5A7A-CD88-1277438EBB30}"/>
              </a:ext>
            </a:extLst>
          </p:cNvPr>
          <p:cNvSpPr>
            <a:spLocks noChangeArrowheads="1"/>
          </p:cNvSpPr>
          <p:nvPr/>
        </p:nvSpPr>
        <p:spPr bwMode="auto">
          <a:xfrm>
            <a:off x="5957284" y="2286306"/>
            <a:ext cx="1333798" cy="16524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ENTREE_MAISON_SECURISEE</a:t>
            </a:r>
          </a:p>
        </p:txBody>
      </p:sp>
      <p:cxnSp>
        <p:nvCxnSpPr>
          <p:cNvPr id="157" name="Connecteur droit 156">
            <a:extLst>
              <a:ext uri="{FF2B5EF4-FFF2-40B4-BE49-F238E27FC236}">
                <a16:creationId xmlns:a16="http://schemas.microsoft.com/office/drawing/2014/main" id="{2CD2EF6A-C2BD-A602-9FD6-B15984A07371}"/>
              </a:ext>
            </a:extLst>
          </p:cNvPr>
          <p:cNvCxnSpPr>
            <a:cxnSpLocks/>
            <a:stCxn id="156" idx="1"/>
            <a:endCxn id="155" idx="3"/>
          </p:cNvCxnSpPr>
          <p:nvPr/>
        </p:nvCxnSpPr>
        <p:spPr bwMode="auto">
          <a:xfrm flipH="1">
            <a:off x="5747544" y="2368930"/>
            <a:ext cx="20974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72" name="AutoShape 282">
            <a:extLst>
              <a:ext uri="{FF2B5EF4-FFF2-40B4-BE49-F238E27FC236}">
                <a16:creationId xmlns:a16="http://schemas.microsoft.com/office/drawing/2014/main" id="{89196B2C-265E-69B6-03FF-D05E9A64837C}"/>
              </a:ext>
            </a:extLst>
          </p:cNvPr>
          <p:cNvSpPr>
            <a:spLocks noChangeArrowheads="1"/>
          </p:cNvSpPr>
          <p:nvPr/>
        </p:nvSpPr>
        <p:spPr bwMode="auto">
          <a:xfrm>
            <a:off x="3603314" y="2172540"/>
            <a:ext cx="890587" cy="400694"/>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chemeClr val="bg1"/>
                </a:solidFill>
              </a:rPr>
              <a:t>MAISON </a:t>
            </a:r>
          </a:p>
          <a:p>
            <a:pPr algn="ctr" eaLnBrk="0" hangingPunct="0"/>
            <a:r>
              <a:rPr lang="fr-FR" sz="600" b="1">
                <a:solidFill>
                  <a:schemeClr val="bg1"/>
                </a:solidFill>
              </a:rPr>
              <a:t>SECURISEE</a:t>
            </a:r>
          </a:p>
        </p:txBody>
      </p:sp>
      <p:grpSp>
        <p:nvGrpSpPr>
          <p:cNvPr id="3077" name="Group 188">
            <a:extLst>
              <a:ext uri="{FF2B5EF4-FFF2-40B4-BE49-F238E27FC236}">
                <a16:creationId xmlns:a16="http://schemas.microsoft.com/office/drawing/2014/main" id="{FEA8F5A9-40A0-E63D-9F85-04625AC86D0D}"/>
              </a:ext>
            </a:extLst>
          </p:cNvPr>
          <p:cNvGrpSpPr>
            <a:grpSpLocks/>
          </p:cNvGrpSpPr>
          <p:nvPr/>
        </p:nvGrpSpPr>
        <p:grpSpPr bwMode="auto">
          <a:xfrm rot="10800000">
            <a:off x="3460054" y="1597871"/>
            <a:ext cx="279400" cy="177203"/>
            <a:chOff x="1920" y="715"/>
            <a:chExt cx="270" cy="139"/>
          </a:xfrm>
          <a:effectLst>
            <a:outerShdw blurRad="50800" dist="38100" dir="2700000" algn="tl" rotWithShape="0">
              <a:prstClr val="black">
                <a:alpha val="40000"/>
              </a:prstClr>
            </a:outerShdw>
          </a:effectLst>
        </p:grpSpPr>
        <p:sp>
          <p:nvSpPr>
            <p:cNvPr id="3078" name="AutoShape 189">
              <a:extLst>
                <a:ext uri="{FF2B5EF4-FFF2-40B4-BE49-F238E27FC236}">
                  <a16:creationId xmlns:a16="http://schemas.microsoft.com/office/drawing/2014/main" id="{422C4349-F781-5E02-89AC-DDC8F4A4291F}"/>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3079" name="AutoShape 190">
              <a:extLst>
                <a:ext uri="{FF2B5EF4-FFF2-40B4-BE49-F238E27FC236}">
                  <a16:creationId xmlns:a16="http://schemas.microsoft.com/office/drawing/2014/main" id="{7D5ECEB7-C5EA-CEF6-6F70-33A88FB96A92}"/>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cxnSp>
        <p:nvCxnSpPr>
          <p:cNvPr id="3081" name="Connecteur droit 3080">
            <a:extLst>
              <a:ext uri="{FF2B5EF4-FFF2-40B4-BE49-F238E27FC236}">
                <a16:creationId xmlns:a16="http://schemas.microsoft.com/office/drawing/2014/main" id="{E7A82277-799E-7F1E-18EA-B5649C35F588}"/>
              </a:ext>
            </a:extLst>
          </p:cNvPr>
          <p:cNvCxnSpPr>
            <a:stCxn id="3072" idx="2"/>
            <a:endCxn id="140" idx="1"/>
          </p:cNvCxnSpPr>
          <p:nvPr/>
        </p:nvCxnSpPr>
        <p:spPr bwMode="auto">
          <a:xfrm>
            <a:off x="4048608" y="2573234"/>
            <a:ext cx="17734" cy="1158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86" name="Connecteur droit 3085">
            <a:extLst>
              <a:ext uri="{FF2B5EF4-FFF2-40B4-BE49-F238E27FC236}">
                <a16:creationId xmlns:a16="http://schemas.microsoft.com/office/drawing/2014/main" id="{5FA03EFF-EBD8-A135-AED6-3729647197FC}"/>
              </a:ext>
            </a:extLst>
          </p:cNvPr>
          <p:cNvCxnSpPr>
            <a:cxnSpLocks/>
            <a:stCxn id="3072" idx="3"/>
            <a:endCxn id="155" idx="1"/>
          </p:cNvCxnSpPr>
          <p:nvPr/>
        </p:nvCxnSpPr>
        <p:spPr bwMode="auto">
          <a:xfrm flipV="1">
            <a:off x="4493901" y="2368930"/>
            <a:ext cx="173643" cy="39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87" name="Text Box 157">
            <a:extLst>
              <a:ext uri="{FF2B5EF4-FFF2-40B4-BE49-F238E27FC236}">
                <a16:creationId xmlns:a16="http://schemas.microsoft.com/office/drawing/2014/main" id="{BD713678-6D0B-82E0-F639-861642CAFBD3}"/>
              </a:ext>
            </a:extLst>
          </p:cNvPr>
          <p:cNvSpPr txBox="1">
            <a:spLocks noChangeArrowheads="1"/>
          </p:cNvSpPr>
          <p:nvPr/>
        </p:nvSpPr>
        <p:spPr bwMode="auto">
          <a:xfrm>
            <a:off x="4068927" y="1975069"/>
            <a:ext cx="35735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t>Non</a:t>
            </a:r>
          </a:p>
        </p:txBody>
      </p:sp>
      <p:sp>
        <p:nvSpPr>
          <p:cNvPr id="3088" name="Text Box 157">
            <a:extLst>
              <a:ext uri="{FF2B5EF4-FFF2-40B4-BE49-F238E27FC236}">
                <a16:creationId xmlns:a16="http://schemas.microsoft.com/office/drawing/2014/main" id="{AD32BA18-5F8B-BF73-0BDB-7B2451A26363}"/>
              </a:ext>
            </a:extLst>
          </p:cNvPr>
          <p:cNvSpPr txBox="1">
            <a:spLocks noChangeArrowheads="1"/>
          </p:cNvSpPr>
          <p:nvPr/>
        </p:nvSpPr>
        <p:spPr bwMode="auto">
          <a:xfrm>
            <a:off x="4423692" y="2135172"/>
            <a:ext cx="1366180" cy="215444"/>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800"/>
              <a:t>OUI </a:t>
            </a:r>
            <a:r>
              <a:rPr lang="fr-FR" sz="800" err="1"/>
              <a:t>flagHome</a:t>
            </a:r>
            <a:r>
              <a:rPr lang="fr-FR" sz="800"/>
              <a:t>= O</a:t>
            </a:r>
          </a:p>
        </p:txBody>
      </p:sp>
      <p:sp>
        <p:nvSpPr>
          <p:cNvPr id="28" name="ZoneTexte 27">
            <a:extLst>
              <a:ext uri="{FF2B5EF4-FFF2-40B4-BE49-F238E27FC236}">
                <a16:creationId xmlns:a16="http://schemas.microsoft.com/office/drawing/2014/main" id="{28FCB378-8822-2316-2E72-F94C8F5E10A3}"/>
              </a:ext>
            </a:extLst>
          </p:cNvPr>
          <p:cNvSpPr txBox="1"/>
          <p:nvPr/>
        </p:nvSpPr>
        <p:spPr>
          <a:xfrm>
            <a:off x="4507517" y="1972545"/>
            <a:ext cx="3833661" cy="169277"/>
          </a:xfrm>
          <a:prstGeom prst="rect">
            <a:avLst/>
          </a:prstGeom>
          <a:noFill/>
          <a:ln>
            <a:solidFill>
              <a:schemeClr val="tx1"/>
            </a:solidFill>
          </a:ln>
        </p:spPr>
        <p:txBody>
          <a:bodyPr wrap="square" lIns="91440" tIns="45720" rIns="91440" bIns="45720" rtlCol="0" anchor="t">
            <a:spAutoFit/>
          </a:bodyPr>
          <a:lstStyle/>
          <a:p>
            <a:r>
              <a:rPr lang="fr-FR" sz="500" dirty="0">
                <a:latin typeface="Arial"/>
                <a:cs typeface="Arial"/>
              </a:rPr>
              <a:t>Balise BOX 4G/5G incrémenter dans AEM code PTA et config Iris si code PTA BX1 alors BOX4G si code PTA BX2 alors BOX 5G</a:t>
            </a:r>
          </a:p>
        </p:txBody>
      </p:sp>
    </p:spTree>
    <p:extLst>
      <p:ext uri="{BB962C8B-B14F-4D97-AF65-F5344CB8AC3E}">
        <p14:creationId xmlns:p14="http://schemas.microsoft.com/office/powerpoint/2010/main" val="1747165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1DD1E24-C1D6-40A1-91F8-B0647397F1D2}" type="slidenum">
              <a:rPr lang="fr-FR" smtClean="0"/>
              <a:pPr eaLnBrk="1" hangingPunct="1"/>
              <a:t>2</a:t>
            </a:fld>
            <a:endParaRPr lang="fr-FR"/>
          </a:p>
        </p:txBody>
      </p:sp>
      <p:sp>
        <p:nvSpPr>
          <p:cNvPr id="2051" name="Rectangle 2"/>
          <p:cNvSpPr>
            <a:spLocks noGrp="1" noChangeArrowheads="1"/>
          </p:cNvSpPr>
          <p:nvPr>
            <p:ph type="title"/>
          </p:nvPr>
        </p:nvSpPr>
        <p:spPr>
          <a:xfrm>
            <a:off x="2728060" y="40909"/>
            <a:ext cx="4019550" cy="268655"/>
          </a:xfrm>
        </p:spPr>
        <p:txBody>
          <a:bodyPr/>
          <a:lstStyle/>
          <a:p>
            <a:pPr eaLnBrk="1" hangingPunct="1"/>
            <a:r>
              <a:rPr lang="fr-FR" sz="1400" dirty="0">
                <a:effectLst>
                  <a:outerShdw blurRad="38100" dist="38100" dir="2700000" algn="tl">
                    <a:srgbClr val="000000">
                      <a:alpha val="43137"/>
                    </a:srgbClr>
                  </a:outerShdw>
                </a:effectLst>
                <a:latin typeface="SFR Thin" panose="020B0203040504020204" pitchFamily="34" charset="0"/>
              </a:rPr>
              <a:t>RESILIE RDGU</a:t>
            </a:r>
          </a:p>
        </p:txBody>
      </p:sp>
      <p:sp>
        <p:nvSpPr>
          <p:cNvPr id="205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2" name="Espace réservé du contenu 1"/>
          <p:cNvSpPr>
            <a:spLocks noGrp="1"/>
          </p:cNvSpPr>
          <p:nvPr>
            <p:ph idx="1"/>
          </p:nvPr>
        </p:nvSpPr>
        <p:spPr/>
        <p:txBody>
          <a:bodyPr/>
          <a:lstStyle/>
          <a:p>
            <a:endParaRPr lang="fr-FR"/>
          </a:p>
        </p:txBody>
      </p:sp>
      <p:sp>
        <p:nvSpPr>
          <p:cNvPr id="70" name="AutoShape 11">
            <a:hlinkClick r:id="rId3" action="ppaction://hlinksldjump"/>
          </p:cNvPr>
          <p:cNvSpPr>
            <a:spLocks noChangeArrowheads="1"/>
          </p:cNvSpPr>
          <p:nvPr/>
        </p:nvSpPr>
        <p:spPr bwMode="auto">
          <a:xfrm rot="10800000">
            <a:off x="3168527" y="1369239"/>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cxnSp>
        <p:nvCxnSpPr>
          <p:cNvPr id="174" name="Connecteur droit 173">
            <a:extLst>
              <a:ext uri="{FF2B5EF4-FFF2-40B4-BE49-F238E27FC236}">
                <a16:creationId xmlns:a16="http://schemas.microsoft.com/office/drawing/2014/main" id="{F7B07DEB-D7AE-4873-3679-85F6158D5761}"/>
              </a:ext>
            </a:extLst>
          </p:cNvPr>
          <p:cNvCxnSpPr>
            <a:stCxn id="147" idx="2"/>
            <a:endCxn id="185" idx="0"/>
          </p:cNvCxnSpPr>
          <p:nvPr/>
        </p:nvCxnSpPr>
        <p:spPr bwMode="auto">
          <a:xfrm>
            <a:off x="3710854" y="3068928"/>
            <a:ext cx="0" cy="709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AutoShape 16">
            <a:extLst>
              <a:ext uri="{FF2B5EF4-FFF2-40B4-BE49-F238E27FC236}">
                <a16:creationId xmlns:a16="http://schemas.microsoft.com/office/drawing/2014/main" id="{463647AC-5DF9-4D5B-8D31-2441537D9D75}"/>
              </a:ext>
            </a:extLst>
          </p:cNvPr>
          <p:cNvSpPr>
            <a:spLocks noChangeArrowheads="1"/>
          </p:cNvSpPr>
          <p:nvPr/>
        </p:nvSpPr>
        <p:spPr bwMode="auto">
          <a:xfrm>
            <a:off x="3326364" y="2671356"/>
            <a:ext cx="768980" cy="397572"/>
          </a:xfrm>
          <a:prstGeom prst="diamond">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RDGU</a:t>
            </a:r>
          </a:p>
        </p:txBody>
      </p:sp>
      <p:sp>
        <p:nvSpPr>
          <p:cNvPr id="164" name="Text Box 329">
            <a:extLst>
              <a:ext uri="{FF2B5EF4-FFF2-40B4-BE49-F238E27FC236}">
                <a16:creationId xmlns:a16="http://schemas.microsoft.com/office/drawing/2014/main" id="{9179599D-3ABA-4E17-83EF-8CD2D7C254C2}"/>
              </a:ext>
            </a:extLst>
          </p:cNvPr>
          <p:cNvSpPr txBox="1">
            <a:spLocks noChangeArrowheads="1"/>
          </p:cNvSpPr>
          <p:nvPr/>
        </p:nvSpPr>
        <p:spPr bwMode="auto">
          <a:xfrm>
            <a:off x="3754703" y="2990446"/>
            <a:ext cx="38281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dirty="0"/>
              <a:t>NON</a:t>
            </a:r>
          </a:p>
        </p:txBody>
      </p:sp>
      <p:sp>
        <p:nvSpPr>
          <p:cNvPr id="166" name="Text Box 329">
            <a:extLst>
              <a:ext uri="{FF2B5EF4-FFF2-40B4-BE49-F238E27FC236}">
                <a16:creationId xmlns:a16="http://schemas.microsoft.com/office/drawing/2014/main" id="{B82A827C-2EC9-4B24-BE6E-4B80B8A9536B}"/>
              </a:ext>
            </a:extLst>
          </p:cNvPr>
          <p:cNvSpPr txBox="1">
            <a:spLocks noChangeArrowheads="1"/>
          </p:cNvSpPr>
          <p:nvPr/>
        </p:nvSpPr>
        <p:spPr bwMode="auto">
          <a:xfrm>
            <a:off x="3867594" y="2626047"/>
            <a:ext cx="85049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dirty="0"/>
              <a:t>OUI RDGU=1</a:t>
            </a:r>
          </a:p>
        </p:txBody>
      </p:sp>
      <p:sp>
        <p:nvSpPr>
          <p:cNvPr id="168" name="Text Box 329">
            <a:extLst>
              <a:ext uri="{FF2B5EF4-FFF2-40B4-BE49-F238E27FC236}">
                <a16:creationId xmlns:a16="http://schemas.microsoft.com/office/drawing/2014/main" id="{86953033-8482-4738-A176-8CCB2CB0A413}"/>
              </a:ext>
            </a:extLst>
          </p:cNvPr>
          <p:cNvSpPr txBox="1">
            <a:spLocks noChangeArrowheads="1"/>
          </p:cNvSpPr>
          <p:nvPr/>
        </p:nvSpPr>
        <p:spPr bwMode="auto">
          <a:xfrm>
            <a:off x="2755079" y="2582862"/>
            <a:ext cx="67009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dirty="0"/>
              <a:t>DESACTIVE</a:t>
            </a:r>
          </a:p>
        </p:txBody>
      </p:sp>
      <p:sp>
        <p:nvSpPr>
          <p:cNvPr id="169" name="AutoShape 14">
            <a:extLst>
              <a:ext uri="{FF2B5EF4-FFF2-40B4-BE49-F238E27FC236}">
                <a16:creationId xmlns:a16="http://schemas.microsoft.com/office/drawing/2014/main" id="{A89F6075-9479-4E00-AAC9-DE5861541F26}"/>
              </a:ext>
            </a:extLst>
          </p:cNvPr>
          <p:cNvSpPr>
            <a:spLocks noChangeArrowheads="1"/>
          </p:cNvSpPr>
          <p:nvPr/>
        </p:nvSpPr>
        <p:spPr bwMode="auto">
          <a:xfrm>
            <a:off x="1991253" y="2780659"/>
            <a:ext cx="1216761" cy="1676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00032_RESILIE_RDGU_OFF</a:t>
            </a:r>
          </a:p>
        </p:txBody>
      </p:sp>
      <p:cxnSp>
        <p:nvCxnSpPr>
          <p:cNvPr id="95" name="Connecteur droit 94">
            <a:extLst>
              <a:ext uri="{FF2B5EF4-FFF2-40B4-BE49-F238E27FC236}">
                <a16:creationId xmlns:a16="http://schemas.microsoft.com/office/drawing/2014/main" id="{04716262-0B4F-4ACD-997B-4C7690EE4760}"/>
              </a:ext>
            </a:extLst>
          </p:cNvPr>
          <p:cNvCxnSpPr>
            <a:cxnSpLocks/>
            <a:stCxn id="147" idx="1"/>
            <a:endCxn id="169" idx="3"/>
          </p:cNvCxnSpPr>
          <p:nvPr/>
        </p:nvCxnSpPr>
        <p:spPr bwMode="auto">
          <a:xfrm flipH="1" flipV="1">
            <a:off x="3208014" y="2864486"/>
            <a:ext cx="118350" cy="5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Connecteur : en angle 125">
            <a:extLst>
              <a:ext uri="{FF2B5EF4-FFF2-40B4-BE49-F238E27FC236}">
                <a16:creationId xmlns:a16="http://schemas.microsoft.com/office/drawing/2014/main" id="{27B674EA-8757-40DF-ADAA-57CF9C147182}"/>
              </a:ext>
            </a:extLst>
          </p:cNvPr>
          <p:cNvCxnSpPr>
            <a:stCxn id="169" idx="1"/>
          </p:cNvCxnSpPr>
          <p:nvPr/>
        </p:nvCxnSpPr>
        <p:spPr bwMode="auto">
          <a:xfrm rot="10800000" flipH="1" flipV="1">
            <a:off x="1991253" y="2864486"/>
            <a:ext cx="1722306" cy="567184"/>
          </a:xfrm>
          <a:prstGeom prst="bentConnector4">
            <a:avLst>
              <a:gd name="adj1" fmla="val -13273"/>
              <a:gd name="adj2" fmla="val 8067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14">
            <a:extLst>
              <a:ext uri="{FF2B5EF4-FFF2-40B4-BE49-F238E27FC236}">
                <a16:creationId xmlns:a16="http://schemas.microsoft.com/office/drawing/2014/main" id="{4821D45D-52B6-47FF-B988-DFE41C0E1C64}"/>
              </a:ext>
            </a:extLst>
          </p:cNvPr>
          <p:cNvSpPr>
            <a:spLocks noChangeArrowheads="1"/>
          </p:cNvSpPr>
          <p:nvPr/>
        </p:nvSpPr>
        <p:spPr bwMode="auto">
          <a:xfrm>
            <a:off x="3102473" y="3139843"/>
            <a:ext cx="1216761" cy="1676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00032_RESILIE_RDGU_NOK</a:t>
            </a:r>
          </a:p>
        </p:txBody>
      </p:sp>
      <p:cxnSp>
        <p:nvCxnSpPr>
          <p:cNvPr id="143" name="Connecteur droit 142">
            <a:extLst>
              <a:ext uri="{FF2B5EF4-FFF2-40B4-BE49-F238E27FC236}">
                <a16:creationId xmlns:a16="http://schemas.microsoft.com/office/drawing/2014/main" id="{ADEBEBF2-593D-4FE3-9E7B-202D65544F5E}"/>
              </a:ext>
            </a:extLst>
          </p:cNvPr>
          <p:cNvCxnSpPr>
            <a:stCxn id="155" idx="2"/>
            <a:endCxn id="147" idx="0"/>
          </p:cNvCxnSpPr>
          <p:nvPr/>
        </p:nvCxnSpPr>
        <p:spPr bwMode="auto">
          <a:xfrm>
            <a:off x="3704309" y="2374901"/>
            <a:ext cx="6545" cy="296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Connecteur droit 172">
            <a:extLst>
              <a:ext uri="{FF2B5EF4-FFF2-40B4-BE49-F238E27FC236}">
                <a16:creationId xmlns:a16="http://schemas.microsoft.com/office/drawing/2014/main" id="{4EF9F988-927E-4F84-A11A-A8B62B28F774}"/>
              </a:ext>
            </a:extLst>
          </p:cNvPr>
          <p:cNvCxnSpPr>
            <a:stCxn id="148" idx="2"/>
            <a:endCxn id="185" idx="2"/>
          </p:cNvCxnSpPr>
          <p:nvPr/>
        </p:nvCxnSpPr>
        <p:spPr bwMode="auto">
          <a:xfrm flipV="1">
            <a:off x="3704309" y="3307497"/>
            <a:ext cx="6545" cy="2110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AutoShape 14">
            <a:extLst>
              <a:ext uri="{FF2B5EF4-FFF2-40B4-BE49-F238E27FC236}">
                <a16:creationId xmlns:a16="http://schemas.microsoft.com/office/drawing/2014/main" id="{97791FBD-1EA1-43A4-B302-C814639FFE5A}"/>
              </a:ext>
            </a:extLst>
          </p:cNvPr>
          <p:cNvSpPr>
            <a:spLocks noChangeArrowheads="1"/>
          </p:cNvSpPr>
          <p:nvPr/>
        </p:nvSpPr>
        <p:spPr bwMode="auto">
          <a:xfrm>
            <a:off x="4282776" y="2780659"/>
            <a:ext cx="1216761" cy="1676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00032_RESILIE_RDGU_OK</a:t>
            </a:r>
          </a:p>
        </p:txBody>
      </p:sp>
      <p:sp>
        <p:nvSpPr>
          <p:cNvPr id="193" name="AutoShape 31">
            <a:hlinkClick r:id="" action="ppaction://noaction"/>
            <a:extLst>
              <a:ext uri="{FF2B5EF4-FFF2-40B4-BE49-F238E27FC236}">
                <a16:creationId xmlns:a16="http://schemas.microsoft.com/office/drawing/2014/main" id="{F193DB4D-DD46-42C1-AB0B-E99104DC6F04}"/>
              </a:ext>
            </a:extLst>
          </p:cNvPr>
          <p:cNvSpPr>
            <a:spLocks noChangeArrowheads="1"/>
          </p:cNvSpPr>
          <p:nvPr/>
        </p:nvSpPr>
        <p:spPr bwMode="auto">
          <a:xfrm>
            <a:off x="5724447" y="2760238"/>
            <a:ext cx="1309119" cy="2047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ABO_RESILIE_RDGU</a:t>
            </a:r>
          </a:p>
        </p:txBody>
      </p:sp>
      <p:cxnSp>
        <p:nvCxnSpPr>
          <p:cNvPr id="186" name="Connecteur droit 185">
            <a:extLst>
              <a:ext uri="{FF2B5EF4-FFF2-40B4-BE49-F238E27FC236}">
                <a16:creationId xmlns:a16="http://schemas.microsoft.com/office/drawing/2014/main" id="{612A8CEE-8C7C-4071-BFB6-EF46883FF3E1}"/>
              </a:ext>
            </a:extLst>
          </p:cNvPr>
          <p:cNvCxnSpPr>
            <a:stCxn id="147" idx="3"/>
            <a:endCxn id="192" idx="1"/>
          </p:cNvCxnSpPr>
          <p:nvPr/>
        </p:nvCxnSpPr>
        <p:spPr bwMode="auto">
          <a:xfrm flipV="1">
            <a:off x="4095344" y="2864486"/>
            <a:ext cx="187432" cy="5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Connecteur droit 188">
            <a:extLst>
              <a:ext uri="{FF2B5EF4-FFF2-40B4-BE49-F238E27FC236}">
                <a16:creationId xmlns:a16="http://schemas.microsoft.com/office/drawing/2014/main" id="{17D35DF1-650A-4BE5-A188-E44A89817E24}"/>
              </a:ext>
            </a:extLst>
          </p:cNvPr>
          <p:cNvCxnSpPr>
            <a:stCxn id="192" idx="3"/>
            <a:endCxn id="193" idx="1"/>
          </p:cNvCxnSpPr>
          <p:nvPr/>
        </p:nvCxnSpPr>
        <p:spPr bwMode="auto">
          <a:xfrm flipV="1">
            <a:off x="5499537" y="2862631"/>
            <a:ext cx="224910" cy="18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AutoShape 143">
            <a:extLst>
              <a:ext uri="{FF2B5EF4-FFF2-40B4-BE49-F238E27FC236}">
                <a16:creationId xmlns:a16="http://schemas.microsoft.com/office/drawing/2014/main" id="{83F8050F-F414-43C9-B32D-B64829C0CE93}"/>
              </a:ext>
            </a:extLst>
          </p:cNvPr>
          <p:cNvSpPr>
            <a:spLocks noChangeArrowheads="1"/>
          </p:cNvSpPr>
          <p:nvPr/>
        </p:nvSpPr>
        <p:spPr bwMode="auto">
          <a:xfrm>
            <a:off x="7053003" y="3632095"/>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a:solidFill>
                <a:srgbClr val="2C842C"/>
              </a:solidFill>
            </a:endParaRPr>
          </a:p>
          <a:p>
            <a:pPr algn="ctr" eaLnBrk="0" hangingPunct="0"/>
            <a:r>
              <a:rPr lang="fr-FR" sz="600"/>
              <a:t>RESILIE_RDGU</a:t>
            </a:r>
            <a:endParaRPr lang="fr-FR" sz="600" b="1">
              <a:solidFill>
                <a:srgbClr val="2C842C"/>
              </a:solidFill>
            </a:endParaRPr>
          </a:p>
        </p:txBody>
      </p:sp>
      <p:cxnSp>
        <p:nvCxnSpPr>
          <p:cNvPr id="194" name="Connecteur : en angle 193">
            <a:extLst>
              <a:ext uri="{FF2B5EF4-FFF2-40B4-BE49-F238E27FC236}">
                <a16:creationId xmlns:a16="http://schemas.microsoft.com/office/drawing/2014/main" id="{A79797C4-13CF-4C86-BC0D-ABEA3CCAF200}"/>
              </a:ext>
            </a:extLst>
          </p:cNvPr>
          <p:cNvCxnSpPr>
            <a:stCxn id="193" idx="3"/>
            <a:endCxn id="200" idx="0"/>
          </p:cNvCxnSpPr>
          <p:nvPr/>
        </p:nvCxnSpPr>
        <p:spPr bwMode="auto">
          <a:xfrm>
            <a:off x="7033566" y="2862631"/>
            <a:ext cx="545967" cy="76946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AutoShape 11">
            <a:hlinkClick r:id="rId3" action="ppaction://hlinksldjump"/>
            <a:extLst>
              <a:ext uri="{FF2B5EF4-FFF2-40B4-BE49-F238E27FC236}">
                <a16:creationId xmlns:a16="http://schemas.microsoft.com/office/drawing/2014/main" id="{1568445E-0178-49CF-9DC8-D0648ACC426D}"/>
              </a:ext>
            </a:extLst>
          </p:cNvPr>
          <p:cNvSpPr>
            <a:spLocks noChangeArrowheads="1"/>
          </p:cNvSpPr>
          <p:nvPr/>
        </p:nvSpPr>
        <p:spPr bwMode="auto">
          <a:xfrm rot="10800000">
            <a:off x="3168528" y="3518527"/>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RESILIE GP</a:t>
            </a:r>
          </a:p>
        </p:txBody>
      </p:sp>
      <p:sp>
        <p:nvSpPr>
          <p:cNvPr id="25" name="Rectangle 24">
            <a:extLst>
              <a:ext uri="{FF2B5EF4-FFF2-40B4-BE49-F238E27FC236}">
                <a16:creationId xmlns:a16="http://schemas.microsoft.com/office/drawing/2014/main" id="{9FAB05F7-C8B2-42D1-BCCD-75943B94026F}"/>
              </a:ext>
            </a:extLst>
          </p:cNvPr>
          <p:cNvSpPr/>
          <p:nvPr/>
        </p:nvSpPr>
        <p:spPr bwMode="auto">
          <a:xfrm>
            <a:off x="155147" y="630759"/>
            <a:ext cx="2348753" cy="914400"/>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fr-FR" dirty="0">
                <a:highlight>
                  <a:srgbClr val="FFFF00"/>
                </a:highlight>
              </a:rPr>
              <a:t>NOUVEAU SLIDE</a:t>
            </a:r>
            <a:endParaRPr kumimoji="0" lang="fr-FR" sz="1800" b="0" i="0" u="none" strike="noStrike" cap="none" normalizeH="0" baseline="0" dirty="0">
              <a:ln>
                <a:noFill/>
              </a:ln>
              <a:solidFill>
                <a:schemeClr val="tx1"/>
              </a:solidFill>
              <a:effectLst/>
              <a:highlight>
                <a:srgbClr val="FFFF00"/>
              </a:highlight>
              <a:latin typeface="Arial" charset="0"/>
            </a:endParaRPr>
          </a:p>
        </p:txBody>
      </p:sp>
      <p:sp>
        <p:nvSpPr>
          <p:cNvPr id="155" name="AutoShape 16">
            <a:extLst>
              <a:ext uri="{FF2B5EF4-FFF2-40B4-BE49-F238E27FC236}">
                <a16:creationId xmlns:a16="http://schemas.microsoft.com/office/drawing/2014/main" id="{3533085A-692B-4255-BA10-A490CFA34DFB}"/>
              </a:ext>
            </a:extLst>
          </p:cNvPr>
          <p:cNvSpPr>
            <a:spLocks noChangeArrowheads="1"/>
          </p:cNvSpPr>
          <p:nvPr/>
        </p:nvSpPr>
        <p:spPr bwMode="auto">
          <a:xfrm>
            <a:off x="3319819" y="1977329"/>
            <a:ext cx="768980" cy="397572"/>
          </a:xfrm>
          <a:prstGeom prst="diamond">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HO/HNO</a:t>
            </a:r>
          </a:p>
        </p:txBody>
      </p:sp>
      <p:cxnSp>
        <p:nvCxnSpPr>
          <p:cNvPr id="38" name="Connecteur droit 37">
            <a:extLst>
              <a:ext uri="{FF2B5EF4-FFF2-40B4-BE49-F238E27FC236}">
                <a16:creationId xmlns:a16="http://schemas.microsoft.com/office/drawing/2014/main" id="{1E3498C5-7BDB-4CFE-B0E1-23F1F0774D5A}"/>
              </a:ext>
            </a:extLst>
          </p:cNvPr>
          <p:cNvCxnSpPr>
            <a:stCxn id="70" idx="0"/>
            <a:endCxn id="155" idx="0"/>
          </p:cNvCxnSpPr>
          <p:nvPr/>
        </p:nvCxnSpPr>
        <p:spPr bwMode="auto">
          <a:xfrm>
            <a:off x="3704308" y="1729239"/>
            <a:ext cx="1" cy="2480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Connecteur droit 39">
            <a:extLst>
              <a:ext uri="{FF2B5EF4-FFF2-40B4-BE49-F238E27FC236}">
                <a16:creationId xmlns:a16="http://schemas.microsoft.com/office/drawing/2014/main" id="{984DDD4B-1D90-4294-9458-8AE5A5DC9E51}"/>
              </a:ext>
            </a:extLst>
          </p:cNvPr>
          <p:cNvCxnSpPr>
            <a:stCxn id="155" idx="1"/>
            <a:endCxn id="160" idx="3"/>
          </p:cNvCxnSpPr>
          <p:nvPr/>
        </p:nvCxnSpPr>
        <p:spPr bwMode="auto">
          <a:xfrm flipH="1">
            <a:off x="3112280" y="2176115"/>
            <a:ext cx="207539"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AutoShape 14">
            <a:extLst>
              <a:ext uri="{FF2B5EF4-FFF2-40B4-BE49-F238E27FC236}">
                <a16:creationId xmlns:a16="http://schemas.microsoft.com/office/drawing/2014/main" id="{C52EC3FF-204A-445A-82EF-C9E484D5AE5D}"/>
              </a:ext>
            </a:extLst>
          </p:cNvPr>
          <p:cNvSpPr>
            <a:spLocks noChangeArrowheads="1"/>
          </p:cNvSpPr>
          <p:nvPr/>
        </p:nvSpPr>
        <p:spPr bwMode="auto">
          <a:xfrm>
            <a:off x="1895519" y="2092289"/>
            <a:ext cx="1216761" cy="16765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00032_RESILIE_RDGU_HNO</a:t>
            </a:r>
          </a:p>
        </p:txBody>
      </p:sp>
      <p:sp>
        <p:nvSpPr>
          <p:cNvPr id="163" name="AutoShape 11">
            <a:hlinkClick r:id="rId3" action="ppaction://hlinksldjump"/>
            <a:extLst>
              <a:ext uri="{FF2B5EF4-FFF2-40B4-BE49-F238E27FC236}">
                <a16:creationId xmlns:a16="http://schemas.microsoft.com/office/drawing/2014/main" id="{2E72085E-F2A5-490F-8A49-ED7584BB1C92}"/>
              </a:ext>
            </a:extLst>
          </p:cNvPr>
          <p:cNvSpPr>
            <a:spLocks noChangeArrowheads="1"/>
          </p:cNvSpPr>
          <p:nvPr/>
        </p:nvSpPr>
        <p:spPr bwMode="auto">
          <a:xfrm rot="10800000">
            <a:off x="732258" y="2523129"/>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HNO COM</a:t>
            </a:r>
          </a:p>
        </p:txBody>
      </p:sp>
      <p:cxnSp>
        <p:nvCxnSpPr>
          <p:cNvPr id="45" name="Connecteur : en angle 44">
            <a:extLst>
              <a:ext uri="{FF2B5EF4-FFF2-40B4-BE49-F238E27FC236}">
                <a16:creationId xmlns:a16="http://schemas.microsoft.com/office/drawing/2014/main" id="{9765343B-D34C-4AE4-AF04-3DAC1CABE5E9}"/>
              </a:ext>
            </a:extLst>
          </p:cNvPr>
          <p:cNvCxnSpPr>
            <a:stCxn id="160" idx="1"/>
            <a:endCxn id="163" idx="2"/>
          </p:cNvCxnSpPr>
          <p:nvPr/>
        </p:nvCxnSpPr>
        <p:spPr bwMode="auto">
          <a:xfrm rot="10800000" flipV="1">
            <a:off x="1268039" y="2176115"/>
            <a:ext cx="627480" cy="34701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Connecteur droit 46">
            <a:extLst>
              <a:ext uri="{FF2B5EF4-FFF2-40B4-BE49-F238E27FC236}">
                <a16:creationId xmlns:a16="http://schemas.microsoft.com/office/drawing/2014/main" id="{AFBA23CA-DA91-480D-8A01-2B58DA6E3CAE}"/>
              </a:ext>
            </a:extLst>
          </p:cNvPr>
          <p:cNvCxnSpPr/>
          <p:nvPr/>
        </p:nvCxnSpPr>
        <p:spPr bwMode="auto">
          <a:xfrm>
            <a:off x="7944966" y="1854271"/>
            <a:ext cx="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Text Box 329">
            <a:extLst>
              <a:ext uri="{FF2B5EF4-FFF2-40B4-BE49-F238E27FC236}">
                <a16:creationId xmlns:a16="http://schemas.microsoft.com/office/drawing/2014/main" id="{8214902F-B962-46F2-8133-D01B3C0CA528}"/>
              </a:ext>
            </a:extLst>
          </p:cNvPr>
          <p:cNvSpPr txBox="1">
            <a:spLocks noChangeArrowheads="1"/>
          </p:cNvSpPr>
          <p:nvPr/>
        </p:nvSpPr>
        <p:spPr bwMode="auto">
          <a:xfrm>
            <a:off x="3633897" y="2360117"/>
            <a:ext cx="363428"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dirty="0"/>
              <a:t>HO</a:t>
            </a:r>
          </a:p>
        </p:txBody>
      </p:sp>
      <p:sp>
        <p:nvSpPr>
          <p:cNvPr id="188" name="Text Box 329">
            <a:extLst>
              <a:ext uri="{FF2B5EF4-FFF2-40B4-BE49-F238E27FC236}">
                <a16:creationId xmlns:a16="http://schemas.microsoft.com/office/drawing/2014/main" id="{7BD4D358-4507-4AEB-9BF4-17AA31774427}"/>
              </a:ext>
            </a:extLst>
          </p:cNvPr>
          <p:cNvSpPr txBox="1">
            <a:spLocks noChangeArrowheads="1"/>
          </p:cNvSpPr>
          <p:nvPr/>
        </p:nvSpPr>
        <p:spPr bwMode="auto">
          <a:xfrm>
            <a:off x="3044771" y="1935555"/>
            <a:ext cx="44483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dirty="0"/>
              <a:t>HNO</a:t>
            </a:r>
          </a:p>
        </p:txBody>
      </p:sp>
    </p:spTree>
    <p:extLst>
      <p:ext uri="{BB962C8B-B14F-4D97-AF65-F5344CB8AC3E}">
        <p14:creationId xmlns:p14="http://schemas.microsoft.com/office/powerpoint/2010/main" val="2385108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181">
            <a:extLst>
              <a:ext uri="{FF2B5EF4-FFF2-40B4-BE49-F238E27FC236}">
                <a16:creationId xmlns:a16="http://schemas.microsoft.com/office/drawing/2014/main" id="{5A5E3267-692C-C201-F19B-F7CC2DE1B246}"/>
              </a:ext>
            </a:extLst>
          </p:cNvPr>
          <p:cNvSpPr/>
          <p:nvPr/>
        </p:nvSpPr>
        <p:spPr bwMode="auto">
          <a:xfrm>
            <a:off x="6495183" y="2299282"/>
            <a:ext cx="2650789" cy="1584387"/>
          </a:xfrm>
          <a:prstGeom prst="rect">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81" name="Rectangle 180">
            <a:extLst>
              <a:ext uri="{FF2B5EF4-FFF2-40B4-BE49-F238E27FC236}">
                <a16:creationId xmlns:a16="http://schemas.microsoft.com/office/drawing/2014/main" id="{46FD01A7-6E9E-F440-CA0D-6EDFA68DDA24}"/>
              </a:ext>
            </a:extLst>
          </p:cNvPr>
          <p:cNvSpPr/>
          <p:nvPr/>
        </p:nvSpPr>
        <p:spPr bwMode="auto">
          <a:xfrm>
            <a:off x="3808997" y="1408555"/>
            <a:ext cx="5185488" cy="461233"/>
          </a:xfrm>
          <a:prstGeom prst="rect">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78" name="Rectangle 177">
            <a:extLst>
              <a:ext uri="{FF2B5EF4-FFF2-40B4-BE49-F238E27FC236}">
                <a16:creationId xmlns:a16="http://schemas.microsoft.com/office/drawing/2014/main" id="{F60D9115-9C84-EB96-16E6-0E120F9B5732}"/>
              </a:ext>
            </a:extLst>
          </p:cNvPr>
          <p:cNvSpPr/>
          <p:nvPr/>
        </p:nvSpPr>
        <p:spPr bwMode="auto">
          <a:xfrm>
            <a:off x="81052" y="2950166"/>
            <a:ext cx="3407065" cy="1214629"/>
          </a:xfrm>
          <a:prstGeom prst="rect">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39" name="Rectangle 138">
            <a:extLst>
              <a:ext uri="{FF2B5EF4-FFF2-40B4-BE49-F238E27FC236}">
                <a16:creationId xmlns:a16="http://schemas.microsoft.com/office/drawing/2014/main" id="{486701FF-3958-82D6-C1D7-DA949E215CC9}"/>
              </a:ext>
            </a:extLst>
          </p:cNvPr>
          <p:cNvSpPr/>
          <p:nvPr/>
        </p:nvSpPr>
        <p:spPr bwMode="auto">
          <a:xfrm>
            <a:off x="3848113" y="1938218"/>
            <a:ext cx="855586" cy="461233"/>
          </a:xfrm>
          <a:prstGeom prst="rect">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33" name="Rectangle 132">
            <a:extLst>
              <a:ext uri="{FF2B5EF4-FFF2-40B4-BE49-F238E27FC236}">
                <a16:creationId xmlns:a16="http://schemas.microsoft.com/office/drawing/2014/main" id="{4BCD09FC-F972-B009-1383-7EEDED0CDC93}"/>
              </a:ext>
            </a:extLst>
          </p:cNvPr>
          <p:cNvSpPr/>
          <p:nvPr/>
        </p:nvSpPr>
        <p:spPr bwMode="auto">
          <a:xfrm>
            <a:off x="2994027" y="4222210"/>
            <a:ext cx="2483544" cy="534872"/>
          </a:xfrm>
          <a:prstGeom prst="rect">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205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1DD1E24-C1D6-40A1-91F8-B0647397F1D2}" type="slidenum">
              <a:rPr lang="fr-FR" smtClean="0"/>
              <a:pPr eaLnBrk="1" hangingPunct="1"/>
              <a:t>3</a:t>
            </a:fld>
            <a:endParaRPr lang="fr-FR"/>
          </a:p>
        </p:txBody>
      </p:sp>
      <p:sp>
        <p:nvSpPr>
          <p:cNvPr id="2051" name="Rectangle 2"/>
          <p:cNvSpPr>
            <a:spLocks noGrp="1" noChangeArrowheads="1"/>
          </p:cNvSpPr>
          <p:nvPr>
            <p:ph type="title"/>
          </p:nvPr>
        </p:nvSpPr>
        <p:spPr>
          <a:xfrm>
            <a:off x="2728060" y="40909"/>
            <a:ext cx="4019550" cy="268655"/>
          </a:xfrm>
        </p:spPr>
        <p:txBody>
          <a:bodyPr/>
          <a:lstStyle/>
          <a:p>
            <a:pPr eaLnBrk="1" hangingPunct="1"/>
            <a:r>
              <a:rPr lang="fr-FR" sz="1400" dirty="0">
                <a:effectLst>
                  <a:outerShdw blurRad="38100" dist="38100" dir="2700000" algn="tl">
                    <a:srgbClr val="000000">
                      <a:alpha val="43137"/>
                    </a:srgbClr>
                  </a:outerShdw>
                </a:effectLst>
                <a:latin typeface="SFR Thin" panose="020B0203040504020204" pitchFamily="34" charset="0"/>
              </a:rPr>
              <a:t>RESILIE (GP)</a:t>
            </a:r>
          </a:p>
        </p:txBody>
      </p:sp>
      <p:sp>
        <p:nvSpPr>
          <p:cNvPr id="205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2" name="Espace réservé du contenu 1"/>
          <p:cNvSpPr>
            <a:spLocks noGrp="1"/>
          </p:cNvSpPr>
          <p:nvPr>
            <p:ph idx="1"/>
          </p:nvPr>
        </p:nvSpPr>
        <p:spPr/>
        <p:txBody>
          <a:bodyPr/>
          <a:lstStyle/>
          <a:p>
            <a:endParaRPr lang="fr-FR"/>
          </a:p>
        </p:txBody>
      </p:sp>
      <p:sp>
        <p:nvSpPr>
          <p:cNvPr id="54" name="Rectangle 53"/>
          <p:cNvSpPr>
            <a:spLocks noChangeArrowheads="1"/>
          </p:cNvSpPr>
          <p:nvPr/>
        </p:nvSpPr>
        <p:spPr bwMode="auto">
          <a:xfrm>
            <a:off x="4686444" y="3674833"/>
            <a:ext cx="1256373" cy="276999"/>
          </a:xfrm>
          <a:prstGeom prst="rect">
            <a:avLst/>
          </a:prstGeom>
          <a:solidFill>
            <a:srgbClr val="FF7C8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b="1">
                <a:solidFill>
                  <a:srgbClr val="CC3300"/>
                </a:solidFill>
              </a:rPr>
              <a:t>ABO STATUT 21</a:t>
            </a:r>
          </a:p>
          <a:p>
            <a:pPr algn="ctr" eaLnBrk="0" hangingPunct="0"/>
            <a:r>
              <a:rPr lang="fr-FR" sz="600"/>
              <a:t>A déterminer</a:t>
            </a:r>
            <a:endParaRPr lang="fr-FR" sz="600">
              <a:ea typeface="ＭＳ Ｐゴシック" pitchFamily="-80" charset="-128"/>
            </a:endParaRPr>
          </a:p>
        </p:txBody>
      </p:sp>
      <p:cxnSp>
        <p:nvCxnSpPr>
          <p:cNvPr id="55" name="Connecteur droit avec flèche 54"/>
          <p:cNvCxnSpPr>
            <a:stCxn id="71" idx="2"/>
            <a:endCxn id="72" idx="0"/>
          </p:cNvCxnSpPr>
          <p:nvPr/>
        </p:nvCxnSpPr>
        <p:spPr bwMode="auto">
          <a:xfrm flipH="1">
            <a:off x="4253826" y="2359604"/>
            <a:ext cx="2706" cy="17993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329"/>
          <p:cNvSpPr txBox="1">
            <a:spLocks noChangeArrowheads="1"/>
          </p:cNvSpPr>
          <p:nvPr/>
        </p:nvSpPr>
        <p:spPr bwMode="auto">
          <a:xfrm>
            <a:off x="4180325" y="2216687"/>
            <a:ext cx="1492020" cy="36933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ts val="0"/>
              </a:spcBef>
            </a:pPr>
            <a:r>
              <a:rPr lang="fr-FR" sz="600"/>
              <a:t>Statut = 21</a:t>
            </a:r>
          </a:p>
          <a:p>
            <a:pPr algn="ctr">
              <a:spcBef>
                <a:spcPts val="0"/>
              </a:spcBef>
            </a:pPr>
            <a:r>
              <a:rPr lang="fr-FR" sz="600"/>
              <a:t>(RESILIE FACTURE) + flag SEARCH impayé = </a:t>
            </a:r>
            <a:r>
              <a:rPr lang="fr-FR" sz="600" err="1"/>
              <a:t>true</a:t>
            </a:r>
            <a:endParaRPr lang="fr-FR" sz="600"/>
          </a:p>
        </p:txBody>
      </p:sp>
      <p:sp>
        <p:nvSpPr>
          <p:cNvPr id="57" name="AutoShape 14"/>
          <p:cNvSpPr>
            <a:spLocks noChangeArrowheads="1"/>
          </p:cNvSpPr>
          <p:nvPr/>
        </p:nvSpPr>
        <p:spPr bwMode="auto">
          <a:xfrm>
            <a:off x="1717310" y="2095312"/>
            <a:ext cx="1122516" cy="151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strike="sngStrike"/>
              <a:t>00012_RESILIE_STATUT20</a:t>
            </a:r>
          </a:p>
          <a:p>
            <a:pPr algn="ctr" eaLnBrk="0" hangingPunct="0"/>
            <a:r>
              <a:rPr lang="fr-FR" sz="600">
                <a:solidFill>
                  <a:srgbClr val="FF0000"/>
                </a:solidFill>
              </a:rPr>
              <a:t>00012_RESILIE</a:t>
            </a:r>
          </a:p>
        </p:txBody>
      </p:sp>
      <p:cxnSp>
        <p:nvCxnSpPr>
          <p:cNvPr id="60" name="Connecteur droit 59"/>
          <p:cNvCxnSpPr>
            <a:cxnSpLocks/>
            <a:stCxn id="71" idx="1"/>
            <a:endCxn id="57" idx="3"/>
          </p:cNvCxnSpPr>
          <p:nvPr/>
        </p:nvCxnSpPr>
        <p:spPr bwMode="auto">
          <a:xfrm flipH="1">
            <a:off x="2839826" y="2160818"/>
            <a:ext cx="1032216" cy="102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Connecteur en angle 60"/>
          <p:cNvCxnSpPr>
            <a:cxnSpLocks/>
            <a:stCxn id="57" idx="1"/>
            <a:endCxn id="75" idx="0"/>
          </p:cNvCxnSpPr>
          <p:nvPr/>
        </p:nvCxnSpPr>
        <p:spPr bwMode="auto">
          <a:xfrm rot="10800000" flipV="1">
            <a:off x="1568568" y="2171043"/>
            <a:ext cx="148742" cy="44951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4" name="Group 188"/>
          <p:cNvGrpSpPr>
            <a:grpSpLocks/>
          </p:cNvGrpSpPr>
          <p:nvPr/>
        </p:nvGrpSpPr>
        <p:grpSpPr bwMode="auto">
          <a:xfrm rot="945936">
            <a:off x="3566467" y="1463068"/>
            <a:ext cx="279400" cy="130175"/>
            <a:chOff x="1920" y="715"/>
            <a:chExt cx="270" cy="139"/>
          </a:xfrm>
          <a:effectLst>
            <a:outerShdw blurRad="50800" dist="38100" dir="2700000" algn="tl" rotWithShape="0">
              <a:prstClr val="black">
                <a:alpha val="40000"/>
              </a:prstClr>
            </a:outerShdw>
          </a:effectLst>
        </p:grpSpPr>
        <p:sp>
          <p:nvSpPr>
            <p:cNvPr id="6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66"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67" name="Text Box 329"/>
          <p:cNvSpPr txBox="1">
            <a:spLocks noChangeArrowheads="1"/>
          </p:cNvSpPr>
          <p:nvPr/>
        </p:nvSpPr>
        <p:spPr bwMode="auto">
          <a:xfrm>
            <a:off x="2918160" y="2147919"/>
            <a:ext cx="935982" cy="46166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Statut = 20 (RESILIE) ou Statut =21 + flag SEARCH impayé = false</a:t>
            </a:r>
          </a:p>
        </p:txBody>
      </p:sp>
      <p:sp>
        <p:nvSpPr>
          <p:cNvPr id="69" name="ZoneTexte 68"/>
          <p:cNvSpPr txBox="1"/>
          <p:nvPr/>
        </p:nvSpPr>
        <p:spPr>
          <a:xfrm>
            <a:off x="6515042" y="607102"/>
            <a:ext cx="2562832" cy="33855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fr-FR" sz="800"/>
              <a:t>AEM</a:t>
            </a:r>
          </a:p>
          <a:p>
            <a:r>
              <a:rPr lang="fr-FR" sz="800"/>
              <a:t>Client Résilié : statut= 20 ou 21 </a:t>
            </a:r>
            <a:r>
              <a:rPr lang="fr-FR" sz="800" strike="sngStrike">
                <a:solidFill>
                  <a:srgbClr val="FF99CC"/>
                </a:solidFill>
              </a:rPr>
              <a:t>ou 30</a:t>
            </a:r>
          </a:p>
        </p:txBody>
      </p:sp>
      <p:sp>
        <p:nvSpPr>
          <p:cNvPr id="70" name="AutoShape 11">
            <a:hlinkClick r:id="rId3" action="ppaction://hlinksldjump"/>
          </p:cNvPr>
          <p:cNvSpPr>
            <a:spLocks noChangeArrowheads="1"/>
          </p:cNvSpPr>
          <p:nvPr/>
        </p:nvSpPr>
        <p:spPr bwMode="auto">
          <a:xfrm rot="10800000">
            <a:off x="3724847" y="720292"/>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RESILIE RDGU</a:t>
            </a:r>
          </a:p>
        </p:txBody>
      </p:sp>
      <p:sp>
        <p:nvSpPr>
          <p:cNvPr id="71" name="AutoShape 16"/>
          <p:cNvSpPr>
            <a:spLocks noChangeArrowheads="1"/>
          </p:cNvSpPr>
          <p:nvPr/>
        </p:nvSpPr>
        <p:spPr bwMode="auto">
          <a:xfrm>
            <a:off x="3872042" y="1962032"/>
            <a:ext cx="768980" cy="397572"/>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err="1"/>
              <a:t>Recup</a:t>
            </a:r>
            <a:r>
              <a:rPr lang="fr-FR" sz="600"/>
              <a:t> statut AEM</a:t>
            </a:r>
          </a:p>
        </p:txBody>
      </p:sp>
      <p:sp>
        <p:nvSpPr>
          <p:cNvPr id="72" name="AutoShape 14"/>
          <p:cNvSpPr>
            <a:spLocks noChangeArrowheads="1"/>
          </p:cNvSpPr>
          <p:nvPr/>
        </p:nvSpPr>
        <p:spPr bwMode="auto">
          <a:xfrm>
            <a:off x="3580061" y="2539538"/>
            <a:ext cx="1347530" cy="151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strike="sngStrike"/>
              <a:t>00022_RESILIE_STATUT21</a:t>
            </a:r>
          </a:p>
          <a:p>
            <a:pPr algn="ctr" eaLnBrk="0" hangingPunct="0"/>
            <a:r>
              <a:rPr lang="fr-FR" sz="600">
                <a:solidFill>
                  <a:srgbClr val="FF0000"/>
                </a:solidFill>
              </a:rPr>
              <a:t>00022_RESILIE_IMPAYE</a:t>
            </a:r>
          </a:p>
        </p:txBody>
      </p:sp>
      <p:sp>
        <p:nvSpPr>
          <p:cNvPr id="75" name="AutoShape 31">
            <a:hlinkClick r:id="" action="ppaction://noaction"/>
          </p:cNvPr>
          <p:cNvSpPr>
            <a:spLocks noChangeArrowheads="1"/>
          </p:cNvSpPr>
          <p:nvPr/>
        </p:nvSpPr>
        <p:spPr bwMode="auto">
          <a:xfrm>
            <a:off x="1065728" y="2620559"/>
            <a:ext cx="1005680"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strike="sngStrike">
                <a:solidFill>
                  <a:srgbClr val="D31E05"/>
                </a:solidFill>
              </a:rPr>
              <a:t>ABO_RESILIE_STATUT20</a:t>
            </a:r>
          </a:p>
          <a:p>
            <a:pPr algn="ctr" defTabSz="379413" eaLnBrk="0" hangingPunct="0"/>
            <a:r>
              <a:rPr lang="fr-FR" sz="600">
                <a:solidFill>
                  <a:srgbClr val="D31E05"/>
                </a:solidFill>
              </a:rPr>
              <a:t>ABO_RESILIE_20_21</a:t>
            </a:r>
          </a:p>
        </p:txBody>
      </p:sp>
      <p:sp>
        <p:nvSpPr>
          <p:cNvPr id="77" name="AutoShape 31">
            <a:hlinkClick r:id="" action="ppaction://noaction"/>
          </p:cNvPr>
          <p:cNvSpPr>
            <a:spLocks noChangeArrowheads="1"/>
          </p:cNvSpPr>
          <p:nvPr/>
        </p:nvSpPr>
        <p:spPr bwMode="auto">
          <a:xfrm>
            <a:off x="3750987" y="2771936"/>
            <a:ext cx="1005680"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strike="sngStrike">
                <a:solidFill>
                  <a:srgbClr val="D31E05"/>
                </a:solidFill>
              </a:rPr>
              <a:t>ABO_RESILIE_STATUT21</a:t>
            </a:r>
          </a:p>
          <a:p>
            <a:pPr algn="ctr" defTabSz="379413" eaLnBrk="0" hangingPunct="0"/>
            <a:r>
              <a:rPr lang="fr-FR" sz="600" b="1">
                <a:solidFill>
                  <a:srgbClr val="D31E05"/>
                </a:solidFill>
              </a:rPr>
              <a:t>ABO_RESILIE_IMPAYE</a:t>
            </a:r>
          </a:p>
        </p:txBody>
      </p:sp>
      <p:cxnSp>
        <p:nvCxnSpPr>
          <p:cNvPr id="78" name="Connecteur droit 77"/>
          <p:cNvCxnSpPr>
            <a:stCxn id="72" idx="2"/>
            <a:endCxn id="77" idx="0"/>
          </p:cNvCxnSpPr>
          <p:nvPr/>
        </p:nvCxnSpPr>
        <p:spPr bwMode="auto">
          <a:xfrm>
            <a:off x="4253826" y="2691001"/>
            <a:ext cx="1" cy="809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Connecteur droit 78"/>
          <p:cNvCxnSpPr>
            <a:stCxn id="77" idx="2"/>
            <a:endCxn id="43" idx="0"/>
          </p:cNvCxnSpPr>
          <p:nvPr/>
        </p:nvCxnSpPr>
        <p:spPr bwMode="auto">
          <a:xfrm flipH="1">
            <a:off x="4253826" y="2961078"/>
            <a:ext cx="1" cy="793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Connecteur droit 79"/>
          <p:cNvCxnSpPr>
            <a:cxnSpLocks/>
            <a:stCxn id="75" idx="2"/>
            <a:endCxn id="11" idx="0"/>
          </p:cNvCxnSpPr>
          <p:nvPr/>
        </p:nvCxnSpPr>
        <p:spPr bwMode="auto">
          <a:xfrm>
            <a:off x="1568568" y="2809701"/>
            <a:ext cx="0" cy="2152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AutoShape 19"/>
          <p:cNvSpPr>
            <a:spLocks noChangeArrowheads="1"/>
          </p:cNvSpPr>
          <p:nvPr/>
        </p:nvSpPr>
        <p:spPr bwMode="auto">
          <a:xfrm>
            <a:off x="8410174" y="3102979"/>
            <a:ext cx="147794" cy="10134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sz="600"/>
          </a:p>
        </p:txBody>
      </p:sp>
      <p:sp>
        <p:nvSpPr>
          <p:cNvPr id="83" name="AutoShape 19"/>
          <p:cNvSpPr>
            <a:spLocks noChangeArrowheads="1"/>
          </p:cNvSpPr>
          <p:nvPr/>
        </p:nvSpPr>
        <p:spPr bwMode="auto">
          <a:xfrm>
            <a:off x="5240733" y="4025552"/>
            <a:ext cx="147794" cy="10134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sz="600"/>
          </a:p>
        </p:txBody>
      </p:sp>
      <p:cxnSp>
        <p:nvCxnSpPr>
          <p:cNvPr id="86" name="Connecteur droit 85"/>
          <p:cNvCxnSpPr>
            <a:stCxn id="54" idx="2"/>
            <a:endCxn id="83" idx="0"/>
          </p:cNvCxnSpPr>
          <p:nvPr/>
        </p:nvCxnSpPr>
        <p:spPr bwMode="auto">
          <a:xfrm flipH="1">
            <a:off x="5314630" y="3951832"/>
            <a:ext cx="1" cy="737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AutoShape 73"/>
          <p:cNvSpPr>
            <a:spLocks noChangeArrowheads="1"/>
          </p:cNvSpPr>
          <p:nvPr/>
        </p:nvSpPr>
        <p:spPr bwMode="auto">
          <a:xfrm>
            <a:off x="3798940" y="3040441"/>
            <a:ext cx="909772" cy="442101"/>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STATUT 21</a:t>
            </a:r>
          </a:p>
        </p:txBody>
      </p:sp>
      <p:cxnSp>
        <p:nvCxnSpPr>
          <p:cNvPr id="19" name="Connecteur en angle 18"/>
          <p:cNvCxnSpPr>
            <a:stCxn id="43" idx="3"/>
            <a:endCxn id="54" idx="0"/>
          </p:cNvCxnSpPr>
          <p:nvPr/>
        </p:nvCxnSpPr>
        <p:spPr bwMode="auto">
          <a:xfrm>
            <a:off x="4708712" y="3261492"/>
            <a:ext cx="605919" cy="41334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0" name="AutoShape 14"/>
          <p:cNvSpPr>
            <a:spLocks noChangeArrowheads="1"/>
          </p:cNvSpPr>
          <p:nvPr/>
        </p:nvSpPr>
        <p:spPr bwMode="auto">
          <a:xfrm>
            <a:off x="4747302" y="3371232"/>
            <a:ext cx="1156509"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00022_DISSUASION_STATUT21</a:t>
            </a:r>
          </a:p>
        </p:txBody>
      </p:sp>
      <p:sp>
        <p:nvSpPr>
          <p:cNvPr id="93" name="Rectangle 5"/>
          <p:cNvSpPr>
            <a:spLocks noChangeArrowheads="1"/>
          </p:cNvSpPr>
          <p:nvPr/>
        </p:nvSpPr>
        <p:spPr bwMode="auto">
          <a:xfrm>
            <a:off x="3118663" y="4318998"/>
            <a:ext cx="2278356" cy="400110"/>
          </a:xfrm>
          <a:prstGeom prst="rect">
            <a:avLst/>
          </a:prstGeom>
          <a:solidFill>
            <a:srgbClr val="FFFF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ABO MENU RESILIE</a:t>
            </a:r>
            <a:endParaRPr lang="fr-FR" sz="600">
              <a:solidFill>
                <a:schemeClr val="accent2"/>
              </a:solidFill>
            </a:endParaRPr>
          </a:p>
          <a:p>
            <a:pPr algn="ctr"/>
            <a:r>
              <a:rPr lang="fr-FR" sz="700">
                <a:ea typeface="ＭＳ Ｐゴシック" pitchFamily="-80" charset="-128"/>
              </a:rPr>
              <a:t>Pour régler votre facture par carte bancaire, tapez 1</a:t>
            </a:r>
          </a:p>
          <a:p>
            <a:pPr algn="ctr"/>
            <a:r>
              <a:rPr lang="fr-FR" sz="700">
                <a:ea typeface="ＭＳ Ｐゴシック" pitchFamily="-80" charset="-128"/>
              </a:rPr>
              <a:t>Pour toute autre demande, tapez 2</a:t>
            </a:r>
          </a:p>
        </p:txBody>
      </p:sp>
      <p:cxnSp>
        <p:nvCxnSpPr>
          <p:cNvPr id="2052" name="Connecteur en angle 2051"/>
          <p:cNvCxnSpPr>
            <a:stCxn id="43" idx="1"/>
            <a:endCxn id="93" idx="0"/>
          </p:cNvCxnSpPr>
          <p:nvPr/>
        </p:nvCxnSpPr>
        <p:spPr bwMode="auto">
          <a:xfrm rot="10800000" flipH="1" flipV="1">
            <a:off x="3798939" y="3261492"/>
            <a:ext cx="458901" cy="1057506"/>
          </a:xfrm>
          <a:prstGeom prst="bentConnector4">
            <a:avLst>
              <a:gd name="adj1" fmla="val -49815"/>
              <a:gd name="adj2" fmla="val 6045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AutoShape 14"/>
          <p:cNvSpPr>
            <a:spLocks noChangeArrowheads="1"/>
          </p:cNvSpPr>
          <p:nvPr/>
        </p:nvSpPr>
        <p:spPr bwMode="auto">
          <a:xfrm>
            <a:off x="3633099" y="3966118"/>
            <a:ext cx="1156509"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00022_STATUT21_MENU</a:t>
            </a:r>
          </a:p>
        </p:txBody>
      </p:sp>
      <p:sp>
        <p:nvSpPr>
          <p:cNvPr id="97" name="AutoShape 143"/>
          <p:cNvSpPr>
            <a:spLocks noChangeArrowheads="1"/>
          </p:cNvSpPr>
          <p:nvPr/>
        </p:nvSpPr>
        <p:spPr bwMode="auto">
          <a:xfrm>
            <a:off x="1860734" y="5851733"/>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2C842C"/>
                </a:solidFill>
              </a:rPr>
              <a:t>PCB</a:t>
            </a:r>
          </a:p>
          <a:p>
            <a:pPr algn="ctr" eaLnBrk="0" hangingPunct="0"/>
            <a:r>
              <a:rPr lang="fr-FR" sz="600"/>
              <a:t>03 69 18 58 75</a:t>
            </a:r>
            <a:endParaRPr lang="fr-FR" sz="600" b="1">
              <a:solidFill>
                <a:srgbClr val="2C842C"/>
              </a:solidFill>
            </a:endParaRPr>
          </a:p>
        </p:txBody>
      </p:sp>
      <p:sp>
        <p:nvSpPr>
          <p:cNvPr id="98" name="AutoShape 52"/>
          <p:cNvSpPr>
            <a:spLocks noChangeArrowheads="1"/>
          </p:cNvSpPr>
          <p:nvPr/>
        </p:nvSpPr>
        <p:spPr bwMode="auto">
          <a:xfrm>
            <a:off x="3974975" y="4792621"/>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99" name="AutoShape 17"/>
          <p:cNvSpPr>
            <a:spLocks noChangeArrowheads="1"/>
          </p:cNvSpPr>
          <p:nvPr/>
        </p:nvSpPr>
        <p:spPr bwMode="auto">
          <a:xfrm>
            <a:off x="2260065" y="5006319"/>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100" name="AutoShape 17"/>
          <p:cNvSpPr>
            <a:spLocks noChangeArrowheads="1"/>
          </p:cNvSpPr>
          <p:nvPr/>
        </p:nvSpPr>
        <p:spPr bwMode="auto">
          <a:xfrm>
            <a:off x="5177642" y="5018376"/>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101" name="AutoShape 10"/>
          <p:cNvCxnSpPr>
            <a:cxnSpLocks noChangeShapeType="1"/>
            <a:stCxn id="98" idx="1"/>
            <a:endCxn id="99" idx="6"/>
          </p:cNvCxnSpPr>
          <p:nvPr/>
        </p:nvCxnSpPr>
        <p:spPr bwMode="auto">
          <a:xfrm rot="10800000" flipV="1">
            <a:off x="2368015" y="4917239"/>
            <a:ext cx="1606960" cy="8907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10"/>
          <p:cNvCxnSpPr>
            <a:cxnSpLocks noChangeShapeType="1"/>
            <a:stCxn id="98" idx="3"/>
            <a:endCxn id="100" idx="6"/>
          </p:cNvCxnSpPr>
          <p:nvPr/>
        </p:nvCxnSpPr>
        <p:spPr bwMode="auto">
          <a:xfrm>
            <a:off x="4497262" y="4917240"/>
            <a:ext cx="788330" cy="10113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0" name="Connecteur droit 2059"/>
          <p:cNvCxnSpPr>
            <a:stCxn id="98" idx="0"/>
            <a:endCxn id="93" idx="2"/>
          </p:cNvCxnSpPr>
          <p:nvPr/>
        </p:nvCxnSpPr>
        <p:spPr bwMode="auto">
          <a:xfrm flipV="1">
            <a:off x="4236119" y="4719108"/>
            <a:ext cx="21722" cy="735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2" name="Connecteur droit 2061"/>
          <p:cNvCxnSpPr>
            <a:stCxn id="99" idx="2"/>
            <a:endCxn id="103" idx="0"/>
          </p:cNvCxnSpPr>
          <p:nvPr/>
        </p:nvCxnSpPr>
        <p:spPr bwMode="auto">
          <a:xfrm flipH="1">
            <a:off x="2365496" y="5182532"/>
            <a:ext cx="2519" cy="1047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AutoShape 14"/>
          <p:cNvSpPr>
            <a:spLocks noChangeArrowheads="1"/>
          </p:cNvSpPr>
          <p:nvPr/>
        </p:nvSpPr>
        <p:spPr bwMode="auto">
          <a:xfrm>
            <a:off x="1787241" y="5287250"/>
            <a:ext cx="1156509"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00102_RESILIE_PCB</a:t>
            </a:r>
          </a:p>
        </p:txBody>
      </p:sp>
      <p:sp>
        <p:nvSpPr>
          <p:cNvPr id="104" name="AutoShape 31">
            <a:hlinkClick r:id="" action="ppaction://noaction"/>
          </p:cNvPr>
          <p:cNvSpPr>
            <a:spLocks noChangeArrowheads="1"/>
          </p:cNvSpPr>
          <p:nvPr/>
        </p:nvSpPr>
        <p:spPr bwMode="auto">
          <a:xfrm>
            <a:off x="1865174" y="5557834"/>
            <a:ext cx="1005680" cy="1891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ABO_RESILIE_PCB</a:t>
            </a:r>
          </a:p>
        </p:txBody>
      </p:sp>
      <p:cxnSp>
        <p:nvCxnSpPr>
          <p:cNvPr id="105" name="Connecteur droit 104"/>
          <p:cNvCxnSpPr>
            <a:stCxn id="100" idx="2"/>
            <a:endCxn id="106" idx="0"/>
          </p:cNvCxnSpPr>
          <p:nvPr/>
        </p:nvCxnSpPr>
        <p:spPr bwMode="auto">
          <a:xfrm>
            <a:off x="5285592" y="5194589"/>
            <a:ext cx="0" cy="852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AutoShape 14"/>
          <p:cNvSpPr>
            <a:spLocks noChangeArrowheads="1"/>
          </p:cNvSpPr>
          <p:nvPr/>
        </p:nvSpPr>
        <p:spPr bwMode="auto">
          <a:xfrm>
            <a:off x="4707337" y="5279813"/>
            <a:ext cx="1156509" cy="1760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00202_RESILIE_AUTRE</a:t>
            </a:r>
          </a:p>
        </p:txBody>
      </p:sp>
      <p:sp>
        <p:nvSpPr>
          <p:cNvPr id="112" name="AutoShape 73"/>
          <p:cNvSpPr>
            <a:spLocks noChangeArrowheads="1"/>
          </p:cNvSpPr>
          <p:nvPr/>
        </p:nvSpPr>
        <p:spPr bwMode="auto">
          <a:xfrm>
            <a:off x="5976902" y="5381640"/>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113" name="Groupe 112"/>
          <p:cNvGrpSpPr/>
          <p:nvPr/>
        </p:nvGrpSpPr>
        <p:grpSpPr>
          <a:xfrm>
            <a:off x="4914744" y="5646064"/>
            <a:ext cx="1173123" cy="681214"/>
            <a:chOff x="5796882" y="3548565"/>
            <a:chExt cx="1173123" cy="681214"/>
          </a:xfrm>
          <a:effectLst/>
        </p:grpSpPr>
        <p:sp>
          <p:nvSpPr>
            <p:cNvPr id="114" name="AutoShape 14"/>
            <p:cNvSpPr>
              <a:spLocks noChangeArrowheads="1"/>
            </p:cNvSpPr>
            <p:nvPr/>
          </p:nvSpPr>
          <p:spPr bwMode="auto">
            <a:xfrm>
              <a:off x="5796882" y="3548565"/>
              <a:ext cx="1173123" cy="1827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00202_RESILIE_HNO_COM</a:t>
              </a:r>
            </a:p>
          </p:txBody>
        </p:sp>
        <p:cxnSp>
          <p:nvCxnSpPr>
            <p:cNvPr id="115" name="Connecteur droit 114"/>
            <p:cNvCxnSpPr>
              <a:stCxn id="114" idx="2"/>
              <a:endCxn id="116" idx="2"/>
            </p:cNvCxnSpPr>
            <p:nvPr/>
          </p:nvCxnSpPr>
          <p:spPr bwMode="auto">
            <a:xfrm>
              <a:off x="6383444" y="3731274"/>
              <a:ext cx="1" cy="138505"/>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AutoShape 11">
              <a:hlinkClick r:id="rId4" action="ppaction://hlinksldjump"/>
            </p:cNvPr>
            <p:cNvSpPr>
              <a:spLocks noChangeArrowheads="1"/>
            </p:cNvSpPr>
            <p:nvPr/>
          </p:nvSpPr>
          <p:spPr bwMode="auto">
            <a:xfrm rot="10800000">
              <a:off x="5908153" y="3869779"/>
              <a:ext cx="95058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117" name="Connecteur en angle 116"/>
          <p:cNvCxnSpPr>
            <a:stCxn id="112" idx="1"/>
            <a:endCxn id="114" idx="0"/>
          </p:cNvCxnSpPr>
          <p:nvPr/>
        </p:nvCxnSpPr>
        <p:spPr bwMode="auto">
          <a:xfrm rot="10800000" flipV="1">
            <a:off x="5501306" y="5573446"/>
            <a:ext cx="475596" cy="7261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Connecteur en angle 117"/>
          <p:cNvCxnSpPr>
            <a:stCxn id="112" idx="3"/>
            <a:endCxn id="137" idx="0"/>
          </p:cNvCxnSpPr>
          <p:nvPr/>
        </p:nvCxnSpPr>
        <p:spPr bwMode="auto">
          <a:xfrm>
            <a:off x="6855399" y="5573447"/>
            <a:ext cx="809400" cy="53452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AutoShape 14"/>
          <p:cNvSpPr>
            <a:spLocks noChangeArrowheads="1"/>
          </p:cNvSpPr>
          <p:nvPr/>
        </p:nvSpPr>
        <p:spPr bwMode="auto">
          <a:xfrm>
            <a:off x="7054306" y="5639131"/>
            <a:ext cx="1173123"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00202_RESILIE_HO_COM</a:t>
            </a:r>
          </a:p>
        </p:txBody>
      </p:sp>
      <p:sp>
        <p:nvSpPr>
          <p:cNvPr id="121" name="AutoShape 31">
            <a:hlinkClick r:id="" action="ppaction://noaction"/>
          </p:cNvPr>
          <p:cNvSpPr>
            <a:spLocks noChangeArrowheads="1"/>
          </p:cNvSpPr>
          <p:nvPr/>
        </p:nvSpPr>
        <p:spPr bwMode="auto">
          <a:xfrm>
            <a:off x="7124450" y="5851733"/>
            <a:ext cx="1066879"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ABO_RESILIE_AUTRE</a:t>
            </a:r>
          </a:p>
        </p:txBody>
      </p:sp>
      <p:cxnSp>
        <p:nvCxnSpPr>
          <p:cNvPr id="2078" name="Connecteur en angle 2077"/>
          <p:cNvCxnSpPr>
            <a:stCxn id="106" idx="3"/>
            <a:endCxn id="112" idx="0"/>
          </p:cNvCxnSpPr>
          <p:nvPr/>
        </p:nvCxnSpPr>
        <p:spPr bwMode="auto">
          <a:xfrm>
            <a:off x="5863846" y="5367820"/>
            <a:ext cx="552305" cy="1382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Connecteur droit 31"/>
          <p:cNvCxnSpPr>
            <a:stCxn id="103" idx="2"/>
            <a:endCxn id="104" idx="0"/>
          </p:cNvCxnSpPr>
          <p:nvPr/>
        </p:nvCxnSpPr>
        <p:spPr bwMode="auto">
          <a:xfrm>
            <a:off x="2365496" y="5463263"/>
            <a:ext cx="2518" cy="945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droit 33"/>
          <p:cNvCxnSpPr>
            <a:stCxn id="104" idx="2"/>
            <a:endCxn id="97" idx="0"/>
          </p:cNvCxnSpPr>
          <p:nvPr/>
        </p:nvCxnSpPr>
        <p:spPr bwMode="auto">
          <a:xfrm>
            <a:off x="2368014" y="5746976"/>
            <a:ext cx="19250" cy="1047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AutoShape 143"/>
          <p:cNvSpPr>
            <a:spLocks noChangeArrowheads="1"/>
          </p:cNvSpPr>
          <p:nvPr/>
        </p:nvSpPr>
        <p:spPr bwMode="auto">
          <a:xfrm>
            <a:off x="7138269" y="6107971"/>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a:solidFill>
                <a:srgbClr val="2C842C"/>
              </a:solidFill>
            </a:endParaRPr>
          </a:p>
          <a:p>
            <a:pPr algn="ctr" eaLnBrk="0" hangingPunct="0"/>
            <a:r>
              <a:rPr lang="fr-FR" sz="600"/>
              <a:t>RESILIE_AUTRE</a:t>
            </a:r>
            <a:endParaRPr lang="fr-FR" sz="600" b="1">
              <a:solidFill>
                <a:srgbClr val="2C842C"/>
              </a:solidFill>
            </a:endParaRPr>
          </a:p>
        </p:txBody>
      </p:sp>
      <p:sp>
        <p:nvSpPr>
          <p:cNvPr id="108" name="Text Box 329"/>
          <p:cNvSpPr txBox="1">
            <a:spLocks noChangeArrowheads="1"/>
          </p:cNvSpPr>
          <p:nvPr/>
        </p:nvSpPr>
        <p:spPr bwMode="auto">
          <a:xfrm>
            <a:off x="4749684" y="3079021"/>
            <a:ext cx="65754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désactivé</a:t>
            </a:r>
          </a:p>
        </p:txBody>
      </p:sp>
      <p:sp>
        <p:nvSpPr>
          <p:cNvPr id="110" name="Text Box 329"/>
          <p:cNvSpPr txBox="1">
            <a:spLocks noChangeArrowheads="1"/>
          </p:cNvSpPr>
          <p:nvPr/>
        </p:nvSpPr>
        <p:spPr bwMode="auto">
          <a:xfrm>
            <a:off x="3431373" y="3044757"/>
            <a:ext cx="657546"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t>activé</a:t>
            </a:r>
          </a:p>
        </p:txBody>
      </p:sp>
      <p:sp>
        <p:nvSpPr>
          <p:cNvPr id="119" name="AutoShape 105"/>
          <p:cNvSpPr>
            <a:spLocks noChangeArrowheads="1"/>
          </p:cNvSpPr>
          <p:nvPr/>
        </p:nvSpPr>
        <p:spPr bwMode="auto">
          <a:xfrm>
            <a:off x="8425043" y="5782900"/>
            <a:ext cx="142875" cy="14128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fr-FR"/>
          </a:p>
        </p:txBody>
      </p:sp>
      <p:sp>
        <p:nvSpPr>
          <p:cNvPr id="122" name="Rectangle 121"/>
          <p:cNvSpPr>
            <a:spLocks noChangeArrowheads="1"/>
          </p:cNvSpPr>
          <p:nvPr/>
        </p:nvSpPr>
        <p:spPr bwMode="auto">
          <a:xfrm>
            <a:off x="7887673" y="5250904"/>
            <a:ext cx="1217613" cy="369332"/>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solidFill>
                  <a:srgbClr val="D31E05"/>
                </a:solidFill>
              </a:rPr>
              <a:t>QUIT</a:t>
            </a:r>
          </a:p>
          <a:p>
            <a:pPr algn="ctr" eaLnBrk="0" hangingPunct="0"/>
            <a:r>
              <a:rPr lang="fr-FR" sz="600"/>
              <a:t>Désolé, nous n’avons pas compris votre demande. </a:t>
            </a:r>
          </a:p>
        </p:txBody>
      </p:sp>
      <p:cxnSp>
        <p:nvCxnSpPr>
          <p:cNvPr id="123" name="AutoShape 5"/>
          <p:cNvCxnSpPr>
            <a:cxnSpLocks noChangeShapeType="1"/>
            <a:stCxn id="122" idx="2"/>
            <a:endCxn id="119" idx="0"/>
          </p:cNvCxnSpPr>
          <p:nvPr/>
        </p:nvCxnSpPr>
        <p:spPr bwMode="auto">
          <a:xfrm>
            <a:off x="8496480" y="5620236"/>
            <a:ext cx="1" cy="162664"/>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4" name="AutoShape 27"/>
          <p:cNvSpPr>
            <a:spLocks noChangeArrowheads="1"/>
          </p:cNvSpPr>
          <p:nvPr/>
        </p:nvSpPr>
        <p:spPr bwMode="auto">
          <a:xfrm>
            <a:off x="7398670" y="4821663"/>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cxnSp>
        <p:nvCxnSpPr>
          <p:cNvPr id="6" name="Connecteur droit avec flèche 5"/>
          <p:cNvCxnSpPr>
            <a:stCxn id="98" idx="3"/>
            <a:endCxn id="124" idx="5"/>
          </p:cNvCxnSpPr>
          <p:nvPr/>
        </p:nvCxnSpPr>
        <p:spPr bwMode="auto">
          <a:xfrm>
            <a:off x="4497262" y="4917240"/>
            <a:ext cx="2926610" cy="522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124" idx="0"/>
            <a:endCxn id="122" idx="0"/>
          </p:cNvCxnSpPr>
          <p:nvPr/>
        </p:nvCxnSpPr>
        <p:spPr bwMode="auto">
          <a:xfrm>
            <a:off x="8059070" y="4922469"/>
            <a:ext cx="437410" cy="32843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Rectangle 68"/>
          <p:cNvSpPr>
            <a:spLocks noChangeArrowheads="1"/>
          </p:cNvSpPr>
          <p:nvPr/>
        </p:nvSpPr>
        <p:spPr bwMode="auto">
          <a:xfrm>
            <a:off x="6085324" y="4265136"/>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cxnSp>
        <p:nvCxnSpPr>
          <p:cNvPr id="21" name="Connecteur droit avec flèche 20"/>
          <p:cNvCxnSpPr>
            <a:stCxn id="125" idx="1"/>
            <a:endCxn id="93" idx="3"/>
          </p:cNvCxnSpPr>
          <p:nvPr/>
        </p:nvCxnSpPr>
        <p:spPr bwMode="auto">
          <a:xfrm flipH="1">
            <a:off x="5397019" y="4519052"/>
            <a:ext cx="688305" cy="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en angle 22"/>
          <p:cNvCxnSpPr>
            <a:stCxn id="124" idx="6"/>
            <a:endCxn id="125" idx="3"/>
          </p:cNvCxnSpPr>
          <p:nvPr/>
        </p:nvCxnSpPr>
        <p:spPr bwMode="auto">
          <a:xfrm rot="16200000" flipV="1">
            <a:off x="7377535" y="4470327"/>
            <a:ext cx="302611" cy="40006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37"/>
          <p:cNvSpPr>
            <a:spLocks noChangeArrowheads="1"/>
          </p:cNvSpPr>
          <p:nvPr/>
        </p:nvSpPr>
        <p:spPr bwMode="auto">
          <a:xfrm>
            <a:off x="8128931" y="4949386"/>
            <a:ext cx="865554"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00902_RESILIE_NMNI2</a:t>
            </a:r>
            <a:endParaRPr lang="fr-FR" sz="600">
              <a:solidFill>
                <a:srgbClr val="FF0000"/>
              </a:solidFill>
            </a:endParaRPr>
          </a:p>
        </p:txBody>
      </p:sp>
      <p:sp>
        <p:nvSpPr>
          <p:cNvPr id="127" name="AutoShape 37"/>
          <p:cNvSpPr>
            <a:spLocks noChangeArrowheads="1"/>
          </p:cNvSpPr>
          <p:nvPr/>
        </p:nvSpPr>
        <p:spPr bwMode="auto">
          <a:xfrm>
            <a:off x="7434149" y="4533749"/>
            <a:ext cx="761816"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00902_RESILIE_NMNI</a:t>
            </a:r>
            <a:endParaRPr lang="fr-FR" sz="600">
              <a:solidFill>
                <a:srgbClr val="FF0000"/>
              </a:solidFill>
            </a:endParaRPr>
          </a:p>
        </p:txBody>
      </p:sp>
      <p:sp>
        <p:nvSpPr>
          <p:cNvPr id="3" name="AutoShape 16">
            <a:extLst>
              <a:ext uri="{FF2B5EF4-FFF2-40B4-BE49-F238E27FC236}">
                <a16:creationId xmlns:a16="http://schemas.microsoft.com/office/drawing/2014/main" id="{4833DA87-0B8D-3701-370F-1EE8EF69EFB1}"/>
              </a:ext>
            </a:extLst>
          </p:cNvPr>
          <p:cNvSpPr>
            <a:spLocks noChangeArrowheads="1"/>
          </p:cNvSpPr>
          <p:nvPr/>
        </p:nvSpPr>
        <p:spPr bwMode="auto">
          <a:xfrm>
            <a:off x="3872042" y="1441062"/>
            <a:ext cx="768980" cy="397572"/>
          </a:xfrm>
          <a:prstGeom prst="diamond">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BIOS</a:t>
            </a:r>
          </a:p>
        </p:txBody>
      </p:sp>
      <p:sp>
        <p:nvSpPr>
          <p:cNvPr id="11" name="AutoShape 73">
            <a:extLst>
              <a:ext uri="{FF2B5EF4-FFF2-40B4-BE49-F238E27FC236}">
                <a16:creationId xmlns:a16="http://schemas.microsoft.com/office/drawing/2014/main" id="{C47988DB-5CFF-34ED-E57C-CC90387A7181}"/>
              </a:ext>
            </a:extLst>
          </p:cNvPr>
          <p:cNvSpPr>
            <a:spLocks noChangeArrowheads="1"/>
          </p:cNvSpPr>
          <p:nvPr/>
        </p:nvSpPr>
        <p:spPr bwMode="auto">
          <a:xfrm>
            <a:off x="1129319" y="3024982"/>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12" name="Groupe 11">
            <a:extLst>
              <a:ext uri="{FF2B5EF4-FFF2-40B4-BE49-F238E27FC236}">
                <a16:creationId xmlns:a16="http://schemas.microsoft.com/office/drawing/2014/main" id="{F0028238-55AE-24F3-1CF5-C76BA36A2ADB}"/>
              </a:ext>
            </a:extLst>
          </p:cNvPr>
          <p:cNvGrpSpPr/>
          <p:nvPr/>
        </p:nvGrpSpPr>
        <p:grpSpPr>
          <a:xfrm>
            <a:off x="89771" y="3303854"/>
            <a:ext cx="1173123" cy="681214"/>
            <a:chOff x="5796882" y="3548565"/>
            <a:chExt cx="1173123" cy="681214"/>
          </a:xfrm>
          <a:effectLst/>
        </p:grpSpPr>
        <p:sp>
          <p:nvSpPr>
            <p:cNvPr id="13" name="AutoShape 14">
              <a:extLst>
                <a:ext uri="{FF2B5EF4-FFF2-40B4-BE49-F238E27FC236}">
                  <a16:creationId xmlns:a16="http://schemas.microsoft.com/office/drawing/2014/main" id="{953F06F1-0EB2-87DC-FE03-D15CC6EF7109}"/>
                </a:ext>
              </a:extLst>
            </p:cNvPr>
            <p:cNvSpPr>
              <a:spLocks noChangeArrowheads="1"/>
            </p:cNvSpPr>
            <p:nvPr/>
          </p:nvSpPr>
          <p:spPr bwMode="auto">
            <a:xfrm>
              <a:off x="5796882" y="3548565"/>
              <a:ext cx="1173123" cy="1827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00202_RESILIE_HNO_COM</a:t>
              </a:r>
            </a:p>
          </p:txBody>
        </p:sp>
        <p:cxnSp>
          <p:nvCxnSpPr>
            <p:cNvPr id="14" name="Connecteur droit 13">
              <a:extLst>
                <a:ext uri="{FF2B5EF4-FFF2-40B4-BE49-F238E27FC236}">
                  <a16:creationId xmlns:a16="http://schemas.microsoft.com/office/drawing/2014/main" id="{ADC9356B-571C-309A-94BF-0441B189EF4D}"/>
                </a:ext>
              </a:extLst>
            </p:cNvPr>
            <p:cNvCxnSpPr>
              <a:stCxn id="13" idx="2"/>
              <a:endCxn id="15" idx="2"/>
            </p:cNvCxnSpPr>
            <p:nvPr/>
          </p:nvCxnSpPr>
          <p:spPr bwMode="auto">
            <a:xfrm>
              <a:off x="6383444" y="3731274"/>
              <a:ext cx="1" cy="138505"/>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AutoShape 11">
              <a:hlinkClick r:id="rId4" action="ppaction://hlinksldjump"/>
              <a:extLst>
                <a:ext uri="{FF2B5EF4-FFF2-40B4-BE49-F238E27FC236}">
                  <a16:creationId xmlns:a16="http://schemas.microsoft.com/office/drawing/2014/main" id="{B5A7BAFA-257D-512E-ADA6-2FFA8C1ECCBE}"/>
                </a:ext>
              </a:extLst>
            </p:cNvPr>
            <p:cNvSpPr>
              <a:spLocks noChangeArrowheads="1"/>
            </p:cNvSpPr>
            <p:nvPr/>
          </p:nvSpPr>
          <p:spPr bwMode="auto">
            <a:xfrm rot="10800000">
              <a:off x="5908153" y="3869779"/>
              <a:ext cx="95058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16" name="Connecteur en angle 116">
            <a:extLst>
              <a:ext uri="{FF2B5EF4-FFF2-40B4-BE49-F238E27FC236}">
                <a16:creationId xmlns:a16="http://schemas.microsoft.com/office/drawing/2014/main" id="{882DA9D4-C939-E924-CF3C-0E3E54E6E022}"/>
              </a:ext>
            </a:extLst>
          </p:cNvPr>
          <p:cNvCxnSpPr>
            <a:stCxn id="11" idx="1"/>
            <a:endCxn id="13" idx="0"/>
          </p:cNvCxnSpPr>
          <p:nvPr/>
        </p:nvCxnSpPr>
        <p:spPr bwMode="auto">
          <a:xfrm rot="10800000" flipV="1">
            <a:off x="676333" y="3216788"/>
            <a:ext cx="452986" cy="870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en angle 117">
            <a:extLst>
              <a:ext uri="{FF2B5EF4-FFF2-40B4-BE49-F238E27FC236}">
                <a16:creationId xmlns:a16="http://schemas.microsoft.com/office/drawing/2014/main" id="{72DA6F5F-9E44-BD0A-7A0D-37E7F591392C}"/>
              </a:ext>
            </a:extLst>
          </p:cNvPr>
          <p:cNvCxnSpPr>
            <a:stCxn id="11" idx="3"/>
            <a:endCxn id="24" idx="0"/>
          </p:cNvCxnSpPr>
          <p:nvPr/>
        </p:nvCxnSpPr>
        <p:spPr bwMode="auto">
          <a:xfrm>
            <a:off x="2007816" y="3216789"/>
            <a:ext cx="832010" cy="54897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AutoShape 14">
            <a:extLst>
              <a:ext uri="{FF2B5EF4-FFF2-40B4-BE49-F238E27FC236}">
                <a16:creationId xmlns:a16="http://schemas.microsoft.com/office/drawing/2014/main" id="{00837C32-A4B5-1FF2-5F98-3218BCB9A7AB}"/>
              </a:ext>
            </a:extLst>
          </p:cNvPr>
          <p:cNvSpPr>
            <a:spLocks noChangeArrowheads="1"/>
          </p:cNvSpPr>
          <p:nvPr/>
        </p:nvSpPr>
        <p:spPr bwMode="auto">
          <a:xfrm>
            <a:off x="2229333" y="3296921"/>
            <a:ext cx="1173123" cy="14759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00202_RESILIE_HO_COM</a:t>
            </a:r>
          </a:p>
        </p:txBody>
      </p:sp>
      <p:sp>
        <p:nvSpPr>
          <p:cNvPr id="20" name="AutoShape 31">
            <a:hlinkClick r:id="" action="ppaction://noaction"/>
            <a:extLst>
              <a:ext uri="{FF2B5EF4-FFF2-40B4-BE49-F238E27FC236}">
                <a16:creationId xmlns:a16="http://schemas.microsoft.com/office/drawing/2014/main" id="{A6BFB434-930B-BC15-DDD9-A198A8CBFC4F}"/>
              </a:ext>
            </a:extLst>
          </p:cNvPr>
          <p:cNvSpPr>
            <a:spLocks noChangeArrowheads="1"/>
          </p:cNvSpPr>
          <p:nvPr/>
        </p:nvSpPr>
        <p:spPr bwMode="auto">
          <a:xfrm>
            <a:off x="2299477" y="3509523"/>
            <a:ext cx="1066879"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ABO_RESILIE_AUTRE</a:t>
            </a:r>
          </a:p>
        </p:txBody>
      </p:sp>
      <p:sp>
        <p:nvSpPr>
          <p:cNvPr id="24" name="AutoShape 143">
            <a:extLst>
              <a:ext uri="{FF2B5EF4-FFF2-40B4-BE49-F238E27FC236}">
                <a16:creationId xmlns:a16="http://schemas.microsoft.com/office/drawing/2014/main" id="{2E5FBEDD-792B-3957-ED78-1A9085F0BE13}"/>
              </a:ext>
            </a:extLst>
          </p:cNvPr>
          <p:cNvSpPr>
            <a:spLocks noChangeArrowheads="1"/>
          </p:cNvSpPr>
          <p:nvPr/>
        </p:nvSpPr>
        <p:spPr bwMode="auto">
          <a:xfrm>
            <a:off x="2313296" y="3765761"/>
            <a:ext cx="1053060" cy="28362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endParaRPr lang="fr-FR" sz="600" b="1">
              <a:solidFill>
                <a:srgbClr val="2C842C"/>
              </a:solidFill>
            </a:endParaRPr>
          </a:p>
          <a:p>
            <a:pPr algn="ctr" eaLnBrk="0" hangingPunct="0"/>
            <a:r>
              <a:rPr lang="fr-FR" sz="600"/>
              <a:t>RESILIE_STATUT_20</a:t>
            </a:r>
            <a:endParaRPr lang="fr-FR" sz="600" b="1">
              <a:solidFill>
                <a:srgbClr val="2C842C"/>
              </a:solidFill>
            </a:endParaRPr>
          </a:p>
        </p:txBody>
      </p:sp>
      <p:sp>
        <p:nvSpPr>
          <p:cNvPr id="31" name="AutoShape 14">
            <a:extLst>
              <a:ext uri="{FF2B5EF4-FFF2-40B4-BE49-F238E27FC236}">
                <a16:creationId xmlns:a16="http://schemas.microsoft.com/office/drawing/2014/main" id="{20BA147B-801C-D42C-FFBB-FCDD7BF7B414}"/>
              </a:ext>
            </a:extLst>
          </p:cNvPr>
          <p:cNvSpPr>
            <a:spLocks noChangeArrowheads="1"/>
          </p:cNvSpPr>
          <p:nvPr/>
        </p:nvSpPr>
        <p:spPr bwMode="auto">
          <a:xfrm>
            <a:off x="4771882" y="1560158"/>
            <a:ext cx="1429142" cy="1531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00032_RESILIE_HORS_PERIMETRE</a:t>
            </a:r>
          </a:p>
        </p:txBody>
      </p:sp>
      <p:cxnSp>
        <p:nvCxnSpPr>
          <p:cNvPr id="33" name="Connecteur droit 32">
            <a:extLst>
              <a:ext uri="{FF2B5EF4-FFF2-40B4-BE49-F238E27FC236}">
                <a16:creationId xmlns:a16="http://schemas.microsoft.com/office/drawing/2014/main" id="{E45C41EA-1A17-347F-EFAF-DB6A0FA960E3}"/>
              </a:ext>
            </a:extLst>
          </p:cNvPr>
          <p:cNvCxnSpPr>
            <a:cxnSpLocks/>
            <a:stCxn id="3" idx="3"/>
            <a:endCxn id="31" idx="1"/>
          </p:cNvCxnSpPr>
          <p:nvPr/>
        </p:nvCxnSpPr>
        <p:spPr bwMode="auto">
          <a:xfrm flipV="1">
            <a:off x="4641022" y="1636738"/>
            <a:ext cx="130860" cy="31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AutoShape 31">
            <a:hlinkClick r:id="" action="ppaction://noaction"/>
            <a:extLst>
              <a:ext uri="{FF2B5EF4-FFF2-40B4-BE49-F238E27FC236}">
                <a16:creationId xmlns:a16="http://schemas.microsoft.com/office/drawing/2014/main" id="{7AB165B5-1299-9F79-A1A4-C050287D2429}"/>
              </a:ext>
            </a:extLst>
          </p:cNvPr>
          <p:cNvSpPr>
            <a:spLocks noChangeArrowheads="1"/>
          </p:cNvSpPr>
          <p:nvPr/>
        </p:nvSpPr>
        <p:spPr bwMode="auto">
          <a:xfrm>
            <a:off x="6342051" y="1532057"/>
            <a:ext cx="1309119" cy="2047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ABO_RESILIE_HORS_PERIMETRE</a:t>
            </a:r>
          </a:p>
        </p:txBody>
      </p:sp>
      <p:sp>
        <p:nvSpPr>
          <p:cNvPr id="36" name="AutoShape 52">
            <a:extLst>
              <a:ext uri="{FF2B5EF4-FFF2-40B4-BE49-F238E27FC236}">
                <a16:creationId xmlns:a16="http://schemas.microsoft.com/office/drawing/2014/main" id="{1BB5077C-7308-DFF5-E9BC-3DAC18D2C896}"/>
              </a:ext>
            </a:extLst>
          </p:cNvPr>
          <p:cNvSpPr>
            <a:spLocks noChangeArrowheads="1"/>
          </p:cNvSpPr>
          <p:nvPr/>
        </p:nvSpPr>
        <p:spPr bwMode="auto">
          <a:xfrm>
            <a:off x="7653927" y="2310784"/>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88" name="ZoneTexte 87">
            <a:extLst>
              <a:ext uri="{FF2B5EF4-FFF2-40B4-BE49-F238E27FC236}">
                <a16:creationId xmlns:a16="http://schemas.microsoft.com/office/drawing/2014/main" id="{9692787E-4D1A-715E-AD95-E7EEDA50B52E}"/>
              </a:ext>
            </a:extLst>
          </p:cNvPr>
          <p:cNvSpPr txBox="1"/>
          <p:nvPr/>
        </p:nvSpPr>
        <p:spPr>
          <a:xfrm>
            <a:off x="32607" y="531577"/>
            <a:ext cx="2715127" cy="646331"/>
          </a:xfrm>
          <a:prstGeom prst="rect">
            <a:avLst/>
          </a:prstGeom>
          <a:noFill/>
        </p:spPr>
        <p:txBody>
          <a:bodyPr wrap="square" rtlCol="0">
            <a:spAutoFit/>
          </a:bodyPr>
          <a:lstStyle/>
          <a:p>
            <a:r>
              <a:rPr lang="fr-FR" b="1" dirty="0">
                <a:solidFill>
                  <a:srgbClr val="FF99CC"/>
                </a:solidFill>
              </a:rPr>
              <a:t>Suppression de la branche statut 30</a:t>
            </a:r>
          </a:p>
        </p:txBody>
      </p:sp>
      <p:cxnSp>
        <p:nvCxnSpPr>
          <p:cNvPr id="129" name="Connecteur droit 128">
            <a:extLst>
              <a:ext uri="{FF2B5EF4-FFF2-40B4-BE49-F238E27FC236}">
                <a16:creationId xmlns:a16="http://schemas.microsoft.com/office/drawing/2014/main" id="{9AAD6979-61EB-E793-CF79-310551123902}"/>
              </a:ext>
            </a:extLst>
          </p:cNvPr>
          <p:cNvCxnSpPr/>
          <p:nvPr/>
        </p:nvCxnSpPr>
        <p:spPr bwMode="auto">
          <a:xfrm>
            <a:off x="3636577" y="3040441"/>
            <a:ext cx="2559936" cy="1035784"/>
          </a:xfrm>
          <a:prstGeom prst="line">
            <a:avLst/>
          </a:prstGeom>
          <a:solidFill>
            <a:schemeClr val="accent1"/>
          </a:solidFill>
          <a:ln w="28575" cap="flat" cmpd="sng" algn="ctr">
            <a:solidFill>
              <a:srgbClr val="FF99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Connecteur droit 129">
            <a:extLst>
              <a:ext uri="{FF2B5EF4-FFF2-40B4-BE49-F238E27FC236}">
                <a16:creationId xmlns:a16="http://schemas.microsoft.com/office/drawing/2014/main" id="{1BC5B4F2-366C-8308-4121-DF9BEE7370E3}"/>
              </a:ext>
            </a:extLst>
          </p:cNvPr>
          <p:cNvCxnSpPr/>
          <p:nvPr/>
        </p:nvCxnSpPr>
        <p:spPr bwMode="auto">
          <a:xfrm flipV="1">
            <a:off x="3707936" y="3110519"/>
            <a:ext cx="2367200" cy="989177"/>
          </a:xfrm>
          <a:prstGeom prst="line">
            <a:avLst/>
          </a:prstGeom>
          <a:solidFill>
            <a:schemeClr val="accent1"/>
          </a:solidFill>
          <a:ln w="28575" cap="flat" cmpd="sng" algn="ctr">
            <a:solidFill>
              <a:srgbClr val="FF99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Flèche : droite 133">
            <a:extLst>
              <a:ext uri="{FF2B5EF4-FFF2-40B4-BE49-F238E27FC236}">
                <a16:creationId xmlns:a16="http://schemas.microsoft.com/office/drawing/2014/main" id="{DBD18ECB-CD2C-F9C1-D089-E318FC83D546}"/>
              </a:ext>
            </a:extLst>
          </p:cNvPr>
          <p:cNvSpPr/>
          <p:nvPr/>
        </p:nvSpPr>
        <p:spPr bwMode="auto">
          <a:xfrm rot="1949471">
            <a:off x="2520744" y="4395269"/>
            <a:ext cx="465322"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35" name="ZoneTexte 134">
            <a:extLst>
              <a:ext uri="{FF2B5EF4-FFF2-40B4-BE49-F238E27FC236}">
                <a16:creationId xmlns:a16="http://schemas.microsoft.com/office/drawing/2014/main" id="{EE1095C8-8793-A938-F7E5-30B84B6E7238}"/>
              </a:ext>
            </a:extLst>
          </p:cNvPr>
          <p:cNvSpPr txBox="1"/>
          <p:nvPr/>
        </p:nvSpPr>
        <p:spPr>
          <a:xfrm>
            <a:off x="1363367" y="4097882"/>
            <a:ext cx="1606962" cy="430887"/>
          </a:xfrm>
          <a:prstGeom prst="rect">
            <a:avLst/>
          </a:prstGeom>
          <a:noFill/>
        </p:spPr>
        <p:txBody>
          <a:bodyPr wrap="square" rtlCol="0">
            <a:spAutoFit/>
          </a:bodyPr>
          <a:lstStyle/>
          <a:p>
            <a:r>
              <a:rPr lang="fr-FR" sz="1100" b="1">
                <a:solidFill>
                  <a:srgbClr val="FF99CC"/>
                </a:solidFill>
              </a:rPr>
              <a:t>Mettre le message en dynamique</a:t>
            </a:r>
          </a:p>
        </p:txBody>
      </p:sp>
      <p:sp>
        <p:nvSpPr>
          <p:cNvPr id="136" name="AutoShape 17">
            <a:extLst>
              <a:ext uri="{FF2B5EF4-FFF2-40B4-BE49-F238E27FC236}">
                <a16:creationId xmlns:a16="http://schemas.microsoft.com/office/drawing/2014/main" id="{4715E114-9363-8774-8EE5-77F5F8C07DE7}"/>
              </a:ext>
            </a:extLst>
          </p:cNvPr>
          <p:cNvSpPr>
            <a:spLocks noChangeArrowheads="1"/>
          </p:cNvSpPr>
          <p:nvPr/>
        </p:nvSpPr>
        <p:spPr bwMode="auto">
          <a:xfrm>
            <a:off x="7047981" y="2764674"/>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a:t>
            </a:r>
          </a:p>
        </p:txBody>
      </p:sp>
      <p:sp>
        <p:nvSpPr>
          <p:cNvPr id="138" name="Rectangle 5">
            <a:extLst>
              <a:ext uri="{FF2B5EF4-FFF2-40B4-BE49-F238E27FC236}">
                <a16:creationId xmlns:a16="http://schemas.microsoft.com/office/drawing/2014/main" id="{E94FBBD3-885D-C7EA-D422-DFF8D104CE21}"/>
              </a:ext>
            </a:extLst>
          </p:cNvPr>
          <p:cNvSpPr>
            <a:spLocks noChangeArrowheads="1"/>
          </p:cNvSpPr>
          <p:nvPr/>
        </p:nvSpPr>
        <p:spPr bwMode="auto">
          <a:xfrm>
            <a:off x="7111191" y="1877443"/>
            <a:ext cx="1609697" cy="369332"/>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b="1">
                <a:solidFill>
                  <a:srgbClr val="D31E05"/>
                </a:solidFill>
              </a:rPr>
              <a:t>ABO RESILIE HORS PERIMETRE</a:t>
            </a:r>
          </a:p>
          <a:p>
            <a:pPr algn="ctr"/>
            <a:r>
              <a:rPr lang="fr-FR" sz="600"/>
              <a:t>Votre ligne est résiliée, pour souscrire à une nouvelle offre, Tapez *</a:t>
            </a:r>
          </a:p>
        </p:txBody>
      </p:sp>
      <p:sp>
        <p:nvSpPr>
          <p:cNvPr id="140" name="Flèche : droite 139">
            <a:extLst>
              <a:ext uri="{FF2B5EF4-FFF2-40B4-BE49-F238E27FC236}">
                <a16:creationId xmlns:a16="http://schemas.microsoft.com/office/drawing/2014/main" id="{DBD9E13C-3CC5-8237-FF23-4FA33B61EFEF}"/>
              </a:ext>
            </a:extLst>
          </p:cNvPr>
          <p:cNvSpPr/>
          <p:nvPr/>
        </p:nvSpPr>
        <p:spPr bwMode="auto">
          <a:xfrm rot="9560901">
            <a:off x="4783975" y="1983222"/>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1" name="ZoneTexte 140">
            <a:extLst>
              <a:ext uri="{FF2B5EF4-FFF2-40B4-BE49-F238E27FC236}">
                <a16:creationId xmlns:a16="http://schemas.microsoft.com/office/drawing/2014/main" id="{B0D78646-C0A0-D249-569F-0B334EADE774}"/>
              </a:ext>
            </a:extLst>
          </p:cNvPr>
          <p:cNvSpPr txBox="1"/>
          <p:nvPr/>
        </p:nvSpPr>
        <p:spPr>
          <a:xfrm>
            <a:off x="5096110" y="1856486"/>
            <a:ext cx="840167" cy="261610"/>
          </a:xfrm>
          <a:prstGeom prst="rect">
            <a:avLst/>
          </a:prstGeom>
          <a:noFill/>
        </p:spPr>
        <p:txBody>
          <a:bodyPr wrap="square" rtlCol="0">
            <a:spAutoFit/>
          </a:bodyPr>
          <a:lstStyle/>
          <a:p>
            <a:r>
              <a:rPr lang="fr-FR" sz="1100">
                <a:solidFill>
                  <a:srgbClr val="FF99CC"/>
                </a:solidFill>
              </a:rPr>
              <a:t>Evolution</a:t>
            </a:r>
          </a:p>
        </p:txBody>
      </p:sp>
      <p:sp>
        <p:nvSpPr>
          <p:cNvPr id="142" name="AutoShape 14">
            <a:extLst>
              <a:ext uri="{FF2B5EF4-FFF2-40B4-BE49-F238E27FC236}">
                <a16:creationId xmlns:a16="http://schemas.microsoft.com/office/drawing/2014/main" id="{CC71CE75-D484-D257-0455-E87CEB4F64A9}"/>
              </a:ext>
            </a:extLst>
          </p:cNvPr>
          <p:cNvSpPr>
            <a:spLocks noChangeArrowheads="1"/>
          </p:cNvSpPr>
          <p:nvPr/>
        </p:nvSpPr>
        <p:spPr bwMode="auto">
          <a:xfrm>
            <a:off x="6568918" y="3045875"/>
            <a:ext cx="1173936" cy="1531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00032_RESILIE_SOUSCR_TLV</a:t>
            </a:r>
          </a:p>
        </p:txBody>
      </p:sp>
      <p:sp>
        <p:nvSpPr>
          <p:cNvPr id="144" name="AutoShape 46">
            <a:hlinkClick r:id="rId5" action="ppaction://hlinksldjump"/>
            <a:extLst>
              <a:ext uri="{FF2B5EF4-FFF2-40B4-BE49-F238E27FC236}">
                <a16:creationId xmlns:a16="http://schemas.microsoft.com/office/drawing/2014/main" id="{DA9D41E6-6C4C-2318-6A7C-91A5A2B1C518}"/>
              </a:ext>
            </a:extLst>
          </p:cNvPr>
          <p:cNvSpPr>
            <a:spLocks noChangeArrowheads="1"/>
          </p:cNvSpPr>
          <p:nvPr/>
        </p:nvSpPr>
        <p:spPr bwMode="auto">
          <a:xfrm rot="10800000">
            <a:off x="6715589" y="3355925"/>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TLV 1099</a:t>
            </a:r>
          </a:p>
        </p:txBody>
      </p:sp>
      <p:sp>
        <p:nvSpPr>
          <p:cNvPr id="145" name="AutoShape 14">
            <a:extLst>
              <a:ext uri="{FF2B5EF4-FFF2-40B4-BE49-F238E27FC236}">
                <a16:creationId xmlns:a16="http://schemas.microsoft.com/office/drawing/2014/main" id="{C428EC73-0A60-E2DE-7965-603873510883}"/>
              </a:ext>
            </a:extLst>
          </p:cNvPr>
          <p:cNvSpPr>
            <a:spLocks noChangeArrowheads="1"/>
          </p:cNvSpPr>
          <p:nvPr/>
        </p:nvSpPr>
        <p:spPr bwMode="auto">
          <a:xfrm>
            <a:off x="7918798" y="2748839"/>
            <a:ext cx="1130546" cy="15315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00032_RESILIE_DISSUASION</a:t>
            </a:r>
          </a:p>
        </p:txBody>
      </p:sp>
      <p:sp>
        <p:nvSpPr>
          <p:cNvPr id="146" name="Text Box 329">
            <a:extLst>
              <a:ext uri="{FF2B5EF4-FFF2-40B4-BE49-F238E27FC236}">
                <a16:creationId xmlns:a16="http://schemas.microsoft.com/office/drawing/2014/main" id="{3E0B31C9-B0F7-DA0D-C65D-FE92B698B077}"/>
              </a:ext>
            </a:extLst>
          </p:cNvPr>
          <p:cNvSpPr txBox="1">
            <a:spLocks noChangeArrowheads="1"/>
          </p:cNvSpPr>
          <p:nvPr/>
        </p:nvSpPr>
        <p:spPr bwMode="auto">
          <a:xfrm>
            <a:off x="4550960" y="1380619"/>
            <a:ext cx="3651069"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ts val="0"/>
              </a:spcBef>
            </a:pPr>
            <a:r>
              <a:rPr lang="fr-FR" sz="600"/>
              <a:t>Paramétrage IRIS pour date + flag IMPAYE SEARCH = false</a:t>
            </a:r>
          </a:p>
        </p:txBody>
      </p:sp>
      <p:cxnSp>
        <p:nvCxnSpPr>
          <p:cNvPr id="149" name="Connecteur droit 148">
            <a:extLst>
              <a:ext uri="{FF2B5EF4-FFF2-40B4-BE49-F238E27FC236}">
                <a16:creationId xmlns:a16="http://schemas.microsoft.com/office/drawing/2014/main" id="{199738EE-628B-2206-DF59-2B77CD18FC03}"/>
              </a:ext>
            </a:extLst>
          </p:cNvPr>
          <p:cNvCxnSpPr>
            <a:stCxn id="31" idx="3"/>
            <a:endCxn id="35" idx="1"/>
          </p:cNvCxnSpPr>
          <p:nvPr/>
        </p:nvCxnSpPr>
        <p:spPr bwMode="auto">
          <a:xfrm flipV="1">
            <a:off x="6201024" y="1634450"/>
            <a:ext cx="141027" cy="22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Connecteur : en angle 151">
            <a:extLst>
              <a:ext uri="{FF2B5EF4-FFF2-40B4-BE49-F238E27FC236}">
                <a16:creationId xmlns:a16="http://schemas.microsoft.com/office/drawing/2014/main" id="{024542D9-0E1E-B788-F836-AD11CF451315}"/>
              </a:ext>
            </a:extLst>
          </p:cNvPr>
          <p:cNvCxnSpPr>
            <a:stCxn id="35" idx="3"/>
            <a:endCxn id="138" idx="0"/>
          </p:cNvCxnSpPr>
          <p:nvPr/>
        </p:nvCxnSpPr>
        <p:spPr bwMode="auto">
          <a:xfrm>
            <a:off x="7651170" y="1634450"/>
            <a:ext cx="264870" cy="24299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Connecteur droit 153">
            <a:extLst>
              <a:ext uri="{FF2B5EF4-FFF2-40B4-BE49-F238E27FC236}">
                <a16:creationId xmlns:a16="http://schemas.microsoft.com/office/drawing/2014/main" id="{63C32F78-4EEA-1AF1-6E25-21AA1A86A287}"/>
              </a:ext>
            </a:extLst>
          </p:cNvPr>
          <p:cNvCxnSpPr>
            <a:stCxn id="138" idx="2"/>
            <a:endCxn id="36" idx="0"/>
          </p:cNvCxnSpPr>
          <p:nvPr/>
        </p:nvCxnSpPr>
        <p:spPr bwMode="auto">
          <a:xfrm flipH="1">
            <a:off x="7915071" y="2246775"/>
            <a:ext cx="969" cy="640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Connecteur : en angle 156">
            <a:extLst>
              <a:ext uri="{FF2B5EF4-FFF2-40B4-BE49-F238E27FC236}">
                <a16:creationId xmlns:a16="http://schemas.microsoft.com/office/drawing/2014/main" id="{8AC271A1-E69E-6E9F-B668-2AA2484F4038}"/>
              </a:ext>
            </a:extLst>
          </p:cNvPr>
          <p:cNvCxnSpPr>
            <a:stCxn id="36" idx="2"/>
            <a:endCxn id="136" idx="6"/>
          </p:cNvCxnSpPr>
          <p:nvPr/>
        </p:nvCxnSpPr>
        <p:spPr bwMode="auto">
          <a:xfrm rot="5400000">
            <a:off x="7433175" y="2282777"/>
            <a:ext cx="204653" cy="75914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Connecteur : en angle 158">
            <a:extLst>
              <a:ext uri="{FF2B5EF4-FFF2-40B4-BE49-F238E27FC236}">
                <a16:creationId xmlns:a16="http://schemas.microsoft.com/office/drawing/2014/main" id="{00F985B0-2DA9-3DEF-8065-DEC131C872E8}"/>
              </a:ext>
            </a:extLst>
          </p:cNvPr>
          <p:cNvCxnSpPr>
            <a:stCxn id="36" idx="2"/>
            <a:endCxn id="145" idx="0"/>
          </p:cNvCxnSpPr>
          <p:nvPr/>
        </p:nvCxnSpPr>
        <p:spPr bwMode="auto">
          <a:xfrm rot="16200000" flipH="1">
            <a:off x="8105162" y="2369930"/>
            <a:ext cx="188818" cy="56900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avec flèche 161">
            <a:extLst>
              <a:ext uri="{FF2B5EF4-FFF2-40B4-BE49-F238E27FC236}">
                <a16:creationId xmlns:a16="http://schemas.microsoft.com/office/drawing/2014/main" id="{FC9E8A77-D3A6-4CBF-B9C4-A0870271D256}"/>
              </a:ext>
            </a:extLst>
          </p:cNvPr>
          <p:cNvCxnSpPr>
            <a:stCxn id="145" idx="2"/>
            <a:endCxn id="82" idx="0"/>
          </p:cNvCxnSpPr>
          <p:nvPr/>
        </p:nvCxnSpPr>
        <p:spPr bwMode="auto">
          <a:xfrm>
            <a:off x="8484071" y="2901998"/>
            <a:ext cx="0" cy="20098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 Box 329">
            <a:extLst>
              <a:ext uri="{FF2B5EF4-FFF2-40B4-BE49-F238E27FC236}">
                <a16:creationId xmlns:a16="http://schemas.microsoft.com/office/drawing/2014/main" id="{CCB2BC2B-5921-6C00-725C-DC1B3EBA3409}"/>
              </a:ext>
            </a:extLst>
          </p:cNvPr>
          <p:cNvSpPr txBox="1">
            <a:spLocks noChangeArrowheads="1"/>
          </p:cNvSpPr>
          <p:nvPr/>
        </p:nvSpPr>
        <p:spPr bwMode="auto">
          <a:xfrm>
            <a:off x="7840761" y="2504342"/>
            <a:ext cx="1066133" cy="18466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ts val="0"/>
              </a:spcBef>
            </a:pPr>
            <a:r>
              <a:rPr lang="fr-FR" sz="600"/>
              <a:t>Sans choix client</a:t>
            </a:r>
          </a:p>
        </p:txBody>
      </p:sp>
      <p:cxnSp>
        <p:nvCxnSpPr>
          <p:cNvPr id="167" name="Connecteur droit 166">
            <a:extLst>
              <a:ext uri="{FF2B5EF4-FFF2-40B4-BE49-F238E27FC236}">
                <a16:creationId xmlns:a16="http://schemas.microsoft.com/office/drawing/2014/main" id="{9612DBF6-4F4A-E3E2-5AA3-184D0041DF28}"/>
              </a:ext>
            </a:extLst>
          </p:cNvPr>
          <p:cNvCxnSpPr>
            <a:stCxn id="136" idx="2"/>
            <a:endCxn id="142" idx="0"/>
          </p:cNvCxnSpPr>
          <p:nvPr/>
        </p:nvCxnSpPr>
        <p:spPr bwMode="auto">
          <a:xfrm flipH="1">
            <a:off x="7155886" y="2940887"/>
            <a:ext cx="45" cy="1049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Connecteur droit avec flèche 170">
            <a:extLst>
              <a:ext uri="{FF2B5EF4-FFF2-40B4-BE49-F238E27FC236}">
                <a16:creationId xmlns:a16="http://schemas.microsoft.com/office/drawing/2014/main" id="{7073D018-9A11-CBC8-093D-A2A67D0C94E1}"/>
              </a:ext>
            </a:extLst>
          </p:cNvPr>
          <p:cNvCxnSpPr>
            <a:stCxn id="142" idx="2"/>
            <a:endCxn id="144" idx="2"/>
          </p:cNvCxnSpPr>
          <p:nvPr/>
        </p:nvCxnSpPr>
        <p:spPr bwMode="auto">
          <a:xfrm>
            <a:off x="7155886" y="3199034"/>
            <a:ext cx="0" cy="1568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droit 175">
            <a:extLst>
              <a:ext uri="{FF2B5EF4-FFF2-40B4-BE49-F238E27FC236}">
                <a16:creationId xmlns:a16="http://schemas.microsoft.com/office/drawing/2014/main" id="{93F5B86B-D986-5EFF-81D7-0C470D3E5952}"/>
              </a:ext>
            </a:extLst>
          </p:cNvPr>
          <p:cNvCxnSpPr>
            <a:stCxn id="3" idx="2"/>
            <a:endCxn id="71" idx="0"/>
          </p:cNvCxnSpPr>
          <p:nvPr/>
        </p:nvCxnSpPr>
        <p:spPr bwMode="auto">
          <a:xfrm>
            <a:off x="4256532" y="1838634"/>
            <a:ext cx="0" cy="1233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AutoShape 113">
            <a:extLst>
              <a:ext uri="{FF2B5EF4-FFF2-40B4-BE49-F238E27FC236}">
                <a16:creationId xmlns:a16="http://schemas.microsoft.com/office/drawing/2014/main" id="{8A771436-CAE8-3B7B-455E-3843FFAD8C20}"/>
              </a:ext>
            </a:extLst>
          </p:cNvPr>
          <p:cNvSpPr>
            <a:spLocks noChangeArrowheads="1"/>
          </p:cNvSpPr>
          <p:nvPr/>
        </p:nvSpPr>
        <p:spPr bwMode="auto">
          <a:xfrm>
            <a:off x="2728060" y="1372368"/>
            <a:ext cx="784141"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BIOS</a:t>
            </a:r>
          </a:p>
        </p:txBody>
      </p:sp>
      <p:sp>
        <p:nvSpPr>
          <p:cNvPr id="179" name="Flèche : droite 178">
            <a:extLst>
              <a:ext uri="{FF2B5EF4-FFF2-40B4-BE49-F238E27FC236}">
                <a16:creationId xmlns:a16="http://schemas.microsoft.com/office/drawing/2014/main" id="{9972DFB9-560F-7E1A-2686-2991FFA7054B}"/>
              </a:ext>
            </a:extLst>
          </p:cNvPr>
          <p:cNvSpPr/>
          <p:nvPr/>
        </p:nvSpPr>
        <p:spPr bwMode="auto">
          <a:xfrm rot="5110021">
            <a:off x="363730" y="2626754"/>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80" name="ZoneTexte 179">
            <a:extLst>
              <a:ext uri="{FF2B5EF4-FFF2-40B4-BE49-F238E27FC236}">
                <a16:creationId xmlns:a16="http://schemas.microsoft.com/office/drawing/2014/main" id="{54D6C465-5442-2614-ABDC-C2528D47AE72}"/>
              </a:ext>
            </a:extLst>
          </p:cNvPr>
          <p:cNvSpPr txBox="1"/>
          <p:nvPr/>
        </p:nvSpPr>
        <p:spPr>
          <a:xfrm>
            <a:off x="43733" y="2148386"/>
            <a:ext cx="840167" cy="369332"/>
          </a:xfrm>
          <a:prstGeom prst="rect">
            <a:avLst/>
          </a:prstGeom>
          <a:noFill/>
        </p:spPr>
        <p:txBody>
          <a:bodyPr wrap="square" rtlCol="0">
            <a:spAutoFit/>
          </a:bodyPr>
          <a:lstStyle/>
          <a:p>
            <a:r>
              <a:rPr lang="fr-FR" sz="900">
                <a:solidFill>
                  <a:srgbClr val="FF99CC"/>
                </a:solidFill>
              </a:rPr>
              <a:t>Modification de l’existant</a:t>
            </a:r>
          </a:p>
        </p:txBody>
      </p:sp>
      <p:sp>
        <p:nvSpPr>
          <p:cNvPr id="183" name="Flèche : droite 182">
            <a:extLst>
              <a:ext uri="{FF2B5EF4-FFF2-40B4-BE49-F238E27FC236}">
                <a16:creationId xmlns:a16="http://schemas.microsoft.com/office/drawing/2014/main" id="{F45B0FFB-A031-2F8D-8E8F-F928F5BED4AE}"/>
              </a:ext>
            </a:extLst>
          </p:cNvPr>
          <p:cNvSpPr/>
          <p:nvPr/>
        </p:nvSpPr>
        <p:spPr bwMode="auto">
          <a:xfrm rot="824442">
            <a:off x="6095898" y="2609668"/>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84" name="ZoneTexte 183">
            <a:extLst>
              <a:ext uri="{FF2B5EF4-FFF2-40B4-BE49-F238E27FC236}">
                <a16:creationId xmlns:a16="http://schemas.microsoft.com/office/drawing/2014/main" id="{C6D49F08-FA07-55BD-5648-B723181091E8}"/>
              </a:ext>
            </a:extLst>
          </p:cNvPr>
          <p:cNvSpPr txBox="1"/>
          <p:nvPr/>
        </p:nvSpPr>
        <p:spPr>
          <a:xfrm>
            <a:off x="5570802" y="2363542"/>
            <a:ext cx="840167" cy="261610"/>
          </a:xfrm>
          <a:prstGeom prst="rect">
            <a:avLst/>
          </a:prstGeom>
          <a:noFill/>
        </p:spPr>
        <p:txBody>
          <a:bodyPr wrap="square" rtlCol="0">
            <a:spAutoFit/>
          </a:bodyPr>
          <a:lstStyle/>
          <a:p>
            <a:r>
              <a:rPr lang="fr-FR" sz="1100">
                <a:solidFill>
                  <a:srgbClr val="FF99CC"/>
                </a:solidFill>
              </a:rPr>
              <a:t>Evolution</a:t>
            </a:r>
          </a:p>
        </p:txBody>
      </p:sp>
      <p:sp>
        <p:nvSpPr>
          <p:cNvPr id="4" name="Flèche : droite 3">
            <a:extLst>
              <a:ext uri="{FF2B5EF4-FFF2-40B4-BE49-F238E27FC236}">
                <a16:creationId xmlns:a16="http://schemas.microsoft.com/office/drawing/2014/main" id="{A9C0D4C9-4CFF-0BD1-2384-883BD13AD1A5}"/>
              </a:ext>
            </a:extLst>
          </p:cNvPr>
          <p:cNvSpPr/>
          <p:nvPr/>
        </p:nvSpPr>
        <p:spPr bwMode="auto">
          <a:xfrm rot="19649998">
            <a:off x="6017689" y="1939193"/>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cxnSp>
        <p:nvCxnSpPr>
          <p:cNvPr id="173" name="Connecteur droit 172">
            <a:extLst>
              <a:ext uri="{FF2B5EF4-FFF2-40B4-BE49-F238E27FC236}">
                <a16:creationId xmlns:a16="http://schemas.microsoft.com/office/drawing/2014/main" id="{4EF9F988-927E-4F84-A11A-A8B62B28F774}"/>
              </a:ext>
            </a:extLst>
          </p:cNvPr>
          <p:cNvCxnSpPr>
            <a:cxnSpLocks/>
            <a:stCxn id="3" idx="0"/>
            <a:endCxn id="70" idx="0"/>
          </p:cNvCxnSpPr>
          <p:nvPr/>
        </p:nvCxnSpPr>
        <p:spPr bwMode="auto">
          <a:xfrm flipV="1">
            <a:off x="4256532" y="1080292"/>
            <a:ext cx="4096" cy="3607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Flèche : droite 197">
            <a:extLst>
              <a:ext uri="{FF2B5EF4-FFF2-40B4-BE49-F238E27FC236}">
                <a16:creationId xmlns:a16="http://schemas.microsoft.com/office/drawing/2014/main" id="{BD973F5E-2FF6-43F1-9DDC-57C7210867F9}"/>
              </a:ext>
            </a:extLst>
          </p:cNvPr>
          <p:cNvSpPr/>
          <p:nvPr/>
        </p:nvSpPr>
        <p:spPr bwMode="auto">
          <a:xfrm rot="13962736">
            <a:off x="8233610" y="1018801"/>
            <a:ext cx="411216" cy="223043"/>
          </a:xfrm>
          <a:prstGeom prst="rightArrow">
            <a:avLst/>
          </a:prstGeom>
          <a:solidFill>
            <a:srgbClr val="FF99CC"/>
          </a:solidFill>
          <a:ln w="9525" cap="flat" cmpd="sng" algn="ctr">
            <a:solidFill>
              <a:srgbClr val="FF99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endParaRPr lang="fr-FR"/>
          </a:p>
        </p:txBody>
      </p:sp>
      <p:sp>
        <p:nvSpPr>
          <p:cNvPr id="8" name="Flèche : droite 7">
            <a:extLst>
              <a:ext uri="{FF2B5EF4-FFF2-40B4-BE49-F238E27FC236}">
                <a16:creationId xmlns:a16="http://schemas.microsoft.com/office/drawing/2014/main" id="{6D69F7A2-6235-33E8-C2EA-91B3F7738D75}"/>
              </a:ext>
            </a:extLst>
          </p:cNvPr>
          <p:cNvSpPr/>
          <p:nvPr/>
        </p:nvSpPr>
        <p:spPr bwMode="auto">
          <a:xfrm rot="9560901">
            <a:off x="4999265" y="2492632"/>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0" name="Flèche : droite 9">
            <a:extLst>
              <a:ext uri="{FF2B5EF4-FFF2-40B4-BE49-F238E27FC236}">
                <a16:creationId xmlns:a16="http://schemas.microsoft.com/office/drawing/2014/main" id="{005995ED-D1AA-0C83-3C09-B4DF521787E5}"/>
              </a:ext>
            </a:extLst>
          </p:cNvPr>
          <p:cNvSpPr/>
          <p:nvPr/>
        </p:nvSpPr>
        <p:spPr bwMode="auto">
          <a:xfrm rot="9560901">
            <a:off x="4810045" y="2733018"/>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27" name="Flèche : droite 26">
            <a:extLst>
              <a:ext uri="{FF2B5EF4-FFF2-40B4-BE49-F238E27FC236}">
                <a16:creationId xmlns:a16="http://schemas.microsoft.com/office/drawing/2014/main" id="{E713EC22-C6B7-FF3B-7C25-811F21145B91}"/>
              </a:ext>
            </a:extLst>
          </p:cNvPr>
          <p:cNvSpPr/>
          <p:nvPr/>
        </p:nvSpPr>
        <p:spPr bwMode="auto">
          <a:xfrm rot="5110021">
            <a:off x="1822999" y="1749232"/>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28" name="Flèche : droite 27">
            <a:extLst>
              <a:ext uri="{FF2B5EF4-FFF2-40B4-BE49-F238E27FC236}">
                <a16:creationId xmlns:a16="http://schemas.microsoft.com/office/drawing/2014/main" id="{85D8AEFD-7043-A170-F186-6322EF6F551B}"/>
              </a:ext>
            </a:extLst>
          </p:cNvPr>
          <p:cNvSpPr/>
          <p:nvPr/>
        </p:nvSpPr>
        <p:spPr bwMode="auto">
          <a:xfrm rot="5110021">
            <a:off x="1068862" y="2277927"/>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29" name="Text Box 329">
            <a:extLst>
              <a:ext uri="{FF2B5EF4-FFF2-40B4-BE49-F238E27FC236}">
                <a16:creationId xmlns:a16="http://schemas.microsoft.com/office/drawing/2014/main" id="{E1DFAB66-1372-9761-97D5-8C766241508E}"/>
              </a:ext>
            </a:extLst>
          </p:cNvPr>
          <p:cNvSpPr txBox="1">
            <a:spLocks noChangeArrowheads="1"/>
          </p:cNvSpPr>
          <p:nvPr/>
        </p:nvSpPr>
        <p:spPr bwMode="auto">
          <a:xfrm>
            <a:off x="3235906" y="1785154"/>
            <a:ext cx="1136331" cy="27699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fr-FR" sz="600">
                <a:solidFill>
                  <a:srgbClr val="FF3300"/>
                </a:solidFill>
              </a:rPr>
              <a:t>Si Retour SEARCH ou BIOS KO ou vide</a:t>
            </a:r>
          </a:p>
        </p:txBody>
      </p:sp>
      <p:sp>
        <p:nvSpPr>
          <p:cNvPr id="30" name="Flèche : droite 29">
            <a:extLst>
              <a:ext uri="{FF2B5EF4-FFF2-40B4-BE49-F238E27FC236}">
                <a16:creationId xmlns:a16="http://schemas.microsoft.com/office/drawing/2014/main" id="{A40847F6-FC52-0FD9-D354-949E36B46511}"/>
              </a:ext>
            </a:extLst>
          </p:cNvPr>
          <p:cNvSpPr/>
          <p:nvPr/>
        </p:nvSpPr>
        <p:spPr bwMode="auto">
          <a:xfrm rot="20379631">
            <a:off x="3060891" y="1835078"/>
            <a:ext cx="343043" cy="239523"/>
          </a:xfrm>
          <a:prstGeom prst="rightArrow">
            <a:avLst/>
          </a:prstGeom>
          <a:solidFill>
            <a:srgbClr val="FF99CC"/>
          </a:solidFill>
          <a:ln w="9525" cap="flat" cmpd="sng" algn="ctr">
            <a:solidFill>
              <a:srgbClr val="FF99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05043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79DE1164-E9C0-4704-A717-C23DEBE1FAEA}"/>
              </a:ext>
            </a:extLst>
          </p:cNvPr>
          <p:cNvSpPr/>
          <p:nvPr/>
        </p:nvSpPr>
        <p:spPr bwMode="auto">
          <a:xfrm>
            <a:off x="673539" y="1451576"/>
            <a:ext cx="7957572" cy="957976"/>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2" name="Titre 1"/>
          <p:cNvSpPr>
            <a:spLocks noGrp="1"/>
          </p:cNvSpPr>
          <p:nvPr>
            <p:ph type="title"/>
          </p:nvPr>
        </p:nvSpPr>
        <p:spPr>
          <a:xfrm>
            <a:off x="2711938" y="23762"/>
            <a:ext cx="4082562" cy="307778"/>
          </a:xfrm>
        </p:spPr>
        <p:txBody>
          <a:bodyPr lIns="36000" tIns="0" rIns="0" bIns="0"/>
          <a:lstStyle/>
          <a:p>
            <a:pPr eaLnBrk="1" hangingPunct="1"/>
            <a:r>
              <a:rPr lang="fr-FR" sz="1400" dirty="0">
                <a:effectLst>
                  <a:outerShdw blurRad="38100" dist="38100" dir="2700000" algn="tl">
                    <a:srgbClr val="000000">
                      <a:alpha val="43137"/>
                    </a:srgbClr>
                  </a:outerShdw>
                </a:effectLst>
                <a:latin typeface="SFR Thin" panose="020B0203040504020204" pitchFamily="34" charset="0"/>
              </a:rPr>
              <a:t>BOX 4G/5G</a:t>
            </a:r>
          </a:p>
        </p:txBody>
      </p:sp>
      <p:sp>
        <p:nvSpPr>
          <p:cNvPr id="4" name="Espace réservé du numéro de diapositive 3"/>
          <p:cNvSpPr>
            <a:spLocks noGrp="1"/>
          </p:cNvSpPr>
          <p:nvPr>
            <p:ph type="sldNum" sz="quarter" idx="10"/>
          </p:nvPr>
        </p:nvSpPr>
        <p:spPr/>
        <p:txBody>
          <a:bodyPr/>
          <a:lstStyle/>
          <a:p>
            <a:pPr>
              <a:defRPr/>
            </a:pPr>
            <a:fld id="{843DFBF3-518F-4932-94B0-8C2572279D0B}" type="slidenum">
              <a:rPr lang="fr-FR" smtClean="0"/>
              <a:pPr>
                <a:defRPr/>
              </a:pPr>
              <a:t>4</a:t>
            </a:fld>
            <a:endParaRPr lang="fr-FR"/>
          </a:p>
        </p:txBody>
      </p:sp>
      <p:sp>
        <p:nvSpPr>
          <p:cNvPr id="14"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5" name="Rectangle 5"/>
          <p:cNvSpPr>
            <a:spLocks noChangeArrowheads="1"/>
          </p:cNvSpPr>
          <p:nvPr/>
        </p:nvSpPr>
        <p:spPr bwMode="auto">
          <a:xfrm>
            <a:off x="2881124" y="2578593"/>
            <a:ext cx="2278356" cy="507831"/>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b="1" dirty="0">
                <a:solidFill>
                  <a:srgbClr val="D31E05"/>
                </a:solidFill>
              </a:rPr>
              <a:t>ABO MENU BOX 4G 5G</a:t>
            </a:r>
            <a:r>
              <a:rPr lang="fr-FR" sz="600" b="1" dirty="0">
                <a:solidFill>
                  <a:schemeClr val="accent2"/>
                </a:solidFill>
              </a:rPr>
              <a:t> </a:t>
            </a:r>
            <a:br>
              <a:rPr lang="fr-FR" sz="600" dirty="0">
                <a:solidFill>
                  <a:schemeClr val="accent2"/>
                </a:solidFill>
              </a:rPr>
            </a:br>
            <a:r>
              <a:rPr lang="fr-FR" sz="700" dirty="0">
                <a:ea typeface="ＭＳ Ｐゴシック" pitchFamily="-80" charset="-128"/>
              </a:rPr>
              <a:t>Vous appelez  : </a:t>
            </a:r>
          </a:p>
          <a:p>
            <a:pPr algn="ctr"/>
            <a:r>
              <a:rPr lang="fr-FR" sz="700" dirty="0">
                <a:ea typeface="ＭＳ Ｐゴシック" pitchFamily="-80" charset="-128"/>
              </a:rPr>
              <a:t>Pour un problème technique, Tapez 1</a:t>
            </a:r>
          </a:p>
          <a:p>
            <a:pPr algn="ctr"/>
            <a:r>
              <a:rPr lang="fr-FR" sz="700" dirty="0">
                <a:ea typeface="ＭＳ Ｐゴシック" pitchFamily="-80" charset="-128"/>
              </a:rPr>
              <a:t>Pour toute autre demande, Tapez 2</a:t>
            </a:r>
          </a:p>
        </p:txBody>
      </p:sp>
      <p:sp>
        <p:nvSpPr>
          <p:cNvPr id="23" name="AutoShape 8"/>
          <p:cNvSpPr>
            <a:spLocks noChangeArrowheads="1"/>
          </p:cNvSpPr>
          <p:nvPr/>
        </p:nvSpPr>
        <p:spPr bwMode="auto">
          <a:xfrm>
            <a:off x="3762394" y="3417517"/>
            <a:ext cx="515816" cy="303104"/>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cxnSp>
        <p:nvCxnSpPr>
          <p:cNvPr id="24" name="AutoShape 10"/>
          <p:cNvCxnSpPr>
            <a:cxnSpLocks noChangeShapeType="1"/>
            <a:stCxn id="23" idx="2"/>
            <a:endCxn id="26" idx="7"/>
          </p:cNvCxnSpPr>
          <p:nvPr/>
        </p:nvCxnSpPr>
        <p:spPr bwMode="auto">
          <a:xfrm rot="5400000">
            <a:off x="2992659" y="3186984"/>
            <a:ext cx="494006" cy="1561281"/>
          </a:xfrm>
          <a:prstGeom prst="bentConnector3">
            <a:avLst>
              <a:gd name="adj1" fmla="val 59075"/>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AutoShape 13"/>
          <p:cNvSpPr>
            <a:spLocks noChangeArrowheads="1"/>
          </p:cNvSpPr>
          <p:nvPr/>
        </p:nvSpPr>
        <p:spPr bwMode="auto">
          <a:xfrm>
            <a:off x="5484016" y="4199463"/>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dirty="0"/>
              <a:t>2</a:t>
            </a:r>
            <a:endParaRPr lang="fr-FR" sz="1000" dirty="0"/>
          </a:p>
        </p:txBody>
      </p:sp>
      <p:sp>
        <p:nvSpPr>
          <p:cNvPr id="26" name="AutoShape 17"/>
          <p:cNvSpPr>
            <a:spLocks noChangeArrowheads="1"/>
          </p:cNvSpPr>
          <p:nvPr/>
        </p:nvSpPr>
        <p:spPr bwMode="auto">
          <a:xfrm>
            <a:off x="2351814" y="4189425"/>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28" name="AutoShape 62"/>
          <p:cNvCxnSpPr>
            <a:cxnSpLocks noChangeShapeType="1"/>
            <a:stCxn id="23" idx="2"/>
            <a:endCxn id="25" idx="6"/>
          </p:cNvCxnSpPr>
          <p:nvPr/>
        </p:nvCxnSpPr>
        <p:spPr bwMode="auto">
          <a:xfrm rot="16200000" flipH="1">
            <a:off x="4565522" y="3175400"/>
            <a:ext cx="478842" cy="1569283"/>
          </a:xfrm>
          <a:prstGeom prst="bentConnector3">
            <a:avLst>
              <a:gd name="adj1" fmla="val 5753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Connecteur droit avec flèche 31"/>
          <p:cNvCxnSpPr>
            <a:stCxn id="15" idx="2"/>
            <a:endCxn id="23" idx="0"/>
          </p:cNvCxnSpPr>
          <p:nvPr/>
        </p:nvCxnSpPr>
        <p:spPr bwMode="auto">
          <a:xfrm>
            <a:off x="4020302" y="3086424"/>
            <a:ext cx="0" cy="33109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AutoShape 143"/>
          <p:cNvSpPr>
            <a:spLocks noChangeArrowheads="1"/>
          </p:cNvSpPr>
          <p:nvPr/>
        </p:nvSpPr>
        <p:spPr bwMode="auto">
          <a:xfrm>
            <a:off x="1089871" y="6089061"/>
            <a:ext cx="913391" cy="220571"/>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b="1" dirty="0"/>
          </a:p>
          <a:p>
            <a:pPr algn="ctr" eaLnBrk="0" hangingPunct="0"/>
            <a:r>
              <a:rPr lang="fr-FR" sz="600" b="1" dirty="0"/>
              <a:t>ABO BOX 4G 5G TECH</a:t>
            </a:r>
            <a:endParaRPr lang="fr-FR" sz="600" b="1" i="1" dirty="0"/>
          </a:p>
          <a:p>
            <a:pPr algn="ctr" eaLnBrk="0" hangingPunct="0"/>
            <a:endParaRPr lang="fr-FR" sz="600" i="1" strike="sngStrike" dirty="0"/>
          </a:p>
        </p:txBody>
      </p:sp>
      <p:sp>
        <p:nvSpPr>
          <p:cNvPr id="41" name="AutoShape 143"/>
          <p:cNvSpPr>
            <a:spLocks noChangeArrowheads="1"/>
          </p:cNvSpPr>
          <p:nvPr/>
        </p:nvSpPr>
        <p:spPr bwMode="auto">
          <a:xfrm>
            <a:off x="4428376" y="6089062"/>
            <a:ext cx="897101" cy="257309"/>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b="1" dirty="0"/>
          </a:p>
          <a:p>
            <a:pPr algn="ctr" eaLnBrk="0" hangingPunct="0"/>
            <a:r>
              <a:rPr lang="fr-FR" sz="600" b="1" dirty="0"/>
              <a:t>ABO BOX 4G 5G CO</a:t>
            </a:r>
            <a:endParaRPr lang="fr-FR" sz="600" b="1" i="1" dirty="0"/>
          </a:p>
          <a:p>
            <a:pPr algn="ctr" eaLnBrk="0" hangingPunct="0"/>
            <a:endParaRPr lang="fr-FR" sz="600" i="1" dirty="0"/>
          </a:p>
        </p:txBody>
      </p:sp>
      <p:sp>
        <p:nvSpPr>
          <p:cNvPr id="27" name="AutoShape 270">
            <a:hlinkClick r:id="rId2" action="ppaction://hlinksldjump"/>
          </p:cNvPr>
          <p:cNvSpPr>
            <a:spLocks noChangeArrowheads="1"/>
          </p:cNvSpPr>
          <p:nvPr/>
        </p:nvSpPr>
        <p:spPr bwMode="auto">
          <a:xfrm rot="10800000">
            <a:off x="3480302" y="1093256"/>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cxnSp>
        <p:nvCxnSpPr>
          <p:cNvPr id="10" name="Connecteur droit avec flèche 9"/>
          <p:cNvCxnSpPr>
            <a:stCxn id="74" idx="2"/>
            <a:endCxn id="15" idx="0"/>
          </p:cNvCxnSpPr>
          <p:nvPr/>
        </p:nvCxnSpPr>
        <p:spPr bwMode="auto">
          <a:xfrm>
            <a:off x="4020301" y="2349131"/>
            <a:ext cx="1" cy="2294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7"/>
          <p:cNvSpPr>
            <a:spLocks noChangeArrowheads="1"/>
          </p:cNvSpPr>
          <p:nvPr/>
        </p:nvSpPr>
        <p:spPr bwMode="auto">
          <a:xfrm>
            <a:off x="7734809" y="3892184"/>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22" name="AutoShape 37"/>
          <p:cNvSpPr>
            <a:spLocks noChangeArrowheads="1"/>
          </p:cNvSpPr>
          <p:nvPr/>
        </p:nvSpPr>
        <p:spPr bwMode="auto">
          <a:xfrm>
            <a:off x="7216587" y="3442995"/>
            <a:ext cx="1696845" cy="16891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a:t>
            </a:r>
            <a:r>
              <a:rPr lang="fr-FR" sz="600" dirty="0">
                <a:latin typeface="Arial"/>
                <a:cs typeface="Arial"/>
              </a:rPr>
              <a:t>[BOX4G ou BOX5G_[CODE_PTA]_NMNI</a:t>
            </a:r>
            <a:endParaRPr lang="fr-FR" sz="500" strike="sngStrike" dirty="0"/>
          </a:p>
        </p:txBody>
      </p:sp>
      <p:sp>
        <p:nvSpPr>
          <p:cNvPr id="29" name="Text Box 157"/>
          <p:cNvSpPr txBox="1">
            <a:spLocks noChangeArrowheads="1"/>
          </p:cNvSpPr>
          <p:nvPr/>
        </p:nvSpPr>
        <p:spPr bwMode="auto">
          <a:xfrm>
            <a:off x="8212549" y="417981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t>OUI</a:t>
            </a:r>
          </a:p>
        </p:txBody>
      </p:sp>
      <p:sp>
        <p:nvSpPr>
          <p:cNvPr id="30" name="Text Box 156"/>
          <p:cNvSpPr txBox="1">
            <a:spLocks noChangeArrowheads="1"/>
          </p:cNvSpPr>
          <p:nvPr/>
        </p:nvSpPr>
        <p:spPr bwMode="auto">
          <a:xfrm>
            <a:off x="8078372" y="3669016"/>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31" name="AutoShape 69"/>
          <p:cNvCxnSpPr>
            <a:cxnSpLocks noChangeShapeType="1"/>
            <a:stCxn id="22" idx="2"/>
            <a:endCxn id="21" idx="6"/>
          </p:cNvCxnSpPr>
          <p:nvPr/>
        </p:nvCxnSpPr>
        <p:spPr bwMode="auto">
          <a:xfrm flipH="1">
            <a:off x="8065009" y="3611905"/>
            <a:ext cx="1" cy="28027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69"/>
          <p:cNvCxnSpPr>
            <a:cxnSpLocks noChangeShapeType="1"/>
            <a:stCxn id="21" idx="2"/>
            <a:endCxn id="34" idx="0"/>
          </p:cNvCxnSpPr>
          <p:nvPr/>
        </p:nvCxnSpPr>
        <p:spPr bwMode="auto">
          <a:xfrm>
            <a:off x="8065009" y="4093796"/>
            <a:ext cx="4285" cy="24804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AutoShape 55"/>
          <p:cNvSpPr>
            <a:spLocks noChangeArrowheads="1"/>
          </p:cNvSpPr>
          <p:nvPr/>
        </p:nvSpPr>
        <p:spPr bwMode="auto">
          <a:xfrm>
            <a:off x="7153829" y="4341845"/>
            <a:ext cx="1830930" cy="18299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a:t>
            </a:r>
            <a:r>
              <a:rPr lang="fr-FR" sz="600" dirty="0">
                <a:latin typeface="Arial"/>
                <a:cs typeface="Arial"/>
              </a:rPr>
              <a:t>[BOX4G ou BOX5G_[CODE_PTA]_NMNI_X2</a:t>
            </a:r>
            <a:endParaRPr lang="fr-FR" sz="500" strike="sngStrike" dirty="0"/>
          </a:p>
        </p:txBody>
      </p:sp>
      <p:cxnSp>
        <p:nvCxnSpPr>
          <p:cNvPr id="36" name="AutoShape 69"/>
          <p:cNvCxnSpPr>
            <a:cxnSpLocks noChangeShapeType="1"/>
            <a:stCxn id="38" idx="3"/>
            <a:endCxn id="22" idx="0"/>
          </p:cNvCxnSpPr>
          <p:nvPr/>
        </p:nvCxnSpPr>
        <p:spPr bwMode="auto">
          <a:xfrm flipH="1">
            <a:off x="8065010" y="2832378"/>
            <a:ext cx="147539" cy="610617"/>
          </a:xfrm>
          <a:prstGeom prst="bentConnector4">
            <a:avLst>
              <a:gd name="adj1" fmla="val -154942"/>
              <a:gd name="adj2" fmla="val 7079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Rectangle 68"/>
          <p:cNvSpPr>
            <a:spLocks noChangeArrowheads="1"/>
          </p:cNvSpPr>
          <p:nvPr/>
        </p:nvSpPr>
        <p:spPr bwMode="auto">
          <a:xfrm>
            <a:off x="6969064" y="2578462"/>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42" name="AutoShape 105"/>
          <p:cNvSpPr>
            <a:spLocks noChangeArrowheads="1"/>
          </p:cNvSpPr>
          <p:nvPr/>
        </p:nvSpPr>
        <p:spPr bwMode="auto">
          <a:xfrm>
            <a:off x="7999922" y="5480332"/>
            <a:ext cx="142875" cy="14128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fr-FR"/>
          </a:p>
        </p:txBody>
      </p:sp>
      <p:sp>
        <p:nvSpPr>
          <p:cNvPr id="43" name="Rectangle 42"/>
          <p:cNvSpPr>
            <a:spLocks noChangeArrowheads="1"/>
          </p:cNvSpPr>
          <p:nvPr/>
        </p:nvSpPr>
        <p:spPr bwMode="auto">
          <a:xfrm>
            <a:off x="7456203" y="4812197"/>
            <a:ext cx="1217613" cy="469900"/>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eaLnBrk="0" hangingPunct="0"/>
            <a:r>
              <a:rPr lang="fr-FR" sz="600">
                <a:solidFill>
                  <a:srgbClr val="D31E05"/>
                </a:solidFill>
              </a:rPr>
              <a:t>QUIT</a:t>
            </a:r>
          </a:p>
          <a:p>
            <a:pPr algn="ctr" eaLnBrk="0" hangingPunct="0"/>
            <a:r>
              <a:rPr lang="fr-FR" sz="600"/>
              <a:t>Désolé, nous n’avons pas compris votre demande. SFR vous remercie de votre appel </a:t>
            </a:r>
          </a:p>
        </p:txBody>
      </p:sp>
      <p:cxnSp>
        <p:nvCxnSpPr>
          <p:cNvPr id="44" name="AutoShape 5"/>
          <p:cNvCxnSpPr>
            <a:cxnSpLocks noChangeShapeType="1"/>
            <a:stCxn id="43" idx="2"/>
            <a:endCxn id="42" idx="0"/>
          </p:cNvCxnSpPr>
          <p:nvPr/>
        </p:nvCxnSpPr>
        <p:spPr bwMode="auto">
          <a:xfrm>
            <a:off x="8065010" y="5282097"/>
            <a:ext cx="6350" cy="198235"/>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9" name="Connecteur en angle 48"/>
          <p:cNvCxnSpPr>
            <a:cxnSpLocks/>
            <a:stCxn id="34" idx="2"/>
            <a:endCxn id="43" idx="0"/>
          </p:cNvCxnSpPr>
          <p:nvPr/>
        </p:nvCxnSpPr>
        <p:spPr bwMode="auto">
          <a:xfrm rot="5400000">
            <a:off x="7923472" y="4666374"/>
            <a:ext cx="287361" cy="428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en angle 6"/>
          <p:cNvCxnSpPr>
            <a:stCxn id="23" idx="2"/>
            <a:endCxn id="21" idx="5"/>
          </p:cNvCxnSpPr>
          <p:nvPr/>
        </p:nvCxnSpPr>
        <p:spPr bwMode="auto">
          <a:xfrm rot="16200000" flipH="1">
            <a:off x="5753972" y="1986950"/>
            <a:ext cx="272369" cy="373970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droit avec flèche 8"/>
          <p:cNvCxnSpPr>
            <a:stCxn id="38" idx="1"/>
            <a:endCxn id="15" idx="3"/>
          </p:cNvCxnSpPr>
          <p:nvPr/>
        </p:nvCxnSpPr>
        <p:spPr bwMode="auto">
          <a:xfrm flipH="1">
            <a:off x="5159480" y="2832378"/>
            <a:ext cx="1809584" cy="13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AutoShape 73"/>
          <p:cNvSpPr>
            <a:spLocks noChangeArrowheads="1"/>
          </p:cNvSpPr>
          <p:nvPr/>
        </p:nvSpPr>
        <p:spPr bwMode="auto">
          <a:xfrm>
            <a:off x="2029679" y="4943732"/>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HO / HNO</a:t>
            </a:r>
          </a:p>
          <a:p>
            <a:pPr algn="ctr" defTabSz="379413" eaLnBrk="0" hangingPunct="0"/>
            <a:r>
              <a:rPr lang="fr-FR" sz="600" dirty="0">
                <a:solidFill>
                  <a:schemeClr val="bg1"/>
                </a:solidFill>
              </a:rPr>
              <a:t>TECH</a:t>
            </a:r>
          </a:p>
        </p:txBody>
      </p:sp>
      <p:grpSp>
        <p:nvGrpSpPr>
          <p:cNvPr id="52" name="Groupe 51"/>
          <p:cNvGrpSpPr/>
          <p:nvPr/>
        </p:nvGrpSpPr>
        <p:grpSpPr>
          <a:xfrm>
            <a:off x="2439079" y="5638876"/>
            <a:ext cx="1741669" cy="826422"/>
            <a:chOff x="5592811" y="3760348"/>
            <a:chExt cx="1741669" cy="826422"/>
          </a:xfrm>
          <a:effectLst/>
        </p:grpSpPr>
        <p:sp>
          <p:nvSpPr>
            <p:cNvPr id="53" name="AutoShape 14"/>
            <p:cNvSpPr>
              <a:spLocks noChangeArrowheads="1"/>
            </p:cNvSpPr>
            <p:nvPr/>
          </p:nvSpPr>
          <p:spPr bwMode="auto">
            <a:xfrm>
              <a:off x="5592811" y="3760348"/>
              <a:ext cx="1741669" cy="1922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dirty="0"/>
                <a:t>00004_BOX_HNO_TECH</a:t>
              </a:r>
              <a:r>
                <a:rPr lang="fr-FR" sz="500" dirty="0">
                  <a:latin typeface="Arial"/>
                  <a:cs typeface="Arial"/>
                </a:rPr>
                <a:t>_[BOX4G ou BOX5G_[CODE_PTA]</a:t>
              </a:r>
              <a:endParaRPr lang="fr-FR" sz="400" strike="sngStrike" dirty="0"/>
            </a:p>
          </p:txBody>
        </p:sp>
        <p:cxnSp>
          <p:nvCxnSpPr>
            <p:cNvPr id="54" name="Connecteur droit 53"/>
            <p:cNvCxnSpPr>
              <a:cxnSpLocks/>
              <a:stCxn id="53" idx="2"/>
              <a:endCxn id="55" idx="2"/>
            </p:cNvCxnSpPr>
            <p:nvPr/>
          </p:nvCxnSpPr>
          <p:spPr bwMode="auto">
            <a:xfrm>
              <a:off x="6463646" y="3952586"/>
              <a:ext cx="0" cy="274184"/>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AutoShape 11">
              <a:hlinkClick r:id="rId3" action="ppaction://hlinksldjump"/>
            </p:cNvPr>
            <p:cNvSpPr>
              <a:spLocks noChangeArrowheads="1"/>
            </p:cNvSpPr>
            <p:nvPr/>
          </p:nvSpPr>
          <p:spPr bwMode="auto">
            <a:xfrm rot="10800000">
              <a:off x="5927865" y="4226770"/>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grpSp>
      <p:cxnSp>
        <p:nvCxnSpPr>
          <p:cNvPr id="56" name="Connecteur en angle 55"/>
          <p:cNvCxnSpPr>
            <a:cxnSpLocks/>
            <a:stCxn id="51" idx="3"/>
            <a:endCxn id="53" idx="0"/>
          </p:cNvCxnSpPr>
          <p:nvPr/>
        </p:nvCxnSpPr>
        <p:spPr bwMode="auto">
          <a:xfrm>
            <a:off x="2908176" y="5135539"/>
            <a:ext cx="401738" cy="50333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en angle 16"/>
          <p:cNvCxnSpPr>
            <a:cxnSpLocks/>
            <a:stCxn id="51" idx="1"/>
            <a:endCxn id="40" idx="0"/>
          </p:cNvCxnSpPr>
          <p:nvPr/>
        </p:nvCxnSpPr>
        <p:spPr bwMode="auto">
          <a:xfrm rot="10800000" flipV="1">
            <a:off x="1546567" y="5135539"/>
            <a:ext cx="483112" cy="95352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en angle 61"/>
          <p:cNvCxnSpPr>
            <a:cxnSpLocks/>
            <a:stCxn id="46" idx="2"/>
            <a:endCxn id="51" idx="0"/>
          </p:cNvCxnSpPr>
          <p:nvPr/>
        </p:nvCxnSpPr>
        <p:spPr bwMode="auto">
          <a:xfrm rot="16200000" flipH="1">
            <a:off x="2363536" y="4838339"/>
            <a:ext cx="210783" cy="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 name="AutoShape 73"/>
          <p:cNvSpPr>
            <a:spLocks noChangeArrowheads="1"/>
          </p:cNvSpPr>
          <p:nvPr/>
        </p:nvSpPr>
        <p:spPr bwMode="auto">
          <a:xfrm>
            <a:off x="5150337" y="486166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67" name="Groupe 66"/>
          <p:cNvGrpSpPr/>
          <p:nvPr/>
        </p:nvGrpSpPr>
        <p:grpSpPr>
          <a:xfrm>
            <a:off x="5844225" y="5724199"/>
            <a:ext cx="2198002" cy="927529"/>
            <a:chOff x="5660877" y="3399639"/>
            <a:chExt cx="2198002" cy="927529"/>
          </a:xfrm>
          <a:effectLst/>
        </p:grpSpPr>
        <p:sp>
          <p:nvSpPr>
            <p:cNvPr id="68" name="AutoShape 14"/>
            <p:cNvSpPr>
              <a:spLocks noChangeArrowheads="1"/>
            </p:cNvSpPr>
            <p:nvPr/>
          </p:nvSpPr>
          <p:spPr bwMode="auto">
            <a:xfrm>
              <a:off x="5660877" y="3399639"/>
              <a:ext cx="2198002" cy="21548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00004_BOX_HNO_COM</a:t>
              </a:r>
              <a:r>
                <a:rPr lang="fr-FR" sz="600" dirty="0">
                  <a:latin typeface="Arial"/>
                  <a:cs typeface="Arial"/>
                </a:rPr>
                <a:t>_[BOX4G ou BOX5G_[CODE_PTA]</a:t>
              </a:r>
              <a:endParaRPr lang="fr-FR" sz="500" strike="sngStrike" dirty="0"/>
            </a:p>
          </p:txBody>
        </p:sp>
        <p:cxnSp>
          <p:nvCxnSpPr>
            <p:cNvPr id="69" name="Connecteur droit 68"/>
            <p:cNvCxnSpPr>
              <a:cxnSpLocks/>
              <a:stCxn id="68" idx="2"/>
              <a:endCxn id="70" idx="2"/>
            </p:cNvCxnSpPr>
            <p:nvPr/>
          </p:nvCxnSpPr>
          <p:spPr bwMode="auto">
            <a:xfrm>
              <a:off x="6759878" y="3615127"/>
              <a:ext cx="8192" cy="352041"/>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AutoShape 11">
              <a:hlinkClick r:id="rId4" action="ppaction://hlinksldjump"/>
            </p:cNvPr>
            <p:cNvSpPr>
              <a:spLocks noChangeArrowheads="1"/>
            </p:cNvSpPr>
            <p:nvPr/>
          </p:nvSpPr>
          <p:spPr bwMode="auto">
            <a:xfrm rot="10800000">
              <a:off x="6232289" y="3967168"/>
              <a:ext cx="1071563"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71" name="Connecteur en angle 70"/>
          <p:cNvCxnSpPr>
            <a:cxnSpLocks/>
            <a:stCxn id="66" idx="3"/>
            <a:endCxn id="68" idx="0"/>
          </p:cNvCxnSpPr>
          <p:nvPr/>
        </p:nvCxnSpPr>
        <p:spPr bwMode="auto">
          <a:xfrm>
            <a:off x="6028834" y="5053474"/>
            <a:ext cx="914392" cy="67072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Connecteur en angle 74"/>
          <p:cNvCxnSpPr>
            <a:stCxn id="25" idx="2"/>
            <a:endCxn id="66" idx="0"/>
          </p:cNvCxnSpPr>
          <p:nvPr/>
        </p:nvCxnSpPr>
        <p:spPr bwMode="auto">
          <a:xfrm rot="16200000" flipH="1">
            <a:off x="5359290" y="4631370"/>
            <a:ext cx="460591" cy="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Connecteur en angle 76"/>
          <p:cNvCxnSpPr>
            <a:cxnSpLocks/>
            <a:stCxn id="66" idx="1"/>
            <a:endCxn id="41" idx="0"/>
          </p:cNvCxnSpPr>
          <p:nvPr/>
        </p:nvCxnSpPr>
        <p:spPr bwMode="auto">
          <a:xfrm rot="10800000" flipV="1">
            <a:off x="4876927" y="5053474"/>
            <a:ext cx="273410" cy="103558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AutoShape 318"/>
          <p:cNvSpPr>
            <a:spLocks noChangeArrowheads="1"/>
          </p:cNvSpPr>
          <p:nvPr/>
        </p:nvSpPr>
        <p:spPr bwMode="auto">
          <a:xfrm>
            <a:off x="4704778" y="4516376"/>
            <a:ext cx="1922955" cy="17262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00004_BOX_CO</a:t>
            </a:r>
            <a:r>
              <a:rPr lang="fr-FR" sz="600" dirty="0">
                <a:latin typeface="Arial"/>
                <a:cs typeface="Arial"/>
              </a:rPr>
              <a:t>_[BOX4G ou BOX5G_[CODE_PTA]</a:t>
            </a:r>
            <a:endParaRPr lang="fr-FR" sz="500" strike="sngStrike" dirty="0"/>
          </a:p>
        </p:txBody>
      </p:sp>
      <p:sp>
        <p:nvSpPr>
          <p:cNvPr id="46" name="AutoShape 318"/>
          <p:cNvSpPr>
            <a:spLocks noChangeArrowheads="1"/>
          </p:cNvSpPr>
          <p:nvPr/>
        </p:nvSpPr>
        <p:spPr bwMode="auto">
          <a:xfrm>
            <a:off x="1472490" y="4566646"/>
            <a:ext cx="1992874" cy="166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00004_BOX_TECH</a:t>
            </a:r>
            <a:r>
              <a:rPr lang="fr-FR" sz="600" dirty="0">
                <a:latin typeface="Arial"/>
                <a:cs typeface="Arial"/>
              </a:rPr>
              <a:t>_[BOX4G ou BOX5G_[CODE_PTA]</a:t>
            </a:r>
            <a:endParaRPr lang="fr-FR" sz="500" strike="sngStrike" dirty="0"/>
          </a:p>
        </p:txBody>
      </p:sp>
      <p:sp>
        <p:nvSpPr>
          <p:cNvPr id="57" name="AutoShape 31">
            <a:hlinkClick r:id="" action="ppaction://noaction"/>
          </p:cNvPr>
          <p:cNvSpPr>
            <a:spLocks noChangeArrowheads="1"/>
          </p:cNvSpPr>
          <p:nvPr/>
        </p:nvSpPr>
        <p:spPr bwMode="auto">
          <a:xfrm>
            <a:off x="1017941" y="5620431"/>
            <a:ext cx="1084263" cy="16630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dirty="0">
                <a:solidFill>
                  <a:srgbClr val="FF0000"/>
                </a:solidFill>
              </a:rPr>
              <a:t>BOX 4G  5G TECH</a:t>
            </a:r>
          </a:p>
        </p:txBody>
      </p:sp>
      <p:sp>
        <p:nvSpPr>
          <p:cNvPr id="58" name="AutoShape 14"/>
          <p:cNvSpPr>
            <a:spLocks noChangeArrowheads="1"/>
          </p:cNvSpPr>
          <p:nvPr/>
        </p:nvSpPr>
        <p:spPr bwMode="auto">
          <a:xfrm>
            <a:off x="761989" y="5349161"/>
            <a:ext cx="1756229" cy="166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500" dirty="0"/>
              <a:t>00004_BOX_HO_TECH</a:t>
            </a:r>
            <a:r>
              <a:rPr lang="fr-FR" sz="500" dirty="0">
                <a:latin typeface="Arial"/>
                <a:cs typeface="Arial"/>
              </a:rPr>
              <a:t>_[BOX4G ou BOX5G_[CODE_PTA]</a:t>
            </a:r>
            <a:endParaRPr lang="fr-FR" sz="500" strike="sngStrike" dirty="0"/>
          </a:p>
        </p:txBody>
      </p:sp>
      <p:sp>
        <p:nvSpPr>
          <p:cNvPr id="61" name="AutoShape 14"/>
          <p:cNvSpPr>
            <a:spLocks noChangeArrowheads="1"/>
          </p:cNvSpPr>
          <p:nvPr/>
        </p:nvSpPr>
        <p:spPr bwMode="auto">
          <a:xfrm>
            <a:off x="3846043" y="5275924"/>
            <a:ext cx="2122013" cy="19223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00004_BOX_HO_COM</a:t>
            </a:r>
            <a:r>
              <a:rPr lang="fr-FR" sz="600" dirty="0">
                <a:latin typeface="Arial"/>
                <a:cs typeface="Arial"/>
              </a:rPr>
              <a:t>_[BOX4G ou BOX5G_[CODE_PTA]</a:t>
            </a:r>
            <a:endParaRPr lang="fr-FR" sz="500" strike="sngStrike" dirty="0"/>
          </a:p>
        </p:txBody>
      </p:sp>
      <p:sp>
        <p:nvSpPr>
          <p:cNvPr id="63" name="AutoShape 31">
            <a:hlinkClick r:id="" action="ppaction://noaction"/>
          </p:cNvPr>
          <p:cNvSpPr>
            <a:spLocks noChangeArrowheads="1"/>
          </p:cNvSpPr>
          <p:nvPr/>
        </p:nvSpPr>
        <p:spPr bwMode="auto">
          <a:xfrm>
            <a:off x="4408508" y="5660186"/>
            <a:ext cx="1084263" cy="21548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dirty="0">
                <a:solidFill>
                  <a:srgbClr val="FF0000"/>
                </a:solidFill>
              </a:rPr>
              <a:t>BOX 4G 5G COM</a:t>
            </a:r>
          </a:p>
        </p:txBody>
      </p:sp>
      <p:sp>
        <p:nvSpPr>
          <p:cNvPr id="5" name="ZoneTexte 4">
            <a:extLst>
              <a:ext uri="{FF2B5EF4-FFF2-40B4-BE49-F238E27FC236}">
                <a16:creationId xmlns:a16="http://schemas.microsoft.com/office/drawing/2014/main" id="{991B162F-0B2D-7462-D424-29D02B74AB8D}"/>
              </a:ext>
            </a:extLst>
          </p:cNvPr>
          <p:cNvSpPr txBox="1"/>
          <p:nvPr/>
        </p:nvSpPr>
        <p:spPr>
          <a:xfrm>
            <a:off x="51181" y="783836"/>
            <a:ext cx="6418745" cy="215444"/>
          </a:xfrm>
          <a:prstGeom prst="rect">
            <a:avLst/>
          </a:prstGeom>
          <a:noFill/>
          <a:ln>
            <a:solidFill>
              <a:schemeClr val="tx1"/>
            </a:solidFill>
          </a:ln>
        </p:spPr>
        <p:txBody>
          <a:bodyPr wrap="none" lIns="91440" tIns="45720" rIns="91440" bIns="45720" rtlCol="0" anchor="t">
            <a:spAutoFit/>
          </a:bodyPr>
          <a:lstStyle/>
          <a:p>
            <a:r>
              <a:rPr lang="fr-FR" sz="800" b="1" dirty="0">
                <a:latin typeface="Arial"/>
                <a:cs typeface="Arial"/>
              </a:rPr>
              <a:t>Balise BOX 4G/5G incrémenter dans AEM code PTA et config Iris si code PTA BX1 alors BOX4G si code PTA BX2 alors BOX 5G</a:t>
            </a:r>
          </a:p>
        </p:txBody>
      </p:sp>
      <p:cxnSp>
        <p:nvCxnSpPr>
          <p:cNvPr id="16" name="Connecteur droit 15">
            <a:extLst>
              <a:ext uri="{FF2B5EF4-FFF2-40B4-BE49-F238E27FC236}">
                <a16:creationId xmlns:a16="http://schemas.microsoft.com/office/drawing/2014/main" id="{FBDF88D3-C1FC-5DC2-D781-A484B8AE2664}"/>
              </a:ext>
            </a:extLst>
          </p:cNvPr>
          <p:cNvCxnSpPr>
            <a:cxnSpLocks/>
            <a:stCxn id="26" idx="2"/>
            <a:endCxn id="46" idx="0"/>
          </p:cNvCxnSpPr>
          <p:nvPr/>
        </p:nvCxnSpPr>
        <p:spPr bwMode="auto">
          <a:xfrm>
            <a:off x="2459021" y="4391038"/>
            <a:ext cx="9906" cy="1756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Rectangle 2">
            <a:extLst>
              <a:ext uri="{FF2B5EF4-FFF2-40B4-BE49-F238E27FC236}">
                <a16:creationId xmlns:a16="http://schemas.microsoft.com/office/drawing/2014/main" id="{3558D135-6B1F-4FC0-A31B-C7C24DEEA802}"/>
              </a:ext>
            </a:extLst>
          </p:cNvPr>
          <p:cNvSpPr/>
          <p:nvPr/>
        </p:nvSpPr>
        <p:spPr>
          <a:xfrm>
            <a:off x="4442798" y="3321278"/>
            <a:ext cx="258404" cy="215444"/>
          </a:xfrm>
          <a:prstGeom prst="rect">
            <a:avLst/>
          </a:prstGeom>
        </p:spPr>
        <p:txBody>
          <a:bodyPr wrap="none">
            <a:spAutoFit/>
          </a:bodyPr>
          <a:lstStyle/>
          <a:p>
            <a:r>
              <a:rPr lang="fr-FR" sz="800" dirty="0">
                <a:solidFill>
                  <a:schemeClr val="bg1"/>
                </a:solidFill>
              </a:rPr>
              <a:t>H</a:t>
            </a:r>
            <a:endParaRPr lang="fr-FR" dirty="0"/>
          </a:p>
        </p:txBody>
      </p:sp>
      <p:sp>
        <p:nvSpPr>
          <p:cNvPr id="59" name="AutoShape 73">
            <a:extLst>
              <a:ext uri="{FF2B5EF4-FFF2-40B4-BE49-F238E27FC236}">
                <a16:creationId xmlns:a16="http://schemas.microsoft.com/office/drawing/2014/main" id="{B4389EE1-9382-4EE0-B717-06A971842C99}"/>
              </a:ext>
            </a:extLst>
          </p:cNvPr>
          <p:cNvSpPr>
            <a:spLocks noChangeArrowheads="1"/>
          </p:cNvSpPr>
          <p:nvPr/>
        </p:nvSpPr>
        <p:spPr bwMode="auto">
          <a:xfrm>
            <a:off x="3581053" y="1597129"/>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dirty="0">
                <a:solidFill>
                  <a:schemeClr val="bg1"/>
                </a:solidFill>
              </a:rPr>
              <a:t>RDGU</a:t>
            </a:r>
          </a:p>
        </p:txBody>
      </p:sp>
      <p:sp>
        <p:nvSpPr>
          <p:cNvPr id="60" name="AutoShape 318">
            <a:extLst>
              <a:ext uri="{FF2B5EF4-FFF2-40B4-BE49-F238E27FC236}">
                <a16:creationId xmlns:a16="http://schemas.microsoft.com/office/drawing/2014/main" id="{4CE67CAF-B839-47B1-B058-7363FC4AEAB6}"/>
              </a:ext>
            </a:extLst>
          </p:cNvPr>
          <p:cNvSpPr>
            <a:spLocks noChangeArrowheads="1"/>
          </p:cNvSpPr>
          <p:nvPr/>
        </p:nvSpPr>
        <p:spPr bwMode="auto">
          <a:xfrm>
            <a:off x="1154037" y="1688150"/>
            <a:ext cx="2203942" cy="20161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00004_RDGU_BOX_OFF</a:t>
            </a:r>
            <a:r>
              <a:rPr lang="fr-FR" sz="600" dirty="0">
                <a:latin typeface="Arial"/>
                <a:cs typeface="Arial"/>
              </a:rPr>
              <a:t>_[BOX4G ou BOX5G_[CODE_PTA]</a:t>
            </a:r>
            <a:endParaRPr lang="fr-FR" sz="500" strike="sngStrike" dirty="0"/>
          </a:p>
        </p:txBody>
      </p:sp>
      <p:sp>
        <p:nvSpPr>
          <p:cNvPr id="64" name="Text Box 156">
            <a:extLst>
              <a:ext uri="{FF2B5EF4-FFF2-40B4-BE49-F238E27FC236}">
                <a16:creationId xmlns:a16="http://schemas.microsoft.com/office/drawing/2014/main" id="{B5104CDB-312E-4C1E-8D89-9F4895C58E00}"/>
              </a:ext>
            </a:extLst>
          </p:cNvPr>
          <p:cNvSpPr txBox="1">
            <a:spLocks noChangeArrowheads="1"/>
          </p:cNvSpPr>
          <p:nvPr/>
        </p:nvSpPr>
        <p:spPr bwMode="auto">
          <a:xfrm>
            <a:off x="5545836" y="1266480"/>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72" name="AutoShape 318">
            <a:extLst>
              <a:ext uri="{FF2B5EF4-FFF2-40B4-BE49-F238E27FC236}">
                <a16:creationId xmlns:a16="http://schemas.microsoft.com/office/drawing/2014/main" id="{BFF771C2-9E0E-49EC-BDF2-759AEA498E4B}"/>
              </a:ext>
            </a:extLst>
          </p:cNvPr>
          <p:cNvSpPr>
            <a:spLocks noChangeArrowheads="1"/>
          </p:cNvSpPr>
          <p:nvPr/>
        </p:nvSpPr>
        <p:spPr bwMode="auto">
          <a:xfrm>
            <a:off x="4765922" y="1712342"/>
            <a:ext cx="2203142" cy="15333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00004_RDGU_BOX_OK</a:t>
            </a:r>
            <a:r>
              <a:rPr lang="fr-FR" sz="600" dirty="0">
                <a:latin typeface="Arial"/>
                <a:cs typeface="Arial"/>
              </a:rPr>
              <a:t>_[BOX4G ou BOX5G_[CODE_PTA]</a:t>
            </a:r>
            <a:endParaRPr lang="fr-FR" sz="500" strike="sngStrike" dirty="0"/>
          </a:p>
        </p:txBody>
      </p:sp>
      <p:sp>
        <p:nvSpPr>
          <p:cNvPr id="73" name="Text Box 156">
            <a:extLst>
              <a:ext uri="{FF2B5EF4-FFF2-40B4-BE49-F238E27FC236}">
                <a16:creationId xmlns:a16="http://schemas.microsoft.com/office/drawing/2014/main" id="{C7FBB08D-A8F7-43C0-A9BF-41D899FCE9D3}"/>
              </a:ext>
            </a:extLst>
          </p:cNvPr>
          <p:cNvSpPr txBox="1">
            <a:spLocks noChangeArrowheads="1"/>
          </p:cNvSpPr>
          <p:nvPr/>
        </p:nvSpPr>
        <p:spPr bwMode="auto">
          <a:xfrm>
            <a:off x="4190875" y="1526231"/>
            <a:ext cx="65755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dirty="0"/>
              <a:t>OUI RDGU=1</a:t>
            </a:r>
          </a:p>
        </p:txBody>
      </p:sp>
      <p:sp>
        <p:nvSpPr>
          <p:cNvPr id="74" name="AutoShape 318">
            <a:extLst>
              <a:ext uri="{FF2B5EF4-FFF2-40B4-BE49-F238E27FC236}">
                <a16:creationId xmlns:a16="http://schemas.microsoft.com/office/drawing/2014/main" id="{98D0E570-1D5E-47D9-A433-BC9BFA88061E}"/>
              </a:ext>
            </a:extLst>
          </p:cNvPr>
          <p:cNvSpPr>
            <a:spLocks noChangeArrowheads="1"/>
          </p:cNvSpPr>
          <p:nvPr/>
        </p:nvSpPr>
        <p:spPr bwMode="auto">
          <a:xfrm>
            <a:off x="2803112" y="2187878"/>
            <a:ext cx="2434378" cy="1612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dirty="0"/>
              <a:t>00004_RDGU_BOX_</a:t>
            </a:r>
            <a:r>
              <a:rPr lang="fr-FR" sz="600" dirty="0">
                <a:latin typeface="Arial"/>
                <a:cs typeface="Arial"/>
              </a:rPr>
              <a:t>NOK_[BOX4G ou BOX5G_[CODE_PTA]</a:t>
            </a:r>
            <a:endParaRPr lang="fr-FR" sz="500" strike="sngStrike" dirty="0"/>
          </a:p>
        </p:txBody>
      </p:sp>
      <p:cxnSp>
        <p:nvCxnSpPr>
          <p:cNvPr id="18" name="Connecteur droit 17">
            <a:extLst>
              <a:ext uri="{FF2B5EF4-FFF2-40B4-BE49-F238E27FC236}">
                <a16:creationId xmlns:a16="http://schemas.microsoft.com/office/drawing/2014/main" id="{EB47A51B-EEDF-4B61-831D-30C43BEAC03C}"/>
              </a:ext>
            </a:extLst>
          </p:cNvPr>
          <p:cNvCxnSpPr>
            <a:stCxn id="59" idx="2"/>
            <a:endCxn id="74" idx="0"/>
          </p:cNvCxnSpPr>
          <p:nvPr/>
        </p:nvCxnSpPr>
        <p:spPr bwMode="auto">
          <a:xfrm flipH="1">
            <a:off x="4020301" y="1980743"/>
            <a:ext cx="1" cy="2071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a:extLst>
              <a:ext uri="{FF2B5EF4-FFF2-40B4-BE49-F238E27FC236}">
                <a16:creationId xmlns:a16="http://schemas.microsoft.com/office/drawing/2014/main" id="{D03B950C-93A6-4FC5-8D4A-619B2733A054}"/>
              </a:ext>
            </a:extLst>
          </p:cNvPr>
          <p:cNvCxnSpPr>
            <a:stCxn id="59" idx="3"/>
            <a:endCxn id="72" idx="1"/>
          </p:cNvCxnSpPr>
          <p:nvPr/>
        </p:nvCxnSpPr>
        <p:spPr bwMode="auto">
          <a:xfrm>
            <a:off x="4459550" y="1788936"/>
            <a:ext cx="306372" cy="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AutoShape 270">
            <a:hlinkClick r:id="rId2" action="ppaction://hlinksldjump"/>
            <a:extLst>
              <a:ext uri="{FF2B5EF4-FFF2-40B4-BE49-F238E27FC236}">
                <a16:creationId xmlns:a16="http://schemas.microsoft.com/office/drawing/2014/main" id="{BAA4D8E5-62AE-41EF-B4A2-89EE707E9CAE}"/>
              </a:ext>
            </a:extLst>
          </p:cNvPr>
          <p:cNvSpPr>
            <a:spLocks noChangeArrowheads="1"/>
          </p:cNvSpPr>
          <p:nvPr/>
        </p:nvSpPr>
        <p:spPr bwMode="auto">
          <a:xfrm rot="10800000">
            <a:off x="7085602" y="1931101"/>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RDGU</a:t>
            </a:r>
          </a:p>
        </p:txBody>
      </p:sp>
      <p:cxnSp>
        <p:nvCxnSpPr>
          <p:cNvPr id="37" name="Connecteur : en angle 36">
            <a:extLst>
              <a:ext uri="{FF2B5EF4-FFF2-40B4-BE49-F238E27FC236}">
                <a16:creationId xmlns:a16="http://schemas.microsoft.com/office/drawing/2014/main" id="{731BF79D-4AB8-45F0-B349-1BAA27272C63}"/>
              </a:ext>
            </a:extLst>
          </p:cNvPr>
          <p:cNvCxnSpPr>
            <a:stCxn id="72" idx="3"/>
            <a:endCxn id="76" idx="2"/>
          </p:cNvCxnSpPr>
          <p:nvPr/>
        </p:nvCxnSpPr>
        <p:spPr bwMode="auto">
          <a:xfrm>
            <a:off x="6969064" y="1789009"/>
            <a:ext cx="656538" cy="14209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droit 49">
            <a:extLst>
              <a:ext uri="{FF2B5EF4-FFF2-40B4-BE49-F238E27FC236}">
                <a16:creationId xmlns:a16="http://schemas.microsoft.com/office/drawing/2014/main" id="{C826E6A9-CD2B-421D-8BFD-A5BF45846B03}"/>
              </a:ext>
            </a:extLst>
          </p:cNvPr>
          <p:cNvCxnSpPr>
            <a:cxnSpLocks/>
            <a:stCxn id="59" idx="1"/>
            <a:endCxn id="60" idx="3"/>
          </p:cNvCxnSpPr>
          <p:nvPr/>
        </p:nvCxnSpPr>
        <p:spPr bwMode="auto">
          <a:xfrm flipH="1">
            <a:off x="3357979" y="1788936"/>
            <a:ext cx="223074" cy="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Connecteur : en angle 80">
            <a:extLst>
              <a:ext uri="{FF2B5EF4-FFF2-40B4-BE49-F238E27FC236}">
                <a16:creationId xmlns:a16="http://schemas.microsoft.com/office/drawing/2014/main" id="{EF705D76-470B-40A4-8399-CA44C52CE034}"/>
              </a:ext>
            </a:extLst>
          </p:cNvPr>
          <p:cNvCxnSpPr>
            <a:stCxn id="60" idx="1"/>
            <a:endCxn id="15" idx="0"/>
          </p:cNvCxnSpPr>
          <p:nvPr/>
        </p:nvCxnSpPr>
        <p:spPr bwMode="auto">
          <a:xfrm rot="10800000" flipH="1" flipV="1">
            <a:off x="1154036" y="1788957"/>
            <a:ext cx="2866265" cy="789636"/>
          </a:xfrm>
          <a:prstGeom prst="bentConnector4">
            <a:avLst>
              <a:gd name="adj1" fmla="val -7976"/>
              <a:gd name="adj2" fmla="val 3935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Flèche : droite 84">
            <a:extLst>
              <a:ext uri="{FF2B5EF4-FFF2-40B4-BE49-F238E27FC236}">
                <a16:creationId xmlns:a16="http://schemas.microsoft.com/office/drawing/2014/main" id="{5ADB1B4B-A002-40DD-8C49-7CBCCFAC127B}"/>
              </a:ext>
            </a:extLst>
          </p:cNvPr>
          <p:cNvSpPr/>
          <p:nvPr/>
        </p:nvSpPr>
        <p:spPr bwMode="auto">
          <a:xfrm rot="19371073">
            <a:off x="984193" y="2612086"/>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14131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11938" y="23762"/>
            <a:ext cx="4082562" cy="307778"/>
          </a:xfrm>
        </p:spPr>
        <p:txBody>
          <a:bodyPr lIns="36000" tIns="0" rIns="0" bIns="0"/>
          <a:lstStyle/>
          <a:p>
            <a:pPr eaLnBrk="1" hangingPunct="1"/>
            <a:r>
              <a:rPr lang="fr-FR" sz="1400">
                <a:effectLst>
                  <a:outerShdw blurRad="38100" dist="38100" dir="2700000" algn="tl">
                    <a:srgbClr val="000000">
                      <a:alpha val="43137"/>
                    </a:srgbClr>
                  </a:outerShdw>
                </a:effectLst>
                <a:latin typeface="SFR Thin" panose="020B0203040504020204" pitchFamily="34" charset="0"/>
              </a:rPr>
              <a:t>MAISON SECURISEE</a:t>
            </a:r>
          </a:p>
        </p:txBody>
      </p:sp>
      <p:sp>
        <p:nvSpPr>
          <p:cNvPr id="4" name="Espace réservé du numéro de diapositive 3"/>
          <p:cNvSpPr>
            <a:spLocks noGrp="1"/>
          </p:cNvSpPr>
          <p:nvPr>
            <p:ph type="sldNum" sz="quarter" idx="10"/>
          </p:nvPr>
        </p:nvSpPr>
        <p:spPr/>
        <p:txBody>
          <a:bodyPr/>
          <a:lstStyle/>
          <a:p>
            <a:pPr>
              <a:defRPr/>
            </a:pPr>
            <a:fld id="{843DFBF3-518F-4932-94B0-8C2572279D0B}" type="slidenum">
              <a:rPr lang="fr-FR" smtClean="0"/>
              <a:pPr>
                <a:defRPr/>
              </a:pPr>
              <a:t>5</a:t>
            </a:fld>
            <a:endParaRPr lang="fr-FR"/>
          </a:p>
        </p:txBody>
      </p:sp>
      <p:sp>
        <p:nvSpPr>
          <p:cNvPr id="14"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3" name="AutoShape 270">
            <a:hlinkClick r:id="rId2" action="ppaction://hlinksldjump"/>
            <a:extLst>
              <a:ext uri="{FF2B5EF4-FFF2-40B4-BE49-F238E27FC236}">
                <a16:creationId xmlns:a16="http://schemas.microsoft.com/office/drawing/2014/main" id="{36D75662-E020-944D-6DF9-FEB494BD4DF7}"/>
              </a:ext>
            </a:extLst>
          </p:cNvPr>
          <p:cNvSpPr>
            <a:spLocks noChangeArrowheads="1"/>
          </p:cNvSpPr>
          <p:nvPr/>
        </p:nvSpPr>
        <p:spPr bwMode="auto">
          <a:xfrm rot="10800000">
            <a:off x="4696359" y="1479755"/>
            <a:ext cx="1080000" cy="360000"/>
          </a:xfrm>
          <a:prstGeom prst="upArrowCallout">
            <a:avLst>
              <a:gd name="adj1" fmla="val 56250"/>
              <a:gd name="adj2" fmla="val 56250"/>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sp>
        <p:nvSpPr>
          <p:cNvPr id="6" name="ZoneTexte 5">
            <a:extLst>
              <a:ext uri="{FF2B5EF4-FFF2-40B4-BE49-F238E27FC236}">
                <a16:creationId xmlns:a16="http://schemas.microsoft.com/office/drawing/2014/main" id="{AF1E48E0-B5D7-4E51-EE61-6F91EBA95589}"/>
              </a:ext>
            </a:extLst>
          </p:cNvPr>
          <p:cNvSpPr txBox="1"/>
          <p:nvPr/>
        </p:nvSpPr>
        <p:spPr>
          <a:xfrm>
            <a:off x="2297297" y="2294752"/>
            <a:ext cx="1326715" cy="246221"/>
          </a:xfrm>
          <a:prstGeom prst="rect">
            <a:avLst/>
          </a:prstGeom>
          <a:noFill/>
          <a:ln>
            <a:solidFill>
              <a:schemeClr val="tx1"/>
            </a:solidFill>
          </a:ln>
        </p:spPr>
        <p:txBody>
          <a:bodyPr wrap="square" rtlCol="0">
            <a:spAutoFit/>
          </a:bodyPr>
          <a:lstStyle/>
          <a:p>
            <a:pPr rtl="0"/>
            <a:r>
              <a:rPr lang="fr-FR" sz="1000">
                <a:effectLst/>
                <a:latin typeface="Segoe UI" panose="020B0502040204020203" pitchFamily="34" charset="0"/>
              </a:rPr>
              <a:t>AEM </a:t>
            </a:r>
            <a:r>
              <a:rPr lang="fr-FR" sz="1000" err="1">
                <a:effectLst/>
                <a:latin typeface="Segoe UI" panose="020B0502040204020203" pitchFamily="34" charset="0"/>
              </a:rPr>
              <a:t>flagHome</a:t>
            </a:r>
            <a:r>
              <a:rPr lang="fr-FR" sz="1000">
                <a:effectLst/>
                <a:latin typeface="Segoe UI" panose="020B0502040204020203" pitchFamily="34" charset="0"/>
              </a:rPr>
              <a:t> =O</a:t>
            </a:r>
          </a:p>
        </p:txBody>
      </p:sp>
      <p:sp>
        <p:nvSpPr>
          <p:cNvPr id="7" name="Rectangle 99">
            <a:extLst>
              <a:ext uri="{FF2B5EF4-FFF2-40B4-BE49-F238E27FC236}">
                <a16:creationId xmlns:a16="http://schemas.microsoft.com/office/drawing/2014/main" id="{87E6E903-80BF-F343-8A4C-0DB56BF74CFB}"/>
              </a:ext>
            </a:extLst>
          </p:cNvPr>
          <p:cNvSpPr>
            <a:spLocks noChangeArrowheads="1"/>
          </p:cNvSpPr>
          <p:nvPr/>
        </p:nvSpPr>
        <p:spPr bwMode="auto">
          <a:xfrm>
            <a:off x="2826628" y="3715127"/>
            <a:ext cx="1961003" cy="600164"/>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lIns="91440" tIns="45720" rIns="91440" bIns="45720" anchor="ctr">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a:solidFill>
                  <a:srgbClr val="CC3300"/>
                </a:solidFill>
              </a:rPr>
              <a:t>ABO  DISSUASION_MAISON SECURISEE</a:t>
            </a:r>
          </a:p>
          <a:p>
            <a:pPr algn="ctr">
              <a:spcBef>
                <a:spcPct val="0"/>
              </a:spcBef>
            </a:pPr>
            <a:r>
              <a:rPr lang="fr-FR" b="0"/>
              <a:t>Pour l'offre Maison Sécurisée, veuillez contacter la cellule dédiée au 08 00 95 00 92</a:t>
            </a:r>
          </a:p>
        </p:txBody>
      </p:sp>
      <p:sp>
        <p:nvSpPr>
          <p:cNvPr id="9" name="AutoShape 18">
            <a:extLst>
              <a:ext uri="{FF2B5EF4-FFF2-40B4-BE49-F238E27FC236}">
                <a16:creationId xmlns:a16="http://schemas.microsoft.com/office/drawing/2014/main" id="{399C93CB-530B-582E-B4FE-B4F630121549}"/>
              </a:ext>
            </a:extLst>
          </p:cNvPr>
          <p:cNvSpPr>
            <a:spLocks noChangeArrowheads="1"/>
          </p:cNvSpPr>
          <p:nvPr/>
        </p:nvSpPr>
        <p:spPr bwMode="auto">
          <a:xfrm>
            <a:off x="3735691" y="4461962"/>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cxnSp>
        <p:nvCxnSpPr>
          <p:cNvPr id="10" name="Connecteur droit 9">
            <a:extLst>
              <a:ext uri="{FF2B5EF4-FFF2-40B4-BE49-F238E27FC236}">
                <a16:creationId xmlns:a16="http://schemas.microsoft.com/office/drawing/2014/main" id="{F85D6C73-DC41-3939-ABA9-0E21C91093A3}"/>
              </a:ext>
            </a:extLst>
          </p:cNvPr>
          <p:cNvCxnSpPr>
            <a:cxnSpLocks/>
            <a:stCxn id="7" idx="2"/>
            <a:endCxn id="9" idx="0"/>
          </p:cNvCxnSpPr>
          <p:nvPr/>
        </p:nvCxnSpPr>
        <p:spPr bwMode="auto">
          <a:xfrm flipH="1">
            <a:off x="3807129" y="4315291"/>
            <a:ext cx="1" cy="1466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AutoShape 185">
            <a:extLst>
              <a:ext uri="{FF2B5EF4-FFF2-40B4-BE49-F238E27FC236}">
                <a16:creationId xmlns:a16="http://schemas.microsoft.com/office/drawing/2014/main" id="{91251EA9-3902-1109-6925-19D8DEBF3599}"/>
              </a:ext>
            </a:extLst>
          </p:cNvPr>
          <p:cNvSpPr>
            <a:spLocks noChangeArrowheads="1"/>
          </p:cNvSpPr>
          <p:nvPr/>
        </p:nvSpPr>
        <p:spPr bwMode="auto">
          <a:xfrm>
            <a:off x="3042262" y="2983680"/>
            <a:ext cx="1529738" cy="15396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endParaRPr lang="fr-FR" altLang="fr-FR" sz="600" b="0"/>
          </a:p>
          <a:p>
            <a:pPr algn="ctr">
              <a:spcBef>
                <a:spcPct val="0"/>
              </a:spcBef>
            </a:pPr>
            <a:endParaRPr lang="fr-FR" altLang="fr-FR" sz="600" b="0"/>
          </a:p>
          <a:p>
            <a:pPr algn="ctr">
              <a:spcBef>
                <a:spcPct val="0"/>
              </a:spcBef>
            </a:pPr>
            <a:r>
              <a:rPr lang="fr-FR" altLang="fr-FR" sz="600" b="0"/>
              <a:t>00006_MAISON_SECURISEE_DISSUASION</a:t>
            </a:r>
          </a:p>
          <a:p>
            <a:pPr algn="ctr">
              <a:spcBef>
                <a:spcPct val="0"/>
              </a:spcBef>
            </a:pPr>
            <a:endParaRPr lang="fr-FR" altLang="fr-FR" sz="600" b="0"/>
          </a:p>
          <a:p>
            <a:pPr algn="ctr">
              <a:spcBef>
                <a:spcPct val="0"/>
              </a:spcBef>
            </a:pPr>
            <a:endParaRPr lang="fr-FR" altLang="fr-FR" sz="600" b="0" strike="sngStrike"/>
          </a:p>
        </p:txBody>
      </p:sp>
      <p:sp>
        <p:nvSpPr>
          <p:cNvPr id="13" name="AutoShape 73">
            <a:extLst>
              <a:ext uri="{FF2B5EF4-FFF2-40B4-BE49-F238E27FC236}">
                <a16:creationId xmlns:a16="http://schemas.microsoft.com/office/drawing/2014/main" id="{39950EDA-5D54-47DD-A4A5-D06E9DF1DC9C}"/>
              </a:ext>
            </a:extLst>
          </p:cNvPr>
          <p:cNvSpPr>
            <a:spLocks noChangeArrowheads="1"/>
          </p:cNvSpPr>
          <p:nvPr/>
        </p:nvSpPr>
        <p:spPr bwMode="auto">
          <a:xfrm>
            <a:off x="4667113" y="2187488"/>
            <a:ext cx="1151685" cy="574162"/>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ROUTAGE</a:t>
            </a:r>
          </a:p>
          <a:p>
            <a:pPr algn="ctr" defTabSz="379413" eaLnBrk="0" hangingPunct="0"/>
            <a:r>
              <a:rPr lang="fr-FR" sz="600">
                <a:solidFill>
                  <a:schemeClr val="bg1"/>
                </a:solidFill>
              </a:rPr>
              <a:t>MAISON</a:t>
            </a:r>
          </a:p>
          <a:p>
            <a:pPr algn="ctr" defTabSz="379413" eaLnBrk="0" hangingPunct="0"/>
            <a:r>
              <a:rPr lang="fr-FR" sz="600">
                <a:solidFill>
                  <a:schemeClr val="bg1"/>
                </a:solidFill>
              </a:rPr>
              <a:t>SECURISEE</a:t>
            </a:r>
          </a:p>
        </p:txBody>
      </p:sp>
      <p:sp>
        <p:nvSpPr>
          <p:cNvPr id="15" name="AutoShape 24">
            <a:extLst>
              <a:ext uri="{FF2B5EF4-FFF2-40B4-BE49-F238E27FC236}">
                <a16:creationId xmlns:a16="http://schemas.microsoft.com/office/drawing/2014/main" id="{F02F4C6B-2E22-D033-3614-C8C6624B8D91}"/>
              </a:ext>
            </a:extLst>
          </p:cNvPr>
          <p:cNvSpPr>
            <a:spLocks noChangeArrowheads="1"/>
          </p:cNvSpPr>
          <p:nvPr/>
        </p:nvSpPr>
        <p:spPr bwMode="auto">
          <a:xfrm>
            <a:off x="5878447" y="3765635"/>
            <a:ext cx="987425" cy="502905"/>
          </a:xfrm>
          <a:prstGeom prst="flowChartProcess">
            <a:avLst/>
          </a:prstGeom>
          <a:ln>
            <a:noFill/>
            <a:headEnd/>
            <a:tailEnd/>
          </a:ln>
        </p:spPr>
        <p:style>
          <a:lnRef idx="1">
            <a:schemeClr val="accent5"/>
          </a:lnRef>
          <a:fillRef idx="3">
            <a:schemeClr val="accent5"/>
          </a:fillRef>
          <a:effectRef idx="2">
            <a:schemeClr val="accent5"/>
          </a:effectRef>
          <a:fontRef idx="minor">
            <a:schemeClr val="lt1"/>
          </a:fontRef>
        </p:style>
        <p:txBody>
          <a:bodyPr wrap="none" anchor="ctr"/>
          <a:lstStyle/>
          <a:p>
            <a:pPr algn="ctr" eaLnBrk="0" hangingPunct="0">
              <a:defRPr/>
            </a:pPr>
            <a:r>
              <a:rPr lang="fr-FR" sz="600" b="1">
                <a:solidFill>
                  <a:schemeClr val="tx1"/>
                </a:solidFill>
              </a:rPr>
              <a:t>TRANSFERT</a:t>
            </a:r>
            <a:br>
              <a:rPr lang="fr-FR" sz="600" b="1">
                <a:solidFill>
                  <a:schemeClr val="tx1"/>
                </a:solidFill>
              </a:rPr>
            </a:br>
            <a:r>
              <a:rPr lang="fr-FR" sz="600" i="1">
                <a:solidFill>
                  <a:schemeClr val="tx1"/>
                </a:solidFill>
              </a:rPr>
              <a:t>MAISON_SECURISEE</a:t>
            </a:r>
          </a:p>
        </p:txBody>
      </p:sp>
      <p:sp>
        <p:nvSpPr>
          <p:cNvPr id="17" name="Text Box 160">
            <a:extLst>
              <a:ext uri="{FF2B5EF4-FFF2-40B4-BE49-F238E27FC236}">
                <a16:creationId xmlns:a16="http://schemas.microsoft.com/office/drawing/2014/main" id="{49B6311C-C929-D6AD-D038-CC62AA273293}"/>
              </a:ext>
            </a:extLst>
          </p:cNvPr>
          <p:cNvSpPr txBox="1">
            <a:spLocks noChangeArrowheads="1"/>
          </p:cNvSpPr>
          <p:nvPr/>
        </p:nvSpPr>
        <p:spPr bwMode="auto">
          <a:xfrm>
            <a:off x="5710214" y="2292170"/>
            <a:ext cx="56948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50000"/>
              </a:spcBef>
            </a:pPr>
            <a:r>
              <a:rPr lang="fr-FR" altLang="fr-FR" sz="600"/>
              <a:t>ACTIVE</a:t>
            </a:r>
          </a:p>
        </p:txBody>
      </p:sp>
      <p:sp>
        <p:nvSpPr>
          <p:cNvPr id="20" name="AutoShape 185">
            <a:extLst>
              <a:ext uri="{FF2B5EF4-FFF2-40B4-BE49-F238E27FC236}">
                <a16:creationId xmlns:a16="http://schemas.microsoft.com/office/drawing/2014/main" id="{32E22348-9A82-C16C-998A-7DD40743FF24}"/>
              </a:ext>
            </a:extLst>
          </p:cNvPr>
          <p:cNvSpPr>
            <a:spLocks noChangeArrowheads="1"/>
          </p:cNvSpPr>
          <p:nvPr/>
        </p:nvSpPr>
        <p:spPr bwMode="auto">
          <a:xfrm>
            <a:off x="5615101" y="2962007"/>
            <a:ext cx="1503514" cy="1841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t>00006_MAISON_SECURISEE_ROUTAGE</a:t>
            </a:r>
          </a:p>
        </p:txBody>
      </p:sp>
      <p:cxnSp>
        <p:nvCxnSpPr>
          <p:cNvPr id="21" name="Connecteur : en angle 20">
            <a:extLst>
              <a:ext uri="{FF2B5EF4-FFF2-40B4-BE49-F238E27FC236}">
                <a16:creationId xmlns:a16="http://schemas.microsoft.com/office/drawing/2014/main" id="{2C1A89AA-7698-9B77-9C55-B49AECC35D4F}"/>
              </a:ext>
            </a:extLst>
          </p:cNvPr>
          <p:cNvCxnSpPr>
            <a:cxnSpLocks/>
            <a:stCxn id="20" idx="0"/>
            <a:endCxn id="13" idx="3"/>
          </p:cNvCxnSpPr>
          <p:nvPr/>
        </p:nvCxnSpPr>
        <p:spPr bwMode="auto">
          <a:xfrm rot="16200000" flipV="1">
            <a:off x="5849109" y="2444258"/>
            <a:ext cx="487438" cy="54806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21">
            <a:extLst>
              <a:ext uri="{FF2B5EF4-FFF2-40B4-BE49-F238E27FC236}">
                <a16:creationId xmlns:a16="http://schemas.microsoft.com/office/drawing/2014/main" id="{AF726E78-7601-7DD0-00B4-705CBB94AC51}"/>
              </a:ext>
            </a:extLst>
          </p:cNvPr>
          <p:cNvCxnSpPr>
            <a:cxnSpLocks/>
            <a:stCxn id="3" idx="0"/>
            <a:endCxn id="13" idx="0"/>
          </p:cNvCxnSpPr>
          <p:nvPr/>
        </p:nvCxnSpPr>
        <p:spPr bwMode="auto">
          <a:xfrm>
            <a:off x="5236359" y="1839755"/>
            <a:ext cx="6597" cy="3477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160">
            <a:extLst>
              <a:ext uri="{FF2B5EF4-FFF2-40B4-BE49-F238E27FC236}">
                <a16:creationId xmlns:a16="http://schemas.microsoft.com/office/drawing/2014/main" id="{F5AE805A-8657-0FFC-EE4F-365493504653}"/>
              </a:ext>
            </a:extLst>
          </p:cNvPr>
          <p:cNvSpPr txBox="1">
            <a:spLocks noChangeArrowheads="1"/>
          </p:cNvSpPr>
          <p:nvPr/>
        </p:nvSpPr>
        <p:spPr bwMode="auto">
          <a:xfrm>
            <a:off x="4119053" y="2313543"/>
            <a:ext cx="69554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50000"/>
              </a:spcBef>
            </a:pPr>
            <a:r>
              <a:rPr lang="fr-FR" altLang="fr-FR" sz="600"/>
              <a:t>DESACTIVE</a:t>
            </a:r>
          </a:p>
        </p:txBody>
      </p:sp>
      <p:sp>
        <p:nvSpPr>
          <p:cNvPr id="24" name="AutoShape 31">
            <a:hlinkClick r:id="rId3" action="ppaction://hlinksldjump"/>
            <a:extLst>
              <a:ext uri="{FF2B5EF4-FFF2-40B4-BE49-F238E27FC236}">
                <a16:creationId xmlns:a16="http://schemas.microsoft.com/office/drawing/2014/main" id="{71DBBDC2-A019-AB9C-3413-CF3A8C6A2AFE}"/>
              </a:ext>
            </a:extLst>
          </p:cNvPr>
          <p:cNvSpPr>
            <a:spLocks noChangeArrowheads="1"/>
          </p:cNvSpPr>
          <p:nvPr/>
        </p:nvSpPr>
        <p:spPr bwMode="auto">
          <a:xfrm>
            <a:off x="5736891" y="3330942"/>
            <a:ext cx="1270537" cy="24990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lvl1pPr defTabSz="379413" eaLnBrk="0" hangingPunct="0">
              <a:spcBef>
                <a:spcPct val="20000"/>
              </a:spcBef>
              <a:defRPr sz="900" b="1">
                <a:solidFill>
                  <a:schemeClr val="tx1"/>
                </a:solidFill>
                <a:latin typeface="Arial" pitchFamily="34" charset="0"/>
              </a:defRPr>
            </a:lvl1pPr>
            <a:lvl2pPr marL="742950" indent="-285750" defTabSz="379413" eaLnBrk="0" hangingPunct="0">
              <a:spcBef>
                <a:spcPct val="20000"/>
              </a:spcBef>
              <a:defRPr sz="800" b="1">
                <a:solidFill>
                  <a:schemeClr val="tx1"/>
                </a:solidFill>
                <a:latin typeface="Arial" pitchFamily="34" charset="0"/>
              </a:defRPr>
            </a:lvl2pPr>
            <a:lvl3pPr marL="1143000" indent="-228600" defTabSz="379413" eaLnBrk="0" hangingPunct="0">
              <a:spcBef>
                <a:spcPct val="20000"/>
              </a:spcBef>
              <a:defRPr sz="800" b="1">
                <a:solidFill>
                  <a:schemeClr val="tx1"/>
                </a:solidFill>
                <a:latin typeface="Arial" pitchFamily="34" charset="0"/>
              </a:defRPr>
            </a:lvl3pPr>
            <a:lvl4pPr marL="1600200" indent="-228600" defTabSz="379413" eaLnBrk="0" hangingPunct="0">
              <a:spcBef>
                <a:spcPct val="20000"/>
              </a:spcBef>
              <a:defRPr sz="800" b="1">
                <a:solidFill>
                  <a:schemeClr val="tx1"/>
                </a:solidFill>
                <a:latin typeface="Arial" pitchFamily="34" charset="0"/>
              </a:defRPr>
            </a:lvl4pPr>
            <a:lvl5pPr marL="2057400" indent="-228600" defTabSz="379413" eaLnBrk="0" hangingPunct="0">
              <a:spcBef>
                <a:spcPct val="20000"/>
              </a:spcBef>
              <a:defRPr sz="800" b="1">
                <a:solidFill>
                  <a:schemeClr val="tx1"/>
                </a:solidFill>
                <a:latin typeface="Arial" pitchFamily="34" charset="0"/>
              </a:defRPr>
            </a:lvl5pPr>
            <a:lvl6pPr marL="2514600" indent="-228600" defTabSz="379413" eaLnBrk="0" fontAlgn="base" hangingPunct="0">
              <a:spcBef>
                <a:spcPct val="20000"/>
              </a:spcBef>
              <a:spcAft>
                <a:spcPct val="0"/>
              </a:spcAft>
              <a:defRPr sz="800" b="1">
                <a:solidFill>
                  <a:schemeClr val="tx1"/>
                </a:solidFill>
                <a:latin typeface="Arial" pitchFamily="34" charset="0"/>
              </a:defRPr>
            </a:lvl6pPr>
            <a:lvl7pPr marL="2971800" indent="-228600" defTabSz="379413" eaLnBrk="0" fontAlgn="base" hangingPunct="0">
              <a:spcBef>
                <a:spcPct val="20000"/>
              </a:spcBef>
              <a:spcAft>
                <a:spcPct val="0"/>
              </a:spcAft>
              <a:defRPr sz="800" b="1">
                <a:solidFill>
                  <a:schemeClr val="tx1"/>
                </a:solidFill>
                <a:latin typeface="Arial" pitchFamily="34" charset="0"/>
              </a:defRPr>
            </a:lvl7pPr>
            <a:lvl8pPr marL="3429000" indent="-228600" defTabSz="379413" eaLnBrk="0" fontAlgn="base" hangingPunct="0">
              <a:spcBef>
                <a:spcPct val="20000"/>
              </a:spcBef>
              <a:spcAft>
                <a:spcPct val="0"/>
              </a:spcAft>
              <a:defRPr sz="800" b="1">
                <a:solidFill>
                  <a:schemeClr val="tx1"/>
                </a:solidFill>
                <a:latin typeface="Arial" pitchFamily="34" charset="0"/>
              </a:defRPr>
            </a:lvl8pPr>
            <a:lvl9pPr marL="3886200" indent="-228600" defTabSz="379413"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D31E05"/>
                </a:solidFill>
              </a:rPr>
              <a:t>MAISON_SECURISEE_ROUTAGE</a:t>
            </a:r>
          </a:p>
        </p:txBody>
      </p:sp>
      <p:sp>
        <p:nvSpPr>
          <p:cNvPr id="25" name="AutoShape 31">
            <a:hlinkClick r:id="rId3" action="ppaction://hlinksldjump"/>
            <a:extLst>
              <a:ext uri="{FF2B5EF4-FFF2-40B4-BE49-F238E27FC236}">
                <a16:creationId xmlns:a16="http://schemas.microsoft.com/office/drawing/2014/main" id="{BE37E16E-9840-A6B1-BEF3-189EC48CCF55}"/>
              </a:ext>
            </a:extLst>
          </p:cNvPr>
          <p:cNvSpPr>
            <a:spLocks noChangeArrowheads="1"/>
          </p:cNvSpPr>
          <p:nvPr/>
        </p:nvSpPr>
        <p:spPr bwMode="auto">
          <a:xfrm>
            <a:off x="3248329" y="3287808"/>
            <a:ext cx="1117603" cy="27715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lvl1pPr defTabSz="379413" eaLnBrk="0" hangingPunct="0">
              <a:spcBef>
                <a:spcPct val="20000"/>
              </a:spcBef>
              <a:defRPr sz="900" b="1">
                <a:solidFill>
                  <a:schemeClr val="tx1"/>
                </a:solidFill>
                <a:latin typeface="Arial" pitchFamily="34" charset="0"/>
              </a:defRPr>
            </a:lvl1pPr>
            <a:lvl2pPr marL="742950" indent="-285750" defTabSz="379413" eaLnBrk="0" hangingPunct="0">
              <a:spcBef>
                <a:spcPct val="20000"/>
              </a:spcBef>
              <a:defRPr sz="800" b="1">
                <a:solidFill>
                  <a:schemeClr val="tx1"/>
                </a:solidFill>
                <a:latin typeface="Arial" pitchFamily="34" charset="0"/>
              </a:defRPr>
            </a:lvl2pPr>
            <a:lvl3pPr marL="1143000" indent="-228600" defTabSz="379413" eaLnBrk="0" hangingPunct="0">
              <a:spcBef>
                <a:spcPct val="20000"/>
              </a:spcBef>
              <a:defRPr sz="800" b="1">
                <a:solidFill>
                  <a:schemeClr val="tx1"/>
                </a:solidFill>
                <a:latin typeface="Arial" pitchFamily="34" charset="0"/>
              </a:defRPr>
            </a:lvl3pPr>
            <a:lvl4pPr marL="1600200" indent="-228600" defTabSz="379413" eaLnBrk="0" hangingPunct="0">
              <a:spcBef>
                <a:spcPct val="20000"/>
              </a:spcBef>
              <a:defRPr sz="800" b="1">
                <a:solidFill>
                  <a:schemeClr val="tx1"/>
                </a:solidFill>
                <a:latin typeface="Arial" pitchFamily="34" charset="0"/>
              </a:defRPr>
            </a:lvl4pPr>
            <a:lvl5pPr marL="2057400" indent="-228600" defTabSz="379413" eaLnBrk="0" hangingPunct="0">
              <a:spcBef>
                <a:spcPct val="20000"/>
              </a:spcBef>
              <a:defRPr sz="800" b="1">
                <a:solidFill>
                  <a:schemeClr val="tx1"/>
                </a:solidFill>
                <a:latin typeface="Arial" pitchFamily="34" charset="0"/>
              </a:defRPr>
            </a:lvl5pPr>
            <a:lvl6pPr marL="2514600" indent="-228600" defTabSz="379413" eaLnBrk="0" fontAlgn="base" hangingPunct="0">
              <a:spcBef>
                <a:spcPct val="20000"/>
              </a:spcBef>
              <a:spcAft>
                <a:spcPct val="0"/>
              </a:spcAft>
              <a:defRPr sz="800" b="1">
                <a:solidFill>
                  <a:schemeClr val="tx1"/>
                </a:solidFill>
                <a:latin typeface="Arial" pitchFamily="34" charset="0"/>
              </a:defRPr>
            </a:lvl6pPr>
            <a:lvl7pPr marL="2971800" indent="-228600" defTabSz="379413" eaLnBrk="0" fontAlgn="base" hangingPunct="0">
              <a:spcBef>
                <a:spcPct val="20000"/>
              </a:spcBef>
              <a:spcAft>
                <a:spcPct val="0"/>
              </a:spcAft>
              <a:defRPr sz="800" b="1">
                <a:solidFill>
                  <a:schemeClr val="tx1"/>
                </a:solidFill>
                <a:latin typeface="Arial" pitchFamily="34" charset="0"/>
              </a:defRPr>
            </a:lvl7pPr>
            <a:lvl8pPr marL="3429000" indent="-228600" defTabSz="379413" eaLnBrk="0" fontAlgn="base" hangingPunct="0">
              <a:spcBef>
                <a:spcPct val="20000"/>
              </a:spcBef>
              <a:spcAft>
                <a:spcPct val="0"/>
              </a:spcAft>
              <a:defRPr sz="800" b="1">
                <a:solidFill>
                  <a:schemeClr val="tx1"/>
                </a:solidFill>
                <a:latin typeface="Arial" pitchFamily="34" charset="0"/>
              </a:defRPr>
            </a:lvl8pPr>
            <a:lvl9pPr marL="3886200" indent="-228600" defTabSz="379413"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D31E05"/>
                </a:solidFill>
              </a:rPr>
              <a:t>MAISON_SECURISEE_QUIT</a:t>
            </a:r>
          </a:p>
        </p:txBody>
      </p:sp>
      <p:cxnSp>
        <p:nvCxnSpPr>
          <p:cNvPr id="26" name="Connecteur droit 25">
            <a:extLst>
              <a:ext uri="{FF2B5EF4-FFF2-40B4-BE49-F238E27FC236}">
                <a16:creationId xmlns:a16="http://schemas.microsoft.com/office/drawing/2014/main" id="{5A81F8A3-4738-B367-EF8B-006B2186178E}"/>
              </a:ext>
            </a:extLst>
          </p:cNvPr>
          <p:cNvCxnSpPr>
            <a:cxnSpLocks/>
            <a:stCxn id="24" idx="2"/>
            <a:endCxn id="15" idx="0"/>
          </p:cNvCxnSpPr>
          <p:nvPr/>
        </p:nvCxnSpPr>
        <p:spPr bwMode="auto">
          <a:xfrm>
            <a:off x="6372160" y="3580850"/>
            <a:ext cx="0" cy="184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onnecteur droit 27">
            <a:extLst>
              <a:ext uri="{FF2B5EF4-FFF2-40B4-BE49-F238E27FC236}">
                <a16:creationId xmlns:a16="http://schemas.microsoft.com/office/drawing/2014/main" id="{B46E5301-BFFC-B09F-81FC-456FDF6429B9}"/>
              </a:ext>
            </a:extLst>
          </p:cNvPr>
          <p:cNvCxnSpPr>
            <a:cxnSpLocks/>
            <a:stCxn id="20" idx="2"/>
            <a:endCxn id="24" idx="0"/>
          </p:cNvCxnSpPr>
          <p:nvPr/>
        </p:nvCxnSpPr>
        <p:spPr bwMode="auto">
          <a:xfrm>
            <a:off x="6366858" y="3146157"/>
            <a:ext cx="5302" cy="1847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 en angle 28">
            <a:extLst>
              <a:ext uri="{FF2B5EF4-FFF2-40B4-BE49-F238E27FC236}">
                <a16:creationId xmlns:a16="http://schemas.microsoft.com/office/drawing/2014/main" id="{201E80BC-80A2-CF7E-D84B-7903D0992EB2}"/>
              </a:ext>
            </a:extLst>
          </p:cNvPr>
          <p:cNvCxnSpPr>
            <a:cxnSpLocks/>
            <a:stCxn id="13" idx="1"/>
            <a:endCxn id="11" idx="0"/>
          </p:cNvCxnSpPr>
          <p:nvPr/>
        </p:nvCxnSpPr>
        <p:spPr bwMode="auto">
          <a:xfrm rot="10800000" flipV="1">
            <a:off x="3807131" y="2474568"/>
            <a:ext cx="859982" cy="50911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droit 4">
            <a:extLst>
              <a:ext uri="{FF2B5EF4-FFF2-40B4-BE49-F238E27FC236}">
                <a16:creationId xmlns:a16="http://schemas.microsoft.com/office/drawing/2014/main" id="{10239755-0A5D-EEDE-637A-594C6041AE36}"/>
              </a:ext>
            </a:extLst>
          </p:cNvPr>
          <p:cNvCxnSpPr>
            <a:cxnSpLocks/>
            <a:stCxn id="25" idx="2"/>
            <a:endCxn id="7" idx="0"/>
          </p:cNvCxnSpPr>
          <p:nvPr/>
        </p:nvCxnSpPr>
        <p:spPr bwMode="auto">
          <a:xfrm flipH="1">
            <a:off x="3807130" y="3564966"/>
            <a:ext cx="1" cy="1501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a:extLst>
              <a:ext uri="{FF2B5EF4-FFF2-40B4-BE49-F238E27FC236}">
                <a16:creationId xmlns:a16="http://schemas.microsoft.com/office/drawing/2014/main" id="{D96455B1-EB81-2664-20F8-A9A422459E59}"/>
              </a:ext>
            </a:extLst>
          </p:cNvPr>
          <p:cNvCxnSpPr>
            <a:cxnSpLocks/>
            <a:stCxn id="11" idx="2"/>
            <a:endCxn id="25" idx="0"/>
          </p:cNvCxnSpPr>
          <p:nvPr/>
        </p:nvCxnSpPr>
        <p:spPr bwMode="auto">
          <a:xfrm>
            <a:off x="3807131" y="3137647"/>
            <a:ext cx="0" cy="1501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3736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pPr>
              <a:defRPr/>
            </a:pPr>
            <a:fld id="{843DFBF3-518F-4932-94B0-8C2572279D0B}" type="slidenum">
              <a:rPr lang="fr-FR" smtClean="0"/>
              <a:pPr>
                <a:defRPr/>
              </a:pPr>
              <a:t>6</a:t>
            </a:fld>
            <a:endParaRPr lang="fr-FR"/>
          </a:p>
        </p:txBody>
      </p:sp>
      <p:sp>
        <p:nvSpPr>
          <p:cNvPr id="7" name="Rectangle 8"/>
          <p:cNvSpPr>
            <a:spLocks noChangeArrowheads="1"/>
          </p:cNvSpPr>
          <p:nvPr/>
        </p:nvSpPr>
        <p:spPr bwMode="auto">
          <a:xfrm>
            <a:off x="3713284" y="2972445"/>
            <a:ext cx="3232235" cy="86954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anchor="ctr"/>
          <a:lstStyle/>
          <a:p>
            <a:pPr algn="ctr"/>
            <a:r>
              <a:rPr lang="fr-FR" sz="600">
                <a:solidFill>
                  <a:srgbClr val="FF0000"/>
                </a:solidFill>
                <a:latin typeface="Arial" pitchFamily="34" charset="0"/>
                <a:ea typeface="ＭＳ Ｐゴシック" charset="-128"/>
              </a:rPr>
              <a:t>SUSPENSION MOBILE</a:t>
            </a:r>
            <a:br>
              <a:rPr lang="fr-FR" sz="600">
                <a:solidFill>
                  <a:srgbClr val="FF0000"/>
                </a:solidFill>
                <a:latin typeface="Arial" pitchFamily="34" charset="0"/>
                <a:ea typeface="ＭＳ Ｐゴシック" charset="-128"/>
              </a:rPr>
            </a:br>
            <a:r>
              <a:rPr lang="fr-FR" sz="600">
                <a:latin typeface="Arial" pitchFamily="34" charset="0"/>
                <a:ea typeface="ＭＳ Ｐゴシック" charset="-128"/>
              </a:rPr>
              <a:t> </a:t>
            </a:r>
            <a:r>
              <a:rPr lang="fr-FR" sz="700">
                <a:latin typeface="Arial" pitchFamily="34" charset="0"/>
                <a:cs typeface="Arial" pitchFamily="34" charset="0"/>
              </a:rPr>
              <a:t>Malgré nos différentes relances nous n</a:t>
            </a:r>
            <a:r>
              <a:rPr lang="fr-FR" altLang="fr-FR" sz="700">
                <a:latin typeface="Arial" pitchFamily="34" charset="0"/>
                <a:cs typeface="Arial" pitchFamily="34" charset="0"/>
              </a:rPr>
              <a:t>’</a:t>
            </a:r>
            <a:r>
              <a:rPr lang="fr-FR" sz="700">
                <a:latin typeface="Arial" pitchFamily="34" charset="0"/>
                <a:cs typeface="Arial" pitchFamily="34" charset="0"/>
              </a:rPr>
              <a:t>avons toujours pas reçu votre règlement. C</a:t>
            </a:r>
            <a:r>
              <a:rPr lang="fr-FR" altLang="fr-FR" sz="700">
                <a:latin typeface="Arial" pitchFamily="34" charset="0"/>
                <a:cs typeface="Arial" pitchFamily="34" charset="0"/>
              </a:rPr>
              <a:t>’</a:t>
            </a:r>
            <a:r>
              <a:rPr lang="fr-FR" sz="700">
                <a:latin typeface="Arial" pitchFamily="34" charset="0"/>
                <a:cs typeface="Arial" pitchFamily="34" charset="0"/>
              </a:rPr>
              <a:t>est pourquoi vos services et votre ligne téléphonique sont actuellement suspendus. Vous ne pouvez donc plus émettre d</a:t>
            </a:r>
            <a:r>
              <a:rPr lang="fr-FR" altLang="fr-FR" sz="700">
                <a:latin typeface="Arial" pitchFamily="34" charset="0"/>
                <a:cs typeface="Arial" pitchFamily="34" charset="0"/>
              </a:rPr>
              <a:t>’</a:t>
            </a:r>
            <a:r>
              <a:rPr lang="fr-FR" sz="700">
                <a:latin typeface="Arial" pitchFamily="34" charset="0"/>
                <a:cs typeface="Arial" pitchFamily="34" charset="0"/>
              </a:rPr>
              <a:t>appels, hormis les numéros d'urgence.</a:t>
            </a:r>
          </a:p>
          <a:p>
            <a:pPr algn="ctr"/>
            <a:r>
              <a:rPr lang="fr-FR" sz="700">
                <a:latin typeface="Arial" pitchFamily="34" charset="0"/>
                <a:cs typeface="Arial" pitchFamily="34" charset="0"/>
              </a:rPr>
              <a:t>Pour régler votre facture par carte bancaire sur notre serveur vocal sécurisé, tapez 1</a:t>
            </a:r>
          </a:p>
          <a:p>
            <a:pPr algn="ctr"/>
            <a:r>
              <a:rPr lang="fr-FR" sz="700">
                <a:latin typeface="Arial" pitchFamily="34" charset="0"/>
                <a:cs typeface="Arial" pitchFamily="34" charset="0"/>
              </a:rPr>
              <a:t> sinon tapez 2</a:t>
            </a:r>
          </a:p>
        </p:txBody>
      </p:sp>
      <p:sp>
        <p:nvSpPr>
          <p:cNvPr id="9" name="AutoShape 10">
            <a:hlinkClick r:id="rId2" action="ppaction://hlinksldjump"/>
          </p:cNvPr>
          <p:cNvSpPr>
            <a:spLocks noChangeArrowheads="1"/>
          </p:cNvSpPr>
          <p:nvPr/>
        </p:nvSpPr>
        <p:spPr bwMode="auto">
          <a:xfrm rot="10800000">
            <a:off x="4153454" y="503072"/>
            <a:ext cx="1071563" cy="47466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a:t>
            </a:r>
          </a:p>
        </p:txBody>
      </p:sp>
      <p:cxnSp>
        <p:nvCxnSpPr>
          <p:cNvPr id="10" name="AutoShape 11"/>
          <p:cNvCxnSpPr>
            <a:cxnSpLocks noChangeShapeType="1"/>
            <a:stCxn id="7" idx="2"/>
            <a:endCxn id="12" idx="0"/>
          </p:cNvCxnSpPr>
          <p:nvPr/>
        </p:nvCxnSpPr>
        <p:spPr bwMode="auto">
          <a:xfrm>
            <a:off x="5329402" y="3841985"/>
            <a:ext cx="4604" cy="109587"/>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2" name="AutoShape 52"/>
          <p:cNvSpPr>
            <a:spLocks noChangeArrowheads="1"/>
          </p:cNvSpPr>
          <p:nvPr/>
        </p:nvSpPr>
        <p:spPr bwMode="auto">
          <a:xfrm>
            <a:off x="5072862" y="3951572"/>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13" name="AutoShape 17"/>
          <p:cNvSpPr>
            <a:spLocks noChangeArrowheads="1"/>
          </p:cNvSpPr>
          <p:nvPr/>
        </p:nvSpPr>
        <p:spPr bwMode="auto">
          <a:xfrm>
            <a:off x="3357952" y="4165270"/>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14" name="AutoShape 17"/>
          <p:cNvSpPr>
            <a:spLocks noChangeArrowheads="1"/>
          </p:cNvSpPr>
          <p:nvPr/>
        </p:nvSpPr>
        <p:spPr bwMode="auto">
          <a:xfrm>
            <a:off x="5737447" y="4158418"/>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15" name="AutoShape 10"/>
          <p:cNvCxnSpPr>
            <a:cxnSpLocks noChangeShapeType="1"/>
            <a:stCxn id="12" idx="1"/>
            <a:endCxn id="13" idx="6"/>
          </p:cNvCxnSpPr>
          <p:nvPr/>
        </p:nvCxnSpPr>
        <p:spPr bwMode="auto">
          <a:xfrm rot="10800000" flipV="1">
            <a:off x="3465902" y="4076190"/>
            <a:ext cx="1606960" cy="8907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0"/>
          <p:cNvCxnSpPr>
            <a:cxnSpLocks noChangeShapeType="1"/>
            <a:stCxn id="12" idx="3"/>
            <a:endCxn id="14" idx="6"/>
          </p:cNvCxnSpPr>
          <p:nvPr/>
        </p:nvCxnSpPr>
        <p:spPr bwMode="auto">
          <a:xfrm>
            <a:off x="5595149" y="4076191"/>
            <a:ext cx="250248" cy="82227"/>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5"/>
          <p:cNvCxnSpPr>
            <a:cxnSpLocks noChangeShapeType="1"/>
            <a:stCxn id="39" idx="2"/>
            <a:endCxn id="87" idx="0"/>
          </p:cNvCxnSpPr>
          <p:nvPr/>
        </p:nvCxnSpPr>
        <p:spPr bwMode="auto">
          <a:xfrm flipH="1">
            <a:off x="3465194" y="5383526"/>
            <a:ext cx="3722" cy="143376"/>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9" name="AutoShape 6"/>
          <p:cNvSpPr>
            <a:spLocks noChangeArrowheads="1"/>
          </p:cNvSpPr>
          <p:nvPr/>
        </p:nvSpPr>
        <p:spPr bwMode="auto">
          <a:xfrm>
            <a:off x="2999975" y="4654653"/>
            <a:ext cx="934003" cy="20051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00071</a:t>
            </a:r>
            <a:r>
              <a:rPr lang="fr-FR" sz="600">
                <a:ea typeface="ＭＳ Ｐゴシック" charset="0"/>
              </a:rPr>
              <a:t>_SUSP_PAIEMENT</a:t>
            </a:r>
          </a:p>
        </p:txBody>
      </p:sp>
      <p:sp>
        <p:nvSpPr>
          <p:cNvPr id="22" name="AutoShape 27"/>
          <p:cNvSpPr>
            <a:spLocks noChangeArrowheads="1"/>
          </p:cNvSpPr>
          <p:nvPr/>
        </p:nvSpPr>
        <p:spPr bwMode="auto">
          <a:xfrm>
            <a:off x="7506070" y="3970788"/>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23" name="AutoShape 37"/>
          <p:cNvSpPr>
            <a:spLocks noChangeArrowheads="1"/>
          </p:cNvSpPr>
          <p:nvPr/>
        </p:nvSpPr>
        <p:spPr bwMode="auto">
          <a:xfrm>
            <a:off x="7454808" y="3728067"/>
            <a:ext cx="761816" cy="1849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00079_SUSP_NMNI</a:t>
            </a:r>
            <a:endParaRPr lang="fr-FR" sz="600">
              <a:solidFill>
                <a:srgbClr val="FF0000"/>
              </a:solidFill>
            </a:endParaRPr>
          </a:p>
        </p:txBody>
      </p:sp>
      <p:sp>
        <p:nvSpPr>
          <p:cNvPr id="24" name="Text Box 157"/>
          <p:cNvSpPr txBox="1">
            <a:spLocks noChangeArrowheads="1"/>
          </p:cNvSpPr>
          <p:nvPr/>
        </p:nvSpPr>
        <p:spPr bwMode="auto">
          <a:xfrm>
            <a:off x="7835716" y="417034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5" name="Text Box 156"/>
          <p:cNvSpPr txBox="1">
            <a:spLocks noChangeArrowheads="1"/>
          </p:cNvSpPr>
          <p:nvPr/>
        </p:nvSpPr>
        <p:spPr bwMode="auto">
          <a:xfrm>
            <a:off x="8216624" y="3767783"/>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26" name="AutoShape 69"/>
          <p:cNvCxnSpPr>
            <a:cxnSpLocks noChangeShapeType="1"/>
            <a:stCxn id="23" idx="2"/>
            <a:endCxn id="22" idx="6"/>
          </p:cNvCxnSpPr>
          <p:nvPr/>
        </p:nvCxnSpPr>
        <p:spPr bwMode="auto">
          <a:xfrm>
            <a:off x="7835716" y="3913011"/>
            <a:ext cx="554" cy="5777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13"/>
          <p:cNvCxnSpPr>
            <a:cxnSpLocks noChangeShapeType="1"/>
            <a:stCxn id="35" idx="1"/>
            <a:endCxn id="7" idx="3"/>
          </p:cNvCxnSpPr>
          <p:nvPr/>
        </p:nvCxnSpPr>
        <p:spPr bwMode="auto">
          <a:xfrm rot="10800000">
            <a:off x="6945520" y="3407216"/>
            <a:ext cx="271039" cy="5125"/>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8" name="AutoShape 69"/>
          <p:cNvCxnSpPr>
            <a:cxnSpLocks noChangeShapeType="1"/>
            <a:stCxn id="22" idx="2"/>
            <a:endCxn id="30" idx="0"/>
          </p:cNvCxnSpPr>
          <p:nvPr/>
        </p:nvCxnSpPr>
        <p:spPr bwMode="auto">
          <a:xfrm flipH="1">
            <a:off x="7835716" y="4172400"/>
            <a:ext cx="554" cy="29715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10"/>
          <p:cNvCxnSpPr>
            <a:cxnSpLocks noChangeShapeType="1"/>
            <a:stCxn id="12" idx="3"/>
            <a:endCxn id="22" idx="4"/>
          </p:cNvCxnSpPr>
          <p:nvPr/>
        </p:nvCxnSpPr>
        <p:spPr bwMode="auto">
          <a:xfrm flipV="1">
            <a:off x="5595149" y="4071594"/>
            <a:ext cx="1910921" cy="459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AutoShape 55"/>
          <p:cNvSpPr>
            <a:spLocks noChangeArrowheads="1"/>
          </p:cNvSpPr>
          <p:nvPr/>
        </p:nvSpPr>
        <p:spPr bwMode="auto">
          <a:xfrm>
            <a:off x="7390532" y="4469557"/>
            <a:ext cx="890367" cy="1850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00079_SUSP_NMNI_X2</a:t>
            </a:r>
          </a:p>
        </p:txBody>
      </p:sp>
      <p:cxnSp>
        <p:nvCxnSpPr>
          <p:cNvPr id="34" name="AutoShape 10"/>
          <p:cNvCxnSpPr>
            <a:cxnSpLocks noChangeShapeType="1"/>
            <a:stCxn id="19" idx="2"/>
            <a:endCxn id="39" idx="0"/>
          </p:cNvCxnSpPr>
          <p:nvPr/>
        </p:nvCxnSpPr>
        <p:spPr bwMode="auto">
          <a:xfrm>
            <a:off x="3466977" y="4855169"/>
            <a:ext cx="1939" cy="3609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Rectangle 68"/>
          <p:cNvSpPr>
            <a:spLocks noChangeArrowheads="1"/>
          </p:cNvSpPr>
          <p:nvPr/>
        </p:nvSpPr>
        <p:spPr bwMode="auto">
          <a:xfrm>
            <a:off x="7216558" y="3158424"/>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39" name="AutoShape 31">
            <a:hlinkClick r:id="" action="ppaction://noaction"/>
          </p:cNvPr>
          <p:cNvSpPr>
            <a:spLocks noChangeArrowheads="1"/>
          </p:cNvSpPr>
          <p:nvPr/>
        </p:nvSpPr>
        <p:spPr bwMode="auto">
          <a:xfrm>
            <a:off x="2844999" y="5216144"/>
            <a:ext cx="1247834" cy="16738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ABO_REGLER_FACTURE_SUSP</a:t>
            </a:r>
          </a:p>
        </p:txBody>
      </p:sp>
      <p:sp>
        <p:nvSpPr>
          <p:cNvPr id="4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53" name="AutoShape 6"/>
          <p:cNvSpPr>
            <a:spLocks noChangeArrowheads="1"/>
          </p:cNvSpPr>
          <p:nvPr/>
        </p:nvSpPr>
        <p:spPr bwMode="auto">
          <a:xfrm>
            <a:off x="2141463" y="2240873"/>
            <a:ext cx="949088" cy="16963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00070_WCB_SUSPENDU</a:t>
            </a:r>
          </a:p>
        </p:txBody>
      </p:sp>
      <p:cxnSp>
        <p:nvCxnSpPr>
          <p:cNvPr id="55" name="AutoShape 9"/>
          <p:cNvCxnSpPr>
            <a:cxnSpLocks noChangeShapeType="1"/>
            <a:stCxn id="58" idx="0"/>
            <a:endCxn id="53" idx="1"/>
          </p:cNvCxnSpPr>
          <p:nvPr/>
        </p:nvCxnSpPr>
        <p:spPr bwMode="auto">
          <a:xfrm rot="5400000" flipH="1" flipV="1">
            <a:off x="1460374" y="2298237"/>
            <a:ext cx="653636" cy="708541"/>
          </a:xfrm>
          <a:prstGeom prst="bentConnector2">
            <a:avLst/>
          </a:prstGeom>
          <a:noFill/>
          <a:ln w="9525">
            <a:solidFill>
              <a:srgbClr val="0000FF"/>
            </a:solidFill>
            <a:miter lim="800000"/>
            <a:headEnd/>
            <a:tailEnd/>
          </a:ln>
          <a:extLst>
            <a:ext uri="{909E8E84-426E-40DD-AFC4-6F175D3DCCD1}">
              <a14:hiddenFill xmlns:a14="http://schemas.microsoft.com/office/drawing/2010/main">
                <a:noFill/>
              </a14:hiddenFill>
            </a:ext>
          </a:extLst>
        </p:spPr>
      </p:cxnSp>
      <p:sp>
        <p:nvSpPr>
          <p:cNvPr id="58" name="Rectangle 8"/>
          <p:cNvSpPr>
            <a:spLocks noChangeArrowheads="1"/>
          </p:cNvSpPr>
          <p:nvPr/>
        </p:nvSpPr>
        <p:spPr bwMode="auto">
          <a:xfrm>
            <a:off x="28506" y="2979325"/>
            <a:ext cx="2808832" cy="1424909"/>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anchor="ctr"/>
          <a:lstStyle/>
          <a:p>
            <a:pPr algn="ctr"/>
            <a:r>
              <a:rPr lang="fr-FR" sz="600">
                <a:solidFill>
                  <a:srgbClr val="FF0000"/>
                </a:solidFill>
                <a:latin typeface="Arial" pitchFamily="34" charset="0"/>
                <a:ea typeface="ＭＳ Ｐゴシック" charset="-128"/>
              </a:rPr>
              <a:t>SUSPENSION MOBILE WCB</a:t>
            </a:r>
            <a:br>
              <a:rPr lang="fr-FR" sz="600">
                <a:solidFill>
                  <a:srgbClr val="FF0000"/>
                </a:solidFill>
                <a:latin typeface="Arial" pitchFamily="34" charset="0"/>
                <a:ea typeface="ＭＳ Ｐゴシック" charset="-128"/>
              </a:rPr>
            </a:br>
            <a:r>
              <a:rPr lang="fr-FR" sz="600">
                <a:latin typeface="Arial" pitchFamily="34" charset="0"/>
                <a:ea typeface="ＭＳ Ｐゴシック" charset="-128"/>
              </a:rPr>
              <a:t>Malgré nos différentes relances nous n’avons toujours pas reçu votre règlement. </a:t>
            </a:r>
          </a:p>
          <a:p>
            <a:pPr algn="ctr"/>
            <a:r>
              <a:rPr lang="fr-FR" sz="600">
                <a:latin typeface="Arial" pitchFamily="34" charset="0"/>
                <a:ea typeface="ＭＳ Ｐゴシック" charset="-128"/>
              </a:rPr>
              <a:t>C’est pourquoi vos services et votre ligne téléphonique sont actuellement suspendus. </a:t>
            </a:r>
          </a:p>
          <a:p>
            <a:pPr algn="ctr"/>
            <a:r>
              <a:rPr lang="fr-FR" sz="600">
                <a:latin typeface="Arial" pitchFamily="34" charset="0"/>
                <a:ea typeface="ＭＳ Ｐゴシック" charset="-128"/>
              </a:rPr>
              <a:t>Vous ne pouvez donc plus émettre d’appels, hormis les numéros d'urgence. </a:t>
            </a:r>
          </a:p>
          <a:p>
            <a:pPr algn="ctr"/>
            <a:r>
              <a:rPr lang="fr-FR" sz="600">
                <a:latin typeface="Arial" pitchFamily="34" charset="0"/>
                <a:ea typeface="ＭＳ Ｐゴシック" charset="-128"/>
              </a:rPr>
              <a:t>En raison de cette situation, et puisque nos conseillers ne seront pas en mesure de pouvoir enregistrer votre paiement au téléphone, ni de traiter l’intégralité de vos demandes, nous allons vous mettre en relation avec notre serveur vocal sécurisé pour régler votre facture par carte bancaire.</a:t>
            </a:r>
          </a:p>
          <a:p>
            <a:pPr algn="ctr"/>
            <a:r>
              <a:rPr lang="fr-FR" sz="600">
                <a:latin typeface="Arial" pitchFamily="34" charset="0"/>
                <a:ea typeface="ＭＳ Ｐゴシック" charset="-128"/>
              </a:rPr>
              <a:t>Vous pouvez aussi régler votre facture par carte bancaire sur votre Espace Client rubrique « Payer vos factures » , ou sur l’application </a:t>
            </a:r>
            <a:r>
              <a:rPr lang="fr-FR" sz="600" err="1">
                <a:latin typeface="Arial" pitchFamily="34" charset="0"/>
                <a:ea typeface="ＭＳ Ｐゴシック" charset="-128"/>
              </a:rPr>
              <a:t>SFR&amp;Moi</a:t>
            </a:r>
            <a:r>
              <a:rPr lang="fr-FR" sz="600">
                <a:latin typeface="Arial" pitchFamily="34" charset="0"/>
                <a:ea typeface="ＭＳ Ｐゴシック" charset="-128"/>
              </a:rPr>
              <a:t> rubrique « Conso » puis onglet « Facture ». </a:t>
            </a:r>
          </a:p>
          <a:p>
            <a:pPr algn="ctr"/>
            <a:r>
              <a:rPr lang="fr-FR" sz="600">
                <a:latin typeface="Arial" pitchFamily="34" charset="0"/>
                <a:ea typeface="ＭＳ Ｐゴシック" charset="-128"/>
              </a:rPr>
              <a:t>Toutefois pour être mis en relation avec un conseiller merci d'appuyer maintenant sur *. </a:t>
            </a:r>
            <a:endParaRPr lang="fr-FR" sz="700">
              <a:latin typeface="Arial" pitchFamily="34" charset="0"/>
              <a:cs typeface="Arial" pitchFamily="34" charset="0"/>
            </a:endParaRPr>
          </a:p>
        </p:txBody>
      </p:sp>
      <p:cxnSp>
        <p:nvCxnSpPr>
          <p:cNvPr id="62" name="AutoShape 5"/>
          <p:cNvCxnSpPr>
            <a:cxnSpLocks noChangeShapeType="1"/>
            <a:stCxn id="58" idx="2"/>
            <a:endCxn id="95" idx="0"/>
          </p:cNvCxnSpPr>
          <p:nvPr/>
        </p:nvCxnSpPr>
        <p:spPr bwMode="auto">
          <a:xfrm flipH="1">
            <a:off x="1432921" y="4404234"/>
            <a:ext cx="1" cy="204984"/>
          </a:xfrm>
          <a:prstGeom prst="straightConnector1">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sp>
        <p:nvSpPr>
          <p:cNvPr id="70" name="Text Box 157"/>
          <p:cNvSpPr txBox="1">
            <a:spLocks noChangeArrowheads="1"/>
          </p:cNvSpPr>
          <p:nvPr/>
        </p:nvSpPr>
        <p:spPr bwMode="auto">
          <a:xfrm>
            <a:off x="3276687" y="1019024"/>
            <a:ext cx="813044"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 WCBDIGITAL = 1</a:t>
            </a:r>
          </a:p>
        </p:txBody>
      </p:sp>
      <p:sp>
        <p:nvSpPr>
          <p:cNvPr id="81" name="Rectangle 80"/>
          <p:cNvSpPr/>
          <p:nvPr/>
        </p:nvSpPr>
        <p:spPr bwMode="auto">
          <a:xfrm>
            <a:off x="31260" y="571533"/>
            <a:ext cx="2890573" cy="68946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lvl="0"/>
            <a:r>
              <a:rPr lang="fr-FR" sz="600" b="1" u="sng"/>
              <a:t>Si CONV :</a:t>
            </a:r>
          </a:p>
          <a:p>
            <a:r>
              <a:rPr lang="fr-FR" sz="600" b="1"/>
              <a:t>RISQUE =&gt; Si marqueur C2OL = ME_RISQVAL  et value1 = 1 </a:t>
            </a:r>
          </a:p>
          <a:p>
            <a:r>
              <a:rPr lang="fr-FR" sz="600" b="1"/>
              <a:t>NON RISQUE =&gt; Si marqueur C2OL = ME_RISQVAL  et value1 &lt;&gt; 1 </a:t>
            </a:r>
          </a:p>
          <a:p>
            <a:r>
              <a:rPr lang="fr-FR" sz="600" b="1" u="sng"/>
              <a:t>Si NON CONV :</a:t>
            </a:r>
          </a:p>
          <a:p>
            <a:r>
              <a:rPr lang="fr-FR" sz="600" b="1"/>
              <a:t>RISQUE =&gt; Si marqueur C2OL = </a:t>
            </a:r>
            <a:r>
              <a:rPr lang="fr-FR" sz="600" b="1" err="1"/>
              <a:t>A_Reengager</a:t>
            </a:r>
            <a:r>
              <a:rPr lang="fr-FR" sz="600" b="1"/>
              <a:t> ou A_SAUVER et value1 &lt;&gt; 0 </a:t>
            </a:r>
          </a:p>
          <a:p>
            <a:r>
              <a:rPr lang="fr-FR" sz="600" b="1"/>
              <a:t>NON RISQUE =&gt; Si marqueur C2OL = A_SAUVER et value1 &lt;&gt; 1 </a:t>
            </a:r>
          </a:p>
        </p:txBody>
      </p:sp>
      <p:sp>
        <p:nvSpPr>
          <p:cNvPr id="87" name="AutoShape 143"/>
          <p:cNvSpPr>
            <a:spLocks noChangeArrowheads="1"/>
          </p:cNvSpPr>
          <p:nvPr/>
        </p:nvSpPr>
        <p:spPr bwMode="auto">
          <a:xfrm>
            <a:off x="3014607" y="5526902"/>
            <a:ext cx="901173"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2C842C"/>
                </a:solidFill>
              </a:rPr>
              <a:t>PCB</a:t>
            </a:r>
          </a:p>
          <a:p>
            <a:pPr algn="ctr" eaLnBrk="0" hangingPunct="0"/>
            <a:r>
              <a:rPr lang="fr-FR" sz="600"/>
              <a:t>03 69 18 58 75</a:t>
            </a:r>
            <a:endParaRPr lang="fr-FR" sz="600" b="1">
              <a:solidFill>
                <a:srgbClr val="2C842C"/>
              </a:solidFill>
            </a:endParaRPr>
          </a:p>
        </p:txBody>
      </p:sp>
      <p:sp>
        <p:nvSpPr>
          <p:cNvPr id="75" name="AutoShape 73"/>
          <p:cNvSpPr>
            <a:spLocks noChangeArrowheads="1"/>
          </p:cNvSpPr>
          <p:nvPr/>
        </p:nvSpPr>
        <p:spPr bwMode="auto">
          <a:xfrm>
            <a:off x="5400191" y="570174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86" name="Groupe 85"/>
          <p:cNvGrpSpPr/>
          <p:nvPr/>
        </p:nvGrpSpPr>
        <p:grpSpPr>
          <a:xfrm>
            <a:off x="4505980" y="6096558"/>
            <a:ext cx="1173123" cy="732709"/>
            <a:chOff x="5797186" y="3497070"/>
            <a:chExt cx="1173123" cy="732709"/>
          </a:xfrm>
          <a:effectLst/>
        </p:grpSpPr>
        <p:sp>
          <p:nvSpPr>
            <p:cNvPr id="89" name="AutoShape 14"/>
            <p:cNvSpPr>
              <a:spLocks noChangeArrowheads="1"/>
            </p:cNvSpPr>
            <p:nvPr/>
          </p:nvSpPr>
          <p:spPr bwMode="auto">
            <a:xfrm>
              <a:off x="5797186" y="3497070"/>
              <a:ext cx="1173123" cy="1827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00072_SUSPENDU_HNO_COM</a:t>
              </a:r>
            </a:p>
          </p:txBody>
        </p:sp>
        <p:cxnSp>
          <p:nvCxnSpPr>
            <p:cNvPr id="91" name="Connecteur droit 90"/>
            <p:cNvCxnSpPr>
              <a:stCxn id="89" idx="2"/>
              <a:endCxn id="93" idx="2"/>
            </p:cNvCxnSpPr>
            <p:nvPr/>
          </p:nvCxnSpPr>
          <p:spPr bwMode="auto">
            <a:xfrm flipH="1">
              <a:off x="6383445" y="3679779"/>
              <a:ext cx="303" cy="19000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AutoShape 11">
              <a:hlinkClick r:id="rId3" action="ppaction://hlinksldjump"/>
            </p:cNvPr>
            <p:cNvSpPr>
              <a:spLocks noChangeArrowheads="1"/>
            </p:cNvSpPr>
            <p:nvPr/>
          </p:nvSpPr>
          <p:spPr bwMode="auto">
            <a:xfrm rot="10800000">
              <a:off x="5908153" y="3869779"/>
              <a:ext cx="95058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94" name="Connecteur en angle 93"/>
          <p:cNvCxnSpPr>
            <a:stCxn id="75" idx="1"/>
            <a:endCxn id="89" idx="0"/>
          </p:cNvCxnSpPr>
          <p:nvPr/>
        </p:nvCxnSpPr>
        <p:spPr bwMode="auto">
          <a:xfrm rot="10800000" flipV="1">
            <a:off x="5092543" y="5893554"/>
            <a:ext cx="307649" cy="20300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AutoShape 6"/>
          <p:cNvSpPr>
            <a:spLocks noChangeArrowheads="1"/>
          </p:cNvSpPr>
          <p:nvPr/>
        </p:nvSpPr>
        <p:spPr bwMode="auto">
          <a:xfrm>
            <a:off x="5303291" y="4481530"/>
            <a:ext cx="1081933" cy="24923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00072_</a:t>
            </a:r>
            <a:r>
              <a:rPr lang="fr-FR" sz="600">
                <a:ea typeface="ＭＳ Ｐゴシック" charset="0"/>
              </a:rPr>
              <a:t>SUSP_TRANSFERT</a:t>
            </a:r>
          </a:p>
        </p:txBody>
      </p:sp>
      <p:cxnSp>
        <p:nvCxnSpPr>
          <p:cNvPr id="47" name="Connecteur droit 46"/>
          <p:cNvCxnSpPr>
            <a:stCxn id="53" idx="3"/>
            <a:endCxn id="132" idx="1"/>
          </p:cNvCxnSpPr>
          <p:nvPr/>
        </p:nvCxnSpPr>
        <p:spPr bwMode="auto">
          <a:xfrm flipV="1">
            <a:off x="3090551" y="2322444"/>
            <a:ext cx="158656" cy="3245"/>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AutoShape 104"/>
          <p:cNvSpPr>
            <a:spLocks noChangeArrowheads="1"/>
          </p:cNvSpPr>
          <p:nvPr/>
        </p:nvSpPr>
        <p:spPr bwMode="auto">
          <a:xfrm>
            <a:off x="1256610" y="4609218"/>
            <a:ext cx="352622" cy="2984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1400" b="0"/>
              <a:t>*</a:t>
            </a:r>
          </a:p>
        </p:txBody>
      </p:sp>
      <p:sp>
        <p:nvSpPr>
          <p:cNvPr id="96" name="Text Box 156"/>
          <p:cNvSpPr txBox="1">
            <a:spLocks noChangeArrowheads="1"/>
          </p:cNvSpPr>
          <p:nvPr/>
        </p:nvSpPr>
        <p:spPr bwMode="auto">
          <a:xfrm>
            <a:off x="1602203" y="460238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98" name="AutoShape 9"/>
          <p:cNvCxnSpPr>
            <a:cxnSpLocks noChangeShapeType="1"/>
            <a:stCxn id="39" idx="1"/>
            <a:endCxn id="136" idx="2"/>
          </p:cNvCxnSpPr>
          <p:nvPr/>
        </p:nvCxnSpPr>
        <p:spPr bwMode="auto">
          <a:xfrm rot="10800000">
            <a:off x="2202889" y="5122803"/>
            <a:ext cx="642110" cy="177033"/>
          </a:xfrm>
          <a:prstGeom prst="bentConnector2">
            <a:avLst/>
          </a:prstGeom>
          <a:noFill/>
          <a:ln w="9525">
            <a:solidFill>
              <a:srgbClr val="0000FF"/>
            </a:solidFill>
            <a:miter lim="800000"/>
            <a:headEnd/>
            <a:tailEnd/>
          </a:ln>
          <a:extLst>
            <a:ext uri="{909E8E84-426E-40DD-AFC4-6F175D3DCCD1}">
              <a14:hiddenFill xmlns:a14="http://schemas.microsoft.com/office/drawing/2010/main">
                <a:noFill/>
              </a14:hiddenFill>
            </a:ext>
          </a:extLst>
        </p:spPr>
      </p:cxnSp>
      <p:sp>
        <p:nvSpPr>
          <p:cNvPr id="131" name="AutoShape 113"/>
          <p:cNvSpPr>
            <a:spLocks noChangeArrowheads="1"/>
          </p:cNvSpPr>
          <p:nvPr/>
        </p:nvSpPr>
        <p:spPr bwMode="auto">
          <a:xfrm>
            <a:off x="2129471" y="1725297"/>
            <a:ext cx="784141"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WS SAP RMCA</a:t>
            </a:r>
          </a:p>
          <a:p>
            <a:pPr algn="ctr" eaLnBrk="0" hangingPunct="0">
              <a:defRPr/>
            </a:pPr>
            <a:r>
              <a:rPr lang="fr-FR" sz="600">
                <a:ea typeface="ＭＳ Ｐゴシック" charset="0"/>
              </a:rPr>
              <a:t>« ContractDetail20 »</a:t>
            </a:r>
          </a:p>
        </p:txBody>
      </p:sp>
      <p:cxnSp>
        <p:nvCxnSpPr>
          <p:cNvPr id="133" name="Connecteur droit 132"/>
          <p:cNvCxnSpPr>
            <a:stCxn id="9" idx="0"/>
            <a:endCxn id="149" idx="0"/>
          </p:cNvCxnSpPr>
          <p:nvPr/>
        </p:nvCxnSpPr>
        <p:spPr bwMode="auto">
          <a:xfrm>
            <a:off x="4689235" y="977734"/>
            <a:ext cx="0" cy="9439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Text Box 156"/>
          <p:cNvSpPr txBox="1">
            <a:spLocks noChangeArrowheads="1"/>
          </p:cNvSpPr>
          <p:nvPr/>
        </p:nvSpPr>
        <p:spPr bwMode="auto">
          <a:xfrm>
            <a:off x="3059051" y="2391817"/>
            <a:ext cx="320922"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45" name="Text Box 156"/>
          <p:cNvSpPr txBox="1">
            <a:spLocks noChangeArrowheads="1"/>
          </p:cNvSpPr>
          <p:nvPr/>
        </p:nvSpPr>
        <p:spPr bwMode="auto">
          <a:xfrm>
            <a:off x="4811863" y="2351346"/>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146" name="Rectangle 145"/>
          <p:cNvSpPr/>
          <p:nvPr/>
        </p:nvSpPr>
        <p:spPr bwMode="auto">
          <a:xfrm>
            <a:off x="38912" y="1303713"/>
            <a:ext cx="1714809" cy="53706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lvl="0"/>
            <a:r>
              <a:rPr lang="fr-FR" sz="600" b="1" u="sng"/>
              <a:t>WS SAP RMCA :</a:t>
            </a:r>
          </a:p>
          <a:p>
            <a:pPr lvl="0"/>
            <a:r>
              <a:rPr lang="fr-FR" sz="600"/>
              <a:t>Montant &gt; 0€ </a:t>
            </a:r>
          </a:p>
          <a:p>
            <a:pPr lvl="0"/>
            <a:r>
              <a:rPr lang="fr-FR" sz="600"/>
              <a:t>OUI = si « </a:t>
            </a:r>
            <a:r>
              <a:rPr lang="fr-FR" sz="600" err="1"/>
              <a:t>Unpaid</a:t>
            </a:r>
            <a:r>
              <a:rPr lang="fr-FR" sz="600"/>
              <a:t> » &gt; 0€</a:t>
            </a:r>
          </a:p>
          <a:p>
            <a:pPr lvl="0"/>
            <a:r>
              <a:rPr lang="fr-FR" sz="600"/>
              <a:t>NON = si  « </a:t>
            </a:r>
            <a:r>
              <a:rPr lang="fr-FR" sz="600" err="1"/>
              <a:t>Unpaid</a:t>
            </a:r>
            <a:r>
              <a:rPr lang="fr-FR" sz="600"/>
              <a:t> » = « 0€ » ou « vide »</a:t>
            </a:r>
          </a:p>
          <a:p>
            <a:pPr lvl="0"/>
            <a:endParaRPr lang="fr-FR" sz="600"/>
          </a:p>
        </p:txBody>
      </p:sp>
      <p:sp>
        <p:nvSpPr>
          <p:cNvPr id="115" name="AutoShape 73"/>
          <p:cNvSpPr>
            <a:spLocks noChangeArrowheads="1"/>
          </p:cNvSpPr>
          <p:nvPr/>
        </p:nvSpPr>
        <p:spPr bwMode="auto">
          <a:xfrm>
            <a:off x="784933" y="5399512"/>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116" name="Groupe 115"/>
          <p:cNvGrpSpPr/>
          <p:nvPr/>
        </p:nvGrpSpPr>
        <p:grpSpPr>
          <a:xfrm>
            <a:off x="22756" y="5835587"/>
            <a:ext cx="1376868" cy="712482"/>
            <a:chOff x="5541438" y="3637946"/>
            <a:chExt cx="1376868" cy="712482"/>
          </a:xfrm>
          <a:effectLst/>
        </p:grpSpPr>
        <p:sp>
          <p:nvSpPr>
            <p:cNvPr id="117" name="AutoShape 14"/>
            <p:cNvSpPr>
              <a:spLocks noChangeArrowheads="1"/>
            </p:cNvSpPr>
            <p:nvPr/>
          </p:nvSpPr>
          <p:spPr bwMode="auto">
            <a:xfrm>
              <a:off x="5541438" y="3637946"/>
              <a:ext cx="1376868" cy="19701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00072_WCB_SUSPENDU_HNO_COM</a:t>
              </a:r>
            </a:p>
          </p:txBody>
        </p:sp>
        <p:cxnSp>
          <p:nvCxnSpPr>
            <p:cNvPr id="118" name="Connecteur droit 117"/>
            <p:cNvCxnSpPr>
              <a:stCxn id="117" idx="2"/>
              <a:endCxn id="119" idx="2"/>
            </p:cNvCxnSpPr>
            <p:nvPr/>
          </p:nvCxnSpPr>
          <p:spPr bwMode="auto">
            <a:xfrm flipH="1">
              <a:off x="6229871" y="3834961"/>
              <a:ext cx="1" cy="18660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AutoShape 11">
              <a:hlinkClick r:id="rId3" action="ppaction://hlinksldjump"/>
            </p:cNvPr>
            <p:cNvSpPr>
              <a:spLocks noChangeArrowheads="1"/>
            </p:cNvSpPr>
            <p:nvPr/>
          </p:nvSpPr>
          <p:spPr bwMode="auto">
            <a:xfrm rot="10800000">
              <a:off x="5902289" y="4021561"/>
              <a:ext cx="655164" cy="328867"/>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33" name="Connecteur en angle 32"/>
          <p:cNvCxnSpPr>
            <a:stCxn id="117" idx="0"/>
            <a:endCxn id="115" idx="1"/>
          </p:cNvCxnSpPr>
          <p:nvPr/>
        </p:nvCxnSpPr>
        <p:spPr bwMode="auto">
          <a:xfrm rot="5400000" flipH="1" flipV="1">
            <a:off x="625927" y="5676582"/>
            <a:ext cx="244268" cy="7374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Connecteur en angle 125"/>
          <p:cNvCxnSpPr>
            <a:cxnSpLocks/>
            <a:stCxn id="188" idx="2"/>
            <a:endCxn id="115" idx="0"/>
          </p:cNvCxnSpPr>
          <p:nvPr/>
        </p:nvCxnSpPr>
        <p:spPr bwMode="auto">
          <a:xfrm rot="16200000" flipH="1">
            <a:off x="707645" y="4882975"/>
            <a:ext cx="255418" cy="777655"/>
          </a:xfrm>
          <a:prstGeom prst="bentConnector3">
            <a:avLst>
              <a:gd name="adj1" fmla="val 50000"/>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1" name="Text Box 157"/>
          <p:cNvSpPr txBox="1">
            <a:spLocks noChangeArrowheads="1"/>
          </p:cNvSpPr>
          <p:nvPr/>
        </p:nvSpPr>
        <p:spPr bwMode="auto">
          <a:xfrm>
            <a:off x="362988" y="5472960"/>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HNO</a:t>
            </a:r>
          </a:p>
        </p:txBody>
      </p:sp>
      <p:sp>
        <p:nvSpPr>
          <p:cNvPr id="132" name="AutoShape 131"/>
          <p:cNvSpPr>
            <a:spLocks noChangeArrowheads="1"/>
          </p:cNvSpPr>
          <p:nvPr/>
        </p:nvSpPr>
        <p:spPr bwMode="auto">
          <a:xfrm>
            <a:off x="3249207" y="2156234"/>
            <a:ext cx="693540"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Montant &gt; 0€</a:t>
            </a:r>
          </a:p>
        </p:txBody>
      </p:sp>
      <p:sp>
        <p:nvSpPr>
          <p:cNvPr id="149" name="AutoShape 187"/>
          <p:cNvSpPr>
            <a:spLocks noChangeArrowheads="1"/>
          </p:cNvSpPr>
          <p:nvPr/>
        </p:nvSpPr>
        <p:spPr bwMode="auto">
          <a:xfrm>
            <a:off x="4297122" y="1072127"/>
            <a:ext cx="784225" cy="302736"/>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altLang="fr-FR" sz="600">
                <a:solidFill>
                  <a:schemeClr val="bg1"/>
                </a:solidFill>
                <a:ea typeface="ＭＳ Ｐゴシック" charset="0"/>
              </a:rPr>
              <a:t>WCB DIGITAL ?</a:t>
            </a:r>
          </a:p>
        </p:txBody>
      </p:sp>
      <p:sp>
        <p:nvSpPr>
          <p:cNvPr id="172" name="AutoShape 131"/>
          <p:cNvSpPr>
            <a:spLocks noChangeArrowheads="1"/>
          </p:cNvSpPr>
          <p:nvPr/>
        </p:nvSpPr>
        <p:spPr bwMode="auto">
          <a:xfrm>
            <a:off x="4985964" y="2158383"/>
            <a:ext cx="693540"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Montant &gt; 0€</a:t>
            </a:r>
          </a:p>
        </p:txBody>
      </p:sp>
      <p:sp>
        <p:nvSpPr>
          <p:cNvPr id="180" name="Text Box 156"/>
          <p:cNvSpPr txBox="1">
            <a:spLocks noChangeArrowheads="1"/>
          </p:cNvSpPr>
          <p:nvPr/>
        </p:nvSpPr>
        <p:spPr bwMode="auto">
          <a:xfrm>
            <a:off x="5051647" y="1034047"/>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219" name="Text Box 156"/>
          <p:cNvSpPr txBox="1">
            <a:spLocks noChangeArrowheads="1"/>
          </p:cNvSpPr>
          <p:nvPr/>
        </p:nvSpPr>
        <p:spPr bwMode="auto">
          <a:xfrm>
            <a:off x="3983188" y="1017471"/>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23" name="Text Box 156"/>
          <p:cNvSpPr txBox="1">
            <a:spLocks noChangeArrowheads="1"/>
          </p:cNvSpPr>
          <p:nvPr/>
        </p:nvSpPr>
        <p:spPr bwMode="auto">
          <a:xfrm>
            <a:off x="5737447" y="2196632"/>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grpSp>
        <p:nvGrpSpPr>
          <p:cNvPr id="224" name="Group 188"/>
          <p:cNvGrpSpPr>
            <a:grpSpLocks/>
          </p:cNvGrpSpPr>
          <p:nvPr/>
        </p:nvGrpSpPr>
        <p:grpSpPr bwMode="auto">
          <a:xfrm rot="12107964">
            <a:off x="4803751" y="2037563"/>
            <a:ext cx="279400" cy="130175"/>
            <a:chOff x="1920" y="715"/>
            <a:chExt cx="270" cy="139"/>
          </a:xfrm>
          <a:effectLst>
            <a:outerShdw blurRad="50800" dist="38100" dir="2700000" algn="tl" rotWithShape="0">
              <a:prstClr val="black">
                <a:alpha val="40000"/>
              </a:prstClr>
            </a:outerShdw>
          </a:effectLst>
        </p:grpSpPr>
        <p:sp>
          <p:nvSpPr>
            <p:cNvPr id="22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226"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grpSp>
        <p:nvGrpSpPr>
          <p:cNvPr id="227" name="Group 188"/>
          <p:cNvGrpSpPr>
            <a:grpSpLocks/>
          </p:cNvGrpSpPr>
          <p:nvPr/>
        </p:nvGrpSpPr>
        <p:grpSpPr bwMode="auto">
          <a:xfrm rot="11907122">
            <a:off x="3071417" y="2031462"/>
            <a:ext cx="279400" cy="130175"/>
            <a:chOff x="1920" y="715"/>
            <a:chExt cx="270" cy="139"/>
          </a:xfrm>
          <a:effectLst>
            <a:outerShdw blurRad="50800" dist="38100" dir="2700000" algn="tl" rotWithShape="0">
              <a:prstClr val="black">
                <a:alpha val="40000"/>
              </a:prstClr>
            </a:outerShdw>
          </a:effectLst>
        </p:grpSpPr>
        <p:sp>
          <p:nvSpPr>
            <p:cNvPr id="228"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229"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cxnSp>
        <p:nvCxnSpPr>
          <p:cNvPr id="237" name="Connecteur en angle 236"/>
          <p:cNvCxnSpPr>
            <a:stCxn id="149" idx="1"/>
            <a:endCxn id="132" idx="0"/>
          </p:cNvCxnSpPr>
          <p:nvPr/>
        </p:nvCxnSpPr>
        <p:spPr bwMode="auto">
          <a:xfrm rot="10800000" flipV="1">
            <a:off x="3595978" y="1223494"/>
            <a:ext cx="701145" cy="9327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Forme libre 237"/>
          <p:cNvSpPr/>
          <p:nvPr/>
        </p:nvSpPr>
        <p:spPr bwMode="auto">
          <a:xfrm>
            <a:off x="5662380" y="2336580"/>
            <a:ext cx="1736894" cy="3365168"/>
          </a:xfrm>
          <a:custGeom>
            <a:avLst/>
            <a:gdLst>
              <a:gd name="connsiteX0" fmla="*/ 0 w 1661827"/>
              <a:gd name="connsiteY0" fmla="*/ 0 h 2112135"/>
              <a:gd name="connsiteX1" fmla="*/ 1661375 w 1661827"/>
              <a:gd name="connsiteY1" fmla="*/ 605307 h 2112135"/>
              <a:gd name="connsiteX2" fmla="*/ 167425 w 1661827"/>
              <a:gd name="connsiteY2" fmla="*/ 2112135 h 2112135"/>
            </a:gdLst>
            <a:ahLst/>
            <a:cxnLst>
              <a:cxn ang="0">
                <a:pos x="connsiteX0" y="connsiteY0"/>
              </a:cxn>
              <a:cxn ang="0">
                <a:pos x="connsiteX1" y="connsiteY1"/>
              </a:cxn>
              <a:cxn ang="0">
                <a:pos x="connsiteX2" y="connsiteY2"/>
              </a:cxn>
            </a:cxnLst>
            <a:rect l="l" t="t" r="r" b="b"/>
            <a:pathLst>
              <a:path w="1661827" h="2112135">
                <a:moveTo>
                  <a:pt x="0" y="0"/>
                </a:moveTo>
                <a:cubicBezTo>
                  <a:pt x="816735" y="126642"/>
                  <a:pt x="1633471" y="253285"/>
                  <a:pt x="1661375" y="605307"/>
                </a:cubicBezTo>
                <a:cubicBezTo>
                  <a:pt x="1689279" y="957330"/>
                  <a:pt x="418563" y="1860997"/>
                  <a:pt x="167425" y="2112135"/>
                </a:cubicBezTo>
              </a:path>
            </a:pathLst>
          </a:custGeom>
          <a:ln>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cxnSp>
        <p:nvCxnSpPr>
          <p:cNvPr id="243" name="Connecteur en angle 242"/>
          <p:cNvCxnSpPr>
            <a:stCxn id="75" idx="3"/>
            <a:endCxn id="104" idx="0"/>
          </p:cNvCxnSpPr>
          <p:nvPr/>
        </p:nvCxnSpPr>
        <p:spPr bwMode="auto">
          <a:xfrm>
            <a:off x="6278688" y="5893555"/>
            <a:ext cx="802351" cy="4689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156"/>
          <p:cNvSpPr txBox="1">
            <a:spLocks noChangeArrowheads="1"/>
          </p:cNvSpPr>
          <p:nvPr/>
        </p:nvSpPr>
        <p:spPr bwMode="auto">
          <a:xfrm>
            <a:off x="3913782" y="2388165"/>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22" name="AutoShape 6"/>
          <p:cNvSpPr>
            <a:spLocks noChangeArrowheads="1"/>
          </p:cNvSpPr>
          <p:nvPr/>
        </p:nvSpPr>
        <p:spPr bwMode="auto">
          <a:xfrm>
            <a:off x="6265400" y="2590559"/>
            <a:ext cx="1084263" cy="2066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00072_</a:t>
            </a:r>
            <a:r>
              <a:rPr lang="fr-FR" sz="600">
                <a:ea typeface="ＭＳ Ｐゴシック" charset="0"/>
              </a:rPr>
              <a:t>SUSP_MONTANT_KO</a:t>
            </a:r>
          </a:p>
        </p:txBody>
      </p:sp>
      <p:sp>
        <p:nvSpPr>
          <p:cNvPr id="123" name="AutoShape 31">
            <a:hlinkClick r:id="" action="ppaction://noaction"/>
          </p:cNvPr>
          <p:cNvSpPr>
            <a:spLocks noChangeArrowheads="1"/>
          </p:cNvSpPr>
          <p:nvPr/>
        </p:nvSpPr>
        <p:spPr bwMode="auto">
          <a:xfrm>
            <a:off x="909187" y="2466152"/>
            <a:ext cx="1084263" cy="2206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a:t>
            </a:r>
            <a:r>
              <a:rPr lang="fr-FR" sz="600"/>
              <a:t> </a:t>
            </a:r>
            <a:r>
              <a:rPr lang="fr-FR" sz="600">
                <a:solidFill>
                  <a:srgbClr val="FF0000"/>
                </a:solidFill>
              </a:rPr>
              <a:t>SUSPENDU</a:t>
            </a:r>
          </a:p>
        </p:txBody>
      </p:sp>
      <p:sp>
        <p:nvSpPr>
          <p:cNvPr id="136" name="AutoShape 6"/>
          <p:cNvSpPr>
            <a:spLocks noChangeArrowheads="1"/>
          </p:cNvSpPr>
          <p:nvPr/>
        </p:nvSpPr>
        <p:spPr bwMode="auto">
          <a:xfrm>
            <a:off x="1628846" y="4913472"/>
            <a:ext cx="1148085" cy="2093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00071_WCB_</a:t>
            </a:r>
            <a:r>
              <a:rPr lang="fr-FR" sz="600">
                <a:ea typeface="ＭＳ Ｐゴシック" charset="0"/>
              </a:rPr>
              <a:t>SUSP_PAIEMENT</a:t>
            </a:r>
          </a:p>
        </p:txBody>
      </p:sp>
      <p:sp>
        <p:nvSpPr>
          <p:cNvPr id="239" name="Forme libre 238"/>
          <p:cNvSpPr/>
          <p:nvPr/>
        </p:nvSpPr>
        <p:spPr bwMode="auto">
          <a:xfrm>
            <a:off x="1221629" y="2336580"/>
            <a:ext cx="2706212" cy="3062931"/>
          </a:xfrm>
          <a:custGeom>
            <a:avLst/>
            <a:gdLst>
              <a:gd name="connsiteX0" fmla="*/ 2665927 w 2665927"/>
              <a:gd name="connsiteY0" fmla="*/ 0 h 3773510"/>
              <a:gd name="connsiteX1" fmla="*/ 1107583 w 2665927"/>
              <a:gd name="connsiteY1" fmla="*/ 2459865 h 3773510"/>
              <a:gd name="connsiteX2" fmla="*/ 0 w 2665927"/>
              <a:gd name="connsiteY2" fmla="*/ 3773510 h 3773510"/>
            </a:gdLst>
            <a:ahLst/>
            <a:cxnLst>
              <a:cxn ang="0">
                <a:pos x="connsiteX0" y="connsiteY0"/>
              </a:cxn>
              <a:cxn ang="0">
                <a:pos x="connsiteX1" y="connsiteY1"/>
              </a:cxn>
              <a:cxn ang="0">
                <a:pos x="connsiteX2" y="connsiteY2"/>
              </a:cxn>
            </a:cxnLst>
            <a:rect l="l" t="t" r="r" b="b"/>
            <a:pathLst>
              <a:path w="2665927" h="3773510">
                <a:moveTo>
                  <a:pt x="2665927" y="0"/>
                </a:moveTo>
                <a:cubicBezTo>
                  <a:pt x="2108915" y="915473"/>
                  <a:pt x="1551904" y="1830947"/>
                  <a:pt x="1107583" y="2459865"/>
                </a:cubicBezTo>
                <a:cubicBezTo>
                  <a:pt x="663262" y="3088783"/>
                  <a:pt x="331631" y="3431146"/>
                  <a:pt x="0" y="3773510"/>
                </a:cubicBezTo>
              </a:path>
            </a:pathLst>
          </a:custGeom>
          <a:ln>
            <a:solidFill>
              <a:schemeClr val="tx1"/>
            </a:solidFill>
            <a:headEnd type="none" w="med" len="med"/>
            <a:tailEnd type="none" w="med" len="med"/>
          </a:ln>
        </p:spPr>
        <p:style>
          <a:lnRef idx="2">
            <a:schemeClr val="dk1"/>
          </a:lnRef>
          <a:fillRef idx="0">
            <a:schemeClr val="dk1"/>
          </a:fillRef>
          <a:effectRef idx="1">
            <a:schemeClr val="dk1"/>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21" name="AutoShape 6"/>
          <p:cNvSpPr>
            <a:spLocks noChangeArrowheads="1"/>
          </p:cNvSpPr>
          <p:nvPr/>
        </p:nvSpPr>
        <p:spPr bwMode="auto">
          <a:xfrm>
            <a:off x="3004070" y="2636936"/>
            <a:ext cx="1354078" cy="22337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00072_WCB_</a:t>
            </a:r>
            <a:r>
              <a:rPr lang="fr-FR" sz="600">
                <a:ea typeface="ＭＳ Ｐゴシック" charset="0"/>
              </a:rPr>
              <a:t>SUSP_MONTANT_KO</a:t>
            </a:r>
          </a:p>
        </p:txBody>
      </p:sp>
      <p:sp>
        <p:nvSpPr>
          <p:cNvPr id="148" name="AutoShape 11">
            <a:hlinkClick r:id="rId4" action="ppaction://hlinksldjump"/>
          </p:cNvPr>
          <p:cNvSpPr>
            <a:spLocks noChangeArrowheads="1"/>
          </p:cNvSpPr>
          <p:nvPr/>
        </p:nvSpPr>
        <p:spPr bwMode="auto">
          <a:xfrm rot="10800000">
            <a:off x="6606054" y="6498000"/>
            <a:ext cx="95058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SUSPENDU 2</a:t>
            </a:r>
          </a:p>
        </p:txBody>
      </p:sp>
      <p:sp>
        <p:nvSpPr>
          <p:cNvPr id="247" name="Text Box 157"/>
          <p:cNvSpPr txBox="1">
            <a:spLocks noChangeArrowheads="1"/>
          </p:cNvSpPr>
          <p:nvPr/>
        </p:nvSpPr>
        <p:spPr bwMode="auto">
          <a:xfrm>
            <a:off x="1606210" y="5379727"/>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HO</a:t>
            </a:r>
          </a:p>
        </p:txBody>
      </p:sp>
      <p:sp>
        <p:nvSpPr>
          <p:cNvPr id="251" name="AutoShape 11">
            <a:hlinkClick r:id="rId4" action="ppaction://hlinksldjump"/>
          </p:cNvPr>
          <p:cNvSpPr>
            <a:spLocks noChangeArrowheads="1"/>
          </p:cNvSpPr>
          <p:nvPr/>
        </p:nvSpPr>
        <p:spPr bwMode="auto">
          <a:xfrm rot="10800000">
            <a:off x="1663430" y="6228201"/>
            <a:ext cx="950584"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SUSPENDU 2</a:t>
            </a:r>
          </a:p>
        </p:txBody>
      </p:sp>
      <p:cxnSp>
        <p:nvCxnSpPr>
          <p:cNvPr id="253" name="Connecteur en angle 252"/>
          <p:cNvCxnSpPr>
            <a:stCxn id="115" idx="3"/>
            <a:endCxn id="251" idx="2"/>
          </p:cNvCxnSpPr>
          <p:nvPr/>
        </p:nvCxnSpPr>
        <p:spPr bwMode="auto">
          <a:xfrm>
            <a:off x="1663430" y="5591319"/>
            <a:ext cx="475292" cy="636882"/>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4"/>
          <p:cNvSpPr>
            <a:spLocks noChangeArrowheads="1"/>
          </p:cNvSpPr>
          <p:nvPr/>
        </p:nvSpPr>
        <p:spPr bwMode="auto">
          <a:xfrm>
            <a:off x="6494477" y="5940453"/>
            <a:ext cx="1173123" cy="18605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00072_SUSPENDU_HO_COM</a:t>
            </a:r>
          </a:p>
        </p:txBody>
      </p:sp>
      <p:sp>
        <p:nvSpPr>
          <p:cNvPr id="105" name="AutoShape 31">
            <a:hlinkClick r:id="" action="ppaction://noaction"/>
          </p:cNvPr>
          <p:cNvSpPr>
            <a:spLocks noChangeArrowheads="1"/>
          </p:cNvSpPr>
          <p:nvPr/>
        </p:nvSpPr>
        <p:spPr bwMode="auto">
          <a:xfrm>
            <a:off x="6547905" y="6202586"/>
            <a:ext cx="1066879" cy="1677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ABO_SUSPENDU_HO</a:t>
            </a:r>
          </a:p>
        </p:txBody>
      </p:sp>
      <p:sp>
        <p:nvSpPr>
          <p:cNvPr id="109" name="AutoShape 14"/>
          <p:cNvSpPr>
            <a:spLocks noChangeArrowheads="1"/>
          </p:cNvSpPr>
          <p:nvPr/>
        </p:nvSpPr>
        <p:spPr bwMode="auto">
          <a:xfrm>
            <a:off x="1536518" y="5656436"/>
            <a:ext cx="1354899" cy="17027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00072_WCB_SUSPENDU_HO_COM</a:t>
            </a:r>
          </a:p>
        </p:txBody>
      </p:sp>
      <p:sp>
        <p:nvSpPr>
          <p:cNvPr id="110" name="AutoShape 31">
            <a:hlinkClick r:id="" action="ppaction://noaction"/>
          </p:cNvPr>
          <p:cNvSpPr>
            <a:spLocks noChangeArrowheads="1"/>
          </p:cNvSpPr>
          <p:nvPr/>
        </p:nvSpPr>
        <p:spPr bwMode="auto">
          <a:xfrm>
            <a:off x="1602836" y="5908553"/>
            <a:ext cx="1131291" cy="18161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ABO_WCB_SUSPENDU_HO</a:t>
            </a:r>
          </a:p>
        </p:txBody>
      </p:sp>
      <p:sp>
        <p:nvSpPr>
          <p:cNvPr id="127" name="AutoShape 113"/>
          <p:cNvSpPr>
            <a:spLocks noChangeArrowheads="1"/>
          </p:cNvSpPr>
          <p:nvPr/>
        </p:nvSpPr>
        <p:spPr bwMode="auto">
          <a:xfrm>
            <a:off x="3976006" y="1744981"/>
            <a:ext cx="784141"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WS SAP RMCA</a:t>
            </a:r>
          </a:p>
          <a:p>
            <a:pPr algn="ctr" eaLnBrk="0" hangingPunct="0">
              <a:defRPr/>
            </a:pPr>
            <a:r>
              <a:rPr lang="fr-FR" sz="600">
                <a:ea typeface="ＭＳ Ｐゴシック" charset="0"/>
              </a:rPr>
              <a:t>« ContractDetail20 »</a:t>
            </a:r>
          </a:p>
        </p:txBody>
      </p:sp>
      <p:cxnSp>
        <p:nvCxnSpPr>
          <p:cNvPr id="255" name="Connecteur droit 254"/>
          <p:cNvCxnSpPr>
            <a:stCxn id="172" idx="2"/>
            <a:endCxn id="7" idx="0"/>
          </p:cNvCxnSpPr>
          <p:nvPr/>
        </p:nvCxnSpPr>
        <p:spPr bwMode="auto">
          <a:xfrm flipH="1">
            <a:off x="5329402" y="2490802"/>
            <a:ext cx="3332" cy="4816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AutoShape 6"/>
          <p:cNvSpPr>
            <a:spLocks noChangeArrowheads="1"/>
          </p:cNvSpPr>
          <p:nvPr/>
        </p:nvSpPr>
        <p:spPr bwMode="auto">
          <a:xfrm>
            <a:off x="4854858" y="2532894"/>
            <a:ext cx="949088" cy="17083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00070_SUSPENDU</a:t>
            </a:r>
          </a:p>
        </p:txBody>
      </p:sp>
      <p:sp>
        <p:nvSpPr>
          <p:cNvPr id="134" name="AutoShape 31">
            <a:hlinkClick r:id="" action="ppaction://noaction"/>
          </p:cNvPr>
          <p:cNvSpPr>
            <a:spLocks noChangeArrowheads="1"/>
          </p:cNvSpPr>
          <p:nvPr/>
        </p:nvSpPr>
        <p:spPr bwMode="auto">
          <a:xfrm>
            <a:off x="4796252" y="2752988"/>
            <a:ext cx="1084263" cy="15154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ABO_SUSPENDU</a:t>
            </a:r>
          </a:p>
        </p:txBody>
      </p:sp>
      <p:cxnSp>
        <p:nvCxnSpPr>
          <p:cNvPr id="230" name="Connecteur en angle 229"/>
          <p:cNvCxnSpPr>
            <a:stCxn id="129" idx="1"/>
            <a:endCxn id="75" idx="0"/>
          </p:cNvCxnSpPr>
          <p:nvPr/>
        </p:nvCxnSpPr>
        <p:spPr bwMode="auto">
          <a:xfrm rot="10800000" flipV="1">
            <a:off x="5839440" y="5146200"/>
            <a:ext cx="786524" cy="555548"/>
          </a:xfrm>
          <a:prstGeom prst="bentConnector2">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Rectangle 224"/>
          <p:cNvSpPr>
            <a:spLocks noChangeArrowheads="1"/>
          </p:cNvSpPr>
          <p:nvPr/>
        </p:nvSpPr>
        <p:spPr bwMode="auto">
          <a:xfrm>
            <a:off x="6625964" y="4823034"/>
            <a:ext cx="1131888" cy="6463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r>
              <a:rPr lang="fr-FR" sz="600">
                <a:solidFill>
                  <a:srgbClr val="CC3300"/>
                </a:solidFill>
              </a:rPr>
              <a:t>NMNI</a:t>
            </a:r>
          </a:p>
          <a:p>
            <a:pPr algn="ctr" eaLnBrk="0" hangingPunct="0"/>
            <a:r>
              <a:rPr lang="fr-FR" sz="600"/>
              <a:t>Désolé, nous n'avons pas compris votre choix. Veuillez patienter, un conseiller va prendre votre appel.</a:t>
            </a:r>
          </a:p>
        </p:txBody>
      </p:sp>
      <p:cxnSp>
        <p:nvCxnSpPr>
          <p:cNvPr id="256" name="Connecteur en angle 255"/>
          <p:cNvCxnSpPr>
            <a:cxnSpLocks/>
            <a:stCxn id="129" idx="0"/>
            <a:endCxn id="30" idx="2"/>
          </p:cNvCxnSpPr>
          <p:nvPr/>
        </p:nvCxnSpPr>
        <p:spPr bwMode="auto">
          <a:xfrm rot="5400000" flipH="1" flipV="1">
            <a:off x="7429622" y="4416940"/>
            <a:ext cx="168381" cy="643808"/>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Connecteur droit 239">
            <a:extLst>
              <a:ext uri="{FF2B5EF4-FFF2-40B4-BE49-F238E27FC236}">
                <a16:creationId xmlns:a16="http://schemas.microsoft.com/office/drawing/2014/main" id="{BE49CFA0-5DE0-407C-B465-CED6B72BF893}"/>
              </a:ext>
            </a:extLst>
          </p:cNvPr>
          <p:cNvCxnSpPr>
            <a:stCxn id="35" idx="2"/>
            <a:endCxn id="23" idx="0"/>
          </p:cNvCxnSpPr>
          <p:nvPr/>
        </p:nvCxnSpPr>
        <p:spPr bwMode="auto">
          <a:xfrm flipH="1">
            <a:off x="7835716" y="3666255"/>
            <a:ext cx="2585" cy="618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AutoShape 187">
            <a:extLst>
              <a:ext uri="{FF2B5EF4-FFF2-40B4-BE49-F238E27FC236}">
                <a16:creationId xmlns:a16="http://schemas.microsoft.com/office/drawing/2014/main" id="{B451D6D9-D0A7-48CD-97E4-EDDD66909145}"/>
              </a:ext>
            </a:extLst>
          </p:cNvPr>
          <p:cNvSpPr>
            <a:spLocks noChangeArrowheads="1"/>
          </p:cNvSpPr>
          <p:nvPr/>
        </p:nvSpPr>
        <p:spPr bwMode="auto">
          <a:xfrm>
            <a:off x="5525235" y="1067775"/>
            <a:ext cx="784225" cy="302736"/>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altLang="fr-FR" sz="600">
                <a:solidFill>
                  <a:schemeClr val="bg1"/>
                </a:solidFill>
                <a:ea typeface="ＭＳ Ｐゴシック" charset="0"/>
              </a:rPr>
              <a:t>RDGU</a:t>
            </a:r>
          </a:p>
        </p:txBody>
      </p:sp>
      <p:cxnSp>
        <p:nvCxnSpPr>
          <p:cNvPr id="248" name="Connecteur droit avec flèche 247">
            <a:extLst>
              <a:ext uri="{FF2B5EF4-FFF2-40B4-BE49-F238E27FC236}">
                <a16:creationId xmlns:a16="http://schemas.microsoft.com/office/drawing/2014/main" id="{B13C2875-3456-47ED-9265-7BDD85845583}"/>
              </a:ext>
            </a:extLst>
          </p:cNvPr>
          <p:cNvCxnSpPr>
            <a:stCxn id="149" idx="3"/>
            <a:endCxn id="124" idx="1"/>
          </p:cNvCxnSpPr>
          <p:nvPr/>
        </p:nvCxnSpPr>
        <p:spPr bwMode="auto">
          <a:xfrm flipV="1">
            <a:off x="5081347" y="1219143"/>
            <a:ext cx="443888" cy="435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Connecteur : en angle 249">
            <a:extLst>
              <a:ext uri="{FF2B5EF4-FFF2-40B4-BE49-F238E27FC236}">
                <a16:creationId xmlns:a16="http://schemas.microsoft.com/office/drawing/2014/main" id="{191D6686-1D06-407A-A1C8-36CC16A851C1}"/>
              </a:ext>
            </a:extLst>
          </p:cNvPr>
          <p:cNvCxnSpPr>
            <a:stCxn id="124" idx="2"/>
            <a:endCxn id="212" idx="0"/>
          </p:cNvCxnSpPr>
          <p:nvPr/>
        </p:nvCxnSpPr>
        <p:spPr bwMode="auto">
          <a:xfrm rot="5400000">
            <a:off x="5502129" y="1167800"/>
            <a:ext cx="212509" cy="61793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Text Box 156">
            <a:extLst>
              <a:ext uri="{FF2B5EF4-FFF2-40B4-BE49-F238E27FC236}">
                <a16:creationId xmlns:a16="http://schemas.microsoft.com/office/drawing/2014/main" id="{F030BF57-A678-4C9F-9D55-B7BBC5597C80}"/>
              </a:ext>
            </a:extLst>
          </p:cNvPr>
          <p:cNvSpPr txBox="1">
            <a:spLocks noChangeArrowheads="1"/>
          </p:cNvSpPr>
          <p:nvPr/>
        </p:nvSpPr>
        <p:spPr bwMode="auto">
          <a:xfrm>
            <a:off x="5452712" y="1310709"/>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128" name="Rectangle 8">
            <a:extLst>
              <a:ext uri="{FF2B5EF4-FFF2-40B4-BE49-F238E27FC236}">
                <a16:creationId xmlns:a16="http://schemas.microsoft.com/office/drawing/2014/main" id="{ECB3D962-6635-424C-AA34-5C0D2D40796D}"/>
              </a:ext>
            </a:extLst>
          </p:cNvPr>
          <p:cNvSpPr>
            <a:spLocks noChangeArrowheads="1"/>
          </p:cNvSpPr>
          <p:nvPr/>
        </p:nvSpPr>
        <p:spPr bwMode="auto">
          <a:xfrm>
            <a:off x="6506747" y="1522309"/>
            <a:ext cx="2416233" cy="869540"/>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anchor="ctr"/>
          <a:lstStyle/>
          <a:p>
            <a:pPr algn="ctr"/>
            <a:r>
              <a:rPr lang="fr-FR" sz="600">
                <a:solidFill>
                  <a:srgbClr val="FF0000"/>
                </a:solidFill>
                <a:latin typeface="Arial" pitchFamily="34" charset="0"/>
                <a:ea typeface="ＭＳ Ｐゴシック" charset="-128"/>
              </a:rPr>
              <a:t>SUSPENSION MOBILE RDGU</a:t>
            </a:r>
            <a:br>
              <a:rPr lang="fr-FR" sz="600">
                <a:solidFill>
                  <a:srgbClr val="FF0000"/>
                </a:solidFill>
                <a:latin typeface="Arial" pitchFamily="34" charset="0"/>
                <a:ea typeface="ＭＳ Ｐゴシック" charset="-128"/>
              </a:rPr>
            </a:br>
            <a:r>
              <a:rPr lang="fr-FR" sz="600">
                <a:latin typeface="Arial" pitchFamily="34" charset="0"/>
                <a:ea typeface="ＭＳ Ｐゴシック" charset="-128"/>
              </a:rPr>
              <a:t> </a:t>
            </a:r>
            <a:r>
              <a:rPr lang="fr-FR" sz="700">
                <a:latin typeface="Arial" pitchFamily="34" charset="0"/>
                <a:cs typeface="Arial" pitchFamily="34" charset="0"/>
              </a:rPr>
              <a:t>Malgré nos différentes relances nous n</a:t>
            </a:r>
            <a:r>
              <a:rPr lang="fr-FR" altLang="fr-FR" sz="700">
                <a:latin typeface="Arial" pitchFamily="34" charset="0"/>
                <a:cs typeface="Arial" pitchFamily="34" charset="0"/>
              </a:rPr>
              <a:t>’</a:t>
            </a:r>
            <a:r>
              <a:rPr lang="fr-FR" sz="700">
                <a:latin typeface="Arial" pitchFamily="34" charset="0"/>
                <a:cs typeface="Arial" pitchFamily="34" charset="0"/>
              </a:rPr>
              <a:t>avons toujours pas reçu votre règlement. C</a:t>
            </a:r>
            <a:r>
              <a:rPr lang="fr-FR" altLang="fr-FR" sz="700">
                <a:latin typeface="Arial" pitchFamily="34" charset="0"/>
                <a:cs typeface="Arial" pitchFamily="34" charset="0"/>
              </a:rPr>
              <a:t>’</a:t>
            </a:r>
            <a:r>
              <a:rPr lang="fr-FR" sz="700">
                <a:latin typeface="Arial" pitchFamily="34" charset="0"/>
                <a:cs typeface="Arial" pitchFamily="34" charset="0"/>
              </a:rPr>
              <a:t>est pourquoi vos services et votre ligne téléphonique sont actuellement suspendus. Vous ne pouvez donc plus émettre d</a:t>
            </a:r>
            <a:r>
              <a:rPr lang="fr-FR" altLang="fr-FR" sz="700">
                <a:latin typeface="Arial" pitchFamily="34" charset="0"/>
                <a:cs typeface="Arial" pitchFamily="34" charset="0"/>
              </a:rPr>
              <a:t>’</a:t>
            </a:r>
            <a:r>
              <a:rPr lang="fr-FR" sz="700">
                <a:latin typeface="Arial" pitchFamily="34" charset="0"/>
                <a:cs typeface="Arial" pitchFamily="34" charset="0"/>
              </a:rPr>
              <a:t>appels, hormis les numéros d'urgence. Vous allez donc être mis en relation avec le service client commercial</a:t>
            </a:r>
          </a:p>
        </p:txBody>
      </p:sp>
      <p:cxnSp>
        <p:nvCxnSpPr>
          <p:cNvPr id="139" name="AutoShape 9">
            <a:extLst>
              <a:ext uri="{FF2B5EF4-FFF2-40B4-BE49-F238E27FC236}">
                <a16:creationId xmlns:a16="http://schemas.microsoft.com/office/drawing/2014/main" id="{9E80A337-35C9-4AA0-B7DD-7E3B6915E75E}"/>
              </a:ext>
            </a:extLst>
          </p:cNvPr>
          <p:cNvCxnSpPr>
            <a:cxnSpLocks noChangeShapeType="1"/>
            <a:stCxn id="136" idx="0"/>
            <a:endCxn id="95" idx="3"/>
          </p:cNvCxnSpPr>
          <p:nvPr/>
        </p:nvCxnSpPr>
        <p:spPr bwMode="auto">
          <a:xfrm rot="16200000" flipV="1">
            <a:off x="1828547" y="4539129"/>
            <a:ext cx="155029" cy="593657"/>
          </a:xfrm>
          <a:prstGeom prst="bentConnector2">
            <a:avLst/>
          </a:prstGeom>
          <a:noFill/>
          <a:ln w="9525">
            <a:solidFill>
              <a:srgbClr val="0000FF"/>
            </a:solidFill>
            <a:miter lim="800000"/>
            <a:headEnd/>
            <a:tailEnd/>
          </a:ln>
          <a:extLst>
            <a:ext uri="{909E8E84-426E-40DD-AFC4-6F175D3DCCD1}">
              <a14:hiddenFill xmlns:a14="http://schemas.microsoft.com/office/drawing/2010/main">
                <a:noFill/>
              </a14:hiddenFill>
            </a:ext>
          </a:extLst>
        </p:spPr>
      </p:cxnSp>
      <p:sp>
        <p:nvSpPr>
          <p:cNvPr id="147" name="Text Box 156">
            <a:extLst>
              <a:ext uri="{FF2B5EF4-FFF2-40B4-BE49-F238E27FC236}">
                <a16:creationId xmlns:a16="http://schemas.microsoft.com/office/drawing/2014/main" id="{C31ADE88-F24B-467C-8686-3265435004F6}"/>
              </a:ext>
            </a:extLst>
          </p:cNvPr>
          <p:cNvSpPr txBox="1">
            <a:spLocks noChangeArrowheads="1"/>
          </p:cNvSpPr>
          <p:nvPr/>
        </p:nvSpPr>
        <p:spPr bwMode="auto">
          <a:xfrm>
            <a:off x="844592" y="4509729"/>
            <a:ext cx="30489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150" name="AutoShape 6">
            <a:extLst>
              <a:ext uri="{FF2B5EF4-FFF2-40B4-BE49-F238E27FC236}">
                <a16:creationId xmlns:a16="http://schemas.microsoft.com/office/drawing/2014/main" id="{710A7334-4A81-463D-96F8-39FB060D9EBC}"/>
              </a:ext>
            </a:extLst>
          </p:cNvPr>
          <p:cNvSpPr>
            <a:spLocks noChangeArrowheads="1"/>
          </p:cNvSpPr>
          <p:nvPr/>
        </p:nvSpPr>
        <p:spPr bwMode="auto">
          <a:xfrm>
            <a:off x="7172731" y="1142012"/>
            <a:ext cx="1084263" cy="1542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00070_</a:t>
            </a:r>
            <a:r>
              <a:rPr lang="fr-FR" sz="600">
                <a:ea typeface="ＭＳ Ｐゴシック" charset="0"/>
              </a:rPr>
              <a:t>SUSP_RDGU_OK</a:t>
            </a:r>
          </a:p>
        </p:txBody>
      </p:sp>
      <p:cxnSp>
        <p:nvCxnSpPr>
          <p:cNvPr id="258" name="Connecteur droit 257">
            <a:extLst>
              <a:ext uri="{FF2B5EF4-FFF2-40B4-BE49-F238E27FC236}">
                <a16:creationId xmlns:a16="http://schemas.microsoft.com/office/drawing/2014/main" id="{85995583-3C7A-4AB8-8D5C-DF2CBA457EFA}"/>
              </a:ext>
            </a:extLst>
          </p:cNvPr>
          <p:cNvCxnSpPr>
            <a:stCxn id="124" idx="3"/>
            <a:endCxn id="150" idx="1"/>
          </p:cNvCxnSpPr>
          <p:nvPr/>
        </p:nvCxnSpPr>
        <p:spPr bwMode="auto">
          <a:xfrm>
            <a:off x="6309460" y="1219143"/>
            <a:ext cx="863271"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Connecteur droit avec flèche 261">
            <a:extLst>
              <a:ext uri="{FF2B5EF4-FFF2-40B4-BE49-F238E27FC236}">
                <a16:creationId xmlns:a16="http://schemas.microsoft.com/office/drawing/2014/main" id="{F057F4EA-1EDC-44FB-B3E2-744A1483016C}"/>
              </a:ext>
            </a:extLst>
          </p:cNvPr>
          <p:cNvCxnSpPr>
            <a:stCxn id="150" idx="2"/>
            <a:endCxn id="128" idx="0"/>
          </p:cNvCxnSpPr>
          <p:nvPr/>
        </p:nvCxnSpPr>
        <p:spPr bwMode="auto">
          <a:xfrm>
            <a:off x="7714863" y="1296273"/>
            <a:ext cx="1" cy="22603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AutoShape 6">
            <a:extLst>
              <a:ext uri="{FF2B5EF4-FFF2-40B4-BE49-F238E27FC236}">
                <a16:creationId xmlns:a16="http://schemas.microsoft.com/office/drawing/2014/main" id="{C7003976-7E19-4C4C-97DB-FD1159508B1E}"/>
              </a:ext>
            </a:extLst>
          </p:cNvPr>
          <p:cNvSpPr>
            <a:spLocks noChangeArrowheads="1"/>
          </p:cNvSpPr>
          <p:nvPr/>
        </p:nvSpPr>
        <p:spPr bwMode="auto">
          <a:xfrm>
            <a:off x="8179840" y="5341533"/>
            <a:ext cx="856196" cy="16488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00072_</a:t>
            </a:r>
            <a:r>
              <a:rPr lang="fr-FR" sz="600">
                <a:ea typeface="ＭＳ Ｐゴシック" charset="0"/>
              </a:rPr>
              <a:t>SUSP_RDGU</a:t>
            </a:r>
          </a:p>
        </p:txBody>
      </p:sp>
      <p:cxnSp>
        <p:nvCxnSpPr>
          <p:cNvPr id="268" name="Connecteur : en angle 267">
            <a:extLst>
              <a:ext uri="{FF2B5EF4-FFF2-40B4-BE49-F238E27FC236}">
                <a16:creationId xmlns:a16="http://schemas.microsoft.com/office/drawing/2014/main" id="{58AAF13C-4A17-4FE5-BDAC-47C8F9310A89}"/>
              </a:ext>
            </a:extLst>
          </p:cNvPr>
          <p:cNvCxnSpPr>
            <a:stCxn id="128" idx="3"/>
            <a:endCxn id="157" idx="0"/>
          </p:cNvCxnSpPr>
          <p:nvPr/>
        </p:nvCxnSpPr>
        <p:spPr bwMode="auto">
          <a:xfrm flipH="1">
            <a:off x="8607938" y="1957079"/>
            <a:ext cx="315042" cy="3384454"/>
          </a:xfrm>
          <a:prstGeom prst="bentConnector4">
            <a:avLst>
              <a:gd name="adj1" fmla="val -72562"/>
              <a:gd name="adj2" fmla="val 5642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Connecteur : en angle 270">
            <a:extLst>
              <a:ext uri="{FF2B5EF4-FFF2-40B4-BE49-F238E27FC236}">
                <a16:creationId xmlns:a16="http://schemas.microsoft.com/office/drawing/2014/main" id="{8E585A24-6535-4427-9AAA-9121205F9D2C}"/>
              </a:ext>
            </a:extLst>
          </p:cNvPr>
          <p:cNvCxnSpPr>
            <a:stCxn id="157" idx="2"/>
            <a:endCxn id="75" idx="0"/>
          </p:cNvCxnSpPr>
          <p:nvPr/>
        </p:nvCxnSpPr>
        <p:spPr bwMode="auto">
          <a:xfrm rot="5400000">
            <a:off x="7126023" y="4219832"/>
            <a:ext cx="195333" cy="276849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 Box 157">
            <a:extLst>
              <a:ext uri="{FF2B5EF4-FFF2-40B4-BE49-F238E27FC236}">
                <a16:creationId xmlns:a16="http://schemas.microsoft.com/office/drawing/2014/main" id="{0BB9D940-7F04-460E-ABF0-0778851FCE36}"/>
              </a:ext>
            </a:extLst>
          </p:cNvPr>
          <p:cNvSpPr txBox="1">
            <a:spLocks noChangeArrowheads="1"/>
          </p:cNvSpPr>
          <p:nvPr/>
        </p:nvSpPr>
        <p:spPr bwMode="auto">
          <a:xfrm>
            <a:off x="6431213" y="984067"/>
            <a:ext cx="5629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ysClr val="windowText" lastClr="000000"/>
                </a:solidFill>
              </a:rPr>
              <a:t> RDGU = 1</a:t>
            </a:r>
          </a:p>
        </p:txBody>
      </p:sp>
      <p:cxnSp>
        <p:nvCxnSpPr>
          <p:cNvPr id="274" name="Connecteur droit 273">
            <a:extLst>
              <a:ext uri="{FF2B5EF4-FFF2-40B4-BE49-F238E27FC236}">
                <a16:creationId xmlns:a16="http://schemas.microsoft.com/office/drawing/2014/main" id="{01DABA36-28D0-4463-BAB6-9CA800A1112E}"/>
              </a:ext>
            </a:extLst>
          </p:cNvPr>
          <p:cNvCxnSpPr>
            <a:stCxn id="14" idx="2"/>
            <a:endCxn id="6" idx="0"/>
          </p:cNvCxnSpPr>
          <p:nvPr/>
        </p:nvCxnSpPr>
        <p:spPr bwMode="auto">
          <a:xfrm flipH="1">
            <a:off x="5844258" y="4334631"/>
            <a:ext cx="1139" cy="1468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 name="Connecteur droit avec flèche 275">
            <a:extLst>
              <a:ext uri="{FF2B5EF4-FFF2-40B4-BE49-F238E27FC236}">
                <a16:creationId xmlns:a16="http://schemas.microsoft.com/office/drawing/2014/main" id="{85E024E4-9E55-4D03-BAB3-C84C344AA2BC}"/>
              </a:ext>
            </a:extLst>
          </p:cNvPr>
          <p:cNvCxnSpPr>
            <a:stCxn id="6" idx="2"/>
            <a:endCxn id="238" idx="2"/>
          </p:cNvCxnSpPr>
          <p:nvPr/>
        </p:nvCxnSpPr>
        <p:spPr bwMode="auto">
          <a:xfrm flipH="1">
            <a:off x="5837368" y="4730766"/>
            <a:ext cx="6890" cy="97098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4" name="Connecteur droit 283">
            <a:extLst>
              <a:ext uri="{FF2B5EF4-FFF2-40B4-BE49-F238E27FC236}">
                <a16:creationId xmlns:a16="http://schemas.microsoft.com/office/drawing/2014/main" id="{602FFC8B-AB01-402B-947F-FE439ADF2419}"/>
              </a:ext>
            </a:extLst>
          </p:cNvPr>
          <p:cNvCxnSpPr>
            <a:stCxn id="19" idx="0"/>
            <a:endCxn id="13" idx="2"/>
          </p:cNvCxnSpPr>
          <p:nvPr/>
        </p:nvCxnSpPr>
        <p:spPr bwMode="auto">
          <a:xfrm flipH="1" flipV="1">
            <a:off x="3465902" y="4341483"/>
            <a:ext cx="1075" cy="3131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Connecteur droit 286">
            <a:extLst>
              <a:ext uri="{FF2B5EF4-FFF2-40B4-BE49-F238E27FC236}">
                <a16:creationId xmlns:a16="http://schemas.microsoft.com/office/drawing/2014/main" id="{663DEAE6-6D91-4813-90F5-7E0EA615C02C}"/>
              </a:ext>
            </a:extLst>
          </p:cNvPr>
          <p:cNvCxnSpPr>
            <a:stCxn id="104" idx="2"/>
            <a:endCxn id="105" idx="0"/>
          </p:cNvCxnSpPr>
          <p:nvPr/>
        </p:nvCxnSpPr>
        <p:spPr bwMode="auto">
          <a:xfrm>
            <a:off x="7081039" y="6126503"/>
            <a:ext cx="306" cy="760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droit 64">
            <a:extLst>
              <a:ext uri="{FF2B5EF4-FFF2-40B4-BE49-F238E27FC236}">
                <a16:creationId xmlns:a16="http://schemas.microsoft.com/office/drawing/2014/main" id="{142808BA-44D0-4D6F-8A04-E9EDAC932AEE}"/>
              </a:ext>
            </a:extLst>
          </p:cNvPr>
          <p:cNvCxnSpPr>
            <a:stCxn id="105" idx="2"/>
            <a:endCxn id="148" idx="2"/>
          </p:cNvCxnSpPr>
          <p:nvPr/>
        </p:nvCxnSpPr>
        <p:spPr bwMode="auto">
          <a:xfrm>
            <a:off x="7081345" y="6370330"/>
            <a:ext cx="1" cy="1276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8" name="AutoShape 6">
            <a:extLst>
              <a:ext uri="{FF2B5EF4-FFF2-40B4-BE49-F238E27FC236}">
                <a16:creationId xmlns:a16="http://schemas.microsoft.com/office/drawing/2014/main" id="{4A7FD331-DAF8-4F77-AF7F-9E9AC6F77F22}"/>
              </a:ext>
            </a:extLst>
          </p:cNvPr>
          <p:cNvSpPr>
            <a:spLocks noChangeArrowheads="1"/>
          </p:cNvSpPr>
          <p:nvPr/>
        </p:nvSpPr>
        <p:spPr bwMode="auto">
          <a:xfrm>
            <a:off x="12965" y="5010320"/>
            <a:ext cx="867123" cy="13377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00072_WCB_</a:t>
            </a:r>
            <a:r>
              <a:rPr lang="fr-FR" sz="600">
                <a:ea typeface="ＭＳ Ｐゴシック" charset="0"/>
              </a:rPr>
              <a:t>SUSP</a:t>
            </a:r>
          </a:p>
        </p:txBody>
      </p:sp>
      <p:cxnSp>
        <p:nvCxnSpPr>
          <p:cNvPr id="193" name="AutoShape 9">
            <a:extLst>
              <a:ext uri="{FF2B5EF4-FFF2-40B4-BE49-F238E27FC236}">
                <a16:creationId xmlns:a16="http://schemas.microsoft.com/office/drawing/2014/main" id="{3CCDAC86-0F1C-419E-B554-299729B8A64C}"/>
              </a:ext>
            </a:extLst>
          </p:cNvPr>
          <p:cNvCxnSpPr>
            <a:cxnSpLocks noChangeShapeType="1"/>
            <a:stCxn id="188" idx="0"/>
            <a:endCxn id="95" idx="1"/>
          </p:cNvCxnSpPr>
          <p:nvPr/>
        </p:nvCxnSpPr>
        <p:spPr bwMode="auto">
          <a:xfrm rot="5400000" flipH="1" flipV="1">
            <a:off x="725630" y="4479341"/>
            <a:ext cx="251877" cy="810083"/>
          </a:xfrm>
          <a:prstGeom prst="bentConnector2">
            <a:avLst/>
          </a:prstGeom>
          <a:noFill/>
          <a:ln w="9525">
            <a:solidFill>
              <a:srgbClr val="0000FF"/>
            </a:solidFill>
            <a:miter lim="800000"/>
            <a:headEnd/>
            <a:tailEnd/>
          </a:ln>
          <a:extLst>
            <a:ext uri="{909E8E84-426E-40DD-AFC4-6F175D3DCCD1}">
              <a14:hiddenFill xmlns:a14="http://schemas.microsoft.com/office/drawing/2010/main">
                <a:noFill/>
              </a14:hiddenFill>
            </a:ext>
          </a:extLst>
        </p:spPr>
      </p:cxnSp>
      <p:sp>
        <p:nvSpPr>
          <p:cNvPr id="211" name="AutoShape 6">
            <a:extLst>
              <a:ext uri="{FF2B5EF4-FFF2-40B4-BE49-F238E27FC236}">
                <a16:creationId xmlns:a16="http://schemas.microsoft.com/office/drawing/2014/main" id="{0AEE968D-7EBA-45D4-AB47-78A44499FF38}"/>
              </a:ext>
            </a:extLst>
          </p:cNvPr>
          <p:cNvSpPr>
            <a:spLocks noChangeArrowheads="1"/>
          </p:cNvSpPr>
          <p:nvPr/>
        </p:nvSpPr>
        <p:spPr bwMode="auto">
          <a:xfrm>
            <a:off x="5400191" y="1851643"/>
            <a:ext cx="1084263" cy="1542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00070_</a:t>
            </a:r>
            <a:r>
              <a:rPr lang="fr-FR" sz="600">
                <a:ea typeface="ＭＳ Ｐゴシック" charset="0"/>
              </a:rPr>
              <a:t>SUSP_RDGU_OFF</a:t>
            </a:r>
          </a:p>
        </p:txBody>
      </p:sp>
      <p:sp>
        <p:nvSpPr>
          <p:cNvPr id="212" name="AutoShape 6">
            <a:extLst>
              <a:ext uri="{FF2B5EF4-FFF2-40B4-BE49-F238E27FC236}">
                <a16:creationId xmlns:a16="http://schemas.microsoft.com/office/drawing/2014/main" id="{EF868AE3-3B43-495F-9086-5D798A55EB4E}"/>
              </a:ext>
            </a:extLst>
          </p:cNvPr>
          <p:cNvSpPr>
            <a:spLocks noChangeArrowheads="1"/>
          </p:cNvSpPr>
          <p:nvPr/>
        </p:nvSpPr>
        <p:spPr bwMode="auto">
          <a:xfrm>
            <a:off x="4757286" y="1583020"/>
            <a:ext cx="1084263" cy="1542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00070_</a:t>
            </a:r>
            <a:r>
              <a:rPr lang="fr-FR" sz="600">
                <a:ea typeface="ＭＳ Ｐゴシック" charset="0"/>
              </a:rPr>
              <a:t>SUSP_RDGU_NOK</a:t>
            </a:r>
          </a:p>
        </p:txBody>
      </p:sp>
      <p:cxnSp>
        <p:nvCxnSpPr>
          <p:cNvPr id="80" name="Connecteur : en angle 79">
            <a:extLst>
              <a:ext uri="{FF2B5EF4-FFF2-40B4-BE49-F238E27FC236}">
                <a16:creationId xmlns:a16="http://schemas.microsoft.com/office/drawing/2014/main" id="{9DB85633-5EF2-4108-A9EE-958216857A13}"/>
              </a:ext>
            </a:extLst>
          </p:cNvPr>
          <p:cNvCxnSpPr>
            <a:stCxn id="124" idx="2"/>
            <a:endCxn id="211" idx="0"/>
          </p:cNvCxnSpPr>
          <p:nvPr/>
        </p:nvCxnSpPr>
        <p:spPr bwMode="auto">
          <a:xfrm rot="16200000" flipH="1">
            <a:off x="5689269" y="1598589"/>
            <a:ext cx="481132" cy="2497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0" name="Text Box 156">
            <a:extLst>
              <a:ext uri="{FF2B5EF4-FFF2-40B4-BE49-F238E27FC236}">
                <a16:creationId xmlns:a16="http://schemas.microsoft.com/office/drawing/2014/main" id="{D3C612CD-7FFD-4ED0-BF29-1E6F696A96F5}"/>
              </a:ext>
            </a:extLst>
          </p:cNvPr>
          <p:cNvSpPr txBox="1">
            <a:spLocks noChangeArrowheads="1"/>
          </p:cNvSpPr>
          <p:nvPr/>
        </p:nvSpPr>
        <p:spPr bwMode="auto">
          <a:xfrm>
            <a:off x="5917425" y="139229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90" name="Connecteur : en angle 89">
            <a:extLst>
              <a:ext uri="{FF2B5EF4-FFF2-40B4-BE49-F238E27FC236}">
                <a16:creationId xmlns:a16="http://schemas.microsoft.com/office/drawing/2014/main" id="{2CDECF72-D671-4E93-AB26-FE83135E3D87}"/>
              </a:ext>
            </a:extLst>
          </p:cNvPr>
          <p:cNvCxnSpPr>
            <a:stCxn id="211" idx="2"/>
            <a:endCxn id="172" idx="0"/>
          </p:cNvCxnSpPr>
          <p:nvPr/>
        </p:nvCxnSpPr>
        <p:spPr bwMode="auto">
          <a:xfrm rot="5400000">
            <a:off x="5561290" y="1777349"/>
            <a:ext cx="152479" cy="60958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Connecteur : en angle 96">
            <a:extLst>
              <a:ext uri="{FF2B5EF4-FFF2-40B4-BE49-F238E27FC236}">
                <a16:creationId xmlns:a16="http://schemas.microsoft.com/office/drawing/2014/main" id="{071C4A12-5D41-4C81-A82D-9F0E67CF66EC}"/>
              </a:ext>
            </a:extLst>
          </p:cNvPr>
          <p:cNvCxnSpPr>
            <a:stCxn id="212" idx="2"/>
            <a:endCxn id="172" idx="0"/>
          </p:cNvCxnSpPr>
          <p:nvPr/>
        </p:nvCxnSpPr>
        <p:spPr bwMode="auto">
          <a:xfrm rot="16200000" flipH="1">
            <a:off x="5105525" y="1931174"/>
            <a:ext cx="421102" cy="33316"/>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Rectangle 2">
            <a:extLst>
              <a:ext uri="{FF2B5EF4-FFF2-40B4-BE49-F238E27FC236}">
                <a16:creationId xmlns:a16="http://schemas.microsoft.com/office/drawing/2014/main" id="{79217340-C074-4E1A-82AB-0448B28AA16F}"/>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SUSPENDU</a:t>
            </a:r>
          </a:p>
        </p:txBody>
      </p:sp>
    </p:spTree>
    <p:extLst>
      <p:ext uri="{BB962C8B-B14F-4D97-AF65-F5344CB8AC3E}">
        <p14:creationId xmlns:p14="http://schemas.microsoft.com/office/powerpoint/2010/main" val="1346050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2" name="Connecteur en angle 151"/>
          <p:cNvCxnSpPr>
            <a:cxnSpLocks/>
            <a:stCxn id="2" idx="3"/>
            <a:endCxn id="171" idx="0"/>
          </p:cNvCxnSpPr>
          <p:nvPr/>
        </p:nvCxnSpPr>
        <p:spPr bwMode="auto">
          <a:xfrm>
            <a:off x="6814069" y="4077580"/>
            <a:ext cx="627510" cy="21071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Espace réservé du numéro de diapositive 3"/>
          <p:cNvSpPr>
            <a:spLocks noGrp="1"/>
          </p:cNvSpPr>
          <p:nvPr>
            <p:ph type="sldNum" sz="quarter" idx="10"/>
          </p:nvPr>
        </p:nvSpPr>
        <p:spPr/>
        <p:txBody>
          <a:bodyPr/>
          <a:lstStyle/>
          <a:p>
            <a:pPr>
              <a:defRPr/>
            </a:pPr>
            <a:fld id="{843DFBF3-518F-4932-94B0-8C2572279D0B}" type="slidenum">
              <a:rPr lang="fr-FR" smtClean="0"/>
              <a:pPr>
                <a:defRPr/>
              </a:pPr>
              <a:t>7</a:t>
            </a:fld>
            <a:endParaRPr lang="fr-FR"/>
          </a:p>
        </p:txBody>
      </p:sp>
      <p:sp>
        <p:nvSpPr>
          <p:cNvPr id="9" name="AutoShape 10">
            <a:hlinkClick r:id="rId2" action="ppaction://hlinksldjump"/>
          </p:cNvPr>
          <p:cNvSpPr>
            <a:spLocks noChangeArrowheads="1"/>
          </p:cNvSpPr>
          <p:nvPr/>
        </p:nvSpPr>
        <p:spPr bwMode="auto">
          <a:xfrm rot="10800000">
            <a:off x="2969281" y="529882"/>
            <a:ext cx="839758" cy="348522"/>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SUSPENDU</a:t>
            </a:r>
          </a:p>
        </p:txBody>
      </p:sp>
      <p:sp>
        <p:nvSpPr>
          <p:cNvPr id="4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54" name="AutoShape 131"/>
          <p:cNvSpPr>
            <a:spLocks noChangeArrowheads="1"/>
          </p:cNvSpPr>
          <p:nvPr/>
        </p:nvSpPr>
        <p:spPr bwMode="auto">
          <a:xfrm>
            <a:off x="5579510" y="4820297"/>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56" name="AutoShape 143"/>
          <p:cNvSpPr>
            <a:spLocks noChangeArrowheads="1"/>
          </p:cNvSpPr>
          <p:nvPr/>
        </p:nvSpPr>
        <p:spPr bwMode="auto">
          <a:xfrm>
            <a:off x="2797748" y="5352771"/>
            <a:ext cx="1264845" cy="30303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ABO_FCT_CONV_RISQUE_SUSP</a:t>
            </a:r>
          </a:p>
        </p:txBody>
      </p:sp>
      <p:sp>
        <p:nvSpPr>
          <p:cNvPr id="57" name="AutoShape 219"/>
          <p:cNvSpPr>
            <a:spLocks noChangeArrowheads="1"/>
          </p:cNvSpPr>
          <p:nvPr/>
        </p:nvSpPr>
        <p:spPr bwMode="auto">
          <a:xfrm>
            <a:off x="4201214" y="5449440"/>
            <a:ext cx="1100379" cy="11002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00072_FCT_CONV_R_SUSP</a:t>
            </a:r>
          </a:p>
        </p:txBody>
      </p:sp>
      <p:sp>
        <p:nvSpPr>
          <p:cNvPr id="67" name="ZoneTexte 66"/>
          <p:cNvSpPr txBox="1"/>
          <p:nvPr/>
        </p:nvSpPr>
        <p:spPr>
          <a:xfrm>
            <a:off x="4257359" y="5274582"/>
            <a:ext cx="1103967" cy="200055"/>
          </a:xfrm>
          <a:prstGeom prst="rect">
            <a:avLst/>
          </a:prstGeom>
          <a:noFill/>
        </p:spPr>
        <p:txBody>
          <a:bodyPr wrap="square" rtlCol="0">
            <a:spAutoFit/>
          </a:bodyPr>
          <a:lstStyle/>
          <a:p>
            <a:r>
              <a:rPr lang="fr-FR" sz="700" b="1"/>
              <a:t>CONV RISQUE</a:t>
            </a:r>
          </a:p>
        </p:txBody>
      </p:sp>
      <p:sp>
        <p:nvSpPr>
          <p:cNvPr id="72" name="AutoShape 143"/>
          <p:cNvSpPr>
            <a:spLocks noChangeArrowheads="1"/>
          </p:cNvSpPr>
          <p:nvPr/>
        </p:nvSpPr>
        <p:spPr bwMode="auto">
          <a:xfrm>
            <a:off x="2797749" y="5790773"/>
            <a:ext cx="1253146" cy="30303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ABO_FCT_CONV_SUSP</a:t>
            </a:r>
          </a:p>
        </p:txBody>
      </p:sp>
      <p:sp>
        <p:nvSpPr>
          <p:cNvPr id="73" name="AutoShape 219"/>
          <p:cNvSpPr>
            <a:spLocks noChangeArrowheads="1"/>
          </p:cNvSpPr>
          <p:nvPr/>
        </p:nvSpPr>
        <p:spPr bwMode="auto">
          <a:xfrm>
            <a:off x="4187239" y="5878544"/>
            <a:ext cx="1100379" cy="13132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00072_FCT_CONV_SUSP</a:t>
            </a:r>
          </a:p>
        </p:txBody>
      </p:sp>
      <p:cxnSp>
        <p:nvCxnSpPr>
          <p:cNvPr id="76" name="AutoShape 132"/>
          <p:cNvCxnSpPr>
            <a:cxnSpLocks noChangeShapeType="1"/>
            <a:stCxn id="73" idx="1"/>
            <a:endCxn id="72" idx="3"/>
          </p:cNvCxnSpPr>
          <p:nvPr/>
        </p:nvCxnSpPr>
        <p:spPr bwMode="auto">
          <a:xfrm rot="10800000">
            <a:off x="4050895" y="5942290"/>
            <a:ext cx="136344" cy="191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 name="ZoneTexte 76"/>
          <p:cNvSpPr txBox="1"/>
          <p:nvPr/>
        </p:nvSpPr>
        <p:spPr>
          <a:xfrm>
            <a:off x="4309339" y="5702215"/>
            <a:ext cx="525141" cy="200055"/>
          </a:xfrm>
          <a:prstGeom prst="rect">
            <a:avLst/>
          </a:prstGeom>
          <a:noFill/>
        </p:spPr>
        <p:txBody>
          <a:bodyPr wrap="square" rtlCol="0">
            <a:spAutoFit/>
          </a:bodyPr>
          <a:lstStyle/>
          <a:p>
            <a:r>
              <a:rPr lang="fr-FR" sz="700" b="1"/>
              <a:t>CONV</a:t>
            </a:r>
          </a:p>
        </p:txBody>
      </p:sp>
      <p:sp>
        <p:nvSpPr>
          <p:cNvPr id="78" name="AutoShape 143"/>
          <p:cNvSpPr>
            <a:spLocks noChangeArrowheads="1"/>
          </p:cNvSpPr>
          <p:nvPr/>
        </p:nvSpPr>
        <p:spPr bwMode="auto">
          <a:xfrm>
            <a:off x="2797749" y="6150762"/>
            <a:ext cx="1222512" cy="30303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ABO_FCT_RISQUE_SUSP</a:t>
            </a:r>
          </a:p>
        </p:txBody>
      </p:sp>
      <p:sp>
        <p:nvSpPr>
          <p:cNvPr id="79" name="AutoShape 219"/>
          <p:cNvSpPr>
            <a:spLocks noChangeArrowheads="1"/>
          </p:cNvSpPr>
          <p:nvPr/>
        </p:nvSpPr>
        <p:spPr bwMode="auto">
          <a:xfrm>
            <a:off x="4235684" y="6238036"/>
            <a:ext cx="1098427" cy="13595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00072_FCT_RISQUE_SUSP</a:t>
            </a:r>
            <a:endParaRPr lang="fr-FR" sz="600" b="1"/>
          </a:p>
        </p:txBody>
      </p:sp>
      <p:cxnSp>
        <p:nvCxnSpPr>
          <p:cNvPr id="82" name="AutoShape 132"/>
          <p:cNvCxnSpPr>
            <a:cxnSpLocks noChangeShapeType="1"/>
            <a:stCxn id="79" idx="1"/>
            <a:endCxn id="78" idx="3"/>
          </p:cNvCxnSpPr>
          <p:nvPr/>
        </p:nvCxnSpPr>
        <p:spPr bwMode="auto">
          <a:xfrm rot="10800000">
            <a:off x="4020262" y="6302278"/>
            <a:ext cx="215423" cy="373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3" name="ZoneTexte 82"/>
          <p:cNvSpPr txBox="1"/>
          <p:nvPr/>
        </p:nvSpPr>
        <p:spPr>
          <a:xfrm>
            <a:off x="4273318" y="6056389"/>
            <a:ext cx="603922" cy="200055"/>
          </a:xfrm>
          <a:prstGeom prst="rect">
            <a:avLst/>
          </a:prstGeom>
          <a:noFill/>
        </p:spPr>
        <p:txBody>
          <a:bodyPr wrap="square" rtlCol="0">
            <a:spAutoFit/>
          </a:bodyPr>
          <a:lstStyle/>
          <a:p>
            <a:r>
              <a:rPr lang="fr-FR" sz="700" b="1"/>
              <a:t>RISQUE</a:t>
            </a:r>
          </a:p>
        </p:txBody>
      </p:sp>
      <p:sp>
        <p:nvSpPr>
          <p:cNvPr id="84" name="AutoShape 143"/>
          <p:cNvSpPr>
            <a:spLocks noChangeArrowheads="1"/>
          </p:cNvSpPr>
          <p:nvPr/>
        </p:nvSpPr>
        <p:spPr bwMode="auto">
          <a:xfrm>
            <a:off x="2797749" y="6528483"/>
            <a:ext cx="1222512" cy="30303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t>ABO_FCT_SUSP</a:t>
            </a:r>
          </a:p>
        </p:txBody>
      </p:sp>
      <p:sp>
        <p:nvSpPr>
          <p:cNvPr id="85" name="AutoShape 219"/>
          <p:cNvSpPr>
            <a:spLocks noChangeArrowheads="1"/>
          </p:cNvSpPr>
          <p:nvPr/>
        </p:nvSpPr>
        <p:spPr bwMode="auto">
          <a:xfrm>
            <a:off x="4201214" y="6607032"/>
            <a:ext cx="1132897" cy="13100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00072_FCT_AUTRE_SUSP</a:t>
            </a:r>
            <a:endParaRPr lang="fr-FR" sz="600" b="1"/>
          </a:p>
        </p:txBody>
      </p:sp>
      <p:cxnSp>
        <p:nvCxnSpPr>
          <p:cNvPr id="88" name="AutoShape 132"/>
          <p:cNvCxnSpPr>
            <a:cxnSpLocks noChangeShapeType="1"/>
            <a:stCxn id="85" idx="1"/>
            <a:endCxn id="84" idx="3"/>
          </p:cNvCxnSpPr>
          <p:nvPr/>
        </p:nvCxnSpPr>
        <p:spPr bwMode="auto">
          <a:xfrm rot="10800000" flipV="1">
            <a:off x="4020262" y="6672535"/>
            <a:ext cx="180953" cy="7463"/>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AutoShape 132"/>
          <p:cNvCxnSpPr>
            <a:cxnSpLocks noChangeShapeType="1"/>
            <a:stCxn id="54" idx="2"/>
            <a:endCxn id="85" idx="3"/>
          </p:cNvCxnSpPr>
          <p:nvPr/>
        </p:nvCxnSpPr>
        <p:spPr bwMode="auto">
          <a:xfrm rot="5400000">
            <a:off x="4828548" y="5658280"/>
            <a:ext cx="1519820" cy="50869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droit avec flèche 91"/>
          <p:cNvCxnSpPr>
            <a:cxnSpLocks/>
            <a:stCxn id="57" idx="1"/>
            <a:endCxn id="56" idx="3"/>
          </p:cNvCxnSpPr>
          <p:nvPr/>
        </p:nvCxnSpPr>
        <p:spPr bwMode="auto">
          <a:xfrm flipH="1" flipV="1">
            <a:off x="4062593" y="5504287"/>
            <a:ext cx="138621" cy="16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Rectangle 80"/>
          <p:cNvSpPr/>
          <p:nvPr/>
        </p:nvSpPr>
        <p:spPr bwMode="auto">
          <a:xfrm>
            <a:off x="16765" y="502874"/>
            <a:ext cx="2890573" cy="68946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lvl="0"/>
            <a:r>
              <a:rPr lang="fr-FR" sz="600" b="1" u="sng"/>
              <a:t>Si CONV :</a:t>
            </a:r>
          </a:p>
          <a:p>
            <a:r>
              <a:rPr lang="fr-FR" sz="600" b="1"/>
              <a:t>RISQUE =&gt; Si marqueur C2OL = ME_RISQVAL  et value1 = 1 </a:t>
            </a:r>
          </a:p>
          <a:p>
            <a:r>
              <a:rPr lang="fr-FR" sz="600" b="1"/>
              <a:t>NON RISQUE =&gt; Si marqueur C2OL = ME_RISQVAL  et value1 &lt;&gt; 1 </a:t>
            </a:r>
          </a:p>
          <a:p>
            <a:r>
              <a:rPr lang="fr-FR" sz="600" b="1" u="sng"/>
              <a:t>Si NON CONV :</a:t>
            </a:r>
          </a:p>
          <a:p>
            <a:r>
              <a:rPr lang="fr-FR" sz="600" b="1"/>
              <a:t>RISQUE =&gt; Si marqueur C2OL = </a:t>
            </a:r>
            <a:r>
              <a:rPr lang="fr-FR" sz="600" b="1" err="1"/>
              <a:t>A_Reengager</a:t>
            </a:r>
            <a:r>
              <a:rPr lang="fr-FR" sz="600" b="1"/>
              <a:t> ou A_SAUVER et value1 &lt;&gt; 0 </a:t>
            </a:r>
          </a:p>
          <a:p>
            <a:r>
              <a:rPr lang="fr-FR" sz="600" b="1"/>
              <a:t>NON RISQUE =&gt; Si marqueur C2OL = A_SAUVER et value1 &lt;&gt; 1 </a:t>
            </a:r>
          </a:p>
        </p:txBody>
      </p:sp>
      <p:sp>
        <p:nvSpPr>
          <p:cNvPr id="80" name="AutoShape 31">
            <a:hlinkClick r:id="" action="ppaction://noaction"/>
          </p:cNvPr>
          <p:cNvSpPr>
            <a:spLocks noChangeArrowheads="1"/>
          </p:cNvSpPr>
          <p:nvPr/>
        </p:nvSpPr>
        <p:spPr bwMode="auto">
          <a:xfrm>
            <a:off x="5361001" y="4533121"/>
            <a:ext cx="963606" cy="2100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ABO_FCT_SUSP</a:t>
            </a:r>
          </a:p>
        </p:txBody>
      </p:sp>
      <p:cxnSp>
        <p:nvCxnSpPr>
          <p:cNvPr id="44" name="Connecteur droit 43"/>
          <p:cNvCxnSpPr>
            <a:stCxn id="80" idx="2"/>
            <a:endCxn id="54" idx="0"/>
          </p:cNvCxnSpPr>
          <p:nvPr/>
        </p:nvCxnSpPr>
        <p:spPr bwMode="auto">
          <a:xfrm>
            <a:off x="5842804" y="4743207"/>
            <a:ext cx="0" cy="770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Connecteur en angle 123"/>
          <p:cNvCxnSpPr>
            <a:cxnSpLocks/>
            <a:stCxn id="2" idx="1"/>
            <a:endCxn id="172" idx="0"/>
          </p:cNvCxnSpPr>
          <p:nvPr/>
        </p:nvCxnSpPr>
        <p:spPr bwMode="auto">
          <a:xfrm rot="10800000" flipV="1">
            <a:off x="5836960" y="4077580"/>
            <a:ext cx="346078" cy="20387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AutoShape 131"/>
          <p:cNvSpPr>
            <a:spLocks noChangeArrowheads="1"/>
          </p:cNvSpPr>
          <p:nvPr/>
        </p:nvSpPr>
        <p:spPr bwMode="auto">
          <a:xfrm>
            <a:off x="7178283" y="4907570"/>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193" name="AutoShape 31">
            <a:hlinkClick r:id="" action="ppaction://noaction"/>
          </p:cNvPr>
          <p:cNvSpPr>
            <a:spLocks noChangeArrowheads="1"/>
          </p:cNvSpPr>
          <p:nvPr/>
        </p:nvSpPr>
        <p:spPr bwMode="auto">
          <a:xfrm>
            <a:off x="6753013" y="4608280"/>
            <a:ext cx="1377129" cy="2100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ABO_FCT_PREMIUM_SUSP</a:t>
            </a:r>
          </a:p>
        </p:txBody>
      </p:sp>
      <p:sp>
        <p:nvSpPr>
          <p:cNvPr id="199" name="AutoShape 142"/>
          <p:cNvSpPr>
            <a:spLocks noChangeArrowheads="1"/>
          </p:cNvSpPr>
          <p:nvPr/>
        </p:nvSpPr>
        <p:spPr bwMode="auto">
          <a:xfrm>
            <a:off x="7930798" y="6354383"/>
            <a:ext cx="910051"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FCT PREMIUM_SUSP</a:t>
            </a:r>
            <a:endParaRPr lang="fr-FR" sz="600" i="1"/>
          </a:p>
        </p:txBody>
      </p:sp>
      <p:cxnSp>
        <p:nvCxnSpPr>
          <p:cNvPr id="201" name="AutoShape 13"/>
          <p:cNvCxnSpPr>
            <a:cxnSpLocks noChangeShapeType="1"/>
            <a:stCxn id="204" idx="3"/>
            <a:endCxn id="199" idx="1"/>
          </p:cNvCxnSpPr>
          <p:nvPr/>
        </p:nvCxnSpPr>
        <p:spPr bwMode="auto">
          <a:xfrm flipV="1">
            <a:off x="7774552" y="6479478"/>
            <a:ext cx="156246" cy="10819"/>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02" name="ZoneTexte 201"/>
          <p:cNvSpPr txBox="1"/>
          <p:nvPr/>
        </p:nvSpPr>
        <p:spPr>
          <a:xfrm>
            <a:off x="6049805" y="6266537"/>
            <a:ext cx="2160352" cy="184666"/>
          </a:xfrm>
          <a:prstGeom prst="rect">
            <a:avLst/>
          </a:prstGeom>
          <a:noFill/>
        </p:spPr>
        <p:txBody>
          <a:bodyPr wrap="square" rtlCol="0">
            <a:spAutoFit/>
          </a:bodyPr>
          <a:lstStyle/>
          <a:p>
            <a:pPr algn="ctr"/>
            <a:r>
              <a:rPr lang="fr-FR" sz="600"/>
              <a:t>AUTRE OU valeur1 = PLATINE_00 </a:t>
            </a:r>
            <a:r>
              <a:rPr lang="fr-FR" sz="600" b="1"/>
              <a:t>OU Catégorie = S </a:t>
            </a:r>
          </a:p>
        </p:txBody>
      </p:sp>
      <p:sp>
        <p:nvSpPr>
          <p:cNvPr id="204" name="AutoShape 208"/>
          <p:cNvSpPr>
            <a:spLocks noChangeArrowheads="1"/>
          </p:cNvSpPr>
          <p:nvPr/>
        </p:nvSpPr>
        <p:spPr bwMode="auto">
          <a:xfrm>
            <a:off x="6352123" y="6412214"/>
            <a:ext cx="1422429" cy="1561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00072_FCT_PREMIUM_AUTRE_SUSP</a:t>
            </a:r>
          </a:p>
        </p:txBody>
      </p:sp>
      <p:cxnSp>
        <p:nvCxnSpPr>
          <p:cNvPr id="205" name="AutoShape 13"/>
          <p:cNvCxnSpPr>
            <a:cxnSpLocks noChangeShapeType="1"/>
            <a:stCxn id="192" idx="1"/>
            <a:endCxn id="204" idx="1"/>
          </p:cNvCxnSpPr>
          <p:nvPr/>
        </p:nvCxnSpPr>
        <p:spPr bwMode="auto">
          <a:xfrm rot="10800000" flipV="1">
            <a:off x="6352123" y="5073779"/>
            <a:ext cx="826160" cy="1416517"/>
          </a:xfrm>
          <a:prstGeom prst="bentConnector3">
            <a:avLst>
              <a:gd name="adj1" fmla="val 127670"/>
            </a:avLst>
          </a:prstGeom>
          <a:noFill/>
          <a:ln w="3175">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208" name="AutoShape 142"/>
          <p:cNvSpPr>
            <a:spLocks noChangeArrowheads="1"/>
          </p:cNvSpPr>
          <p:nvPr/>
        </p:nvSpPr>
        <p:spPr bwMode="auto">
          <a:xfrm>
            <a:off x="7930798" y="6010189"/>
            <a:ext cx="99505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FCT PREMIUM FIDE_SUSP</a:t>
            </a:r>
            <a:endParaRPr lang="fr-FR" sz="600" i="1"/>
          </a:p>
        </p:txBody>
      </p:sp>
      <p:cxnSp>
        <p:nvCxnSpPr>
          <p:cNvPr id="209" name="AutoShape 13"/>
          <p:cNvCxnSpPr>
            <a:cxnSpLocks noChangeShapeType="1"/>
            <a:stCxn id="210" idx="3"/>
            <a:endCxn id="208" idx="1"/>
          </p:cNvCxnSpPr>
          <p:nvPr/>
        </p:nvCxnSpPr>
        <p:spPr bwMode="auto">
          <a:xfrm flipV="1">
            <a:off x="7712102" y="6135284"/>
            <a:ext cx="218696" cy="318"/>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10" name="AutoShape 208"/>
          <p:cNvSpPr>
            <a:spLocks noChangeArrowheads="1"/>
          </p:cNvSpPr>
          <p:nvPr/>
        </p:nvSpPr>
        <p:spPr bwMode="auto">
          <a:xfrm>
            <a:off x="6341668" y="6069950"/>
            <a:ext cx="1370434" cy="131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00072_FCT_PREMIUM_FIDE_SUSP</a:t>
            </a:r>
          </a:p>
        </p:txBody>
      </p:sp>
      <p:cxnSp>
        <p:nvCxnSpPr>
          <p:cNvPr id="211" name="AutoShape 13"/>
          <p:cNvCxnSpPr>
            <a:cxnSpLocks noChangeShapeType="1"/>
            <a:stCxn id="192" idx="1"/>
            <a:endCxn id="210" idx="1"/>
          </p:cNvCxnSpPr>
          <p:nvPr/>
        </p:nvCxnSpPr>
        <p:spPr bwMode="auto">
          <a:xfrm rot="10800000" flipV="1">
            <a:off x="6341669" y="5073780"/>
            <a:ext cx="836615" cy="1061822"/>
          </a:xfrm>
          <a:prstGeom prst="bentConnector3">
            <a:avLst>
              <a:gd name="adj1" fmla="val 127324"/>
            </a:avLst>
          </a:prstGeom>
          <a:noFill/>
          <a:ln w="3175">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212" name="ZoneTexte 211"/>
          <p:cNvSpPr txBox="1"/>
          <p:nvPr/>
        </p:nvSpPr>
        <p:spPr>
          <a:xfrm>
            <a:off x="6398811" y="5928119"/>
            <a:ext cx="1122323" cy="184666"/>
          </a:xfrm>
          <a:prstGeom prst="rect">
            <a:avLst/>
          </a:prstGeom>
          <a:noFill/>
        </p:spPr>
        <p:txBody>
          <a:bodyPr wrap="square" rtlCol="0">
            <a:spAutoFit/>
          </a:bodyPr>
          <a:lstStyle/>
          <a:p>
            <a:pPr algn="ctr"/>
            <a:r>
              <a:rPr lang="fr-FR" sz="600"/>
              <a:t>Valeur1 = PRE_FID_M</a:t>
            </a:r>
            <a:endParaRPr lang="fr-FR" sz="600">
              <a:solidFill>
                <a:srgbClr val="FF0000"/>
              </a:solidFill>
            </a:endParaRPr>
          </a:p>
        </p:txBody>
      </p:sp>
      <p:cxnSp>
        <p:nvCxnSpPr>
          <p:cNvPr id="220" name="Connecteur droit 219"/>
          <p:cNvCxnSpPr>
            <a:cxnSpLocks/>
          </p:cNvCxnSpPr>
          <p:nvPr/>
        </p:nvCxnSpPr>
        <p:spPr bwMode="auto">
          <a:xfrm>
            <a:off x="7974486" y="5606891"/>
            <a:ext cx="58306" cy="67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7" name="AutoShape 282"/>
          <p:cNvSpPr>
            <a:spLocks noChangeArrowheads="1"/>
          </p:cNvSpPr>
          <p:nvPr/>
        </p:nvSpPr>
        <p:spPr bwMode="auto">
          <a:xfrm>
            <a:off x="4394044" y="1575081"/>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COM</a:t>
            </a:r>
          </a:p>
          <a:p>
            <a:pPr algn="ctr" eaLnBrk="0" hangingPunct="0"/>
            <a:endParaRPr lang="fr-FR" sz="600">
              <a:solidFill>
                <a:srgbClr val="FFFFFF"/>
              </a:solidFill>
            </a:endParaRPr>
          </a:p>
        </p:txBody>
      </p:sp>
      <p:grpSp>
        <p:nvGrpSpPr>
          <p:cNvPr id="168" name="Group 188"/>
          <p:cNvGrpSpPr>
            <a:grpSpLocks/>
          </p:cNvGrpSpPr>
          <p:nvPr/>
        </p:nvGrpSpPr>
        <p:grpSpPr bwMode="auto">
          <a:xfrm rot="19839982">
            <a:off x="4206507" y="1903021"/>
            <a:ext cx="287346" cy="184548"/>
            <a:chOff x="1920" y="715"/>
            <a:chExt cx="270" cy="139"/>
          </a:xfrm>
          <a:effectLst>
            <a:outerShdw blurRad="50800" dist="38100" dir="2700000" algn="tl" rotWithShape="0">
              <a:prstClr val="black">
                <a:alpha val="40000"/>
              </a:prstClr>
            </a:outerShdw>
          </a:effectLst>
        </p:grpSpPr>
        <p:sp>
          <p:nvSpPr>
            <p:cNvPr id="169"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70"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73" name="AutoShape 46">
            <a:hlinkClick r:id="rId3" action="ppaction://hlinksldjump"/>
          </p:cNvPr>
          <p:cNvSpPr>
            <a:spLocks noChangeArrowheads="1"/>
          </p:cNvSpPr>
          <p:nvPr/>
        </p:nvSpPr>
        <p:spPr bwMode="auto">
          <a:xfrm rot="10800000">
            <a:off x="478586" y="3216532"/>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solidFill>
                  <a:srgbClr val="000000"/>
                </a:solidFill>
              </a:rPr>
              <a:t>BEB MOB</a:t>
            </a:r>
          </a:p>
          <a:p>
            <a:pPr algn="ctr" eaLnBrk="0" hangingPunct="0"/>
            <a:r>
              <a:rPr lang="fr-FR" sz="600" dirty="0">
                <a:solidFill>
                  <a:srgbClr val="000000"/>
                </a:solidFill>
              </a:rPr>
              <a:t>Page BEB MOB COM</a:t>
            </a:r>
          </a:p>
        </p:txBody>
      </p:sp>
      <p:cxnSp>
        <p:nvCxnSpPr>
          <p:cNvPr id="174" name="Connecteur en angle 173"/>
          <p:cNvCxnSpPr>
            <a:stCxn id="167" idx="1"/>
            <a:endCxn id="187" idx="0"/>
          </p:cNvCxnSpPr>
          <p:nvPr/>
        </p:nvCxnSpPr>
        <p:spPr bwMode="auto">
          <a:xfrm rot="10800000" flipV="1">
            <a:off x="2430280" y="1828964"/>
            <a:ext cx="1963765" cy="15180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en angle 175"/>
          <p:cNvCxnSpPr>
            <a:cxnSpLocks/>
            <a:stCxn id="194" idx="3"/>
            <a:endCxn id="2" idx="0"/>
          </p:cNvCxnSpPr>
          <p:nvPr/>
        </p:nvCxnSpPr>
        <p:spPr bwMode="auto">
          <a:xfrm>
            <a:off x="5162435" y="3297959"/>
            <a:ext cx="1336119" cy="58026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AutoShape 14"/>
          <p:cNvSpPr>
            <a:spLocks noChangeArrowheads="1"/>
          </p:cNvSpPr>
          <p:nvPr/>
        </p:nvSpPr>
        <p:spPr bwMode="auto">
          <a:xfrm>
            <a:off x="1758822" y="1980764"/>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00072_SUSPENDU_BEB_COM_OK</a:t>
            </a:r>
          </a:p>
        </p:txBody>
      </p:sp>
      <p:sp>
        <p:nvSpPr>
          <p:cNvPr id="194" name="AutoShape 282"/>
          <p:cNvSpPr>
            <a:spLocks noChangeArrowheads="1"/>
          </p:cNvSpPr>
          <p:nvPr/>
        </p:nvSpPr>
        <p:spPr bwMode="auto">
          <a:xfrm>
            <a:off x="4400435" y="3044076"/>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WCB DIGITAL</a:t>
            </a:r>
          </a:p>
          <a:p>
            <a:pPr algn="ctr" eaLnBrk="0" hangingPunct="0"/>
            <a:endParaRPr lang="fr-FR" sz="600">
              <a:solidFill>
                <a:srgbClr val="FFFFFF"/>
              </a:solidFill>
            </a:endParaRPr>
          </a:p>
        </p:txBody>
      </p:sp>
      <p:cxnSp>
        <p:nvCxnSpPr>
          <p:cNvPr id="252" name="Connecteur droit avec flèche 251"/>
          <p:cNvCxnSpPr>
            <a:stCxn id="177" idx="2"/>
            <a:endCxn id="194" idx="0"/>
          </p:cNvCxnSpPr>
          <p:nvPr/>
        </p:nvCxnSpPr>
        <p:spPr bwMode="auto">
          <a:xfrm>
            <a:off x="4781435" y="2896300"/>
            <a:ext cx="0" cy="14777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0" name="AutoShape 14"/>
          <p:cNvSpPr>
            <a:spLocks noChangeArrowheads="1"/>
          </p:cNvSpPr>
          <p:nvPr/>
        </p:nvSpPr>
        <p:spPr bwMode="auto">
          <a:xfrm>
            <a:off x="4103587" y="2397847"/>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00072_SUSPENDU_BEB_COM_KO</a:t>
            </a:r>
          </a:p>
        </p:txBody>
      </p:sp>
      <p:cxnSp>
        <p:nvCxnSpPr>
          <p:cNvPr id="254" name="Connecteur en angle 253"/>
          <p:cNvCxnSpPr>
            <a:stCxn id="194" idx="1"/>
            <a:endCxn id="255" idx="0"/>
          </p:cNvCxnSpPr>
          <p:nvPr/>
        </p:nvCxnSpPr>
        <p:spPr bwMode="auto">
          <a:xfrm rot="10800000" flipV="1">
            <a:off x="2706981" y="3297959"/>
            <a:ext cx="1693455" cy="82989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5" name="AutoShape 131"/>
          <p:cNvSpPr>
            <a:spLocks noChangeArrowheads="1"/>
          </p:cNvSpPr>
          <p:nvPr/>
        </p:nvSpPr>
        <p:spPr bwMode="auto">
          <a:xfrm>
            <a:off x="2443686" y="4127849"/>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PREMIUM</a:t>
            </a:r>
          </a:p>
        </p:txBody>
      </p:sp>
      <p:sp>
        <p:nvSpPr>
          <p:cNvPr id="264" name="AutoShape 142"/>
          <p:cNvSpPr>
            <a:spLocks noChangeArrowheads="1"/>
          </p:cNvSpPr>
          <p:nvPr/>
        </p:nvSpPr>
        <p:spPr bwMode="auto">
          <a:xfrm>
            <a:off x="79659" y="6453905"/>
            <a:ext cx="1012406"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WCB_FCT PREMIUM_SUSP</a:t>
            </a:r>
            <a:endParaRPr lang="fr-FR" sz="600" i="1"/>
          </a:p>
        </p:txBody>
      </p:sp>
      <p:sp>
        <p:nvSpPr>
          <p:cNvPr id="266" name="AutoShape 142"/>
          <p:cNvSpPr>
            <a:spLocks noChangeArrowheads="1"/>
          </p:cNvSpPr>
          <p:nvPr/>
        </p:nvSpPr>
        <p:spPr bwMode="auto">
          <a:xfrm>
            <a:off x="79659" y="6181205"/>
            <a:ext cx="99505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WCB FCT PREMIUM </a:t>
            </a:r>
          </a:p>
          <a:p>
            <a:pPr algn="ctr" eaLnBrk="0" hangingPunct="0"/>
            <a:r>
              <a:rPr lang="fr-FR" sz="600" b="1" i="1"/>
              <a:t>FIDE_SUSP</a:t>
            </a:r>
            <a:endParaRPr lang="fr-FR" sz="600" i="1"/>
          </a:p>
        </p:txBody>
      </p:sp>
      <p:sp>
        <p:nvSpPr>
          <p:cNvPr id="269" name="ZoneTexte 268"/>
          <p:cNvSpPr txBox="1"/>
          <p:nvPr/>
        </p:nvSpPr>
        <p:spPr>
          <a:xfrm>
            <a:off x="525874" y="6688368"/>
            <a:ext cx="2143753" cy="184666"/>
          </a:xfrm>
          <a:prstGeom prst="rect">
            <a:avLst/>
          </a:prstGeom>
          <a:noFill/>
        </p:spPr>
        <p:txBody>
          <a:bodyPr wrap="square" rtlCol="0">
            <a:spAutoFit/>
          </a:bodyPr>
          <a:lstStyle/>
          <a:p>
            <a:pPr algn="ctr"/>
            <a:r>
              <a:rPr lang="fr-FR" sz="600"/>
              <a:t>AUTRE OU valeur1 = PLATINE_00 </a:t>
            </a:r>
            <a:r>
              <a:rPr lang="fr-FR" sz="600" b="1"/>
              <a:t>OU </a:t>
            </a:r>
            <a:r>
              <a:rPr lang="fr-FR" sz="600" b="1" err="1"/>
              <a:t>Catégporie</a:t>
            </a:r>
            <a:r>
              <a:rPr lang="fr-FR" sz="600" b="1"/>
              <a:t> = S </a:t>
            </a:r>
          </a:p>
        </p:txBody>
      </p:sp>
      <p:sp>
        <p:nvSpPr>
          <p:cNvPr id="271" name="AutoShape 208"/>
          <p:cNvSpPr>
            <a:spLocks noChangeArrowheads="1"/>
          </p:cNvSpPr>
          <p:nvPr/>
        </p:nvSpPr>
        <p:spPr bwMode="auto">
          <a:xfrm>
            <a:off x="1152100" y="6532513"/>
            <a:ext cx="1422429" cy="1561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00072_WCB_FCT_PREM_AUTRE_SUSP</a:t>
            </a:r>
          </a:p>
        </p:txBody>
      </p:sp>
      <p:sp>
        <p:nvSpPr>
          <p:cNvPr id="273" name="AutoShape 208"/>
          <p:cNvSpPr>
            <a:spLocks noChangeArrowheads="1"/>
          </p:cNvSpPr>
          <p:nvPr/>
        </p:nvSpPr>
        <p:spPr bwMode="auto">
          <a:xfrm>
            <a:off x="1141645" y="6261743"/>
            <a:ext cx="1370434" cy="131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00072_WCB_FCT_PREM_FIDE_SUSP</a:t>
            </a:r>
          </a:p>
        </p:txBody>
      </p:sp>
      <p:sp>
        <p:nvSpPr>
          <p:cNvPr id="274" name="ZoneTexte 273"/>
          <p:cNvSpPr txBox="1"/>
          <p:nvPr/>
        </p:nvSpPr>
        <p:spPr>
          <a:xfrm>
            <a:off x="1198788" y="6119912"/>
            <a:ext cx="1122323" cy="184666"/>
          </a:xfrm>
          <a:prstGeom prst="rect">
            <a:avLst/>
          </a:prstGeom>
          <a:noFill/>
        </p:spPr>
        <p:txBody>
          <a:bodyPr wrap="square" rtlCol="0">
            <a:spAutoFit/>
          </a:bodyPr>
          <a:lstStyle/>
          <a:p>
            <a:pPr algn="ctr"/>
            <a:r>
              <a:rPr lang="fr-FR" sz="600"/>
              <a:t>Valeur1 = PRE_FID_M</a:t>
            </a:r>
            <a:endParaRPr lang="fr-FR" sz="600">
              <a:solidFill>
                <a:srgbClr val="FF0000"/>
              </a:solidFill>
            </a:endParaRPr>
          </a:p>
        </p:txBody>
      </p:sp>
      <p:cxnSp>
        <p:nvCxnSpPr>
          <p:cNvPr id="66" name="Connecteur en angle 65"/>
          <p:cNvCxnSpPr>
            <a:stCxn id="318" idx="2"/>
            <a:endCxn id="273" idx="3"/>
          </p:cNvCxnSpPr>
          <p:nvPr/>
        </p:nvCxnSpPr>
        <p:spPr bwMode="auto">
          <a:xfrm rot="5400000">
            <a:off x="2133754" y="5755161"/>
            <a:ext cx="950559" cy="193908"/>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Connecteur en angle 73"/>
          <p:cNvCxnSpPr>
            <a:stCxn id="318" idx="2"/>
            <a:endCxn id="271" idx="3"/>
          </p:cNvCxnSpPr>
          <p:nvPr/>
        </p:nvCxnSpPr>
        <p:spPr bwMode="auto">
          <a:xfrm rot="5400000">
            <a:off x="2023378" y="5927987"/>
            <a:ext cx="1233760" cy="131458"/>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Connecteur droit 297"/>
          <p:cNvCxnSpPr>
            <a:stCxn id="273" idx="1"/>
            <a:endCxn id="266" idx="3"/>
          </p:cNvCxnSpPr>
          <p:nvPr/>
        </p:nvCxnSpPr>
        <p:spPr bwMode="auto">
          <a:xfrm flipH="1" flipV="1">
            <a:off x="1074712" y="6306300"/>
            <a:ext cx="66933" cy="210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Connecteur droit 299"/>
          <p:cNvCxnSpPr>
            <a:stCxn id="271" idx="1"/>
            <a:endCxn id="264" idx="3"/>
          </p:cNvCxnSpPr>
          <p:nvPr/>
        </p:nvCxnSpPr>
        <p:spPr bwMode="auto">
          <a:xfrm flipH="1" flipV="1">
            <a:off x="1092065" y="6579000"/>
            <a:ext cx="60035" cy="315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 name="Connecteur droit avec flèche 300"/>
          <p:cNvCxnSpPr>
            <a:cxnSpLocks/>
            <a:stCxn id="304" idx="2"/>
            <a:endCxn id="302" idx="0"/>
          </p:cNvCxnSpPr>
          <p:nvPr/>
        </p:nvCxnSpPr>
        <p:spPr bwMode="auto">
          <a:xfrm flipH="1">
            <a:off x="4207750" y="4654629"/>
            <a:ext cx="7234" cy="156388"/>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 name="AutoShape 143"/>
          <p:cNvSpPr>
            <a:spLocks noChangeArrowheads="1"/>
          </p:cNvSpPr>
          <p:nvPr/>
        </p:nvSpPr>
        <p:spPr bwMode="auto">
          <a:xfrm>
            <a:off x="3618727" y="4811017"/>
            <a:ext cx="1178045" cy="30303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t>ABO_WCB_FCT_SUSP_ABO</a:t>
            </a:r>
          </a:p>
        </p:txBody>
      </p:sp>
      <p:sp>
        <p:nvSpPr>
          <p:cNvPr id="303" name="AutoShape 219"/>
          <p:cNvSpPr>
            <a:spLocks noChangeArrowheads="1"/>
          </p:cNvSpPr>
          <p:nvPr/>
        </p:nvSpPr>
        <p:spPr bwMode="auto">
          <a:xfrm>
            <a:off x="3498057" y="4206620"/>
            <a:ext cx="1440062" cy="17956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00072_WCB_FCT_SUSP</a:t>
            </a:r>
          </a:p>
        </p:txBody>
      </p:sp>
      <p:sp>
        <p:nvSpPr>
          <p:cNvPr id="304" name="AutoShape 31">
            <a:hlinkClick r:id="" action="ppaction://noaction"/>
          </p:cNvPr>
          <p:cNvSpPr>
            <a:spLocks noChangeArrowheads="1"/>
          </p:cNvSpPr>
          <p:nvPr/>
        </p:nvSpPr>
        <p:spPr bwMode="auto">
          <a:xfrm>
            <a:off x="3673051" y="4433551"/>
            <a:ext cx="1083866" cy="22107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ABO_WCB_FCT_SUSP</a:t>
            </a:r>
          </a:p>
        </p:txBody>
      </p:sp>
      <p:cxnSp>
        <p:nvCxnSpPr>
          <p:cNvPr id="309" name="Connecteur droit 308"/>
          <p:cNvCxnSpPr>
            <a:cxnSpLocks/>
            <a:stCxn id="255" idx="3"/>
            <a:endCxn id="303" idx="1"/>
          </p:cNvCxnSpPr>
          <p:nvPr/>
        </p:nvCxnSpPr>
        <p:spPr bwMode="auto">
          <a:xfrm>
            <a:off x="2970274" y="4294059"/>
            <a:ext cx="527783" cy="234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 name="Connecteur droit 310"/>
          <p:cNvCxnSpPr>
            <a:cxnSpLocks/>
            <a:stCxn id="303" idx="2"/>
            <a:endCxn id="304" idx="0"/>
          </p:cNvCxnSpPr>
          <p:nvPr/>
        </p:nvCxnSpPr>
        <p:spPr bwMode="auto">
          <a:xfrm flipH="1">
            <a:off x="4214984" y="4386185"/>
            <a:ext cx="3104" cy="47366"/>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3" name="ZoneTexte 312"/>
          <p:cNvSpPr txBox="1"/>
          <p:nvPr/>
        </p:nvSpPr>
        <p:spPr>
          <a:xfrm>
            <a:off x="5827167" y="3867500"/>
            <a:ext cx="373820" cy="215444"/>
          </a:xfrm>
          <a:prstGeom prst="rect">
            <a:avLst/>
          </a:prstGeom>
          <a:noFill/>
        </p:spPr>
        <p:txBody>
          <a:bodyPr wrap="none" rtlCol="0">
            <a:spAutoFit/>
          </a:bodyPr>
          <a:lstStyle/>
          <a:p>
            <a:r>
              <a:rPr lang="fr-FR" sz="800"/>
              <a:t>Non</a:t>
            </a:r>
          </a:p>
        </p:txBody>
      </p:sp>
      <p:sp>
        <p:nvSpPr>
          <p:cNvPr id="314" name="ZoneTexte 313"/>
          <p:cNvSpPr txBox="1"/>
          <p:nvPr/>
        </p:nvSpPr>
        <p:spPr>
          <a:xfrm>
            <a:off x="2914826" y="4114515"/>
            <a:ext cx="373820" cy="215444"/>
          </a:xfrm>
          <a:prstGeom prst="rect">
            <a:avLst/>
          </a:prstGeom>
          <a:noFill/>
        </p:spPr>
        <p:txBody>
          <a:bodyPr wrap="none" rtlCol="0">
            <a:spAutoFit/>
          </a:bodyPr>
          <a:lstStyle/>
          <a:p>
            <a:r>
              <a:rPr lang="fr-FR" sz="800"/>
              <a:t>Non</a:t>
            </a:r>
          </a:p>
        </p:txBody>
      </p:sp>
      <p:sp>
        <p:nvSpPr>
          <p:cNvPr id="315" name="ZoneTexte 314"/>
          <p:cNvSpPr txBox="1"/>
          <p:nvPr/>
        </p:nvSpPr>
        <p:spPr>
          <a:xfrm>
            <a:off x="6693236" y="3872917"/>
            <a:ext cx="344966" cy="215444"/>
          </a:xfrm>
          <a:prstGeom prst="rect">
            <a:avLst/>
          </a:prstGeom>
          <a:noFill/>
        </p:spPr>
        <p:txBody>
          <a:bodyPr wrap="none" rtlCol="0">
            <a:spAutoFit/>
          </a:bodyPr>
          <a:lstStyle/>
          <a:p>
            <a:r>
              <a:rPr lang="fr-FR" sz="800"/>
              <a:t>Oui</a:t>
            </a:r>
          </a:p>
        </p:txBody>
      </p:sp>
      <p:sp>
        <p:nvSpPr>
          <p:cNvPr id="316" name="ZoneTexte 315"/>
          <p:cNvSpPr txBox="1"/>
          <p:nvPr/>
        </p:nvSpPr>
        <p:spPr>
          <a:xfrm>
            <a:off x="2288420" y="4373893"/>
            <a:ext cx="344966" cy="215444"/>
          </a:xfrm>
          <a:prstGeom prst="rect">
            <a:avLst/>
          </a:prstGeom>
          <a:noFill/>
        </p:spPr>
        <p:txBody>
          <a:bodyPr wrap="none" rtlCol="0">
            <a:spAutoFit/>
          </a:bodyPr>
          <a:lstStyle/>
          <a:p>
            <a:r>
              <a:rPr lang="fr-FR" sz="800"/>
              <a:t>Oui</a:t>
            </a:r>
          </a:p>
        </p:txBody>
      </p:sp>
      <p:sp>
        <p:nvSpPr>
          <p:cNvPr id="318" name="AutoShape 131"/>
          <p:cNvSpPr>
            <a:spLocks noChangeArrowheads="1"/>
          </p:cNvSpPr>
          <p:nvPr/>
        </p:nvSpPr>
        <p:spPr bwMode="auto">
          <a:xfrm>
            <a:off x="2442693" y="5044417"/>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320" name="AutoShape 31">
            <a:hlinkClick r:id="" action="ppaction://noaction"/>
          </p:cNvPr>
          <p:cNvSpPr>
            <a:spLocks noChangeArrowheads="1"/>
          </p:cNvSpPr>
          <p:nvPr/>
        </p:nvSpPr>
        <p:spPr bwMode="auto">
          <a:xfrm>
            <a:off x="2077401" y="4824199"/>
            <a:ext cx="1257171" cy="13611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ABO_WCB_FCT_PREMIUM_SUSP</a:t>
            </a:r>
          </a:p>
        </p:txBody>
      </p:sp>
      <p:sp>
        <p:nvSpPr>
          <p:cNvPr id="321" name="AutoShape 219"/>
          <p:cNvSpPr>
            <a:spLocks noChangeArrowheads="1"/>
          </p:cNvSpPr>
          <p:nvPr/>
        </p:nvSpPr>
        <p:spPr bwMode="auto">
          <a:xfrm>
            <a:off x="1985956" y="4547703"/>
            <a:ext cx="1440062" cy="18092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00072_WCB_FCT_PREMIUM_SUSP</a:t>
            </a:r>
          </a:p>
        </p:txBody>
      </p:sp>
      <p:cxnSp>
        <p:nvCxnSpPr>
          <p:cNvPr id="103" name="Connecteur droit 102"/>
          <p:cNvCxnSpPr>
            <a:cxnSpLocks/>
            <a:stCxn id="321" idx="2"/>
            <a:endCxn id="320" idx="0"/>
          </p:cNvCxnSpPr>
          <p:nvPr/>
        </p:nvCxnSpPr>
        <p:spPr bwMode="auto">
          <a:xfrm>
            <a:off x="2705987" y="4728626"/>
            <a:ext cx="0" cy="95573"/>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Connecteur droit 104"/>
          <p:cNvCxnSpPr>
            <a:cxnSpLocks/>
            <a:stCxn id="255" idx="2"/>
            <a:endCxn id="321" idx="0"/>
          </p:cNvCxnSpPr>
          <p:nvPr/>
        </p:nvCxnSpPr>
        <p:spPr bwMode="auto">
          <a:xfrm flipH="1">
            <a:off x="2705987" y="4460268"/>
            <a:ext cx="993" cy="87435"/>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Connecteur droit 106"/>
          <p:cNvCxnSpPr>
            <a:stCxn id="320" idx="2"/>
            <a:endCxn id="318" idx="0"/>
          </p:cNvCxnSpPr>
          <p:nvPr/>
        </p:nvCxnSpPr>
        <p:spPr bwMode="auto">
          <a:xfrm>
            <a:off x="2705987" y="4960311"/>
            <a:ext cx="0" cy="84106"/>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ZoneTexte 124"/>
          <p:cNvSpPr txBox="1"/>
          <p:nvPr/>
        </p:nvSpPr>
        <p:spPr>
          <a:xfrm>
            <a:off x="5202300" y="3109465"/>
            <a:ext cx="931665" cy="215444"/>
          </a:xfrm>
          <a:prstGeom prst="rect">
            <a:avLst/>
          </a:prstGeom>
          <a:noFill/>
        </p:spPr>
        <p:txBody>
          <a:bodyPr wrap="none" rtlCol="0">
            <a:spAutoFit/>
          </a:bodyPr>
          <a:lstStyle/>
          <a:p>
            <a:r>
              <a:rPr lang="fr-FR" sz="800"/>
              <a:t>Non ou </a:t>
            </a:r>
            <a:r>
              <a:rPr lang="fr-FR" sz="800" err="1"/>
              <a:t>désativé</a:t>
            </a:r>
            <a:endParaRPr lang="fr-FR" sz="800"/>
          </a:p>
        </p:txBody>
      </p:sp>
      <p:sp>
        <p:nvSpPr>
          <p:cNvPr id="126" name="ZoneTexte 125"/>
          <p:cNvSpPr txBox="1"/>
          <p:nvPr/>
        </p:nvSpPr>
        <p:spPr>
          <a:xfrm>
            <a:off x="3809039" y="3100251"/>
            <a:ext cx="344966" cy="215444"/>
          </a:xfrm>
          <a:prstGeom prst="rect">
            <a:avLst/>
          </a:prstGeom>
          <a:noFill/>
        </p:spPr>
        <p:txBody>
          <a:bodyPr wrap="none" rtlCol="0">
            <a:spAutoFit/>
          </a:bodyPr>
          <a:lstStyle/>
          <a:p>
            <a:r>
              <a:rPr lang="fr-FR" sz="800"/>
              <a:t>Oui</a:t>
            </a:r>
          </a:p>
        </p:txBody>
      </p:sp>
      <p:sp>
        <p:nvSpPr>
          <p:cNvPr id="131" name="AutoShape 191"/>
          <p:cNvSpPr>
            <a:spLocks noChangeArrowheads="1"/>
          </p:cNvSpPr>
          <p:nvPr/>
        </p:nvSpPr>
        <p:spPr bwMode="auto">
          <a:xfrm>
            <a:off x="3697073" y="1892259"/>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35" name="AutoShape 31">
            <a:hlinkClick r:id="" action="ppaction://noaction"/>
          </p:cNvPr>
          <p:cNvSpPr>
            <a:spLocks noChangeArrowheads="1"/>
          </p:cNvSpPr>
          <p:nvPr/>
        </p:nvSpPr>
        <p:spPr bwMode="auto">
          <a:xfrm>
            <a:off x="248965" y="2921306"/>
            <a:ext cx="1354655" cy="14486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ABO_SUSPENDU_BEB_COM</a:t>
            </a:r>
          </a:p>
        </p:txBody>
      </p:sp>
      <p:sp>
        <p:nvSpPr>
          <p:cNvPr id="153" name="AutoShape 14"/>
          <p:cNvSpPr>
            <a:spLocks noChangeArrowheads="1"/>
          </p:cNvSpPr>
          <p:nvPr/>
        </p:nvSpPr>
        <p:spPr bwMode="auto">
          <a:xfrm>
            <a:off x="5764023" y="3353008"/>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strike="sngStrike"/>
              <a:t>23300_SUSPENDU</a:t>
            </a:r>
          </a:p>
          <a:p>
            <a:pPr algn="ctr" eaLnBrk="0" hangingPunct="0"/>
            <a:r>
              <a:rPr lang="fr-FR" sz="600"/>
              <a:t>00072_SUSPENDU</a:t>
            </a:r>
          </a:p>
        </p:txBody>
      </p:sp>
      <p:sp>
        <p:nvSpPr>
          <p:cNvPr id="154" name="AutoShape 14"/>
          <p:cNvSpPr>
            <a:spLocks noChangeArrowheads="1"/>
          </p:cNvSpPr>
          <p:nvPr/>
        </p:nvSpPr>
        <p:spPr bwMode="auto">
          <a:xfrm>
            <a:off x="2103491" y="3409173"/>
            <a:ext cx="1249138" cy="19984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00072_WCB_SUSPENDU</a:t>
            </a:r>
          </a:p>
        </p:txBody>
      </p:sp>
      <p:sp>
        <p:nvSpPr>
          <p:cNvPr id="165" name="AutoShape 31">
            <a:hlinkClick r:id="" action="ppaction://noaction"/>
          </p:cNvPr>
          <p:cNvSpPr>
            <a:spLocks noChangeArrowheads="1"/>
          </p:cNvSpPr>
          <p:nvPr/>
        </p:nvSpPr>
        <p:spPr bwMode="auto">
          <a:xfrm>
            <a:off x="2118221" y="3700019"/>
            <a:ext cx="1174778" cy="2100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ABO_WCB_SUSPENDU_COM</a:t>
            </a:r>
          </a:p>
        </p:txBody>
      </p:sp>
      <p:sp>
        <p:nvSpPr>
          <p:cNvPr id="166" name="AutoShape 31">
            <a:hlinkClick r:id="" action="ppaction://noaction"/>
          </p:cNvPr>
          <p:cNvSpPr>
            <a:spLocks noChangeArrowheads="1"/>
          </p:cNvSpPr>
          <p:nvPr/>
        </p:nvSpPr>
        <p:spPr bwMode="auto">
          <a:xfrm>
            <a:off x="5879363" y="3592285"/>
            <a:ext cx="1174778" cy="2100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ABO_SUSPENDU_COM</a:t>
            </a:r>
          </a:p>
        </p:txBody>
      </p:sp>
      <p:sp>
        <p:nvSpPr>
          <p:cNvPr id="171" name="AutoShape 14"/>
          <p:cNvSpPr>
            <a:spLocks noChangeArrowheads="1"/>
          </p:cNvSpPr>
          <p:nvPr/>
        </p:nvSpPr>
        <p:spPr bwMode="auto">
          <a:xfrm>
            <a:off x="6708280" y="4288293"/>
            <a:ext cx="1466597" cy="18733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00072_FCT_PREMIUM_SUSP</a:t>
            </a:r>
          </a:p>
        </p:txBody>
      </p:sp>
      <p:sp>
        <p:nvSpPr>
          <p:cNvPr id="172" name="AutoShape 14"/>
          <p:cNvSpPr>
            <a:spLocks noChangeArrowheads="1"/>
          </p:cNvSpPr>
          <p:nvPr/>
        </p:nvSpPr>
        <p:spPr bwMode="auto">
          <a:xfrm>
            <a:off x="5258125" y="4281450"/>
            <a:ext cx="1157670" cy="1795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00072_FCT_SUSP</a:t>
            </a:r>
          </a:p>
        </p:txBody>
      </p:sp>
      <p:sp>
        <p:nvSpPr>
          <p:cNvPr id="177" name="AutoShape 31">
            <a:hlinkClick r:id="" action="ppaction://noaction"/>
          </p:cNvPr>
          <p:cNvSpPr>
            <a:spLocks noChangeArrowheads="1"/>
          </p:cNvSpPr>
          <p:nvPr/>
        </p:nvSpPr>
        <p:spPr bwMode="auto">
          <a:xfrm>
            <a:off x="4194046" y="2772768"/>
            <a:ext cx="1174778" cy="12353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ABO_SUSPENDU_COM_GEN</a:t>
            </a:r>
          </a:p>
        </p:txBody>
      </p:sp>
      <p:cxnSp>
        <p:nvCxnSpPr>
          <p:cNvPr id="8" name="Connecteur droit 7"/>
          <p:cNvCxnSpPr>
            <a:stCxn id="190" idx="2"/>
            <a:endCxn id="177" idx="0"/>
          </p:cNvCxnSpPr>
          <p:nvPr/>
        </p:nvCxnSpPr>
        <p:spPr bwMode="auto">
          <a:xfrm>
            <a:off x="4775044" y="2574077"/>
            <a:ext cx="6391" cy="198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droit 10"/>
          <p:cNvCxnSpPr>
            <a:stCxn id="167" idx="2"/>
            <a:endCxn id="190" idx="0"/>
          </p:cNvCxnSpPr>
          <p:nvPr/>
        </p:nvCxnSpPr>
        <p:spPr bwMode="auto">
          <a:xfrm>
            <a:off x="4775044" y="2082846"/>
            <a:ext cx="0" cy="3150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14"/>
          <p:cNvSpPr>
            <a:spLocks noChangeArrowheads="1"/>
          </p:cNvSpPr>
          <p:nvPr/>
        </p:nvSpPr>
        <p:spPr bwMode="auto">
          <a:xfrm>
            <a:off x="254836" y="2685964"/>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00072_SUSPENDU_BEB_COM_HO</a:t>
            </a:r>
          </a:p>
        </p:txBody>
      </p:sp>
      <p:sp>
        <p:nvSpPr>
          <p:cNvPr id="111" name="AutoShape 282"/>
          <p:cNvSpPr>
            <a:spLocks noChangeArrowheads="1"/>
          </p:cNvSpPr>
          <p:nvPr/>
        </p:nvSpPr>
        <p:spPr bwMode="auto">
          <a:xfrm>
            <a:off x="2046592" y="2241100"/>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COM</a:t>
            </a:r>
          </a:p>
          <a:p>
            <a:pPr algn="ctr" eaLnBrk="0" hangingPunct="0"/>
            <a:r>
              <a:rPr lang="fr-FR" sz="600">
                <a:solidFill>
                  <a:srgbClr val="FFFFFF"/>
                </a:solidFill>
              </a:rPr>
              <a:t>Flux HO</a:t>
            </a:r>
          </a:p>
          <a:p>
            <a:pPr algn="ctr" eaLnBrk="0" hangingPunct="0"/>
            <a:endParaRPr lang="fr-FR" sz="600">
              <a:solidFill>
                <a:srgbClr val="FFFFFF"/>
              </a:solidFill>
            </a:endParaRPr>
          </a:p>
        </p:txBody>
      </p:sp>
      <p:cxnSp>
        <p:nvCxnSpPr>
          <p:cNvPr id="15" name="Connecteur en angle 14"/>
          <p:cNvCxnSpPr>
            <a:stCxn id="111" idx="1"/>
            <a:endCxn id="110" idx="0"/>
          </p:cNvCxnSpPr>
          <p:nvPr/>
        </p:nvCxnSpPr>
        <p:spPr bwMode="auto">
          <a:xfrm rot="10800000" flipV="1">
            <a:off x="926294" y="2494982"/>
            <a:ext cx="1120299" cy="19098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14"/>
          <p:cNvSpPr>
            <a:spLocks noChangeArrowheads="1"/>
          </p:cNvSpPr>
          <p:nvPr/>
        </p:nvSpPr>
        <p:spPr bwMode="auto">
          <a:xfrm>
            <a:off x="2609033" y="2752559"/>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00072_SUSPENDU_BEB_COM_HNO</a:t>
            </a:r>
          </a:p>
        </p:txBody>
      </p:sp>
      <p:cxnSp>
        <p:nvCxnSpPr>
          <p:cNvPr id="17" name="Connecteur en angle 16"/>
          <p:cNvCxnSpPr>
            <a:stCxn id="111" idx="3"/>
            <a:endCxn id="114" idx="0"/>
          </p:cNvCxnSpPr>
          <p:nvPr/>
        </p:nvCxnSpPr>
        <p:spPr bwMode="auto">
          <a:xfrm>
            <a:off x="2808592" y="2494983"/>
            <a:ext cx="471898" cy="2575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droit avec flèche 18"/>
          <p:cNvCxnSpPr>
            <a:stCxn id="114" idx="3"/>
            <a:endCxn id="177" idx="1"/>
          </p:cNvCxnSpPr>
          <p:nvPr/>
        </p:nvCxnSpPr>
        <p:spPr bwMode="auto">
          <a:xfrm flipV="1">
            <a:off x="3951947" y="2834534"/>
            <a:ext cx="242099" cy="61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20"/>
          <p:cNvCxnSpPr>
            <a:stCxn id="187" idx="2"/>
            <a:endCxn id="111" idx="0"/>
          </p:cNvCxnSpPr>
          <p:nvPr/>
        </p:nvCxnSpPr>
        <p:spPr bwMode="auto">
          <a:xfrm flipH="1">
            <a:off x="2427592" y="2156994"/>
            <a:ext cx="2687" cy="8410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droit 22"/>
          <p:cNvCxnSpPr>
            <a:stCxn id="110" idx="2"/>
            <a:endCxn id="135" idx="0"/>
          </p:cNvCxnSpPr>
          <p:nvPr/>
        </p:nvCxnSpPr>
        <p:spPr bwMode="auto">
          <a:xfrm>
            <a:off x="926293" y="2862194"/>
            <a:ext cx="0" cy="5911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Connecteur droit avec flèche 24"/>
          <p:cNvCxnSpPr>
            <a:stCxn id="135" idx="2"/>
            <a:endCxn id="173" idx="2"/>
          </p:cNvCxnSpPr>
          <p:nvPr/>
        </p:nvCxnSpPr>
        <p:spPr bwMode="auto">
          <a:xfrm flipH="1">
            <a:off x="918883" y="3066172"/>
            <a:ext cx="7410" cy="15036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ZoneTexte 126"/>
          <p:cNvSpPr txBox="1"/>
          <p:nvPr/>
        </p:nvSpPr>
        <p:spPr>
          <a:xfrm>
            <a:off x="1567232" y="2298792"/>
            <a:ext cx="344966" cy="215444"/>
          </a:xfrm>
          <a:prstGeom prst="rect">
            <a:avLst/>
          </a:prstGeom>
          <a:noFill/>
        </p:spPr>
        <p:txBody>
          <a:bodyPr wrap="none" rtlCol="0">
            <a:spAutoFit/>
          </a:bodyPr>
          <a:lstStyle/>
          <a:p>
            <a:r>
              <a:rPr lang="fr-FR" sz="800"/>
              <a:t>Oui</a:t>
            </a:r>
          </a:p>
        </p:txBody>
      </p:sp>
      <p:sp>
        <p:nvSpPr>
          <p:cNvPr id="128" name="ZoneTexte 127"/>
          <p:cNvSpPr txBox="1"/>
          <p:nvPr/>
        </p:nvSpPr>
        <p:spPr>
          <a:xfrm>
            <a:off x="2887340" y="2280206"/>
            <a:ext cx="982961" cy="215444"/>
          </a:xfrm>
          <a:prstGeom prst="rect">
            <a:avLst/>
          </a:prstGeom>
          <a:noFill/>
        </p:spPr>
        <p:txBody>
          <a:bodyPr wrap="none" rtlCol="0">
            <a:spAutoFit/>
          </a:bodyPr>
          <a:lstStyle/>
          <a:p>
            <a:r>
              <a:rPr lang="fr-FR" sz="800"/>
              <a:t>Non ou désactivé</a:t>
            </a:r>
          </a:p>
        </p:txBody>
      </p:sp>
      <p:sp>
        <p:nvSpPr>
          <p:cNvPr id="129" name="AutoShape 14"/>
          <p:cNvSpPr>
            <a:spLocks noChangeArrowheads="1"/>
          </p:cNvSpPr>
          <p:nvPr/>
        </p:nvSpPr>
        <p:spPr bwMode="auto">
          <a:xfrm>
            <a:off x="5907293" y="2026635"/>
            <a:ext cx="1342914" cy="17623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00072_SUSPENDU_BEB_COM_OFF</a:t>
            </a:r>
          </a:p>
        </p:txBody>
      </p:sp>
      <p:cxnSp>
        <p:nvCxnSpPr>
          <p:cNvPr id="28" name="Connecteur en angle 27"/>
          <p:cNvCxnSpPr>
            <a:stCxn id="167" idx="3"/>
            <a:endCxn id="129" idx="0"/>
          </p:cNvCxnSpPr>
          <p:nvPr/>
        </p:nvCxnSpPr>
        <p:spPr bwMode="auto">
          <a:xfrm>
            <a:off x="5156044" y="1828964"/>
            <a:ext cx="1422706" cy="19767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en angle 29"/>
          <p:cNvCxnSpPr>
            <a:stCxn id="129" idx="2"/>
            <a:endCxn id="177" idx="3"/>
          </p:cNvCxnSpPr>
          <p:nvPr/>
        </p:nvCxnSpPr>
        <p:spPr bwMode="auto">
          <a:xfrm rot="5400000">
            <a:off x="5657953" y="1913736"/>
            <a:ext cx="631669" cy="120992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 name="ZoneTexte 132"/>
          <p:cNvSpPr txBox="1"/>
          <p:nvPr/>
        </p:nvSpPr>
        <p:spPr>
          <a:xfrm>
            <a:off x="4804468" y="2137861"/>
            <a:ext cx="373820" cy="215444"/>
          </a:xfrm>
          <a:prstGeom prst="rect">
            <a:avLst/>
          </a:prstGeom>
          <a:noFill/>
        </p:spPr>
        <p:txBody>
          <a:bodyPr wrap="none" rtlCol="0">
            <a:spAutoFit/>
          </a:bodyPr>
          <a:lstStyle/>
          <a:p>
            <a:r>
              <a:rPr lang="fr-FR" sz="800"/>
              <a:t>Non</a:t>
            </a:r>
          </a:p>
        </p:txBody>
      </p:sp>
      <p:sp>
        <p:nvSpPr>
          <p:cNvPr id="134" name="ZoneTexte 133"/>
          <p:cNvSpPr txBox="1"/>
          <p:nvPr/>
        </p:nvSpPr>
        <p:spPr>
          <a:xfrm>
            <a:off x="4010005" y="1584458"/>
            <a:ext cx="344966" cy="215444"/>
          </a:xfrm>
          <a:prstGeom prst="rect">
            <a:avLst/>
          </a:prstGeom>
          <a:noFill/>
        </p:spPr>
        <p:txBody>
          <a:bodyPr wrap="none" rtlCol="0">
            <a:spAutoFit/>
          </a:bodyPr>
          <a:lstStyle/>
          <a:p>
            <a:r>
              <a:rPr lang="fr-FR" sz="800"/>
              <a:t>Oui</a:t>
            </a:r>
          </a:p>
        </p:txBody>
      </p:sp>
      <p:sp>
        <p:nvSpPr>
          <p:cNvPr id="136" name="ZoneTexte 135"/>
          <p:cNvSpPr txBox="1"/>
          <p:nvPr/>
        </p:nvSpPr>
        <p:spPr>
          <a:xfrm>
            <a:off x="5453991" y="1642560"/>
            <a:ext cx="636713" cy="215444"/>
          </a:xfrm>
          <a:prstGeom prst="rect">
            <a:avLst/>
          </a:prstGeom>
          <a:noFill/>
        </p:spPr>
        <p:txBody>
          <a:bodyPr wrap="none" rtlCol="0">
            <a:spAutoFit/>
          </a:bodyPr>
          <a:lstStyle/>
          <a:p>
            <a:r>
              <a:rPr lang="fr-FR" sz="800"/>
              <a:t>Désactivé</a:t>
            </a:r>
          </a:p>
        </p:txBody>
      </p:sp>
      <p:sp>
        <p:nvSpPr>
          <p:cNvPr id="120" name="AutoShape 142">
            <a:extLst>
              <a:ext uri="{FF2B5EF4-FFF2-40B4-BE49-F238E27FC236}">
                <a16:creationId xmlns:a16="http://schemas.microsoft.com/office/drawing/2014/main" id="{65AF9226-5AFD-433D-A349-29E4957D483D}"/>
              </a:ext>
            </a:extLst>
          </p:cNvPr>
          <p:cNvSpPr>
            <a:spLocks noChangeArrowheads="1"/>
          </p:cNvSpPr>
          <p:nvPr/>
        </p:nvSpPr>
        <p:spPr bwMode="auto">
          <a:xfrm>
            <a:off x="7906881" y="5653497"/>
            <a:ext cx="99505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FCT_PACKPRO_SUSP</a:t>
            </a:r>
            <a:endParaRPr lang="fr-FR" sz="600" i="1"/>
          </a:p>
        </p:txBody>
      </p:sp>
      <p:cxnSp>
        <p:nvCxnSpPr>
          <p:cNvPr id="121" name="AutoShape 13">
            <a:extLst>
              <a:ext uri="{FF2B5EF4-FFF2-40B4-BE49-F238E27FC236}">
                <a16:creationId xmlns:a16="http://schemas.microsoft.com/office/drawing/2014/main" id="{EA868B1C-698D-49C6-97D3-4A9C82E72752}"/>
              </a:ext>
            </a:extLst>
          </p:cNvPr>
          <p:cNvCxnSpPr>
            <a:cxnSpLocks noChangeShapeType="1"/>
            <a:stCxn id="122" idx="3"/>
            <a:endCxn id="120" idx="1"/>
          </p:cNvCxnSpPr>
          <p:nvPr/>
        </p:nvCxnSpPr>
        <p:spPr bwMode="auto">
          <a:xfrm>
            <a:off x="7688184" y="5773961"/>
            <a:ext cx="218697" cy="4631"/>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2" name="AutoShape 208">
            <a:extLst>
              <a:ext uri="{FF2B5EF4-FFF2-40B4-BE49-F238E27FC236}">
                <a16:creationId xmlns:a16="http://schemas.microsoft.com/office/drawing/2014/main" id="{8274E63A-DF51-4FF1-B656-C0F96062630E}"/>
              </a:ext>
            </a:extLst>
          </p:cNvPr>
          <p:cNvSpPr>
            <a:spLocks noChangeArrowheads="1"/>
          </p:cNvSpPr>
          <p:nvPr/>
        </p:nvSpPr>
        <p:spPr bwMode="auto">
          <a:xfrm>
            <a:off x="6374893" y="5713259"/>
            <a:ext cx="1313291" cy="12140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00072_FCT_PACKPRO_SUSP</a:t>
            </a:r>
          </a:p>
        </p:txBody>
      </p:sp>
      <p:sp>
        <p:nvSpPr>
          <p:cNvPr id="123" name="ZoneTexte 122">
            <a:extLst>
              <a:ext uri="{FF2B5EF4-FFF2-40B4-BE49-F238E27FC236}">
                <a16:creationId xmlns:a16="http://schemas.microsoft.com/office/drawing/2014/main" id="{905365D9-BEE3-4657-BB86-1353999B0EAC}"/>
              </a:ext>
            </a:extLst>
          </p:cNvPr>
          <p:cNvSpPr txBox="1"/>
          <p:nvPr/>
        </p:nvSpPr>
        <p:spPr>
          <a:xfrm>
            <a:off x="6380693" y="5516377"/>
            <a:ext cx="1122323" cy="184666"/>
          </a:xfrm>
          <a:prstGeom prst="rect">
            <a:avLst/>
          </a:prstGeom>
          <a:noFill/>
        </p:spPr>
        <p:txBody>
          <a:bodyPr wrap="square" rtlCol="0">
            <a:spAutoFit/>
          </a:bodyPr>
          <a:lstStyle/>
          <a:p>
            <a:pPr algn="ctr"/>
            <a:r>
              <a:rPr lang="fr-FR" sz="600"/>
              <a:t>Valeur1 = PACKPRO_M</a:t>
            </a:r>
            <a:endParaRPr lang="fr-FR" sz="600">
              <a:solidFill>
                <a:srgbClr val="FF0000"/>
              </a:solidFill>
            </a:endParaRPr>
          </a:p>
        </p:txBody>
      </p:sp>
      <p:sp>
        <p:nvSpPr>
          <p:cNvPr id="130" name="AutoShape 142">
            <a:extLst>
              <a:ext uri="{FF2B5EF4-FFF2-40B4-BE49-F238E27FC236}">
                <a16:creationId xmlns:a16="http://schemas.microsoft.com/office/drawing/2014/main" id="{B186A15F-7146-4CA9-B84D-7CAEAD554165}"/>
              </a:ext>
            </a:extLst>
          </p:cNvPr>
          <p:cNvSpPr>
            <a:spLocks noChangeArrowheads="1"/>
          </p:cNvSpPr>
          <p:nvPr/>
        </p:nvSpPr>
        <p:spPr bwMode="auto">
          <a:xfrm>
            <a:off x="79659" y="5834255"/>
            <a:ext cx="995053"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WCB FCT PACKPRO_SUSP</a:t>
            </a:r>
            <a:endParaRPr lang="fr-FR" sz="600" i="1"/>
          </a:p>
        </p:txBody>
      </p:sp>
      <p:sp>
        <p:nvSpPr>
          <p:cNvPr id="132" name="AutoShape 208">
            <a:extLst>
              <a:ext uri="{FF2B5EF4-FFF2-40B4-BE49-F238E27FC236}">
                <a16:creationId xmlns:a16="http://schemas.microsoft.com/office/drawing/2014/main" id="{0306B962-6F16-4ACF-A963-072ECDBB8616}"/>
              </a:ext>
            </a:extLst>
          </p:cNvPr>
          <p:cNvSpPr>
            <a:spLocks noChangeArrowheads="1"/>
          </p:cNvSpPr>
          <p:nvPr/>
        </p:nvSpPr>
        <p:spPr bwMode="auto">
          <a:xfrm>
            <a:off x="1141645" y="5914793"/>
            <a:ext cx="1370434" cy="131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00072_WCB_FCT_PACKPRO_SUSP</a:t>
            </a:r>
          </a:p>
        </p:txBody>
      </p:sp>
      <p:sp>
        <p:nvSpPr>
          <p:cNvPr id="137" name="ZoneTexte 136">
            <a:extLst>
              <a:ext uri="{FF2B5EF4-FFF2-40B4-BE49-F238E27FC236}">
                <a16:creationId xmlns:a16="http://schemas.microsoft.com/office/drawing/2014/main" id="{967BF7D0-F7CA-4D22-B8F7-94C184F6152B}"/>
              </a:ext>
            </a:extLst>
          </p:cNvPr>
          <p:cNvSpPr txBox="1"/>
          <p:nvPr/>
        </p:nvSpPr>
        <p:spPr>
          <a:xfrm>
            <a:off x="1198788" y="5772962"/>
            <a:ext cx="1122323" cy="184666"/>
          </a:xfrm>
          <a:prstGeom prst="rect">
            <a:avLst/>
          </a:prstGeom>
          <a:noFill/>
        </p:spPr>
        <p:txBody>
          <a:bodyPr wrap="square" rtlCol="0">
            <a:spAutoFit/>
          </a:bodyPr>
          <a:lstStyle/>
          <a:p>
            <a:pPr algn="ctr"/>
            <a:r>
              <a:rPr lang="fr-FR" sz="600"/>
              <a:t>Valeur1 = PACKPRO_M</a:t>
            </a:r>
            <a:endParaRPr lang="fr-FR" sz="600">
              <a:solidFill>
                <a:srgbClr val="FF0000"/>
              </a:solidFill>
            </a:endParaRPr>
          </a:p>
        </p:txBody>
      </p:sp>
      <p:cxnSp>
        <p:nvCxnSpPr>
          <p:cNvPr id="138" name="Connecteur droit 137">
            <a:extLst>
              <a:ext uri="{FF2B5EF4-FFF2-40B4-BE49-F238E27FC236}">
                <a16:creationId xmlns:a16="http://schemas.microsoft.com/office/drawing/2014/main" id="{88E67116-22D8-4A05-9AC3-7E03A41B6CE0}"/>
              </a:ext>
            </a:extLst>
          </p:cNvPr>
          <p:cNvCxnSpPr>
            <a:stCxn id="132" idx="1"/>
            <a:endCxn id="130" idx="3"/>
          </p:cNvCxnSpPr>
          <p:nvPr/>
        </p:nvCxnSpPr>
        <p:spPr bwMode="auto">
          <a:xfrm flipH="1" flipV="1">
            <a:off x="1074712" y="5959350"/>
            <a:ext cx="66933" cy="210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 en angle 6">
            <a:extLst>
              <a:ext uri="{FF2B5EF4-FFF2-40B4-BE49-F238E27FC236}">
                <a16:creationId xmlns:a16="http://schemas.microsoft.com/office/drawing/2014/main" id="{187AD1D9-A177-4AE1-9075-882AA8F55BEC}"/>
              </a:ext>
            </a:extLst>
          </p:cNvPr>
          <p:cNvCxnSpPr>
            <a:stCxn id="318" idx="2"/>
            <a:endCxn id="132" idx="3"/>
          </p:cNvCxnSpPr>
          <p:nvPr/>
        </p:nvCxnSpPr>
        <p:spPr bwMode="auto">
          <a:xfrm rot="5400000">
            <a:off x="2307229" y="5581686"/>
            <a:ext cx="603609" cy="193908"/>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 en angle 13">
            <a:extLst>
              <a:ext uri="{FF2B5EF4-FFF2-40B4-BE49-F238E27FC236}">
                <a16:creationId xmlns:a16="http://schemas.microsoft.com/office/drawing/2014/main" id="{97AD1B89-0271-4532-BD28-11FD43D9C401}"/>
              </a:ext>
            </a:extLst>
          </p:cNvPr>
          <p:cNvCxnSpPr>
            <a:cxnSpLocks/>
            <a:stCxn id="192" idx="1"/>
            <a:endCxn id="122" idx="1"/>
          </p:cNvCxnSpPr>
          <p:nvPr/>
        </p:nvCxnSpPr>
        <p:spPr bwMode="auto">
          <a:xfrm rot="10800000" flipV="1">
            <a:off x="6374893" y="5073779"/>
            <a:ext cx="803390" cy="700181"/>
          </a:xfrm>
          <a:prstGeom prst="bentConnector3">
            <a:avLst>
              <a:gd name="adj1" fmla="val 12845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Connecteur en angle 243">
            <a:extLst>
              <a:ext uri="{FF2B5EF4-FFF2-40B4-BE49-F238E27FC236}">
                <a16:creationId xmlns:a16="http://schemas.microsoft.com/office/drawing/2014/main" id="{5148DC4E-2360-4CAC-BB4E-BCF9C1198B13}"/>
              </a:ext>
            </a:extLst>
          </p:cNvPr>
          <p:cNvCxnSpPr>
            <a:cxnSpLocks/>
            <a:stCxn id="9" idx="0"/>
            <a:endCxn id="142" idx="1"/>
          </p:cNvCxnSpPr>
          <p:nvPr/>
        </p:nvCxnSpPr>
        <p:spPr bwMode="auto">
          <a:xfrm rot="16200000" flipH="1">
            <a:off x="4290759" y="-23195"/>
            <a:ext cx="54931" cy="185812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68">
            <a:hlinkClick r:id="" action="ppaction://noaction"/>
            <a:extLst>
              <a:ext uri="{FF2B5EF4-FFF2-40B4-BE49-F238E27FC236}">
                <a16:creationId xmlns:a16="http://schemas.microsoft.com/office/drawing/2014/main" id="{283758AE-2C62-4197-9C70-3656263A389D}"/>
              </a:ext>
            </a:extLst>
          </p:cNvPr>
          <p:cNvSpPr>
            <a:spLocks noChangeArrowheads="1"/>
          </p:cNvSpPr>
          <p:nvPr/>
        </p:nvSpPr>
        <p:spPr bwMode="auto">
          <a:xfrm>
            <a:off x="5247288" y="764825"/>
            <a:ext cx="691685" cy="33701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800" b="1">
                <a:solidFill>
                  <a:schemeClr val="bg1"/>
                </a:solidFill>
                <a:ea typeface="ＭＳ Ｐゴシック" charset="0"/>
              </a:rPr>
              <a:t>RDGU</a:t>
            </a:r>
          </a:p>
        </p:txBody>
      </p:sp>
      <p:sp>
        <p:nvSpPr>
          <p:cNvPr id="143" name="AutoShape 14">
            <a:extLst>
              <a:ext uri="{FF2B5EF4-FFF2-40B4-BE49-F238E27FC236}">
                <a16:creationId xmlns:a16="http://schemas.microsoft.com/office/drawing/2014/main" id="{E8A219DF-8811-4002-958D-9C742E935FA5}"/>
              </a:ext>
            </a:extLst>
          </p:cNvPr>
          <p:cNvSpPr>
            <a:spLocks noChangeArrowheads="1"/>
          </p:cNvSpPr>
          <p:nvPr/>
        </p:nvSpPr>
        <p:spPr bwMode="auto">
          <a:xfrm>
            <a:off x="4789737" y="1230626"/>
            <a:ext cx="1613904" cy="14444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00072_FCT_PREMIUM_RDGU_SUSP_NOK</a:t>
            </a:r>
          </a:p>
        </p:txBody>
      </p:sp>
      <p:sp>
        <p:nvSpPr>
          <p:cNvPr id="144" name="AutoShape 14">
            <a:extLst>
              <a:ext uri="{FF2B5EF4-FFF2-40B4-BE49-F238E27FC236}">
                <a16:creationId xmlns:a16="http://schemas.microsoft.com/office/drawing/2014/main" id="{D6A66954-1320-48DC-A24F-8494449CD25D}"/>
              </a:ext>
            </a:extLst>
          </p:cNvPr>
          <p:cNvSpPr>
            <a:spLocks noChangeArrowheads="1"/>
          </p:cNvSpPr>
          <p:nvPr/>
        </p:nvSpPr>
        <p:spPr bwMode="auto">
          <a:xfrm>
            <a:off x="3157426" y="1230903"/>
            <a:ext cx="1508353" cy="12996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00072_FCT_PREMIUM_RDGU_SUSP_OFF</a:t>
            </a:r>
          </a:p>
        </p:txBody>
      </p:sp>
      <p:sp>
        <p:nvSpPr>
          <p:cNvPr id="145" name="AutoShape 142">
            <a:extLst>
              <a:ext uri="{FF2B5EF4-FFF2-40B4-BE49-F238E27FC236}">
                <a16:creationId xmlns:a16="http://schemas.microsoft.com/office/drawing/2014/main" id="{DFD35085-1376-4D37-A3B8-73FCEC47E594}"/>
              </a:ext>
            </a:extLst>
          </p:cNvPr>
          <p:cNvSpPr>
            <a:spLocks noChangeArrowheads="1"/>
          </p:cNvSpPr>
          <p:nvPr/>
        </p:nvSpPr>
        <p:spPr bwMode="auto">
          <a:xfrm>
            <a:off x="7977752" y="812174"/>
            <a:ext cx="1046959" cy="250190"/>
          </a:xfrm>
          <a:prstGeom prst="flowChartProcess">
            <a:avLst/>
          </a:prstGeom>
          <a:solidFill>
            <a:schemeClr val="accent1"/>
          </a:solidFill>
          <a:ln w="9525">
            <a:noFill/>
            <a:miter lim="800000"/>
            <a:headEnd/>
            <a:tailEnd/>
          </a:ln>
          <a:effectLst>
            <a:outerShdw dist="35921" dir="2700000" algn="ctr" rotWithShape="0">
              <a:schemeClr val="bg2"/>
            </a:outerShdw>
          </a:effectLst>
        </p:spPr>
        <p:txBody>
          <a:bodyPr wrap="none" anchor="ctr"/>
          <a:lstStyle/>
          <a:p>
            <a:pPr algn="ctr" eaLnBrk="0" hangingPunct="0"/>
            <a:r>
              <a:rPr lang="fr-FR" sz="600"/>
              <a:t>TRANSFERT</a:t>
            </a:r>
          </a:p>
          <a:p>
            <a:pPr algn="ctr" eaLnBrk="0" hangingPunct="0"/>
            <a:r>
              <a:rPr lang="fr-FR" sz="600" i="1"/>
              <a:t>FCT PREMIUM RDGU SUSP</a:t>
            </a:r>
          </a:p>
        </p:txBody>
      </p:sp>
      <p:sp>
        <p:nvSpPr>
          <p:cNvPr id="146" name="AutoShape 208">
            <a:extLst>
              <a:ext uri="{FF2B5EF4-FFF2-40B4-BE49-F238E27FC236}">
                <a16:creationId xmlns:a16="http://schemas.microsoft.com/office/drawing/2014/main" id="{FA25C8F6-8980-42B6-A358-2C21009FBEE3}"/>
              </a:ext>
            </a:extLst>
          </p:cNvPr>
          <p:cNvSpPr>
            <a:spLocks noChangeArrowheads="1"/>
          </p:cNvSpPr>
          <p:nvPr/>
        </p:nvSpPr>
        <p:spPr bwMode="auto">
          <a:xfrm>
            <a:off x="6215526" y="869791"/>
            <a:ext cx="1531829" cy="129634"/>
          </a:xfrm>
          <a:prstGeom prst="roundRect">
            <a:avLst>
              <a:gd name="adj" fmla="val 16667"/>
            </a:avLst>
          </a:prstGeom>
          <a:solidFill>
            <a:srgbClr val="F8DAD4"/>
          </a:solidFill>
          <a:ln w="9525">
            <a:noFill/>
            <a:round/>
            <a:headEnd/>
            <a:tailEnd/>
          </a:ln>
          <a:effectLst>
            <a:outerShdw dist="35921" dir="2700000" algn="ctr" rotWithShape="0">
              <a:schemeClr val="bg2"/>
            </a:outerShdw>
          </a:effectLst>
        </p:spPr>
        <p:txBody>
          <a:bodyPr wrap="none" anchor="ctr"/>
          <a:lstStyle/>
          <a:p>
            <a:pPr algn="ctr" eaLnBrk="0" hangingPunct="0"/>
            <a:r>
              <a:rPr lang="fr-FR" sz="600"/>
              <a:t>00072_FCT_PREMIUM_RDGU_SUSP_OK</a:t>
            </a:r>
          </a:p>
        </p:txBody>
      </p:sp>
      <p:cxnSp>
        <p:nvCxnSpPr>
          <p:cNvPr id="147" name="Connecteur : en angle 146">
            <a:extLst>
              <a:ext uri="{FF2B5EF4-FFF2-40B4-BE49-F238E27FC236}">
                <a16:creationId xmlns:a16="http://schemas.microsoft.com/office/drawing/2014/main" id="{1102AA3C-EF51-48DF-B0E7-E446970C8204}"/>
              </a:ext>
            </a:extLst>
          </p:cNvPr>
          <p:cNvCxnSpPr>
            <a:cxnSpLocks/>
            <a:stCxn id="142" idx="2"/>
            <a:endCxn id="144" idx="0"/>
          </p:cNvCxnSpPr>
          <p:nvPr/>
        </p:nvCxnSpPr>
        <p:spPr bwMode="auto">
          <a:xfrm rot="5400000">
            <a:off x="4687838" y="325609"/>
            <a:ext cx="129059" cy="168152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Connecteur droit 147">
            <a:extLst>
              <a:ext uri="{FF2B5EF4-FFF2-40B4-BE49-F238E27FC236}">
                <a16:creationId xmlns:a16="http://schemas.microsoft.com/office/drawing/2014/main" id="{5A044112-6330-4D46-B94E-92C2BC861736}"/>
              </a:ext>
            </a:extLst>
          </p:cNvPr>
          <p:cNvCxnSpPr>
            <a:cxnSpLocks/>
            <a:stCxn id="142" idx="2"/>
            <a:endCxn id="143" idx="0"/>
          </p:cNvCxnSpPr>
          <p:nvPr/>
        </p:nvCxnSpPr>
        <p:spPr bwMode="auto">
          <a:xfrm>
            <a:off x="5593131" y="1101844"/>
            <a:ext cx="3558" cy="1287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Connecteur droit 148">
            <a:extLst>
              <a:ext uri="{FF2B5EF4-FFF2-40B4-BE49-F238E27FC236}">
                <a16:creationId xmlns:a16="http://schemas.microsoft.com/office/drawing/2014/main" id="{67BD8EFB-626B-4C62-BAE6-306B06268433}"/>
              </a:ext>
            </a:extLst>
          </p:cNvPr>
          <p:cNvCxnSpPr>
            <a:cxnSpLocks/>
            <a:stCxn id="142" idx="3"/>
            <a:endCxn id="146" idx="1"/>
          </p:cNvCxnSpPr>
          <p:nvPr/>
        </p:nvCxnSpPr>
        <p:spPr bwMode="auto">
          <a:xfrm>
            <a:off x="5938973" y="933335"/>
            <a:ext cx="276553" cy="12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Connecteur droit avec flèche 149">
            <a:extLst>
              <a:ext uri="{FF2B5EF4-FFF2-40B4-BE49-F238E27FC236}">
                <a16:creationId xmlns:a16="http://schemas.microsoft.com/office/drawing/2014/main" id="{95427AB3-316C-4224-B67C-4257720D1910}"/>
              </a:ext>
            </a:extLst>
          </p:cNvPr>
          <p:cNvCxnSpPr>
            <a:cxnSpLocks/>
            <a:stCxn id="146" idx="3"/>
            <a:endCxn id="145" idx="1"/>
          </p:cNvCxnSpPr>
          <p:nvPr/>
        </p:nvCxnSpPr>
        <p:spPr bwMode="auto">
          <a:xfrm>
            <a:off x="7747355" y="934608"/>
            <a:ext cx="230397" cy="266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ZoneTexte 150">
            <a:extLst>
              <a:ext uri="{FF2B5EF4-FFF2-40B4-BE49-F238E27FC236}">
                <a16:creationId xmlns:a16="http://schemas.microsoft.com/office/drawing/2014/main" id="{45BF4852-5FBF-41A5-904F-DE4F7BF0B55C}"/>
              </a:ext>
            </a:extLst>
          </p:cNvPr>
          <p:cNvSpPr txBox="1"/>
          <p:nvPr/>
        </p:nvSpPr>
        <p:spPr>
          <a:xfrm>
            <a:off x="5642982" y="1083929"/>
            <a:ext cx="387956" cy="190494"/>
          </a:xfrm>
          <a:prstGeom prst="rect">
            <a:avLst/>
          </a:prstGeom>
          <a:noFill/>
        </p:spPr>
        <p:txBody>
          <a:bodyPr wrap="square" rtlCol="0">
            <a:spAutoFit/>
          </a:bodyPr>
          <a:lstStyle/>
          <a:p>
            <a:r>
              <a:rPr lang="fr-FR" sz="600"/>
              <a:t>NON</a:t>
            </a:r>
          </a:p>
        </p:txBody>
      </p:sp>
      <p:sp>
        <p:nvSpPr>
          <p:cNvPr id="155" name="ZoneTexte 154">
            <a:extLst>
              <a:ext uri="{FF2B5EF4-FFF2-40B4-BE49-F238E27FC236}">
                <a16:creationId xmlns:a16="http://schemas.microsoft.com/office/drawing/2014/main" id="{282B91CC-D172-42A7-9DB8-F0482B963605}"/>
              </a:ext>
            </a:extLst>
          </p:cNvPr>
          <p:cNvSpPr txBox="1"/>
          <p:nvPr/>
        </p:nvSpPr>
        <p:spPr>
          <a:xfrm>
            <a:off x="4688151" y="1017781"/>
            <a:ext cx="537170" cy="184666"/>
          </a:xfrm>
          <a:prstGeom prst="rect">
            <a:avLst/>
          </a:prstGeom>
          <a:noFill/>
        </p:spPr>
        <p:txBody>
          <a:bodyPr wrap="square" rtlCol="0">
            <a:spAutoFit/>
          </a:bodyPr>
          <a:lstStyle/>
          <a:p>
            <a:r>
              <a:rPr lang="fr-FR" sz="600"/>
              <a:t>Désactivé</a:t>
            </a:r>
          </a:p>
        </p:txBody>
      </p:sp>
      <p:sp>
        <p:nvSpPr>
          <p:cNvPr id="156" name="ZoneTexte 155">
            <a:extLst>
              <a:ext uri="{FF2B5EF4-FFF2-40B4-BE49-F238E27FC236}">
                <a16:creationId xmlns:a16="http://schemas.microsoft.com/office/drawing/2014/main" id="{81ED175B-F455-4FE2-93EF-0826D65B3D65}"/>
              </a:ext>
            </a:extLst>
          </p:cNvPr>
          <p:cNvSpPr txBox="1"/>
          <p:nvPr/>
        </p:nvSpPr>
        <p:spPr>
          <a:xfrm>
            <a:off x="5836960" y="693798"/>
            <a:ext cx="692156" cy="200055"/>
          </a:xfrm>
          <a:prstGeom prst="rect">
            <a:avLst/>
          </a:prstGeom>
          <a:noFill/>
        </p:spPr>
        <p:txBody>
          <a:bodyPr wrap="square" rtlCol="0">
            <a:spAutoFit/>
          </a:bodyPr>
          <a:lstStyle/>
          <a:p>
            <a:r>
              <a:rPr lang="fr-FR" sz="700"/>
              <a:t>RDGU =1</a:t>
            </a:r>
          </a:p>
        </p:txBody>
      </p:sp>
      <p:cxnSp>
        <p:nvCxnSpPr>
          <p:cNvPr id="29" name="Connecteur : en angle 28">
            <a:extLst>
              <a:ext uri="{FF2B5EF4-FFF2-40B4-BE49-F238E27FC236}">
                <a16:creationId xmlns:a16="http://schemas.microsoft.com/office/drawing/2014/main" id="{3D6988D5-EC10-4826-BE11-8F3DCB1ADDF2}"/>
              </a:ext>
            </a:extLst>
          </p:cNvPr>
          <p:cNvCxnSpPr>
            <a:stCxn id="143" idx="2"/>
            <a:endCxn id="167" idx="0"/>
          </p:cNvCxnSpPr>
          <p:nvPr/>
        </p:nvCxnSpPr>
        <p:spPr bwMode="auto">
          <a:xfrm rot="5400000">
            <a:off x="5085863" y="1064255"/>
            <a:ext cx="200008" cy="821645"/>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 name="Connecteur : en angle 226">
            <a:extLst>
              <a:ext uri="{FF2B5EF4-FFF2-40B4-BE49-F238E27FC236}">
                <a16:creationId xmlns:a16="http://schemas.microsoft.com/office/drawing/2014/main" id="{16C7F753-A7A2-4551-AE12-3A98EFC7854A}"/>
              </a:ext>
            </a:extLst>
          </p:cNvPr>
          <p:cNvCxnSpPr>
            <a:stCxn id="144" idx="2"/>
            <a:endCxn id="167" idx="0"/>
          </p:cNvCxnSpPr>
          <p:nvPr/>
        </p:nvCxnSpPr>
        <p:spPr bwMode="auto">
          <a:xfrm rot="16200000" flipH="1">
            <a:off x="4236215" y="1036252"/>
            <a:ext cx="214216" cy="86344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Connecteur droit 248">
            <a:extLst>
              <a:ext uri="{FF2B5EF4-FFF2-40B4-BE49-F238E27FC236}">
                <a16:creationId xmlns:a16="http://schemas.microsoft.com/office/drawing/2014/main" id="{67130C25-D4DA-4F82-AF44-379237D78E48}"/>
              </a:ext>
            </a:extLst>
          </p:cNvPr>
          <p:cNvCxnSpPr>
            <a:stCxn id="171" idx="2"/>
            <a:endCxn id="193" idx="0"/>
          </p:cNvCxnSpPr>
          <p:nvPr/>
        </p:nvCxnSpPr>
        <p:spPr bwMode="auto">
          <a:xfrm flipH="1">
            <a:off x="7441578" y="4475625"/>
            <a:ext cx="1" cy="1326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droit 40">
            <a:extLst>
              <a:ext uri="{FF2B5EF4-FFF2-40B4-BE49-F238E27FC236}">
                <a16:creationId xmlns:a16="http://schemas.microsoft.com/office/drawing/2014/main" id="{774AC1D9-F0A4-4D87-9F7F-5009AD2A84FC}"/>
              </a:ext>
            </a:extLst>
          </p:cNvPr>
          <p:cNvCxnSpPr>
            <a:stCxn id="192" idx="0"/>
            <a:endCxn id="193" idx="2"/>
          </p:cNvCxnSpPr>
          <p:nvPr/>
        </p:nvCxnSpPr>
        <p:spPr bwMode="auto">
          <a:xfrm flipV="1">
            <a:off x="7441577" y="4818366"/>
            <a:ext cx="1" cy="8920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Connecteur droit 48">
            <a:extLst>
              <a:ext uri="{FF2B5EF4-FFF2-40B4-BE49-F238E27FC236}">
                <a16:creationId xmlns:a16="http://schemas.microsoft.com/office/drawing/2014/main" id="{F93E592D-F102-45C3-8752-58248D8D4A45}"/>
              </a:ext>
            </a:extLst>
          </p:cNvPr>
          <p:cNvCxnSpPr>
            <a:stCxn id="80" idx="0"/>
            <a:endCxn id="172" idx="2"/>
          </p:cNvCxnSpPr>
          <p:nvPr/>
        </p:nvCxnSpPr>
        <p:spPr bwMode="auto">
          <a:xfrm flipH="1" flipV="1">
            <a:off x="5836960" y="4461015"/>
            <a:ext cx="5844" cy="7210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 name="Rectangle 2">
            <a:extLst>
              <a:ext uri="{FF2B5EF4-FFF2-40B4-BE49-F238E27FC236}">
                <a16:creationId xmlns:a16="http://schemas.microsoft.com/office/drawing/2014/main" id="{5FDE2576-A853-4DDB-A9D4-D9B8E6085CCD}"/>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SUSPENDU 2</a:t>
            </a:r>
          </a:p>
        </p:txBody>
      </p:sp>
      <p:sp>
        <p:nvSpPr>
          <p:cNvPr id="2" name="AutoShape 282">
            <a:extLst>
              <a:ext uri="{FF2B5EF4-FFF2-40B4-BE49-F238E27FC236}">
                <a16:creationId xmlns:a16="http://schemas.microsoft.com/office/drawing/2014/main" id="{396FB521-32CF-1BCD-F06B-30A6CB1DBA60}"/>
              </a:ext>
            </a:extLst>
          </p:cNvPr>
          <p:cNvSpPr>
            <a:spLocks noChangeArrowheads="1"/>
          </p:cNvSpPr>
          <p:nvPr/>
        </p:nvSpPr>
        <p:spPr bwMode="auto">
          <a:xfrm>
            <a:off x="6183038" y="3878222"/>
            <a:ext cx="631031" cy="398716"/>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PREMIUM</a:t>
            </a:r>
          </a:p>
          <a:p>
            <a:pPr algn="ctr" eaLnBrk="0" hangingPunct="0"/>
            <a:endParaRPr lang="fr-FR" sz="600">
              <a:solidFill>
                <a:srgbClr val="FFFFFF"/>
              </a:solidFill>
            </a:endParaRPr>
          </a:p>
        </p:txBody>
      </p:sp>
      <p:sp>
        <p:nvSpPr>
          <p:cNvPr id="36" name="AutoShape 282">
            <a:extLst>
              <a:ext uri="{FF2B5EF4-FFF2-40B4-BE49-F238E27FC236}">
                <a16:creationId xmlns:a16="http://schemas.microsoft.com/office/drawing/2014/main" id="{34971CDE-24A5-090D-FF9B-82111E298B41}"/>
              </a:ext>
            </a:extLst>
          </p:cNvPr>
          <p:cNvSpPr>
            <a:spLocks noChangeArrowheads="1"/>
          </p:cNvSpPr>
          <p:nvPr/>
        </p:nvSpPr>
        <p:spPr bwMode="auto">
          <a:xfrm>
            <a:off x="5370446" y="5341783"/>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a:t>
            </a:r>
          </a:p>
          <a:p>
            <a:pPr algn="ctr" eaLnBrk="0" hangingPunct="0"/>
            <a:r>
              <a:rPr lang="fr-FR" sz="500">
                <a:solidFill>
                  <a:srgbClr val="FFFFFF"/>
                </a:solidFill>
              </a:rPr>
              <a:t>CONV </a:t>
            </a:r>
          </a:p>
          <a:p>
            <a:pPr algn="ctr" eaLnBrk="0" hangingPunct="0"/>
            <a:r>
              <a:rPr lang="fr-FR" sz="500">
                <a:solidFill>
                  <a:srgbClr val="FFFFFF"/>
                </a:solidFill>
              </a:rPr>
              <a:t>RISQUE</a:t>
            </a:r>
          </a:p>
        </p:txBody>
      </p:sp>
      <p:sp>
        <p:nvSpPr>
          <p:cNvPr id="37" name="AutoShape 282">
            <a:extLst>
              <a:ext uri="{FF2B5EF4-FFF2-40B4-BE49-F238E27FC236}">
                <a16:creationId xmlns:a16="http://schemas.microsoft.com/office/drawing/2014/main" id="{22A60FA4-26FD-4934-4394-91D556484A85}"/>
              </a:ext>
            </a:extLst>
          </p:cNvPr>
          <p:cNvSpPr>
            <a:spLocks noChangeArrowheads="1"/>
          </p:cNvSpPr>
          <p:nvPr/>
        </p:nvSpPr>
        <p:spPr bwMode="auto">
          <a:xfrm>
            <a:off x="5371145" y="5784743"/>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CONV</a:t>
            </a:r>
          </a:p>
        </p:txBody>
      </p:sp>
      <p:sp>
        <p:nvSpPr>
          <p:cNvPr id="38" name="AutoShape 282">
            <a:extLst>
              <a:ext uri="{FF2B5EF4-FFF2-40B4-BE49-F238E27FC236}">
                <a16:creationId xmlns:a16="http://schemas.microsoft.com/office/drawing/2014/main" id="{4FB6E431-4054-4DCF-C6AB-413BD27593B5}"/>
              </a:ext>
            </a:extLst>
          </p:cNvPr>
          <p:cNvSpPr>
            <a:spLocks noChangeArrowheads="1"/>
          </p:cNvSpPr>
          <p:nvPr/>
        </p:nvSpPr>
        <p:spPr bwMode="auto">
          <a:xfrm>
            <a:off x="5385070" y="6146555"/>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cxnSp>
        <p:nvCxnSpPr>
          <p:cNvPr id="40" name="Connecteur : en angle 39">
            <a:extLst>
              <a:ext uri="{FF2B5EF4-FFF2-40B4-BE49-F238E27FC236}">
                <a16:creationId xmlns:a16="http://schemas.microsoft.com/office/drawing/2014/main" id="{B1126210-602F-134D-E876-01B5CCA147BA}"/>
              </a:ext>
            </a:extLst>
          </p:cNvPr>
          <p:cNvCxnSpPr>
            <a:stCxn id="54" idx="2"/>
            <a:endCxn id="36" idx="3"/>
          </p:cNvCxnSpPr>
          <p:nvPr/>
        </p:nvCxnSpPr>
        <p:spPr bwMode="auto">
          <a:xfrm rot="5400000">
            <a:off x="5652593" y="5311033"/>
            <a:ext cx="348528" cy="3189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Connecteur : en angle 44">
            <a:extLst>
              <a:ext uri="{FF2B5EF4-FFF2-40B4-BE49-F238E27FC236}">
                <a16:creationId xmlns:a16="http://schemas.microsoft.com/office/drawing/2014/main" id="{0172A7FF-1B00-4C7D-34C5-77F6E3E995AF}"/>
              </a:ext>
            </a:extLst>
          </p:cNvPr>
          <p:cNvCxnSpPr>
            <a:stCxn id="54" idx="2"/>
            <a:endCxn id="37" idx="3"/>
          </p:cNvCxnSpPr>
          <p:nvPr/>
        </p:nvCxnSpPr>
        <p:spPr bwMode="auto">
          <a:xfrm rot="5400000">
            <a:off x="5431463" y="5532863"/>
            <a:ext cx="791488" cy="3119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Connecteur : en angle 49">
            <a:extLst>
              <a:ext uri="{FF2B5EF4-FFF2-40B4-BE49-F238E27FC236}">
                <a16:creationId xmlns:a16="http://schemas.microsoft.com/office/drawing/2014/main" id="{48032BCB-F181-89B9-A2C5-70B086DCD6FF}"/>
              </a:ext>
            </a:extLst>
          </p:cNvPr>
          <p:cNvCxnSpPr>
            <a:stCxn id="54" idx="2"/>
            <a:endCxn id="38" idx="3"/>
          </p:cNvCxnSpPr>
          <p:nvPr/>
        </p:nvCxnSpPr>
        <p:spPr bwMode="auto">
          <a:xfrm rot="5400000">
            <a:off x="5257519" y="5720731"/>
            <a:ext cx="1153300" cy="1727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Connecteur droit 51">
            <a:extLst>
              <a:ext uri="{FF2B5EF4-FFF2-40B4-BE49-F238E27FC236}">
                <a16:creationId xmlns:a16="http://schemas.microsoft.com/office/drawing/2014/main" id="{18651F44-AC25-054D-A175-CE113CA10785}"/>
              </a:ext>
            </a:extLst>
          </p:cNvPr>
          <p:cNvCxnSpPr>
            <a:stCxn id="36" idx="1"/>
            <a:endCxn id="57" idx="3"/>
          </p:cNvCxnSpPr>
          <p:nvPr/>
        </p:nvCxnSpPr>
        <p:spPr bwMode="auto">
          <a:xfrm flipH="1">
            <a:off x="5301593" y="5501244"/>
            <a:ext cx="68853" cy="32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Connecteur droit 54">
            <a:extLst>
              <a:ext uri="{FF2B5EF4-FFF2-40B4-BE49-F238E27FC236}">
                <a16:creationId xmlns:a16="http://schemas.microsoft.com/office/drawing/2014/main" id="{170EB36E-0133-4EA9-7290-C9727A2499E5}"/>
              </a:ext>
            </a:extLst>
          </p:cNvPr>
          <p:cNvCxnSpPr>
            <a:stCxn id="37" idx="1"/>
            <a:endCxn id="73" idx="3"/>
          </p:cNvCxnSpPr>
          <p:nvPr/>
        </p:nvCxnSpPr>
        <p:spPr bwMode="auto">
          <a:xfrm flipH="1">
            <a:off x="5287618" y="5944204"/>
            <a:ext cx="83527"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Connecteur droit 61">
            <a:extLst>
              <a:ext uri="{FF2B5EF4-FFF2-40B4-BE49-F238E27FC236}">
                <a16:creationId xmlns:a16="http://schemas.microsoft.com/office/drawing/2014/main" id="{9D25DDC2-CF9F-B641-1ACB-87DEA3A74470}"/>
              </a:ext>
            </a:extLst>
          </p:cNvPr>
          <p:cNvCxnSpPr>
            <a:stCxn id="38" idx="1"/>
            <a:endCxn id="79" idx="3"/>
          </p:cNvCxnSpPr>
          <p:nvPr/>
        </p:nvCxnSpPr>
        <p:spPr bwMode="auto">
          <a:xfrm flipH="1">
            <a:off x="5334111" y="6306016"/>
            <a:ext cx="50959"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ZoneTexte 64">
            <a:extLst>
              <a:ext uri="{FF2B5EF4-FFF2-40B4-BE49-F238E27FC236}">
                <a16:creationId xmlns:a16="http://schemas.microsoft.com/office/drawing/2014/main" id="{0A4E9344-D21A-5DB9-9204-E005BF369EF9}"/>
              </a:ext>
            </a:extLst>
          </p:cNvPr>
          <p:cNvSpPr txBox="1"/>
          <p:nvPr/>
        </p:nvSpPr>
        <p:spPr>
          <a:xfrm>
            <a:off x="5076900" y="5235700"/>
            <a:ext cx="465192" cy="215444"/>
          </a:xfrm>
          <a:prstGeom prst="rect">
            <a:avLst/>
          </a:prstGeom>
          <a:noFill/>
        </p:spPr>
        <p:txBody>
          <a:bodyPr wrap="none" rtlCol="0">
            <a:spAutoFit/>
          </a:bodyPr>
          <a:lstStyle/>
          <a:p>
            <a:r>
              <a:rPr lang="fr-FR" sz="800"/>
              <a:t>Activé</a:t>
            </a:r>
          </a:p>
        </p:txBody>
      </p:sp>
      <p:sp>
        <p:nvSpPr>
          <p:cNvPr id="69" name="ZoneTexte 68">
            <a:extLst>
              <a:ext uri="{FF2B5EF4-FFF2-40B4-BE49-F238E27FC236}">
                <a16:creationId xmlns:a16="http://schemas.microsoft.com/office/drawing/2014/main" id="{2D1C1F1F-6D82-1503-018C-D79A542BC191}"/>
              </a:ext>
            </a:extLst>
          </p:cNvPr>
          <p:cNvSpPr txBox="1"/>
          <p:nvPr/>
        </p:nvSpPr>
        <p:spPr>
          <a:xfrm>
            <a:off x="5104500" y="5666043"/>
            <a:ext cx="465192" cy="215444"/>
          </a:xfrm>
          <a:prstGeom prst="rect">
            <a:avLst/>
          </a:prstGeom>
          <a:noFill/>
        </p:spPr>
        <p:txBody>
          <a:bodyPr wrap="none" rtlCol="0">
            <a:spAutoFit/>
          </a:bodyPr>
          <a:lstStyle/>
          <a:p>
            <a:r>
              <a:rPr lang="fr-FR" sz="800"/>
              <a:t>Activé</a:t>
            </a:r>
          </a:p>
        </p:txBody>
      </p:sp>
      <p:sp>
        <p:nvSpPr>
          <p:cNvPr id="70" name="ZoneTexte 69">
            <a:extLst>
              <a:ext uri="{FF2B5EF4-FFF2-40B4-BE49-F238E27FC236}">
                <a16:creationId xmlns:a16="http://schemas.microsoft.com/office/drawing/2014/main" id="{BC707738-F6D4-72E1-5E6F-86721A53B8BD}"/>
              </a:ext>
            </a:extLst>
          </p:cNvPr>
          <p:cNvSpPr txBox="1"/>
          <p:nvPr/>
        </p:nvSpPr>
        <p:spPr>
          <a:xfrm>
            <a:off x="5126994" y="6039491"/>
            <a:ext cx="465192" cy="215444"/>
          </a:xfrm>
          <a:prstGeom prst="rect">
            <a:avLst/>
          </a:prstGeom>
          <a:noFill/>
        </p:spPr>
        <p:txBody>
          <a:bodyPr wrap="none" rtlCol="0">
            <a:spAutoFit/>
          </a:bodyPr>
          <a:lstStyle/>
          <a:p>
            <a:r>
              <a:rPr lang="fr-FR" sz="800"/>
              <a:t>Activé</a:t>
            </a:r>
          </a:p>
        </p:txBody>
      </p:sp>
      <p:sp>
        <p:nvSpPr>
          <p:cNvPr id="75" name="ZoneTexte 74">
            <a:extLst>
              <a:ext uri="{FF2B5EF4-FFF2-40B4-BE49-F238E27FC236}">
                <a16:creationId xmlns:a16="http://schemas.microsoft.com/office/drawing/2014/main" id="{1304D1B0-12D1-D11B-F520-51C14ABBFCD0}"/>
              </a:ext>
            </a:extLst>
          </p:cNvPr>
          <p:cNvSpPr txBox="1"/>
          <p:nvPr/>
        </p:nvSpPr>
        <p:spPr>
          <a:xfrm>
            <a:off x="5276553" y="6445074"/>
            <a:ext cx="636713" cy="215444"/>
          </a:xfrm>
          <a:prstGeom prst="rect">
            <a:avLst/>
          </a:prstGeom>
          <a:noFill/>
        </p:spPr>
        <p:txBody>
          <a:bodyPr wrap="none" rtlCol="0">
            <a:spAutoFit/>
          </a:bodyPr>
          <a:lstStyle/>
          <a:p>
            <a:r>
              <a:rPr lang="fr-FR" sz="800"/>
              <a:t>Désactivé</a:t>
            </a:r>
          </a:p>
        </p:txBody>
      </p:sp>
    </p:spTree>
    <p:extLst>
      <p:ext uri="{BB962C8B-B14F-4D97-AF65-F5344CB8AC3E}">
        <p14:creationId xmlns:p14="http://schemas.microsoft.com/office/powerpoint/2010/main" val="266912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pPr>
              <a:defRPr/>
            </a:pPr>
            <a:fld id="{843DFBF3-518F-4932-94B0-8C2572279D0B}" type="slidenum">
              <a:rPr lang="fr-FR" smtClean="0"/>
              <a:pPr>
                <a:defRPr/>
              </a:pPr>
              <a:t>8</a:t>
            </a:fld>
            <a:endParaRPr lang="fr-FR"/>
          </a:p>
        </p:txBody>
      </p:sp>
      <p:cxnSp>
        <p:nvCxnSpPr>
          <p:cNvPr id="5" name="AutoShape 5"/>
          <p:cNvCxnSpPr>
            <a:cxnSpLocks noChangeShapeType="1"/>
            <a:stCxn id="6" idx="2"/>
            <a:endCxn id="75" idx="2"/>
          </p:cNvCxnSpPr>
          <p:nvPr/>
        </p:nvCxnSpPr>
        <p:spPr bwMode="auto">
          <a:xfrm flipH="1">
            <a:off x="6887699" y="5022688"/>
            <a:ext cx="2" cy="1366818"/>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6" name="AutoShape 6"/>
          <p:cNvSpPr>
            <a:spLocks noChangeArrowheads="1"/>
          </p:cNvSpPr>
          <p:nvPr/>
        </p:nvSpPr>
        <p:spPr bwMode="auto">
          <a:xfrm>
            <a:off x="6210662" y="4878225"/>
            <a:ext cx="1354078"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00082_</a:t>
            </a:r>
            <a:r>
              <a:rPr lang="fr-FR" sz="600">
                <a:ea typeface="ＭＳ Ｐゴシック" charset="0"/>
              </a:rPr>
              <a:t>IMPAYE_CONTINUE</a:t>
            </a:r>
          </a:p>
        </p:txBody>
      </p:sp>
      <p:sp>
        <p:nvSpPr>
          <p:cNvPr id="9" name="AutoShape 10">
            <a:hlinkClick r:id="rId2" action="ppaction://hlinksldjump"/>
          </p:cNvPr>
          <p:cNvSpPr>
            <a:spLocks noChangeArrowheads="1"/>
          </p:cNvSpPr>
          <p:nvPr/>
        </p:nvSpPr>
        <p:spPr bwMode="auto">
          <a:xfrm rot="10800000">
            <a:off x="4618510" y="560524"/>
            <a:ext cx="1071563" cy="30549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a:t>
            </a:r>
          </a:p>
        </p:txBody>
      </p:sp>
      <p:sp>
        <p:nvSpPr>
          <p:cNvPr id="12" name="AutoShape 52"/>
          <p:cNvSpPr>
            <a:spLocks noChangeArrowheads="1"/>
          </p:cNvSpPr>
          <p:nvPr/>
        </p:nvSpPr>
        <p:spPr bwMode="auto">
          <a:xfrm>
            <a:off x="5887171" y="4343944"/>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sp>
        <p:nvSpPr>
          <p:cNvPr id="13" name="AutoShape 17"/>
          <p:cNvSpPr>
            <a:spLocks noChangeArrowheads="1"/>
          </p:cNvSpPr>
          <p:nvPr/>
        </p:nvSpPr>
        <p:spPr bwMode="auto">
          <a:xfrm>
            <a:off x="4922694" y="4599535"/>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1</a:t>
            </a:r>
          </a:p>
        </p:txBody>
      </p:sp>
      <p:sp>
        <p:nvSpPr>
          <p:cNvPr id="14" name="AutoShape 17"/>
          <p:cNvSpPr>
            <a:spLocks noChangeArrowheads="1"/>
          </p:cNvSpPr>
          <p:nvPr/>
        </p:nvSpPr>
        <p:spPr bwMode="auto">
          <a:xfrm>
            <a:off x="6779751" y="4598167"/>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2</a:t>
            </a:r>
          </a:p>
        </p:txBody>
      </p:sp>
      <p:cxnSp>
        <p:nvCxnSpPr>
          <p:cNvPr id="15" name="AutoShape 10"/>
          <p:cNvCxnSpPr>
            <a:cxnSpLocks noChangeShapeType="1"/>
            <a:stCxn id="12" idx="1"/>
            <a:endCxn id="13" idx="6"/>
          </p:cNvCxnSpPr>
          <p:nvPr/>
        </p:nvCxnSpPr>
        <p:spPr bwMode="auto">
          <a:xfrm rot="10800000" flipV="1">
            <a:off x="5030645" y="4468563"/>
            <a:ext cx="856527" cy="13097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0"/>
          <p:cNvCxnSpPr>
            <a:cxnSpLocks noChangeShapeType="1"/>
            <a:stCxn id="12" idx="3"/>
            <a:endCxn id="14" idx="6"/>
          </p:cNvCxnSpPr>
          <p:nvPr/>
        </p:nvCxnSpPr>
        <p:spPr bwMode="auto">
          <a:xfrm>
            <a:off x="6409458" y="4468563"/>
            <a:ext cx="478243" cy="12960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5"/>
          <p:cNvCxnSpPr>
            <a:cxnSpLocks noChangeShapeType="1"/>
            <a:stCxn id="39" idx="2"/>
            <a:endCxn id="53" idx="0"/>
          </p:cNvCxnSpPr>
          <p:nvPr/>
        </p:nvCxnSpPr>
        <p:spPr bwMode="auto">
          <a:xfrm>
            <a:off x="5030644" y="5316420"/>
            <a:ext cx="0" cy="138433"/>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9" name="AutoShape 6"/>
          <p:cNvSpPr>
            <a:spLocks noChangeArrowheads="1"/>
          </p:cNvSpPr>
          <p:nvPr/>
        </p:nvSpPr>
        <p:spPr bwMode="auto">
          <a:xfrm>
            <a:off x="4378437" y="4861289"/>
            <a:ext cx="1304417" cy="15554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00081</a:t>
            </a:r>
            <a:r>
              <a:rPr lang="fr-FR" sz="600">
                <a:ea typeface="ＭＳ Ｐゴシック" charset="0"/>
              </a:rPr>
              <a:t>_IMPAYE_PAIEMENT</a:t>
            </a:r>
          </a:p>
        </p:txBody>
      </p:sp>
      <p:cxnSp>
        <p:nvCxnSpPr>
          <p:cNvPr id="20" name="AutoShape 10"/>
          <p:cNvCxnSpPr>
            <a:cxnSpLocks noChangeShapeType="1"/>
            <a:stCxn id="13" idx="2"/>
            <a:endCxn id="19" idx="0"/>
          </p:cNvCxnSpPr>
          <p:nvPr/>
        </p:nvCxnSpPr>
        <p:spPr bwMode="auto">
          <a:xfrm rot="16200000" flipH="1">
            <a:off x="4987875" y="4818517"/>
            <a:ext cx="85541" cy="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0"/>
          <p:cNvCxnSpPr>
            <a:cxnSpLocks noChangeShapeType="1"/>
            <a:stCxn id="14" idx="2"/>
            <a:endCxn id="6" idx="0"/>
          </p:cNvCxnSpPr>
          <p:nvPr/>
        </p:nvCxnSpPr>
        <p:spPr bwMode="auto">
          <a:xfrm>
            <a:off x="6887701" y="4774380"/>
            <a:ext cx="0" cy="10384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AutoShape 27"/>
          <p:cNvSpPr>
            <a:spLocks noChangeArrowheads="1"/>
          </p:cNvSpPr>
          <p:nvPr/>
        </p:nvSpPr>
        <p:spPr bwMode="auto">
          <a:xfrm>
            <a:off x="7928325" y="4371845"/>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NM NI &gt; 1</a:t>
            </a:r>
          </a:p>
        </p:txBody>
      </p:sp>
      <p:sp>
        <p:nvSpPr>
          <p:cNvPr id="23" name="AutoShape 37"/>
          <p:cNvSpPr>
            <a:spLocks noChangeArrowheads="1"/>
          </p:cNvSpPr>
          <p:nvPr/>
        </p:nvSpPr>
        <p:spPr bwMode="auto">
          <a:xfrm>
            <a:off x="7763049" y="3961749"/>
            <a:ext cx="984738" cy="1939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00089_IMPAYE_NMNI</a:t>
            </a:r>
            <a:endParaRPr lang="fr-FR" sz="600">
              <a:solidFill>
                <a:srgbClr val="FF0000"/>
              </a:solidFill>
            </a:endParaRPr>
          </a:p>
        </p:txBody>
      </p:sp>
      <p:sp>
        <p:nvSpPr>
          <p:cNvPr id="24" name="Text Box 157"/>
          <p:cNvSpPr txBox="1">
            <a:spLocks noChangeArrowheads="1"/>
          </p:cNvSpPr>
          <p:nvPr/>
        </p:nvSpPr>
        <p:spPr bwMode="auto">
          <a:xfrm>
            <a:off x="8257971" y="4571400"/>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5" name="Text Box 156"/>
          <p:cNvSpPr txBox="1">
            <a:spLocks noChangeArrowheads="1"/>
          </p:cNvSpPr>
          <p:nvPr/>
        </p:nvSpPr>
        <p:spPr bwMode="auto">
          <a:xfrm>
            <a:off x="8261694" y="418775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cxnSp>
        <p:nvCxnSpPr>
          <p:cNvPr id="26" name="AutoShape 69"/>
          <p:cNvCxnSpPr>
            <a:cxnSpLocks noChangeShapeType="1"/>
            <a:stCxn id="23" idx="2"/>
            <a:endCxn id="22" idx="6"/>
          </p:cNvCxnSpPr>
          <p:nvPr/>
        </p:nvCxnSpPr>
        <p:spPr bwMode="auto">
          <a:xfrm>
            <a:off x="8255418" y="4155667"/>
            <a:ext cx="3107" cy="21617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69"/>
          <p:cNvCxnSpPr>
            <a:cxnSpLocks noChangeShapeType="1"/>
            <a:stCxn id="22" idx="2"/>
            <a:endCxn id="30" idx="0"/>
          </p:cNvCxnSpPr>
          <p:nvPr/>
        </p:nvCxnSpPr>
        <p:spPr bwMode="auto">
          <a:xfrm flipH="1">
            <a:off x="8258524" y="4573457"/>
            <a:ext cx="1" cy="21513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AutoShape 55"/>
          <p:cNvSpPr>
            <a:spLocks noChangeArrowheads="1"/>
          </p:cNvSpPr>
          <p:nvPr/>
        </p:nvSpPr>
        <p:spPr bwMode="auto">
          <a:xfrm>
            <a:off x="7658495" y="4788587"/>
            <a:ext cx="1200058" cy="14898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00089_IMPAYE_NMNI_X2</a:t>
            </a:r>
          </a:p>
        </p:txBody>
      </p:sp>
      <p:cxnSp>
        <p:nvCxnSpPr>
          <p:cNvPr id="32" name="AutoShape 69"/>
          <p:cNvCxnSpPr>
            <a:cxnSpLocks noChangeShapeType="1"/>
            <a:stCxn id="35" idx="3"/>
            <a:endCxn id="23" idx="0"/>
          </p:cNvCxnSpPr>
          <p:nvPr/>
        </p:nvCxnSpPr>
        <p:spPr bwMode="auto">
          <a:xfrm>
            <a:off x="7758538" y="1263988"/>
            <a:ext cx="496880" cy="269776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10"/>
          <p:cNvCxnSpPr>
            <a:cxnSpLocks noChangeShapeType="1"/>
            <a:stCxn id="19" idx="2"/>
            <a:endCxn id="39" idx="0"/>
          </p:cNvCxnSpPr>
          <p:nvPr/>
        </p:nvCxnSpPr>
        <p:spPr bwMode="auto">
          <a:xfrm flipH="1">
            <a:off x="5030644" y="5016831"/>
            <a:ext cx="2" cy="7892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Rectangle 68"/>
          <p:cNvSpPr>
            <a:spLocks noChangeArrowheads="1"/>
          </p:cNvSpPr>
          <p:nvPr/>
        </p:nvSpPr>
        <p:spPr bwMode="auto">
          <a:xfrm>
            <a:off x="6515053" y="1010072"/>
            <a:ext cx="1243485" cy="507831"/>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solidFill>
                  <a:srgbClr val="CC3300"/>
                </a:solidFill>
              </a:rPr>
              <a:t>ERREUR_SAISIE_NOUVEAU</a:t>
            </a:r>
          </a:p>
          <a:p>
            <a:pPr algn="ctr" eaLnBrk="0" hangingPunct="0"/>
            <a:r>
              <a:rPr lang="fr-FR" sz="700">
                <a:ea typeface="ＭＳ Ｐゴシック" pitchFamily="-80" charset="-128"/>
              </a:rPr>
              <a:t>Désolé, nous n’avons pas compris votre choix.</a:t>
            </a:r>
          </a:p>
          <a:p>
            <a:pPr algn="ctr" eaLnBrk="0" hangingPunct="0"/>
            <a:r>
              <a:rPr lang="fr-FR" sz="700">
                <a:ea typeface="ＭＳ Ｐゴシック" pitchFamily="-80" charset="-128"/>
              </a:rPr>
              <a:t>De nouveau :</a:t>
            </a:r>
          </a:p>
        </p:txBody>
      </p:sp>
      <p:sp>
        <p:nvSpPr>
          <p:cNvPr id="39" name="AutoShape 31">
            <a:hlinkClick r:id="" action="ppaction://noaction"/>
          </p:cNvPr>
          <p:cNvSpPr>
            <a:spLocks noChangeArrowheads="1"/>
          </p:cNvSpPr>
          <p:nvPr/>
        </p:nvSpPr>
        <p:spPr bwMode="auto">
          <a:xfrm>
            <a:off x="4371212" y="5095758"/>
            <a:ext cx="1318864" cy="2206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ABO_REGLER_FACTURE_IMPAYE</a:t>
            </a:r>
          </a:p>
        </p:txBody>
      </p:sp>
      <p:sp>
        <p:nvSpPr>
          <p:cNvPr id="4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80" name="AutoShape 31">
            <a:hlinkClick r:id="" action="ppaction://noaction"/>
          </p:cNvPr>
          <p:cNvSpPr>
            <a:spLocks noChangeArrowheads="1"/>
          </p:cNvSpPr>
          <p:nvPr/>
        </p:nvSpPr>
        <p:spPr bwMode="auto">
          <a:xfrm>
            <a:off x="6259066" y="6034957"/>
            <a:ext cx="1244600" cy="21008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ABO_IMPAYE_CONTINUE</a:t>
            </a:r>
          </a:p>
        </p:txBody>
      </p:sp>
      <p:sp>
        <p:nvSpPr>
          <p:cNvPr id="75" name="AutoShape 10">
            <a:hlinkClick r:id="rId2" action="ppaction://hlinksldjump"/>
          </p:cNvPr>
          <p:cNvSpPr>
            <a:spLocks noChangeArrowheads="1"/>
          </p:cNvSpPr>
          <p:nvPr/>
        </p:nvSpPr>
        <p:spPr bwMode="auto">
          <a:xfrm rot="10800000">
            <a:off x="6351918" y="6389506"/>
            <a:ext cx="1071563" cy="35195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ea typeface="ＭＳ Ｐゴシック" charset="0"/>
              </a:rPr>
              <a:t>ENTREE</a:t>
            </a:r>
          </a:p>
        </p:txBody>
      </p:sp>
      <p:cxnSp>
        <p:nvCxnSpPr>
          <p:cNvPr id="47" name="Connecteur droit avec flèche 46"/>
          <p:cNvCxnSpPr>
            <a:stCxn id="12" idx="3"/>
            <a:endCxn id="22" idx="5"/>
          </p:cNvCxnSpPr>
          <p:nvPr/>
        </p:nvCxnSpPr>
        <p:spPr bwMode="auto">
          <a:xfrm>
            <a:off x="6409458" y="4468563"/>
            <a:ext cx="1544069" cy="408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AutoShape 11"/>
          <p:cNvCxnSpPr>
            <a:cxnSpLocks noChangeShapeType="1"/>
            <a:stCxn id="87" idx="2"/>
            <a:endCxn id="12" idx="0"/>
          </p:cNvCxnSpPr>
          <p:nvPr/>
        </p:nvCxnSpPr>
        <p:spPr bwMode="auto">
          <a:xfrm>
            <a:off x="6146640" y="4236901"/>
            <a:ext cx="1675" cy="107043"/>
          </a:xfrm>
          <a:prstGeom prst="straightConnector1">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87" name="Rectangle 8"/>
          <p:cNvSpPr>
            <a:spLocks noChangeArrowheads="1"/>
          </p:cNvSpPr>
          <p:nvPr/>
        </p:nvSpPr>
        <p:spPr bwMode="auto">
          <a:xfrm>
            <a:off x="4798213" y="3472654"/>
            <a:ext cx="2696853" cy="764247"/>
          </a:xfrm>
          <a:prstGeom prst="rect">
            <a:avLst/>
          </a:prstGeom>
          <a:solidFill>
            <a:srgbClr val="FF99CC"/>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700">
                <a:solidFill>
                  <a:srgbClr val="FF0000"/>
                </a:solidFill>
                <a:latin typeface="Arial" pitchFamily="34" charset="0"/>
                <a:ea typeface="ＭＳ Ｐゴシック" charset="-128"/>
              </a:rPr>
              <a:t>ABO MENU IMPAYE FIN</a:t>
            </a:r>
            <a:br>
              <a:rPr lang="fr-FR" sz="700" b="1">
                <a:solidFill>
                  <a:srgbClr val="FF0000"/>
                </a:solidFill>
                <a:latin typeface="Arial" pitchFamily="34" charset="0"/>
                <a:ea typeface="ＭＳ Ｐゴシック" charset="-128"/>
              </a:rPr>
            </a:br>
            <a:r>
              <a:rPr lang="fr-FR" sz="700"/>
              <a:t>En raison de cette situation, nos conseillers ne seront pas en mesure de pouvoir traiter l’intégralité de vos demandes.</a:t>
            </a:r>
          </a:p>
          <a:p>
            <a:pPr algn="ctr"/>
            <a:r>
              <a:rPr lang="fr-FR" sz="700"/>
              <a:t>Nous vous invitons à payer votre facture sur votre Espace Client rubrique « Payer vos factures » , ou par carte bancaire, sur notre serveur vocal sécurisé en</a:t>
            </a:r>
            <a:r>
              <a:rPr lang="fr-FR" sz="700" b="1"/>
              <a:t> tapant 1,</a:t>
            </a:r>
            <a:endParaRPr lang="fr-FR" sz="700"/>
          </a:p>
          <a:p>
            <a:pPr algn="ctr"/>
            <a:r>
              <a:rPr lang="fr-FR" sz="700"/>
              <a:t>Pour toutes autres questions </a:t>
            </a:r>
            <a:r>
              <a:rPr lang="fr-FR" sz="700" b="1"/>
              <a:t>tapez 2.</a:t>
            </a:r>
            <a:endParaRPr lang="fr-FR" sz="700"/>
          </a:p>
        </p:txBody>
      </p:sp>
      <p:sp>
        <p:nvSpPr>
          <p:cNvPr id="91" name="Rectangle 99"/>
          <p:cNvSpPr>
            <a:spLocks noChangeArrowheads="1"/>
          </p:cNvSpPr>
          <p:nvPr/>
        </p:nvSpPr>
        <p:spPr bwMode="auto">
          <a:xfrm>
            <a:off x="4169649" y="1056746"/>
            <a:ext cx="1969282" cy="415498"/>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700" b="1">
                <a:solidFill>
                  <a:srgbClr val="CC3300"/>
                </a:solidFill>
              </a:rPr>
              <a:t>ABO MENU IMPAYE</a:t>
            </a:r>
            <a:endParaRPr lang="fr-FR" sz="700" b="1">
              <a:solidFill>
                <a:srgbClr val="C00000"/>
              </a:solidFill>
            </a:endParaRPr>
          </a:p>
          <a:p>
            <a:pPr algn="ctr" eaLnBrk="0" hangingPunct="0"/>
            <a:r>
              <a:rPr lang="fr-FR" sz="700"/>
              <a:t>Votre ligne présente actuellement un défaut de paiement de :</a:t>
            </a:r>
          </a:p>
        </p:txBody>
      </p:sp>
      <p:sp>
        <p:nvSpPr>
          <p:cNvPr id="94" name="Rectangle 98"/>
          <p:cNvSpPr>
            <a:spLocks noChangeArrowheads="1"/>
          </p:cNvSpPr>
          <p:nvPr/>
        </p:nvSpPr>
        <p:spPr bwMode="auto">
          <a:xfrm>
            <a:off x="3946839" y="1597753"/>
            <a:ext cx="2414905" cy="276999"/>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i="1"/>
              <a:t>Prompt énumération du montant « MONTANT_A_PAYER » + « EUROS »</a:t>
            </a:r>
            <a:endParaRPr lang="fr-FR" sz="600" b="1" i="1" u="sng"/>
          </a:p>
        </p:txBody>
      </p:sp>
      <p:cxnSp>
        <p:nvCxnSpPr>
          <p:cNvPr id="95" name="Connecteur droit 94"/>
          <p:cNvCxnSpPr>
            <a:stCxn id="91" idx="2"/>
            <a:endCxn id="94" idx="0"/>
          </p:cNvCxnSpPr>
          <p:nvPr/>
        </p:nvCxnSpPr>
        <p:spPr bwMode="auto">
          <a:xfrm>
            <a:off x="5154290" y="1472244"/>
            <a:ext cx="2" cy="12550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Connecteur droit 97"/>
          <p:cNvCxnSpPr>
            <a:stCxn id="94" idx="2"/>
            <a:endCxn id="122" idx="0"/>
          </p:cNvCxnSpPr>
          <p:nvPr/>
        </p:nvCxnSpPr>
        <p:spPr bwMode="auto">
          <a:xfrm flipH="1">
            <a:off x="5154290" y="1874752"/>
            <a:ext cx="2" cy="6897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Connecteur droit 62"/>
          <p:cNvCxnSpPr>
            <a:cxnSpLocks/>
            <a:stCxn id="9" idx="0"/>
            <a:endCxn id="91" idx="0"/>
          </p:cNvCxnSpPr>
          <p:nvPr/>
        </p:nvCxnSpPr>
        <p:spPr bwMode="auto">
          <a:xfrm flipH="1">
            <a:off x="5154290" y="866014"/>
            <a:ext cx="1" cy="1907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Connecteur droit avec flèche 99"/>
          <p:cNvCxnSpPr>
            <a:stCxn id="35" idx="1"/>
            <a:endCxn id="91" idx="3"/>
          </p:cNvCxnSpPr>
          <p:nvPr/>
        </p:nvCxnSpPr>
        <p:spPr bwMode="auto">
          <a:xfrm flipH="1">
            <a:off x="6138931" y="1263988"/>
            <a:ext cx="376122" cy="50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143"/>
          <p:cNvSpPr>
            <a:spLocks noChangeArrowheads="1"/>
          </p:cNvSpPr>
          <p:nvPr/>
        </p:nvSpPr>
        <p:spPr bwMode="auto">
          <a:xfrm>
            <a:off x="4504114" y="5454853"/>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2C842C"/>
                </a:solidFill>
              </a:rPr>
              <a:t>PCB</a:t>
            </a:r>
          </a:p>
          <a:p>
            <a:pPr algn="ctr" eaLnBrk="0" hangingPunct="0"/>
            <a:r>
              <a:rPr lang="fr-FR" sz="600"/>
              <a:t>03 69 18 58 75</a:t>
            </a:r>
            <a:endParaRPr lang="fr-FR" sz="600" b="1">
              <a:solidFill>
                <a:srgbClr val="2C842C"/>
              </a:solidFill>
            </a:endParaRPr>
          </a:p>
        </p:txBody>
      </p:sp>
      <p:sp>
        <p:nvSpPr>
          <p:cNvPr id="48" name="AutoShape 113"/>
          <p:cNvSpPr>
            <a:spLocks noChangeArrowheads="1"/>
          </p:cNvSpPr>
          <p:nvPr/>
        </p:nvSpPr>
        <p:spPr bwMode="auto">
          <a:xfrm>
            <a:off x="7001756" y="1578898"/>
            <a:ext cx="784141" cy="364823"/>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WS SAP RMCA</a:t>
            </a:r>
          </a:p>
          <a:p>
            <a:pPr algn="ctr" eaLnBrk="0" hangingPunct="0">
              <a:defRPr/>
            </a:pPr>
            <a:r>
              <a:rPr lang="fr-FR" sz="600">
                <a:ea typeface="ＭＳ Ｐゴシック" charset="0"/>
              </a:rPr>
              <a:t>« ContractDetail20 »</a:t>
            </a:r>
          </a:p>
        </p:txBody>
      </p:sp>
      <p:grpSp>
        <p:nvGrpSpPr>
          <p:cNvPr id="50" name="Group 73"/>
          <p:cNvGrpSpPr>
            <a:grpSpLocks/>
          </p:cNvGrpSpPr>
          <p:nvPr/>
        </p:nvGrpSpPr>
        <p:grpSpPr bwMode="auto">
          <a:xfrm>
            <a:off x="6476560" y="1688385"/>
            <a:ext cx="410379" cy="165861"/>
            <a:chOff x="1920" y="715"/>
            <a:chExt cx="270" cy="139"/>
          </a:xfrm>
        </p:grpSpPr>
        <p:sp>
          <p:nvSpPr>
            <p:cNvPr id="51" name="AutoShape 74"/>
            <p:cNvSpPr>
              <a:spLocks noChangeArrowheads="1"/>
            </p:cNvSpPr>
            <p:nvPr/>
          </p:nvSpPr>
          <p:spPr bwMode="auto">
            <a:xfrm rot="-5400000">
              <a:off x="2013" y="622"/>
              <a:ext cx="66" cy="253"/>
            </a:xfrm>
            <a:prstGeom prst="upArrow">
              <a:avLst>
                <a:gd name="adj1" fmla="val 50000"/>
                <a:gd name="adj2" fmla="val 95455"/>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sp>
          <p:nvSpPr>
            <p:cNvPr id="52" name="AutoShape 75"/>
            <p:cNvSpPr>
              <a:spLocks noChangeArrowheads="1"/>
            </p:cNvSpPr>
            <p:nvPr/>
          </p:nvSpPr>
          <p:spPr bwMode="auto">
            <a:xfrm rot="5400000">
              <a:off x="2031" y="695"/>
              <a:ext cx="66" cy="253"/>
            </a:xfrm>
            <a:prstGeom prst="upArrow">
              <a:avLst>
                <a:gd name="adj1" fmla="val 50000"/>
                <a:gd name="adj2" fmla="val 96923"/>
              </a:avLst>
            </a:prstGeom>
            <a:solidFill>
              <a:schemeClr val="accent1"/>
            </a:solidFill>
            <a:ln w="9525">
              <a:noFill/>
              <a:miter lim="800000"/>
              <a:headEnd/>
              <a:tailEnd/>
            </a:ln>
            <a:effectLst>
              <a:outerShdw blurRad="63500" dist="38099" dir="2700000" algn="ctr" rotWithShape="0">
                <a:schemeClr val="bg2">
                  <a:alpha val="74998"/>
                </a:schemeClr>
              </a:outerShdw>
            </a:effectLst>
          </p:spPr>
          <p:txBody>
            <a:bodyPr wrap="none" anchor="ctr"/>
            <a:lstStyle/>
            <a:p>
              <a:pPr>
                <a:defRPr/>
              </a:pPr>
              <a:endParaRPr lang="fr-FR">
                <a:ea typeface="ＭＳ Ｐゴシック" charset="0"/>
              </a:endParaRPr>
            </a:p>
          </p:txBody>
        </p:sp>
      </p:grpSp>
      <p:sp>
        <p:nvSpPr>
          <p:cNvPr id="2" name="ZoneTexte 1"/>
          <p:cNvSpPr txBox="1"/>
          <p:nvPr/>
        </p:nvSpPr>
        <p:spPr>
          <a:xfrm>
            <a:off x="6912325" y="2037340"/>
            <a:ext cx="101600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800"/>
              <a:t>Retourner la valeur « </a:t>
            </a:r>
            <a:r>
              <a:rPr lang="fr-FR" sz="800" err="1"/>
              <a:t>unpaid</a:t>
            </a:r>
            <a:r>
              <a:rPr lang="fr-FR" sz="800"/>
              <a:t> »</a:t>
            </a:r>
          </a:p>
        </p:txBody>
      </p:sp>
      <p:sp>
        <p:nvSpPr>
          <p:cNvPr id="56" name="Rectangle 8"/>
          <p:cNvSpPr>
            <a:spLocks noChangeArrowheads="1"/>
          </p:cNvSpPr>
          <p:nvPr/>
        </p:nvSpPr>
        <p:spPr bwMode="auto">
          <a:xfrm>
            <a:off x="1546174" y="3029260"/>
            <a:ext cx="2341479" cy="1061237"/>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anchor="ctr"/>
          <a:lstStyle/>
          <a:p>
            <a:pPr algn="ctr"/>
            <a:r>
              <a:rPr lang="fr-FR" sz="600">
                <a:solidFill>
                  <a:srgbClr val="FF0000"/>
                </a:solidFill>
                <a:latin typeface="Arial" pitchFamily="34" charset="0"/>
                <a:ea typeface="ＭＳ Ｐゴシック" charset="-128"/>
              </a:rPr>
              <a:t>IMPAYE MOBILE WCB</a:t>
            </a:r>
            <a:br>
              <a:rPr lang="fr-FR" sz="600">
                <a:solidFill>
                  <a:srgbClr val="FF0000"/>
                </a:solidFill>
                <a:latin typeface="Arial" pitchFamily="34" charset="0"/>
                <a:ea typeface="ＭＳ Ｐゴシック" charset="-128"/>
              </a:rPr>
            </a:br>
            <a:r>
              <a:rPr lang="fr-FR" sz="600">
                <a:latin typeface="Arial" pitchFamily="34" charset="0"/>
                <a:ea typeface="ＭＳ Ｐゴシック" charset="-128"/>
              </a:rPr>
              <a:t>En raison de cette situation, nos conseillers ne seront pas en mesure de pouvoir enregistrer votre paiement au téléphone, ni de traiter l’intégralité de vos demandes. </a:t>
            </a:r>
          </a:p>
          <a:p>
            <a:pPr algn="ctr"/>
            <a:r>
              <a:rPr lang="fr-FR" sz="600">
                <a:latin typeface="Arial" pitchFamily="34" charset="0"/>
                <a:ea typeface="ＭＳ Ｐゴシック" charset="-128"/>
              </a:rPr>
              <a:t>C’est pourquoi nous vous invitons à payer votre facture par carte bancaire sur votre Espace Client rubrique « Payer vos factures » , ou sur l’application </a:t>
            </a:r>
            <a:r>
              <a:rPr lang="fr-FR" sz="600" err="1">
                <a:latin typeface="Arial" pitchFamily="34" charset="0"/>
                <a:ea typeface="ＭＳ Ｐゴシック" charset="-128"/>
              </a:rPr>
              <a:t>SFR&amp;Moi</a:t>
            </a:r>
            <a:r>
              <a:rPr lang="fr-FR" sz="600">
                <a:latin typeface="Arial" pitchFamily="34" charset="0"/>
                <a:ea typeface="ＭＳ Ｐゴシック" charset="-128"/>
              </a:rPr>
              <a:t> rubrique « Conso » puis onglet « Facture » ou sur notre serveur vocal sécurisé en tapant maintenant sur *. </a:t>
            </a:r>
          </a:p>
          <a:p>
            <a:pPr algn="ctr"/>
            <a:r>
              <a:rPr lang="fr-FR" sz="600">
                <a:latin typeface="Arial" pitchFamily="34" charset="0"/>
                <a:ea typeface="ＭＳ Ｐゴシック" charset="-128"/>
              </a:rPr>
              <a:t>Pour être mis en relation avec un conseiller merci de patienter. </a:t>
            </a:r>
            <a:endParaRPr lang="fr-FR" sz="700">
              <a:latin typeface="Arial" pitchFamily="34" charset="0"/>
              <a:cs typeface="Arial" pitchFamily="34" charset="0"/>
            </a:endParaRPr>
          </a:p>
        </p:txBody>
      </p:sp>
      <p:cxnSp>
        <p:nvCxnSpPr>
          <p:cNvPr id="57" name="AutoShape 5"/>
          <p:cNvCxnSpPr>
            <a:cxnSpLocks noChangeShapeType="1"/>
            <a:stCxn id="56" idx="2"/>
            <a:endCxn id="59" idx="0"/>
          </p:cNvCxnSpPr>
          <p:nvPr/>
        </p:nvCxnSpPr>
        <p:spPr bwMode="auto">
          <a:xfrm flipH="1">
            <a:off x="2714954" y="4090497"/>
            <a:ext cx="1960" cy="666293"/>
          </a:xfrm>
          <a:prstGeom prst="straightConnector1">
            <a:avLst/>
          </a:prstGeom>
          <a:noFill/>
          <a:ln w="9525">
            <a:solidFill>
              <a:srgbClr val="0000FF"/>
            </a:solidFill>
            <a:miter lim="800000"/>
            <a:headEnd/>
            <a:tailEnd type="triangle" w="med" len="med"/>
          </a:ln>
          <a:extLst>
            <a:ext uri="{909E8E84-426E-40DD-AFC4-6F175D3DCCD1}">
              <a14:hiddenFill xmlns:a14="http://schemas.microsoft.com/office/drawing/2010/main">
                <a:noFill/>
              </a14:hiddenFill>
            </a:ext>
          </a:extLst>
        </p:spPr>
      </p:cxnSp>
      <p:sp>
        <p:nvSpPr>
          <p:cNvPr id="59" name="AutoShape 104"/>
          <p:cNvSpPr>
            <a:spLocks noChangeArrowheads="1"/>
          </p:cNvSpPr>
          <p:nvPr/>
        </p:nvSpPr>
        <p:spPr bwMode="auto">
          <a:xfrm>
            <a:off x="2538643" y="4756790"/>
            <a:ext cx="352622" cy="2984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1400" b="0"/>
              <a:t>*</a:t>
            </a:r>
          </a:p>
        </p:txBody>
      </p:sp>
      <p:sp>
        <p:nvSpPr>
          <p:cNvPr id="60" name="Text Box 156"/>
          <p:cNvSpPr txBox="1">
            <a:spLocks noChangeArrowheads="1"/>
          </p:cNvSpPr>
          <p:nvPr/>
        </p:nvSpPr>
        <p:spPr bwMode="auto">
          <a:xfrm>
            <a:off x="2218522" y="4618264"/>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61" name="Text Box 157"/>
          <p:cNvSpPr txBox="1">
            <a:spLocks noChangeArrowheads="1"/>
          </p:cNvSpPr>
          <p:nvPr/>
        </p:nvSpPr>
        <p:spPr bwMode="auto">
          <a:xfrm>
            <a:off x="2917986" y="4638989"/>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65" name="Connecteur en angle 64"/>
          <p:cNvCxnSpPr>
            <a:stCxn id="59" idx="3"/>
            <a:endCxn id="39" idx="1"/>
          </p:cNvCxnSpPr>
          <p:nvPr/>
        </p:nvCxnSpPr>
        <p:spPr bwMode="auto">
          <a:xfrm>
            <a:off x="2891265" y="4906015"/>
            <a:ext cx="1479947" cy="300074"/>
          </a:xfrm>
          <a:prstGeom prst="bentConnector3">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Connecteur en angle 68"/>
          <p:cNvCxnSpPr>
            <a:stCxn id="82" idx="2"/>
            <a:endCxn id="80" idx="1"/>
          </p:cNvCxnSpPr>
          <p:nvPr/>
        </p:nvCxnSpPr>
        <p:spPr bwMode="auto">
          <a:xfrm rot="16200000" flipH="1">
            <a:off x="4075992" y="3956925"/>
            <a:ext cx="433903" cy="3932246"/>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AutoShape 6"/>
          <p:cNvSpPr>
            <a:spLocks noChangeArrowheads="1"/>
          </p:cNvSpPr>
          <p:nvPr/>
        </p:nvSpPr>
        <p:spPr bwMode="auto">
          <a:xfrm>
            <a:off x="3827159" y="2766797"/>
            <a:ext cx="883399" cy="19373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ea typeface="ＭＳ Ｐゴシック" charset="0"/>
              </a:rPr>
              <a:t>00080_WCB_IMPAYE</a:t>
            </a:r>
          </a:p>
        </p:txBody>
      </p:sp>
      <p:cxnSp>
        <p:nvCxnSpPr>
          <p:cNvPr id="71" name="Connecteur droit 70"/>
          <p:cNvCxnSpPr>
            <a:cxnSpLocks/>
            <a:stCxn id="88" idx="1"/>
            <a:endCxn id="79" idx="3"/>
          </p:cNvCxnSpPr>
          <p:nvPr/>
        </p:nvCxnSpPr>
        <p:spPr bwMode="auto">
          <a:xfrm flipH="1">
            <a:off x="4710558" y="2863332"/>
            <a:ext cx="70596" cy="33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Connecteur en angle 72"/>
          <p:cNvCxnSpPr>
            <a:cxnSpLocks/>
            <a:stCxn id="64" idx="1"/>
            <a:endCxn id="56" idx="0"/>
          </p:cNvCxnSpPr>
          <p:nvPr/>
        </p:nvCxnSpPr>
        <p:spPr bwMode="auto">
          <a:xfrm rot="10800000" flipV="1">
            <a:off x="2716915" y="2863332"/>
            <a:ext cx="174351" cy="165928"/>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AutoShape 187"/>
          <p:cNvSpPr>
            <a:spLocks noChangeArrowheads="1"/>
          </p:cNvSpPr>
          <p:nvPr/>
        </p:nvSpPr>
        <p:spPr bwMode="auto">
          <a:xfrm>
            <a:off x="4781154" y="2687913"/>
            <a:ext cx="784225" cy="350838"/>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altLang="fr-FR" sz="600">
                <a:solidFill>
                  <a:schemeClr val="bg1"/>
                </a:solidFill>
                <a:ea typeface="ＭＳ Ｐゴシック" charset="0"/>
              </a:rPr>
              <a:t>WCB DIGITAL ?</a:t>
            </a:r>
          </a:p>
        </p:txBody>
      </p:sp>
      <p:cxnSp>
        <p:nvCxnSpPr>
          <p:cNvPr id="90" name="Connecteur droit 89"/>
          <p:cNvCxnSpPr>
            <a:cxnSpLocks/>
            <a:stCxn id="72" idx="2"/>
            <a:endCxn id="87" idx="0"/>
          </p:cNvCxnSpPr>
          <p:nvPr/>
        </p:nvCxnSpPr>
        <p:spPr bwMode="auto">
          <a:xfrm>
            <a:off x="6146640" y="3361479"/>
            <a:ext cx="0" cy="1111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AutoShape 31">
            <a:hlinkClick r:id="" action="ppaction://noaction"/>
          </p:cNvPr>
          <p:cNvSpPr>
            <a:spLocks noChangeArrowheads="1"/>
          </p:cNvSpPr>
          <p:nvPr/>
        </p:nvSpPr>
        <p:spPr bwMode="auto">
          <a:xfrm>
            <a:off x="2891265" y="2753001"/>
            <a:ext cx="860137" cy="22066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ABO_WCB_IMPAYE</a:t>
            </a:r>
          </a:p>
        </p:txBody>
      </p:sp>
      <p:sp>
        <p:nvSpPr>
          <p:cNvPr id="72" name="AutoShape 31">
            <a:hlinkClick r:id="" action="ppaction://noaction"/>
          </p:cNvPr>
          <p:cNvSpPr>
            <a:spLocks noChangeArrowheads="1"/>
          </p:cNvSpPr>
          <p:nvPr/>
        </p:nvSpPr>
        <p:spPr bwMode="auto">
          <a:xfrm>
            <a:off x="5707464" y="3206151"/>
            <a:ext cx="878352" cy="15532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ABO_IMPAYE</a:t>
            </a:r>
          </a:p>
        </p:txBody>
      </p:sp>
      <p:sp>
        <p:nvSpPr>
          <p:cNvPr id="74" name="AutoShape 6"/>
          <p:cNvSpPr>
            <a:spLocks noChangeArrowheads="1"/>
          </p:cNvSpPr>
          <p:nvPr/>
        </p:nvSpPr>
        <p:spPr bwMode="auto">
          <a:xfrm>
            <a:off x="5617252" y="2999409"/>
            <a:ext cx="1058775" cy="1604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00080</a:t>
            </a:r>
            <a:r>
              <a:rPr lang="fr-FR" sz="600">
                <a:ea typeface="ＭＳ Ｐゴシック" charset="0"/>
              </a:rPr>
              <a:t>_IMPAYE</a:t>
            </a:r>
          </a:p>
        </p:txBody>
      </p:sp>
      <p:cxnSp>
        <p:nvCxnSpPr>
          <p:cNvPr id="36" name="Connecteur en angle 35"/>
          <p:cNvCxnSpPr>
            <a:stCxn id="78" idx="2"/>
            <a:endCxn id="80" idx="3"/>
          </p:cNvCxnSpPr>
          <p:nvPr/>
        </p:nvCxnSpPr>
        <p:spPr bwMode="auto">
          <a:xfrm rot="5400000">
            <a:off x="7684948" y="5573187"/>
            <a:ext cx="385532" cy="74809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Rectangle 224"/>
          <p:cNvSpPr>
            <a:spLocks noChangeArrowheads="1"/>
          </p:cNvSpPr>
          <p:nvPr/>
        </p:nvSpPr>
        <p:spPr bwMode="auto">
          <a:xfrm>
            <a:off x="7685817" y="5200470"/>
            <a:ext cx="1131888" cy="553998"/>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r>
              <a:rPr lang="fr-FR" sz="600">
                <a:solidFill>
                  <a:srgbClr val="CC3300"/>
                </a:solidFill>
              </a:rPr>
              <a:t>NMNI</a:t>
            </a:r>
          </a:p>
          <a:p>
            <a:pPr algn="ctr" eaLnBrk="0" hangingPunct="0"/>
            <a:r>
              <a:rPr lang="fr-FR" sz="600"/>
              <a:t>Désolé, nous n'avons pas compris votre choix. Veuillez préciser votre demande</a:t>
            </a:r>
          </a:p>
        </p:txBody>
      </p:sp>
      <p:cxnSp>
        <p:nvCxnSpPr>
          <p:cNvPr id="54" name="Connecteur droit avec flèche 53"/>
          <p:cNvCxnSpPr>
            <a:stCxn id="30" idx="2"/>
            <a:endCxn id="78" idx="0"/>
          </p:cNvCxnSpPr>
          <p:nvPr/>
        </p:nvCxnSpPr>
        <p:spPr bwMode="auto">
          <a:xfrm flipH="1">
            <a:off x="8251761" y="4937574"/>
            <a:ext cx="6763" cy="2628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AutoShape 6"/>
          <p:cNvSpPr>
            <a:spLocks noChangeArrowheads="1"/>
          </p:cNvSpPr>
          <p:nvPr/>
        </p:nvSpPr>
        <p:spPr bwMode="auto">
          <a:xfrm>
            <a:off x="2979028" y="4952347"/>
            <a:ext cx="1304417" cy="15554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00081</a:t>
            </a:r>
            <a:r>
              <a:rPr lang="fr-FR" sz="600">
                <a:ea typeface="ＭＳ Ｐゴシック" charset="0"/>
              </a:rPr>
              <a:t>_WCB_IMPAYE_PAIEMENT</a:t>
            </a:r>
          </a:p>
        </p:txBody>
      </p:sp>
      <p:sp>
        <p:nvSpPr>
          <p:cNvPr id="82" name="AutoShape 6"/>
          <p:cNvSpPr>
            <a:spLocks noChangeArrowheads="1"/>
          </p:cNvSpPr>
          <p:nvPr/>
        </p:nvSpPr>
        <p:spPr bwMode="auto">
          <a:xfrm>
            <a:off x="1674611" y="5550555"/>
            <a:ext cx="1304417" cy="15554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00082</a:t>
            </a:r>
            <a:r>
              <a:rPr lang="fr-FR" sz="600">
                <a:ea typeface="ＭＳ Ｐゴシック" charset="0"/>
              </a:rPr>
              <a:t>_WCB_IMPAYE_CONTINUE</a:t>
            </a:r>
          </a:p>
        </p:txBody>
      </p:sp>
      <p:cxnSp>
        <p:nvCxnSpPr>
          <p:cNvPr id="66" name="Connecteur droit 65">
            <a:extLst>
              <a:ext uri="{FF2B5EF4-FFF2-40B4-BE49-F238E27FC236}">
                <a16:creationId xmlns:a16="http://schemas.microsoft.com/office/drawing/2014/main" id="{9363CCD2-AAAC-47B0-8368-46795E54DD3E}"/>
              </a:ext>
            </a:extLst>
          </p:cNvPr>
          <p:cNvCxnSpPr>
            <a:cxnSpLocks/>
            <a:stCxn id="79" idx="1"/>
            <a:endCxn id="64" idx="3"/>
          </p:cNvCxnSpPr>
          <p:nvPr/>
        </p:nvCxnSpPr>
        <p:spPr bwMode="auto">
          <a:xfrm flipH="1" flipV="1">
            <a:off x="3751402" y="2863332"/>
            <a:ext cx="75757" cy="334"/>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AutoShape 10">
            <a:extLst>
              <a:ext uri="{FF2B5EF4-FFF2-40B4-BE49-F238E27FC236}">
                <a16:creationId xmlns:a16="http://schemas.microsoft.com/office/drawing/2014/main" id="{D880AB12-4AA1-47E7-8B9B-22DB4FD1A161}"/>
              </a:ext>
            </a:extLst>
          </p:cNvPr>
          <p:cNvCxnSpPr>
            <a:cxnSpLocks noChangeShapeType="1"/>
            <a:stCxn id="88" idx="3"/>
            <a:endCxn id="74" idx="0"/>
          </p:cNvCxnSpPr>
          <p:nvPr/>
        </p:nvCxnSpPr>
        <p:spPr bwMode="auto">
          <a:xfrm>
            <a:off x="5565379" y="2863332"/>
            <a:ext cx="581261" cy="136077"/>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Connecteur droit 106">
            <a:extLst>
              <a:ext uri="{FF2B5EF4-FFF2-40B4-BE49-F238E27FC236}">
                <a16:creationId xmlns:a16="http://schemas.microsoft.com/office/drawing/2014/main" id="{3A15C3B8-3A81-4DCB-803B-D39BF7E02196}"/>
              </a:ext>
            </a:extLst>
          </p:cNvPr>
          <p:cNvCxnSpPr>
            <a:cxnSpLocks/>
            <a:stCxn id="74" idx="2"/>
            <a:endCxn id="72" idx="0"/>
          </p:cNvCxnSpPr>
          <p:nvPr/>
        </p:nvCxnSpPr>
        <p:spPr bwMode="auto">
          <a:xfrm>
            <a:off x="6146640" y="3159821"/>
            <a:ext cx="0" cy="463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Connecteur en angle 68">
            <a:extLst>
              <a:ext uri="{FF2B5EF4-FFF2-40B4-BE49-F238E27FC236}">
                <a16:creationId xmlns:a16="http://schemas.microsoft.com/office/drawing/2014/main" id="{5D7EF1F2-0A14-4F0A-A4E4-36CCA34A4263}"/>
              </a:ext>
            </a:extLst>
          </p:cNvPr>
          <p:cNvCxnSpPr>
            <a:stCxn id="59" idx="1"/>
            <a:endCxn id="82" idx="0"/>
          </p:cNvCxnSpPr>
          <p:nvPr/>
        </p:nvCxnSpPr>
        <p:spPr bwMode="auto">
          <a:xfrm rot="10800000" flipV="1">
            <a:off x="2326821" y="4906015"/>
            <a:ext cx="211823" cy="644540"/>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Rectangle 8">
            <a:extLst>
              <a:ext uri="{FF2B5EF4-FFF2-40B4-BE49-F238E27FC236}">
                <a16:creationId xmlns:a16="http://schemas.microsoft.com/office/drawing/2014/main" id="{A88F81D4-5A2E-4FE8-85C7-4E0CB9A004A7}"/>
              </a:ext>
            </a:extLst>
          </p:cNvPr>
          <p:cNvSpPr>
            <a:spLocks noChangeArrowheads="1"/>
          </p:cNvSpPr>
          <p:nvPr/>
        </p:nvSpPr>
        <p:spPr bwMode="auto">
          <a:xfrm>
            <a:off x="40677" y="1750027"/>
            <a:ext cx="2172807" cy="764247"/>
          </a:xfrm>
          <a:prstGeom prst="rect">
            <a:avLst/>
          </a:prstGeom>
          <a:solidFill>
            <a:srgbClr val="FF99CC"/>
          </a:solidFill>
          <a:ln w="9525">
            <a:noFill/>
            <a:miter lim="800000"/>
            <a:headEnd/>
            <a:tailEnd/>
          </a:ln>
          <a:effectLst>
            <a:outerShdw blurRad="63500" dist="38099" dir="2700000" algn="ctr" rotWithShape="0">
              <a:schemeClr val="bg2">
                <a:alpha val="74998"/>
              </a:schemeClr>
            </a:outerShdw>
          </a:effectLst>
        </p:spPr>
        <p:txBody>
          <a:bodyPr anchor="ctr"/>
          <a:lstStyle/>
          <a:p>
            <a:pPr algn="ctr"/>
            <a:r>
              <a:rPr lang="fr-FR" sz="700">
                <a:solidFill>
                  <a:srgbClr val="FF0000"/>
                </a:solidFill>
                <a:latin typeface="Arial" pitchFamily="34" charset="0"/>
                <a:ea typeface="ＭＳ Ｐゴシック" charset="-128"/>
              </a:rPr>
              <a:t>ABO RDGU MENU IMPAYE FIN</a:t>
            </a:r>
          </a:p>
          <a:p>
            <a:pPr algn="ctr"/>
            <a:r>
              <a:rPr lang="fr-FR" sz="700" strike="sngStrike">
                <a:solidFill>
                  <a:srgbClr val="FF0000"/>
                </a:solidFill>
                <a:latin typeface="Arial" pitchFamily="34" charset="0"/>
                <a:ea typeface="ＭＳ Ｐゴシック" charset="-128"/>
              </a:rPr>
              <a:t>ABO MENU IMPAYE FIN</a:t>
            </a:r>
            <a:br>
              <a:rPr lang="fr-FR" sz="700" b="1">
                <a:solidFill>
                  <a:srgbClr val="FF0000"/>
                </a:solidFill>
                <a:latin typeface="Arial" pitchFamily="34" charset="0"/>
                <a:ea typeface="ＭＳ Ｐゴシック" charset="-128"/>
              </a:rPr>
            </a:br>
            <a:r>
              <a:rPr lang="fr-FR" sz="700"/>
              <a:t>En raison de cette situation, nos conseillers ne seront pas en mesure de pouvoir traiter l’intégralité de vos demandes.</a:t>
            </a:r>
          </a:p>
          <a:p>
            <a:pPr algn="ctr"/>
            <a:r>
              <a:rPr lang="fr-FR" sz="700"/>
              <a:t>Nous vous invitons à payer votre facture sur votre Espace Client rubrique « Payer vos factures ».</a:t>
            </a:r>
          </a:p>
        </p:txBody>
      </p:sp>
      <p:sp>
        <p:nvSpPr>
          <p:cNvPr id="122" name="AutoShape 187">
            <a:extLst>
              <a:ext uri="{FF2B5EF4-FFF2-40B4-BE49-F238E27FC236}">
                <a16:creationId xmlns:a16="http://schemas.microsoft.com/office/drawing/2014/main" id="{48F72287-0076-4B50-AE84-5B6EAF9AE906}"/>
              </a:ext>
            </a:extLst>
          </p:cNvPr>
          <p:cNvSpPr>
            <a:spLocks noChangeArrowheads="1"/>
          </p:cNvSpPr>
          <p:nvPr/>
        </p:nvSpPr>
        <p:spPr bwMode="auto">
          <a:xfrm>
            <a:off x="4762177" y="1943731"/>
            <a:ext cx="784225" cy="350838"/>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altLang="fr-FR" sz="600">
                <a:solidFill>
                  <a:schemeClr val="bg1"/>
                </a:solidFill>
                <a:ea typeface="ＭＳ Ｐゴシック" charset="0"/>
              </a:rPr>
              <a:t>RDGU</a:t>
            </a:r>
          </a:p>
        </p:txBody>
      </p:sp>
      <p:sp>
        <p:nvSpPr>
          <p:cNvPr id="125" name="AutoShape 6">
            <a:extLst>
              <a:ext uri="{FF2B5EF4-FFF2-40B4-BE49-F238E27FC236}">
                <a16:creationId xmlns:a16="http://schemas.microsoft.com/office/drawing/2014/main" id="{B7DC63BA-E27D-4F7D-BF59-BA9D4751FBB0}"/>
              </a:ext>
            </a:extLst>
          </p:cNvPr>
          <p:cNvSpPr>
            <a:spLocks noChangeArrowheads="1"/>
          </p:cNvSpPr>
          <p:nvPr/>
        </p:nvSpPr>
        <p:spPr bwMode="auto">
          <a:xfrm>
            <a:off x="2770500" y="2040462"/>
            <a:ext cx="1058775" cy="1604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00080</a:t>
            </a:r>
            <a:r>
              <a:rPr lang="fr-FR" sz="600">
                <a:ea typeface="ＭＳ Ｐゴシック" charset="0"/>
              </a:rPr>
              <a:t>_IMPAYE_RDGU_OK</a:t>
            </a:r>
          </a:p>
        </p:txBody>
      </p:sp>
      <p:sp>
        <p:nvSpPr>
          <p:cNvPr id="126" name="AutoShape 6">
            <a:extLst>
              <a:ext uri="{FF2B5EF4-FFF2-40B4-BE49-F238E27FC236}">
                <a16:creationId xmlns:a16="http://schemas.microsoft.com/office/drawing/2014/main" id="{7BFA45A7-C558-44BA-9112-B816D67503A6}"/>
              </a:ext>
            </a:extLst>
          </p:cNvPr>
          <p:cNvSpPr>
            <a:spLocks noChangeArrowheads="1"/>
          </p:cNvSpPr>
          <p:nvPr/>
        </p:nvSpPr>
        <p:spPr bwMode="auto">
          <a:xfrm>
            <a:off x="3646429" y="2358730"/>
            <a:ext cx="1058775" cy="1604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00080</a:t>
            </a:r>
            <a:r>
              <a:rPr lang="fr-FR" sz="600">
                <a:ea typeface="ＭＳ Ｐゴシック" charset="0"/>
              </a:rPr>
              <a:t>_IMPAYE_RDGU_NOK</a:t>
            </a:r>
          </a:p>
        </p:txBody>
      </p:sp>
      <p:sp>
        <p:nvSpPr>
          <p:cNvPr id="127" name="AutoShape 6">
            <a:extLst>
              <a:ext uri="{FF2B5EF4-FFF2-40B4-BE49-F238E27FC236}">
                <a16:creationId xmlns:a16="http://schemas.microsoft.com/office/drawing/2014/main" id="{131093D1-B29F-4CE0-AEBD-7EE596492E2B}"/>
              </a:ext>
            </a:extLst>
          </p:cNvPr>
          <p:cNvSpPr>
            <a:spLocks noChangeArrowheads="1"/>
          </p:cNvSpPr>
          <p:nvPr/>
        </p:nvSpPr>
        <p:spPr bwMode="auto">
          <a:xfrm>
            <a:off x="5629120" y="2330513"/>
            <a:ext cx="1058775" cy="1604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00080</a:t>
            </a:r>
            <a:r>
              <a:rPr lang="fr-FR" sz="600">
                <a:ea typeface="ＭＳ Ｐゴシック" charset="0"/>
              </a:rPr>
              <a:t>_IMPAYE_RDGU_OFF</a:t>
            </a:r>
          </a:p>
        </p:txBody>
      </p:sp>
      <p:cxnSp>
        <p:nvCxnSpPr>
          <p:cNvPr id="129" name="Connecteur droit 128">
            <a:extLst>
              <a:ext uri="{FF2B5EF4-FFF2-40B4-BE49-F238E27FC236}">
                <a16:creationId xmlns:a16="http://schemas.microsoft.com/office/drawing/2014/main" id="{71A7FD8D-CCC0-4737-8A03-FACA5F660164}"/>
              </a:ext>
            </a:extLst>
          </p:cNvPr>
          <p:cNvCxnSpPr>
            <a:stCxn id="122" idx="1"/>
            <a:endCxn id="125" idx="3"/>
          </p:cNvCxnSpPr>
          <p:nvPr/>
        </p:nvCxnSpPr>
        <p:spPr bwMode="auto">
          <a:xfrm flipH="1">
            <a:off x="3829275" y="2119150"/>
            <a:ext cx="932902" cy="15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Connecteur : en angle 130">
            <a:extLst>
              <a:ext uri="{FF2B5EF4-FFF2-40B4-BE49-F238E27FC236}">
                <a16:creationId xmlns:a16="http://schemas.microsoft.com/office/drawing/2014/main" id="{816CE2D6-E6F7-4279-A2E4-33E26296083C}"/>
              </a:ext>
            </a:extLst>
          </p:cNvPr>
          <p:cNvCxnSpPr>
            <a:stCxn id="122" idx="2"/>
            <a:endCxn id="126" idx="0"/>
          </p:cNvCxnSpPr>
          <p:nvPr/>
        </p:nvCxnSpPr>
        <p:spPr bwMode="auto">
          <a:xfrm rot="5400000">
            <a:off x="4632974" y="1837413"/>
            <a:ext cx="64161" cy="97847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Connecteur : en angle 133">
            <a:extLst>
              <a:ext uri="{FF2B5EF4-FFF2-40B4-BE49-F238E27FC236}">
                <a16:creationId xmlns:a16="http://schemas.microsoft.com/office/drawing/2014/main" id="{3510FB92-3FC7-42A9-9E10-2483132DC974}"/>
              </a:ext>
            </a:extLst>
          </p:cNvPr>
          <p:cNvCxnSpPr>
            <a:stCxn id="122" idx="3"/>
            <a:endCxn id="127" idx="0"/>
          </p:cNvCxnSpPr>
          <p:nvPr/>
        </p:nvCxnSpPr>
        <p:spPr bwMode="auto">
          <a:xfrm>
            <a:off x="5546402" y="2119150"/>
            <a:ext cx="612106" cy="21136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Connecteur : en angle 143">
            <a:extLst>
              <a:ext uri="{FF2B5EF4-FFF2-40B4-BE49-F238E27FC236}">
                <a16:creationId xmlns:a16="http://schemas.microsoft.com/office/drawing/2014/main" id="{D68A4FA9-CFB7-4B5C-8836-933F66444F4F}"/>
              </a:ext>
            </a:extLst>
          </p:cNvPr>
          <p:cNvCxnSpPr>
            <a:stCxn id="127" idx="2"/>
            <a:endCxn id="88" idx="0"/>
          </p:cNvCxnSpPr>
          <p:nvPr/>
        </p:nvCxnSpPr>
        <p:spPr bwMode="auto">
          <a:xfrm rot="5400000">
            <a:off x="5567394" y="2096799"/>
            <a:ext cx="196988" cy="98524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Connecteur : en angle 145">
            <a:extLst>
              <a:ext uri="{FF2B5EF4-FFF2-40B4-BE49-F238E27FC236}">
                <a16:creationId xmlns:a16="http://schemas.microsoft.com/office/drawing/2014/main" id="{64996F69-CB56-46D6-8988-43B709E16E98}"/>
              </a:ext>
            </a:extLst>
          </p:cNvPr>
          <p:cNvCxnSpPr>
            <a:stCxn id="126" idx="2"/>
            <a:endCxn id="88" idx="0"/>
          </p:cNvCxnSpPr>
          <p:nvPr/>
        </p:nvCxnSpPr>
        <p:spPr bwMode="auto">
          <a:xfrm rot="16200000" flipH="1">
            <a:off x="4590157" y="2104802"/>
            <a:ext cx="168771" cy="99745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Connecteur droit 147">
            <a:extLst>
              <a:ext uri="{FF2B5EF4-FFF2-40B4-BE49-F238E27FC236}">
                <a16:creationId xmlns:a16="http://schemas.microsoft.com/office/drawing/2014/main" id="{EF5438FD-35C0-4943-8EA4-4C314138264B}"/>
              </a:ext>
            </a:extLst>
          </p:cNvPr>
          <p:cNvCxnSpPr>
            <a:stCxn id="125" idx="1"/>
            <a:endCxn id="116" idx="3"/>
          </p:cNvCxnSpPr>
          <p:nvPr/>
        </p:nvCxnSpPr>
        <p:spPr bwMode="auto">
          <a:xfrm flipH="1">
            <a:off x="2213484" y="2120668"/>
            <a:ext cx="557016" cy="114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AutoShape 6">
            <a:extLst>
              <a:ext uri="{FF2B5EF4-FFF2-40B4-BE49-F238E27FC236}">
                <a16:creationId xmlns:a16="http://schemas.microsoft.com/office/drawing/2014/main" id="{027059ED-0F12-418C-9A7A-1E89567437A3}"/>
              </a:ext>
            </a:extLst>
          </p:cNvPr>
          <p:cNvSpPr>
            <a:spLocks noChangeArrowheads="1"/>
          </p:cNvSpPr>
          <p:nvPr/>
        </p:nvSpPr>
        <p:spPr bwMode="auto">
          <a:xfrm>
            <a:off x="592585" y="4886781"/>
            <a:ext cx="1058775" cy="16041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t>00082</a:t>
            </a:r>
            <a:r>
              <a:rPr lang="fr-FR" sz="600">
                <a:ea typeface="ＭＳ Ｐゴシック" charset="0"/>
              </a:rPr>
              <a:t>_IMPAYE_RDGU</a:t>
            </a:r>
          </a:p>
        </p:txBody>
      </p:sp>
      <p:cxnSp>
        <p:nvCxnSpPr>
          <p:cNvPr id="152" name="Connecteur droit 151">
            <a:extLst>
              <a:ext uri="{FF2B5EF4-FFF2-40B4-BE49-F238E27FC236}">
                <a16:creationId xmlns:a16="http://schemas.microsoft.com/office/drawing/2014/main" id="{88879C29-F79C-4A83-AF5C-0D53E6F4B209}"/>
              </a:ext>
            </a:extLst>
          </p:cNvPr>
          <p:cNvCxnSpPr>
            <a:stCxn id="116" idx="2"/>
            <a:endCxn id="150" idx="0"/>
          </p:cNvCxnSpPr>
          <p:nvPr/>
        </p:nvCxnSpPr>
        <p:spPr bwMode="auto">
          <a:xfrm flipH="1">
            <a:off x="1121973" y="2514274"/>
            <a:ext cx="5108" cy="237250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Connecteur : en angle 154">
            <a:extLst>
              <a:ext uri="{FF2B5EF4-FFF2-40B4-BE49-F238E27FC236}">
                <a16:creationId xmlns:a16="http://schemas.microsoft.com/office/drawing/2014/main" id="{DC7EDAAA-695B-4611-896B-428E2AC6CE95}"/>
              </a:ext>
            </a:extLst>
          </p:cNvPr>
          <p:cNvCxnSpPr>
            <a:cxnSpLocks/>
            <a:stCxn id="150" idx="2"/>
            <a:endCxn id="75" idx="3"/>
          </p:cNvCxnSpPr>
          <p:nvPr/>
        </p:nvCxnSpPr>
        <p:spPr bwMode="auto">
          <a:xfrm rot="16200000" flipH="1">
            <a:off x="2948470" y="3220695"/>
            <a:ext cx="1576950" cy="522994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8" name="Text Box 156">
            <a:extLst>
              <a:ext uri="{FF2B5EF4-FFF2-40B4-BE49-F238E27FC236}">
                <a16:creationId xmlns:a16="http://schemas.microsoft.com/office/drawing/2014/main" id="{93CB47D3-D4E3-4FEE-9423-4F82FA1EEE40}"/>
              </a:ext>
            </a:extLst>
          </p:cNvPr>
          <p:cNvSpPr txBox="1">
            <a:spLocks noChangeArrowheads="1"/>
          </p:cNvSpPr>
          <p:nvPr/>
        </p:nvSpPr>
        <p:spPr bwMode="auto">
          <a:xfrm>
            <a:off x="4572000" y="2176590"/>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169" name="Text Box 156">
            <a:extLst>
              <a:ext uri="{FF2B5EF4-FFF2-40B4-BE49-F238E27FC236}">
                <a16:creationId xmlns:a16="http://schemas.microsoft.com/office/drawing/2014/main" id="{9C0A8E88-0E0C-4A19-B2FF-78719447B89E}"/>
              </a:ext>
            </a:extLst>
          </p:cNvPr>
          <p:cNvSpPr txBox="1">
            <a:spLocks noChangeArrowheads="1"/>
          </p:cNvSpPr>
          <p:nvPr/>
        </p:nvSpPr>
        <p:spPr bwMode="auto">
          <a:xfrm>
            <a:off x="5448244" y="197001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sp>
        <p:nvSpPr>
          <p:cNvPr id="170" name="Text Box 156">
            <a:extLst>
              <a:ext uri="{FF2B5EF4-FFF2-40B4-BE49-F238E27FC236}">
                <a16:creationId xmlns:a16="http://schemas.microsoft.com/office/drawing/2014/main" id="{E127FDD5-394B-4D30-B0F2-DA0D4BCEAFD8}"/>
              </a:ext>
            </a:extLst>
          </p:cNvPr>
          <p:cNvSpPr txBox="1">
            <a:spLocks noChangeArrowheads="1"/>
          </p:cNvSpPr>
          <p:nvPr/>
        </p:nvSpPr>
        <p:spPr bwMode="auto">
          <a:xfrm>
            <a:off x="4021588" y="1920852"/>
            <a:ext cx="542136"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RDGU = 1</a:t>
            </a:r>
          </a:p>
        </p:txBody>
      </p:sp>
      <p:sp>
        <p:nvSpPr>
          <p:cNvPr id="89" name="Rectangle 2">
            <a:extLst>
              <a:ext uri="{FF2B5EF4-FFF2-40B4-BE49-F238E27FC236}">
                <a16:creationId xmlns:a16="http://schemas.microsoft.com/office/drawing/2014/main" id="{D6582515-38A0-42F9-800D-2579F9FB090B}"/>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IMPAYE</a:t>
            </a:r>
          </a:p>
        </p:txBody>
      </p:sp>
    </p:spTree>
    <p:extLst>
      <p:ext uri="{BB962C8B-B14F-4D97-AF65-F5344CB8AC3E}">
        <p14:creationId xmlns:p14="http://schemas.microsoft.com/office/powerpoint/2010/main" val="704595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3" name="Connecteur en arc 112"/>
          <p:cNvCxnSpPr>
            <a:stCxn id="110" idx="2"/>
            <a:endCxn id="67" idx="3"/>
          </p:cNvCxnSpPr>
          <p:nvPr/>
        </p:nvCxnSpPr>
        <p:spPr bwMode="auto">
          <a:xfrm rot="5400000">
            <a:off x="5223892" y="1448066"/>
            <a:ext cx="2480821" cy="1724061"/>
          </a:xfrm>
          <a:prstGeom prst="curvedConnector2">
            <a:avLst/>
          </a:prstGeom>
          <a:solidFill>
            <a:schemeClr val="accent1"/>
          </a:solidFill>
          <a:ln w="9525" cap="flat" cmpd="sng" algn="ctr">
            <a:solidFill>
              <a:srgbClr val="3366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A2CC301-C189-47EE-97CF-E80B2E2EE91E}" type="slidenum">
              <a:rPr lang="fr-FR" smtClean="0"/>
              <a:pPr eaLnBrk="1" hangingPunct="1"/>
              <a:t>9</a:t>
            </a:fld>
            <a:endParaRPr lang="fr-FR"/>
          </a:p>
        </p:txBody>
      </p:sp>
      <p:sp>
        <p:nvSpPr>
          <p:cNvPr id="41" name="Rectangle 5"/>
          <p:cNvSpPr>
            <a:spLocks noChangeArrowheads="1"/>
          </p:cNvSpPr>
          <p:nvPr/>
        </p:nvSpPr>
        <p:spPr bwMode="auto">
          <a:xfrm>
            <a:off x="3217102" y="1613841"/>
            <a:ext cx="3104338" cy="507831"/>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ABO MENU PRINCIPAL</a:t>
            </a:r>
            <a:r>
              <a:rPr lang="fr-FR" sz="600">
                <a:solidFill>
                  <a:schemeClr val="accent2"/>
                </a:solidFill>
              </a:rPr>
              <a:t> </a:t>
            </a:r>
            <a:br>
              <a:rPr lang="fr-FR" sz="600">
                <a:solidFill>
                  <a:schemeClr val="accent2"/>
                </a:solidFill>
              </a:rPr>
            </a:br>
            <a:r>
              <a:rPr lang="fr-FR" sz="700">
                <a:ea typeface="ＭＳ Ｐゴシック" pitchFamily="-80" charset="-128"/>
              </a:rPr>
              <a:t>Pour activer, débloquer votre carte SIM ou Suspendre votre ligne, tapez 1</a:t>
            </a:r>
          </a:p>
          <a:p>
            <a:pPr algn="ctr"/>
            <a:r>
              <a:rPr lang="fr-FR" sz="700">
                <a:ea typeface="ＭＳ Ｐゴシック" pitchFamily="-80" charset="-128"/>
              </a:rPr>
              <a:t>Pour une assistance technique, tapez 2</a:t>
            </a:r>
          </a:p>
          <a:p>
            <a:pPr algn="ctr"/>
            <a:r>
              <a:rPr lang="fr-FR" sz="700">
                <a:ea typeface="ＭＳ Ｐゴシック" pitchFamily="-80" charset="-128"/>
              </a:rPr>
              <a:t>Pour toute demande administrative et commerciale, tapez 3</a:t>
            </a:r>
          </a:p>
        </p:txBody>
      </p:sp>
      <p:sp>
        <p:nvSpPr>
          <p:cNvPr id="42" name="AutoShape 8"/>
          <p:cNvSpPr>
            <a:spLocks noChangeArrowheads="1"/>
          </p:cNvSpPr>
          <p:nvPr/>
        </p:nvSpPr>
        <p:spPr bwMode="auto">
          <a:xfrm>
            <a:off x="4517199" y="2199947"/>
            <a:ext cx="504143" cy="291394"/>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sp>
        <p:nvSpPr>
          <p:cNvPr id="44" name="AutoShape 13"/>
          <p:cNvSpPr>
            <a:spLocks noChangeArrowheads="1"/>
          </p:cNvSpPr>
          <p:nvPr/>
        </p:nvSpPr>
        <p:spPr bwMode="auto">
          <a:xfrm>
            <a:off x="4963884" y="2962151"/>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3</a:t>
            </a:r>
            <a:endParaRPr lang="fr-FR" sz="1000"/>
          </a:p>
        </p:txBody>
      </p:sp>
      <p:sp>
        <p:nvSpPr>
          <p:cNvPr id="45" name="AutoShape 17"/>
          <p:cNvSpPr>
            <a:spLocks noChangeArrowheads="1"/>
          </p:cNvSpPr>
          <p:nvPr/>
        </p:nvSpPr>
        <p:spPr bwMode="auto">
          <a:xfrm>
            <a:off x="2336476" y="2905146"/>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2</a:t>
            </a:r>
          </a:p>
        </p:txBody>
      </p:sp>
      <p:cxnSp>
        <p:nvCxnSpPr>
          <p:cNvPr id="46" name="AutoShape 18"/>
          <p:cNvCxnSpPr>
            <a:cxnSpLocks noChangeShapeType="1"/>
            <a:stCxn id="66" idx="2"/>
            <a:endCxn id="88" idx="0"/>
          </p:cNvCxnSpPr>
          <p:nvPr/>
        </p:nvCxnSpPr>
        <p:spPr bwMode="auto">
          <a:xfrm rot="16200000" flipH="1">
            <a:off x="2400817" y="3598303"/>
            <a:ext cx="124136" cy="6195"/>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AutoShape 27"/>
          <p:cNvSpPr>
            <a:spLocks noChangeArrowheads="1"/>
          </p:cNvSpPr>
          <p:nvPr/>
        </p:nvSpPr>
        <p:spPr bwMode="auto">
          <a:xfrm>
            <a:off x="8171707" y="2818696"/>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Arial"/>
              </a:rPr>
              <a:t>NM NI = 3</a:t>
            </a:r>
          </a:p>
        </p:txBody>
      </p:sp>
      <p:cxnSp>
        <p:nvCxnSpPr>
          <p:cNvPr id="49" name="AutoShape 32"/>
          <p:cNvCxnSpPr>
            <a:cxnSpLocks noChangeShapeType="1"/>
            <a:stCxn id="63" idx="1"/>
            <a:endCxn id="41" idx="3"/>
          </p:cNvCxnSpPr>
          <p:nvPr/>
        </p:nvCxnSpPr>
        <p:spPr bwMode="auto">
          <a:xfrm rot="10800000" flipV="1">
            <a:off x="6321440" y="1856321"/>
            <a:ext cx="1564306" cy="1143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38">
            <a:hlinkClick r:id="rId3" action="ppaction://hlinksldjump"/>
          </p:cNvPr>
          <p:cNvSpPr>
            <a:spLocks noChangeArrowheads="1"/>
          </p:cNvSpPr>
          <p:nvPr/>
        </p:nvSpPr>
        <p:spPr bwMode="auto">
          <a:xfrm rot="10800000">
            <a:off x="4243484" y="350808"/>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sp>
        <p:nvSpPr>
          <p:cNvPr id="52" name="AutoShape 41"/>
          <p:cNvSpPr>
            <a:spLocks noChangeArrowheads="1"/>
          </p:cNvSpPr>
          <p:nvPr/>
        </p:nvSpPr>
        <p:spPr bwMode="auto">
          <a:xfrm>
            <a:off x="2029075" y="3194476"/>
            <a:ext cx="864407" cy="1639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20000_TECHNIQUE</a:t>
            </a:r>
          </a:p>
        </p:txBody>
      </p:sp>
      <p:sp>
        <p:nvSpPr>
          <p:cNvPr id="53" name="AutoShape 42"/>
          <p:cNvSpPr>
            <a:spLocks noChangeArrowheads="1"/>
          </p:cNvSpPr>
          <p:nvPr/>
        </p:nvSpPr>
        <p:spPr bwMode="auto">
          <a:xfrm>
            <a:off x="4634866" y="5781218"/>
            <a:ext cx="875321" cy="1581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30000_MENU_AUTRE</a:t>
            </a:r>
          </a:p>
        </p:txBody>
      </p:sp>
      <p:sp>
        <p:nvSpPr>
          <p:cNvPr id="54" name="AutoShape 46">
            <a:hlinkClick r:id="rId4" action="ppaction://hlinksldjump"/>
          </p:cNvPr>
          <p:cNvSpPr>
            <a:spLocks noChangeArrowheads="1"/>
          </p:cNvSpPr>
          <p:nvPr/>
        </p:nvSpPr>
        <p:spPr bwMode="auto">
          <a:xfrm rot="10800000">
            <a:off x="1892675" y="6539413"/>
            <a:ext cx="1080000" cy="28616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TECHNIQUE</a:t>
            </a:r>
          </a:p>
        </p:txBody>
      </p:sp>
      <p:cxnSp>
        <p:nvCxnSpPr>
          <p:cNvPr id="55" name="AutoShape 47"/>
          <p:cNvCxnSpPr>
            <a:cxnSpLocks noChangeShapeType="1"/>
            <a:stCxn id="45" idx="2"/>
            <a:endCxn id="52" idx="0"/>
          </p:cNvCxnSpPr>
          <p:nvPr/>
        </p:nvCxnSpPr>
        <p:spPr bwMode="auto">
          <a:xfrm rot="16200000" flipH="1">
            <a:off x="2408623" y="3141819"/>
            <a:ext cx="87717" cy="17596"/>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AutoShape 48">
            <a:hlinkClick r:id="rId5" action="ppaction://hlinksldjump"/>
          </p:cNvPr>
          <p:cNvSpPr>
            <a:spLocks noChangeArrowheads="1"/>
          </p:cNvSpPr>
          <p:nvPr/>
        </p:nvSpPr>
        <p:spPr bwMode="auto">
          <a:xfrm rot="10800000">
            <a:off x="4537055" y="6048895"/>
            <a:ext cx="1080000" cy="360000"/>
          </a:xfrm>
          <a:prstGeom prst="upArrowCallout">
            <a:avLst>
              <a:gd name="adj1" fmla="val 40396"/>
              <a:gd name="adj2" fmla="val 40396"/>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AUTRE</a:t>
            </a:r>
          </a:p>
        </p:txBody>
      </p:sp>
      <p:cxnSp>
        <p:nvCxnSpPr>
          <p:cNvPr id="57" name="AutoShape 49"/>
          <p:cNvCxnSpPr>
            <a:cxnSpLocks noChangeShapeType="1"/>
            <a:stCxn id="53" idx="2"/>
            <a:endCxn id="56" idx="2"/>
          </p:cNvCxnSpPr>
          <p:nvPr/>
        </p:nvCxnSpPr>
        <p:spPr bwMode="auto">
          <a:xfrm>
            <a:off x="5072527" y="5939395"/>
            <a:ext cx="4528" cy="1095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50"/>
          <p:cNvCxnSpPr>
            <a:cxnSpLocks noChangeShapeType="1"/>
            <a:stCxn id="44" idx="2"/>
            <a:endCxn id="121" idx="0"/>
          </p:cNvCxnSpPr>
          <p:nvPr/>
        </p:nvCxnSpPr>
        <p:spPr bwMode="auto">
          <a:xfrm flipH="1">
            <a:off x="5061560" y="3163764"/>
            <a:ext cx="7893" cy="4963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Rectangle 68"/>
          <p:cNvSpPr>
            <a:spLocks noChangeArrowheads="1"/>
          </p:cNvSpPr>
          <p:nvPr/>
        </p:nvSpPr>
        <p:spPr bwMode="auto">
          <a:xfrm>
            <a:off x="7885746" y="1671655"/>
            <a:ext cx="1131887" cy="369332"/>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r>
              <a:rPr lang="fr-FR" sz="600">
                <a:solidFill>
                  <a:srgbClr val="CC3300"/>
                </a:solidFill>
              </a:rPr>
              <a:t>SAISIE BIS</a:t>
            </a:r>
          </a:p>
          <a:p>
            <a:pPr algn="ctr" eaLnBrk="0" hangingPunct="0"/>
            <a:r>
              <a:rPr lang="fr-FR" sz="600"/>
              <a:t>Désolé nous n’avons pas compris votre choix…</a:t>
            </a:r>
          </a:p>
        </p:txBody>
      </p:sp>
      <p:sp>
        <p:nvSpPr>
          <p:cNvPr id="66" name="AutoShape 31">
            <a:hlinkClick r:id="" action="ppaction://noaction"/>
          </p:cNvPr>
          <p:cNvSpPr>
            <a:spLocks noChangeArrowheads="1"/>
          </p:cNvSpPr>
          <p:nvPr/>
        </p:nvSpPr>
        <p:spPr bwMode="auto">
          <a:xfrm>
            <a:off x="1917657" y="3395333"/>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 _TECHNIQUE_GEN</a:t>
            </a:r>
          </a:p>
        </p:txBody>
      </p:sp>
      <p:sp>
        <p:nvSpPr>
          <p:cNvPr id="67" name="AutoShape 31">
            <a:hlinkClick r:id="" action="ppaction://noaction"/>
          </p:cNvPr>
          <p:cNvSpPr>
            <a:spLocks noChangeArrowheads="1"/>
          </p:cNvSpPr>
          <p:nvPr/>
        </p:nvSpPr>
        <p:spPr bwMode="auto">
          <a:xfrm>
            <a:off x="4518008" y="3478507"/>
            <a:ext cx="1084263"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 _AUTRE_GEN</a:t>
            </a:r>
          </a:p>
        </p:txBody>
      </p:sp>
      <p:sp>
        <p:nvSpPr>
          <p:cNvPr id="68" name="AutoShape 37"/>
          <p:cNvSpPr>
            <a:spLocks noChangeArrowheads="1"/>
          </p:cNvSpPr>
          <p:nvPr/>
        </p:nvSpPr>
        <p:spPr bwMode="auto">
          <a:xfrm>
            <a:off x="7649981" y="2283466"/>
            <a:ext cx="620066" cy="1330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90001_NMNI</a:t>
            </a:r>
          </a:p>
        </p:txBody>
      </p:sp>
      <p:sp>
        <p:nvSpPr>
          <p:cNvPr id="89" name="AutoShape 42"/>
          <p:cNvSpPr>
            <a:spLocks noChangeArrowheads="1"/>
          </p:cNvSpPr>
          <p:nvPr/>
        </p:nvSpPr>
        <p:spPr bwMode="auto">
          <a:xfrm>
            <a:off x="4619470" y="3292494"/>
            <a:ext cx="869950" cy="1301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30000_AUTRE</a:t>
            </a:r>
          </a:p>
        </p:txBody>
      </p:sp>
      <p:sp>
        <p:nvSpPr>
          <p:cNvPr id="82"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70" name="AutoShape 68">
            <a:hlinkClick r:id="" action="ppaction://noaction"/>
          </p:cNvPr>
          <p:cNvSpPr>
            <a:spLocks noChangeArrowheads="1"/>
          </p:cNvSpPr>
          <p:nvPr/>
        </p:nvSpPr>
        <p:spPr bwMode="auto">
          <a:xfrm>
            <a:off x="4382700" y="785121"/>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 ?</a:t>
            </a:r>
          </a:p>
        </p:txBody>
      </p:sp>
      <p:cxnSp>
        <p:nvCxnSpPr>
          <p:cNvPr id="71" name="AutoShape 4"/>
          <p:cNvCxnSpPr>
            <a:cxnSpLocks noChangeShapeType="1"/>
            <a:endCxn id="70" idx="0"/>
          </p:cNvCxnSpPr>
          <p:nvPr/>
        </p:nvCxnSpPr>
        <p:spPr bwMode="auto">
          <a:xfrm flipH="1">
            <a:off x="4773225" y="701033"/>
            <a:ext cx="8489" cy="84088"/>
          </a:xfrm>
          <a:prstGeom prst="straightConnector1">
            <a:avLst/>
          </a:prstGeom>
          <a:noFill/>
          <a:ln w="9525">
            <a:solidFill>
              <a:schemeClr val="tx1"/>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Connecteur en arc 78"/>
          <p:cNvCxnSpPr>
            <a:stCxn id="80" idx="2"/>
            <a:endCxn id="66" idx="1"/>
          </p:cNvCxnSpPr>
          <p:nvPr/>
        </p:nvCxnSpPr>
        <p:spPr bwMode="auto">
          <a:xfrm rot="5400000">
            <a:off x="1097560" y="1874429"/>
            <a:ext cx="2413001" cy="772806"/>
          </a:xfrm>
          <a:prstGeom prst="curvedConnector4">
            <a:avLst>
              <a:gd name="adj1" fmla="val 48508"/>
              <a:gd name="adj2" fmla="val 129581"/>
            </a:avLst>
          </a:prstGeom>
          <a:solidFill>
            <a:schemeClr val="accent1"/>
          </a:solidFill>
          <a:ln w="9525" cap="flat" cmpd="sng" algn="ctr">
            <a:solidFill>
              <a:srgbClr val="3366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41"/>
          <p:cNvSpPr>
            <a:spLocks noChangeArrowheads="1"/>
          </p:cNvSpPr>
          <p:nvPr/>
        </p:nvSpPr>
        <p:spPr bwMode="auto">
          <a:xfrm>
            <a:off x="2194065" y="829584"/>
            <a:ext cx="992795" cy="22474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20000_WCB_TECHNIQUE</a:t>
            </a:r>
          </a:p>
        </p:txBody>
      </p:sp>
      <p:cxnSp>
        <p:nvCxnSpPr>
          <p:cNvPr id="90" name="AutoShape 4"/>
          <p:cNvCxnSpPr>
            <a:cxnSpLocks noChangeShapeType="1"/>
            <a:stCxn id="70" idx="1"/>
          </p:cNvCxnSpPr>
          <p:nvPr/>
        </p:nvCxnSpPr>
        <p:spPr bwMode="auto">
          <a:xfrm flipH="1" flipV="1">
            <a:off x="3198632" y="944690"/>
            <a:ext cx="1184068" cy="769"/>
          </a:xfrm>
          <a:prstGeom prst="straightConnector1">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 Box 157"/>
          <p:cNvSpPr txBox="1">
            <a:spLocks noChangeArrowheads="1"/>
          </p:cNvSpPr>
          <p:nvPr/>
        </p:nvSpPr>
        <p:spPr bwMode="auto">
          <a:xfrm>
            <a:off x="3118161" y="912826"/>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02</a:t>
            </a:r>
          </a:p>
        </p:txBody>
      </p:sp>
      <p:sp>
        <p:nvSpPr>
          <p:cNvPr id="110" name="AutoShape 41"/>
          <p:cNvSpPr>
            <a:spLocks noChangeArrowheads="1"/>
          </p:cNvSpPr>
          <p:nvPr/>
        </p:nvSpPr>
        <p:spPr bwMode="auto">
          <a:xfrm>
            <a:off x="6829934" y="838404"/>
            <a:ext cx="992795" cy="23128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30000_WCB_AUTRE</a:t>
            </a:r>
          </a:p>
        </p:txBody>
      </p:sp>
      <p:cxnSp>
        <p:nvCxnSpPr>
          <p:cNvPr id="111" name="AutoShape 4"/>
          <p:cNvCxnSpPr>
            <a:cxnSpLocks noChangeShapeType="1"/>
            <a:stCxn id="110" idx="1"/>
            <a:endCxn id="70" idx="3"/>
          </p:cNvCxnSpPr>
          <p:nvPr/>
        </p:nvCxnSpPr>
        <p:spPr bwMode="auto">
          <a:xfrm flipH="1" flipV="1">
            <a:off x="5163750" y="945459"/>
            <a:ext cx="1666184" cy="8586"/>
          </a:xfrm>
          <a:prstGeom prst="straightConnector1">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AutoShape 62"/>
          <p:cNvCxnSpPr>
            <a:cxnSpLocks noChangeShapeType="1"/>
            <a:stCxn id="52" idx="2"/>
            <a:endCxn id="66" idx="0"/>
          </p:cNvCxnSpPr>
          <p:nvPr/>
        </p:nvCxnSpPr>
        <p:spPr bwMode="auto">
          <a:xfrm flipH="1">
            <a:off x="2459788" y="3358394"/>
            <a:ext cx="1491" cy="3693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0" name="Text Box 157"/>
          <p:cNvSpPr txBox="1">
            <a:spLocks noChangeArrowheads="1"/>
          </p:cNvSpPr>
          <p:nvPr/>
        </p:nvSpPr>
        <p:spPr bwMode="auto">
          <a:xfrm>
            <a:off x="5278625" y="912826"/>
            <a:ext cx="127631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01</a:t>
            </a:r>
          </a:p>
        </p:txBody>
      </p:sp>
      <p:sp>
        <p:nvSpPr>
          <p:cNvPr id="74" name="AutoShape 41"/>
          <p:cNvSpPr>
            <a:spLocks noChangeArrowheads="1"/>
          </p:cNvSpPr>
          <p:nvPr/>
        </p:nvSpPr>
        <p:spPr bwMode="auto">
          <a:xfrm>
            <a:off x="501734" y="3251333"/>
            <a:ext cx="762000"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10000_SELFCARE</a:t>
            </a:r>
          </a:p>
        </p:txBody>
      </p:sp>
      <p:sp>
        <p:nvSpPr>
          <p:cNvPr id="76" name="AutoShape 46">
            <a:hlinkClick r:id="rId6" action="ppaction://hlinksldjump"/>
          </p:cNvPr>
          <p:cNvSpPr>
            <a:spLocks noChangeArrowheads="1"/>
          </p:cNvSpPr>
          <p:nvPr/>
        </p:nvSpPr>
        <p:spPr bwMode="auto">
          <a:xfrm rot="10800000">
            <a:off x="349562" y="3763178"/>
            <a:ext cx="1080000" cy="360000"/>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SELFCARE</a:t>
            </a:r>
          </a:p>
        </p:txBody>
      </p:sp>
      <p:sp>
        <p:nvSpPr>
          <p:cNvPr id="83" name="AutoShape 31">
            <a:hlinkClick r:id="" action="ppaction://noaction"/>
          </p:cNvPr>
          <p:cNvSpPr>
            <a:spLocks noChangeArrowheads="1"/>
          </p:cNvSpPr>
          <p:nvPr/>
        </p:nvSpPr>
        <p:spPr bwMode="auto">
          <a:xfrm>
            <a:off x="342405" y="3441426"/>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ABO _SELFCARE</a:t>
            </a:r>
          </a:p>
        </p:txBody>
      </p:sp>
      <p:cxnSp>
        <p:nvCxnSpPr>
          <p:cNvPr id="84" name="AutoShape 62"/>
          <p:cNvCxnSpPr>
            <a:cxnSpLocks noChangeShapeType="1"/>
            <a:stCxn id="74" idx="2"/>
            <a:endCxn id="83" idx="0"/>
          </p:cNvCxnSpPr>
          <p:nvPr/>
        </p:nvCxnSpPr>
        <p:spPr bwMode="auto">
          <a:xfrm>
            <a:off x="882734" y="3395333"/>
            <a:ext cx="1802" cy="4609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105"/>
          <p:cNvSpPr>
            <a:spLocks noChangeArrowheads="1"/>
          </p:cNvSpPr>
          <p:nvPr/>
        </p:nvSpPr>
        <p:spPr bwMode="auto">
          <a:xfrm>
            <a:off x="8427116" y="4225819"/>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115" name="Rectangle 106"/>
          <p:cNvSpPr>
            <a:spLocks noChangeArrowheads="1"/>
          </p:cNvSpPr>
          <p:nvPr/>
        </p:nvSpPr>
        <p:spPr bwMode="auto">
          <a:xfrm>
            <a:off x="7889748" y="3548599"/>
            <a:ext cx="1217613" cy="46990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D31E05"/>
                </a:solidFill>
              </a:rPr>
              <a:t>QUIT</a:t>
            </a:r>
          </a:p>
          <a:p>
            <a:pPr algn="ctr" eaLnBrk="0" hangingPunct="0"/>
            <a:r>
              <a:rPr lang="fr-FR" sz="600"/>
              <a:t>Désolé, nous n’avons pas compris votre demande. SFR vous remercie de votre appel </a:t>
            </a:r>
          </a:p>
        </p:txBody>
      </p:sp>
      <p:cxnSp>
        <p:nvCxnSpPr>
          <p:cNvPr id="116" name="AutoShape 109"/>
          <p:cNvCxnSpPr>
            <a:cxnSpLocks noChangeShapeType="1"/>
            <a:stCxn id="115" idx="2"/>
            <a:endCxn id="114" idx="0"/>
          </p:cNvCxnSpPr>
          <p:nvPr/>
        </p:nvCxnSpPr>
        <p:spPr bwMode="auto">
          <a:xfrm flipH="1">
            <a:off x="8498554" y="4018499"/>
            <a:ext cx="1" cy="20732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AutoShape 73"/>
          <p:cNvSpPr>
            <a:spLocks noChangeArrowheads="1"/>
          </p:cNvSpPr>
          <p:nvPr/>
        </p:nvSpPr>
        <p:spPr bwMode="auto">
          <a:xfrm>
            <a:off x="2026734" y="3663469"/>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grpSp>
        <p:nvGrpSpPr>
          <p:cNvPr id="100" name="Groupe 99"/>
          <p:cNvGrpSpPr/>
          <p:nvPr/>
        </p:nvGrpSpPr>
        <p:grpSpPr>
          <a:xfrm>
            <a:off x="3245626" y="3916081"/>
            <a:ext cx="859987" cy="564279"/>
            <a:chOff x="5821997" y="3626232"/>
            <a:chExt cx="859987" cy="564279"/>
          </a:xfrm>
          <a:effectLst/>
        </p:grpSpPr>
        <p:sp>
          <p:nvSpPr>
            <p:cNvPr id="101" name="AutoShape 14"/>
            <p:cNvSpPr>
              <a:spLocks noChangeArrowheads="1"/>
            </p:cNvSpPr>
            <p:nvPr/>
          </p:nvSpPr>
          <p:spPr bwMode="auto">
            <a:xfrm>
              <a:off x="5821997" y="3626232"/>
              <a:ext cx="859987" cy="12703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20000_TECH_HNO</a:t>
              </a:r>
            </a:p>
          </p:txBody>
        </p:sp>
        <p:cxnSp>
          <p:nvCxnSpPr>
            <p:cNvPr id="105" name="Connecteur droit 104"/>
            <p:cNvCxnSpPr>
              <a:stCxn id="101" idx="2"/>
              <a:endCxn id="109" idx="2"/>
            </p:cNvCxnSpPr>
            <p:nvPr/>
          </p:nvCxnSpPr>
          <p:spPr bwMode="auto">
            <a:xfrm flipH="1">
              <a:off x="6251988" y="3753266"/>
              <a:ext cx="3" cy="16630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AutoShape 11">
              <a:hlinkClick r:id="rId7" action="ppaction://hlinksldjump"/>
            </p:cNvPr>
            <p:cNvSpPr>
              <a:spLocks noChangeArrowheads="1"/>
            </p:cNvSpPr>
            <p:nvPr/>
          </p:nvSpPr>
          <p:spPr bwMode="auto">
            <a:xfrm rot="10800000">
              <a:off x="5924201" y="3919566"/>
              <a:ext cx="655575" cy="270945"/>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grpSp>
      <p:cxnSp>
        <p:nvCxnSpPr>
          <p:cNvPr id="112" name="Connecteur en angle 111"/>
          <p:cNvCxnSpPr>
            <a:stCxn id="88" idx="3"/>
            <a:endCxn id="101" idx="0"/>
          </p:cNvCxnSpPr>
          <p:nvPr/>
        </p:nvCxnSpPr>
        <p:spPr bwMode="auto">
          <a:xfrm>
            <a:off x="2905231" y="3855276"/>
            <a:ext cx="770389" cy="6080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Connecteur droit avec flèche 116"/>
          <p:cNvCxnSpPr>
            <a:stCxn id="119" idx="2"/>
          </p:cNvCxnSpPr>
          <p:nvPr/>
        </p:nvCxnSpPr>
        <p:spPr bwMode="auto">
          <a:xfrm>
            <a:off x="2469497" y="4443695"/>
            <a:ext cx="5210" cy="16631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AutoShape 14"/>
          <p:cNvSpPr>
            <a:spLocks noChangeArrowheads="1"/>
          </p:cNvSpPr>
          <p:nvPr/>
        </p:nvSpPr>
        <p:spPr bwMode="auto">
          <a:xfrm>
            <a:off x="2000325" y="4099983"/>
            <a:ext cx="931314" cy="14703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20000_TECH_HO</a:t>
            </a:r>
          </a:p>
        </p:txBody>
      </p:sp>
      <p:sp>
        <p:nvSpPr>
          <p:cNvPr id="119" name="AutoShape 31">
            <a:hlinkClick r:id="" action="ppaction://noaction"/>
          </p:cNvPr>
          <p:cNvSpPr>
            <a:spLocks noChangeArrowheads="1"/>
          </p:cNvSpPr>
          <p:nvPr/>
        </p:nvSpPr>
        <p:spPr bwMode="auto">
          <a:xfrm>
            <a:off x="1987834" y="4299695"/>
            <a:ext cx="963325"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ABO_TECH_HO</a:t>
            </a:r>
          </a:p>
        </p:txBody>
      </p:sp>
      <p:sp>
        <p:nvSpPr>
          <p:cNvPr id="121" name="AutoShape 68">
            <a:hlinkClick r:id="" action="ppaction://noaction"/>
          </p:cNvPr>
          <p:cNvSpPr>
            <a:spLocks noChangeArrowheads="1"/>
          </p:cNvSpPr>
          <p:nvPr/>
        </p:nvSpPr>
        <p:spPr bwMode="auto">
          <a:xfrm>
            <a:off x="4767843" y="3660126"/>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a:t>
            </a:r>
          </a:p>
          <a:p>
            <a:pPr algn="ctr" eaLnBrk="0" hangingPunct="0">
              <a:defRPr/>
            </a:pPr>
            <a:r>
              <a:rPr lang="fr-FR" sz="500">
                <a:solidFill>
                  <a:schemeClr val="bg1"/>
                </a:solidFill>
                <a:ea typeface="ＭＳ Ｐゴシック" charset="0"/>
              </a:rPr>
              <a:t>FCT</a:t>
            </a:r>
          </a:p>
        </p:txBody>
      </p:sp>
      <p:sp>
        <p:nvSpPr>
          <p:cNvPr id="123" name="Text Box 156"/>
          <p:cNvSpPr txBox="1">
            <a:spLocks noChangeArrowheads="1"/>
          </p:cNvSpPr>
          <p:nvPr/>
        </p:nvSpPr>
        <p:spPr bwMode="auto">
          <a:xfrm>
            <a:off x="4537056" y="406093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26" name="Connecteur en angle 125"/>
          <p:cNvCxnSpPr>
            <a:cxnSpLocks/>
            <a:stCxn id="121" idx="3"/>
            <a:endCxn id="128" idx="2"/>
          </p:cNvCxnSpPr>
          <p:nvPr/>
        </p:nvCxnSpPr>
        <p:spPr bwMode="auto">
          <a:xfrm>
            <a:off x="5355277" y="3826955"/>
            <a:ext cx="715589" cy="10335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157"/>
          <p:cNvSpPr txBox="1">
            <a:spLocks noChangeArrowheads="1"/>
          </p:cNvSpPr>
          <p:nvPr/>
        </p:nvSpPr>
        <p:spPr bwMode="auto">
          <a:xfrm>
            <a:off x="5235769" y="3660707"/>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28" name="AutoShape 87">
            <a:hlinkClick r:id="rId8" action="ppaction://hlinksldjump"/>
          </p:cNvPr>
          <p:cNvSpPr>
            <a:spLocks noChangeArrowheads="1"/>
          </p:cNvSpPr>
          <p:nvPr/>
        </p:nvSpPr>
        <p:spPr bwMode="auto">
          <a:xfrm rot="10800000">
            <a:off x="5586062" y="3930309"/>
            <a:ext cx="969609" cy="276310"/>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a:t>
            </a:r>
          </a:p>
          <a:p>
            <a:pPr algn="ctr" eaLnBrk="0" hangingPunct="0"/>
            <a:r>
              <a:rPr lang="fr-FR" sz="600" b="1">
                <a:latin typeface="+mn-lt"/>
                <a:ea typeface="ＭＳ Ｐゴシック" charset="0"/>
              </a:rPr>
              <a:t>FCT</a:t>
            </a:r>
          </a:p>
        </p:txBody>
      </p:sp>
      <p:sp>
        <p:nvSpPr>
          <p:cNvPr id="131" name="AutoShape 68">
            <a:hlinkClick r:id="" action="ppaction://noaction"/>
          </p:cNvPr>
          <p:cNvSpPr>
            <a:spLocks noChangeArrowheads="1"/>
          </p:cNvSpPr>
          <p:nvPr/>
        </p:nvSpPr>
        <p:spPr bwMode="auto">
          <a:xfrm>
            <a:off x="4767842" y="4390179"/>
            <a:ext cx="587434"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2</a:t>
            </a:r>
          </a:p>
          <a:p>
            <a:pPr algn="ctr" eaLnBrk="0" hangingPunct="0">
              <a:defRPr/>
            </a:pPr>
            <a:r>
              <a:rPr lang="fr-FR" sz="500">
                <a:solidFill>
                  <a:schemeClr val="bg1"/>
                </a:solidFill>
                <a:ea typeface="ＭＳ Ｐゴシック" charset="0"/>
              </a:rPr>
              <a:t>FCT</a:t>
            </a:r>
          </a:p>
        </p:txBody>
      </p:sp>
      <p:sp>
        <p:nvSpPr>
          <p:cNvPr id="132" name="Text Box 156"/>
          <p:cNvSpPr txBox="1">
            <a:spLocks noChangeArrowheads="1"/>
          </p:cNvSpPr>
          <p:nvPr/>
        </p:nvSpPr>
        <p:spPr bwMode="auto">
          <a:xfrm>
            <a:off x="4537055" y="484610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33" name="Connecteur en angle 132"/>
          <p:cNvCxnSpPr>
            <a:cxnSpLocks/>
            <a:stCxn id="131" idx="3"/>
            <a:endCxn id="135" idx="2"/>
          </p:cNvCxnSpPr>
          <p:nvPr/>
        </p:nvCxnSpPr>
        <p:spPr bwMode="auto">
          <a:xfrm>
            <a:off x="5355276" y="4584563"/>
            <a:ext cx="1008170" cy="6182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4" name="Text Box 157"/>
          <p:cNvSpPr txBox="1">
            <a:spLocks noChangeArrowheads="1"/>
          </p:cNvSpPr>
          <p:nvPr/>
        </p:nvSpPr>
        <p:spPr bwMode="auto">
          <a:xfrm>
            <a:off x="5235766" y="4445869"/>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35" name="AutoShape 87">
            <a:hlinkClick r:id="rId9" action="ppaction://hlinksldjump"/>
          </p:cNvPr>
          <p:cNvSpPr>
            <a:spLocks noChangeArrowheads="1"/>
          </p:cNvSpPr>
          <p:nvPr/>
        </p:nvSpPr>
        <p:spPr bwMode="auto">
          <a:xfrm rot="10800000">
            <a:off x="5878642" y="4646383"/>
            <a:ext cx="969609" cy="293059"/>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2</a:t>
            </a:r>
          </a:p>
          <a:p>
            <a:pPr algn="ctr" eaLnBrk="0" hangingPunct="0"/>
            <a:r>
              <a:rPr lang="fr-FR" sz="600" b="1">
                <a:latin typeface="+mn-lt"/>
                <a:ea typeface="ＭＳ Ｐゴシック" charset="0"/>
              </a:rPr>
              <a:t>FCT</a:t>
            </a:r>
          </a:p>
        </p:txBody>
      </p:sp>
      <p:sp>
        <p:nvSpPr>
          <p:cNvPr id="136" name="AutoShape 68">
            <a:hlinkClick r:id="" action="ppaction://noaction"/>
          </p:cNvPr>
          <p:cNvSpPr>
            <a:spLocks noChangeArrowheads="1"/>
          </p:cNvSpPr>
          <p:nvPr/>
        </p:nvSpPr>
        <p:spPr bwMode="auto">
          <a:xfrm>
            <a:off x="4758778" y="5068381"/>
            <a:ext cx="587434" cy="42695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3</a:t>
            </a:r>
          </a:p>
          <a:p>
            <a:pPr algn="ctr" eaLnBrk="0" hangingPunct="0">
              <a:defRPr/>
            </a:pPr>
            <a:r>
              <a:rPr lang="fr-FR" sz="500">
                <a:solidFill>
                  <a:schemeClr val="bg1"/>
                </a:solidFill>
                <a:ea typeface="ＭＳ Ｐゴシック" charset="0"/>
              </a:rPr>
              <a:t>FCT</a:t>
            </a:r>
          </a:p>
        </p:txBody>
      </p:sp>
      <p:sp>
        <p:nvSpPr>
          <p:cNvPr id="137" name="Text Box 156"/>
          <p:cNvSpPr txBox="1">
            <a:spLocks noChangeArrowheads="1"/>
          </p:cNvSpPr>
          <p:nvPr/>
        </p:nvSpPr>
        <p:spPr bwMode="auto">
          <a:xfrm>
            <a:off x="4578312" y="5449578"/>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38" name="Connecteur en angle 137"/>
          <p:cNvCxnSpPr>
            <a:cxnSpLocks/>
            <a:stCxn id="136" idx="3"/>
            <a:endCxn id="140" idx="2"/>
          </p:cNvCxnSpPr>
          <p:nvPr/>
        </p:nvCxnSpPr>
        <p:spPr bwMode="auto">
          <a:xfrm>
            <a:off x="5346212" y="5281861"/>
            <a:ext cx="966429" cy="7876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9" name="Text Box 157"/>
          <p:cNvSpPr txBox="1">
            <a:spLocks noChangeArrowheads="1"/>
          </p:cNvSpPr>
          <p:nvPr/>
        </p:nvSpPr>
        <p:spPr bwMode="auto">
          <a:xfrm>
            <a:off x="5226704" y="5131367"/>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40" name="AutoShape 87">
            <a:hlinkClick r:id="rId10" action="ppaction://hlinksldjump"/>
          </p:cNvPr>
          <p:cNvSpPr>
            <a:spLocks noChangeArrowheads="1"/>
          </p:cNvSpPr>
          <p:nvPr/>
        </p:nvSpPr>
        <p:spPr bwMode="auto">
          <a:xfrm rot="10800000">
            <a:off x="5827837" y="5360623"/>
            <a:ext cx="969609" cy="291938"/>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3</a:t>
            </a:r>
          </a:p>
          <a:p>
            <a:pPr algn="ctr" eaLnBrk="0" hangingPunct="0"/>
            <a:r>
              <a:rPr lang="fr-FR" sz="600" b="1">
                <a:latin typeface="+mn-lt"/>
                <a:ea typeface="ＭＳ Ｐゴシック" charset="0"/>
              </a:rPr>
              <a:t>FCT</a:t>
            </a:r>
          </a:p>
        </p:txBody>
      </p:sp>
      <p:cxnSp>
        <p:nvCxnSpPr>
          <p:cNvPr id="141" name="Connecteur droit 140"/>
          <p:cNvCxnSpPr>
            <a:cxnSpLocks/>
            <a:stCxn id="121" idx="2"/>
            <a:endCxn id="131" idx="0"/>
          </p:cNvCxnSpPr>
          <p:nvPr/>
        </p:nvCxnSpPr>
        <p:spPr bwMode="auto">
          <a:xfrm flipH="1">
            <a:off x="5061559" y="3993784"/>
            <a:ext cx="1" cy="3963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Connecteur droit 141"/>
          <p:cNvCxnSpPr>
            <a:cxnSpLocks/>
            <a:stCxn id="131" idx="2"/>
            <a:endCxn id="136" idx="0"/>
          </p:cNvCxnSpPr>
          <p:nvPr/>
        </p:nvCxnSpPr>
        <p:spPr bwMode="auto">
          <a:xfrm flipH="1">
            <a:off x="5052495" y="4778946"/>
            <a:ext cx="9064" cy="28943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Connecteur droit 142"/>
          <p:cNvCxnSpPr>
            <a:cxnSpLocks/>
            <a:stCxn id="136" idx="2"/>
            <a:endCxn id="53" idx="0"/>
          </p:cNvCxnSpPr>
          <p:nvPr/>
        </p:nvCxnSpPr>
        <p:spPr bwMode="auto">
          <a:xfrm>
            <a:off x="5052495" y="5495340"/>
            <a:ext cx="20032" cy="2858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Connecteur en angle 143"/>
          <p:cNvCxnSpPr>
            <a:cxnSpLocks/>
            <a:stCxn id="128" idx="0"/>
            <a:endCxn id="131" idx="0"/>
          </p:cNvCxnSpPr>
          <p:nvPr/>
        </p:nvCxnSpPr>
        <p:spPr bwMode="auto">
          <a:xfrm rot="5400000">
            <a:off x="5474433" y="3793746"/>
            <a:ext cx="183560" cy="1009307"/>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Connecteur en angle 144"/>
          <p:cNvCxnSpPr>
            <a:cxnSpLocks/>
            <a:stCxn id="135" idx="0"/>
            <a:endCxn id="136" idx="0"/>
          </p:cNvCxnSpPr>
          <p:nvPr/>
        </p:nvCxnSpPr>
        <p:spPr bwMode="auto">
          <a:xfrm rot="5400000">
            <a:off x="5643502" y="4348436"/>
            <a:ext cx="128939" cy="131095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en angle 18"/>
          <p:cNvCxnSpPr>
            <a:cxnSpLocks/>
            <a:stCxn id="140" idx="0"/>
            <a:endCxn id="53" idx="0"/>
          </p:cNvCxnSpPr>
          <p:nvPr/>
        </p:nvCxnSpPr>
        <p:spPr bwMode="auto">
          <a:xfrm rot="5400000">
            <a:off x="5628256" y="5096832"/>
            <a:ext cx="128657" cy="124011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droit 5"/>
          <p:cNvCxnSpPr>
            <a:stCxn id="119" idx="0"/>
            <a:endCxn id="118" idx="2"/>
          </p:cNvCxnSpPr>
          <p:nvPr/>
        </p:nvCxnSpPr>
        <p:spPr bwMode="auto">
          <a:xfrm flipH="1" flipV="1">
            <a:off x="2465982" y="4247014"/>
            <a:ext cx="3515" cy="526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droit 7"/>
          <p:cNvCxnSpPr>
            <a:stCxn id="88" idx="2"/>
            <a:endCxn id="118" idx="0"/>
          </p:cNvCxnSpPr>
          <p:nvPr/>
        </p:nvCxnSpPr>
        <p:spPr bwMode="auto">
          <a:xfrm flipH="1">
            <a:off x="2465982" y="4047083"/>
            <a:ext cx="1" cy="529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AutoShape 68">
            <a:hlinkClick r:id="" action="ppaction://noaction"/>
          </p:cNvPr>
          <p:cNvSpPr>
            <a:spLocks noChangeArrowheads="1"/>
          </p:cNvSpPr>
          <p:nvPr/>
        </p:nvSpPr>
        <p:spPr bwMode="auto">
          <a:xfrm>
            <a:off x="2166676" y="4606282"/>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a:t>
            </a:r>
          </a:p>
          <a:p>
            <a:pPr algn="ctr" eaLnBrk="0" hangingPunct="0">
              <a:defRPr/>
            </a:pPr>
            <a:r>
              <a:rPr lang="fr-FR" sz="500">
                <a:solidFill>
                  <a:schemeClr val="bg1"/>
                </a:solidFill>
                <a:ea typeface="ＭＳ Ｐゴシック" charset="0"/>
              </a:rPr>
              <a:t>TECH</a:t>
            </a:r>
          </a:p>
        </p:txBody>
      </p:sp>
      <p:sp>
        <p:nvSpPr>
          <p:cNvPr id="172" name="Text Box 156"/>
          <p:cNvSpPr txBox="1">
            <a:spLocks noChangeArrowheads="1"/>
          </p:cNvSpPr>
          <p:nvPr/>
        </p:nvSpPr>
        <p:spPr bwMode="auto">
          <a:xfrm>
            <a:off x="1926825" y="487172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73" name="Connecteur en angle 172"/>
          <p:cNvCxnSpPr>
            <a:stCxn id="171" idx="3"/>
            <a:endCxn id="175" idx="2"/>
          </p:cNvCxnSpPr>
          <p:nvPr/>
        </p:nvCxnSpPr>
        <p:spPr bwMode="auto">
          <a:xfrm>
            <a:off x="2754110" y="4773111"/>
            <a:ext cx="983579" cy="3680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Text Box 157"/>
          <p:cNvSpPr txBox="1">
            <a:spLocks noChangeArrowheads="1"/>
          </p:cNvSpPr>
          <p:nvPr/>
        </p:nvSpPr>
        <p:spPr bwMode="auto">
          <a:xfrm>
            <a:off x="2634602" y="4606863"/>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75" name="AutoShape 87">
            <a:hlinkClick r:id="rId11" action="ppaction://hlinksldjump"/>
          </p:cNvPr>
          <p:cNvSpPr>
            <a:spLocks noChangeArrowheads="1"/>
          </p:cNvSpPr>
          <p:nvPr/>
        </p:nvSpPr>
        <p:spPr bwMode="auto">
          <a:xfrm rot="10800000">
            <a:off x="3242243" y="4809911"/>
            <a:ext cx="990893" cy="223660"/>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TECH</a:t>
            </a:r>
          </a:p>
        </p:txBody>
      </p:sp>
      <p:sp>
        <p:nvSpPr>
          <p:cNvPr id="176" name="AutoShape 68">
            <a:hlinkClick r:id="" action="ppaction://noaction"/>
          </p:cNvPr>
          <p:cNvSpPr>
            <a:spLocks noChangeArrowheads="1"/>
          </p:cNvSpPr>
          <p:nvPr/>
        </p:nvSpPr>
        <p:spPr bwMode="auto">
          <a:xfrm>
            <a:off x="2125070" y="5232113"/>
            <a:ext cx="693717"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2</a:t>
            </a:r>
          </a:p>
          <a:p>
            <a:pPr algn="ctr" eaLnBrk="0" hangingPunct="0">
              <a:defRPr/>
            </a:pPr>
            <a:r>
              <a:rPr lang="fr-FR" sz="500">
                <a:solidFill>
                  <a:schemeClr val="bg1"/>
                </a:solidFill>
                <a:ea typeface="ＭＳ Ｐゴシック" charset="0"/>
              </a:rPr>
              <a:t>TECH</a:t>
            </a:r>
          </a:p>
        </p:txBody>
      </p:sp>
      <p:sp>
        <p:nvSpPr>
          <p:cNvPr id="177" name="Text Box 156"/>
          <p:cNvSpPr txBox="1">
            <a:spLocks noChangeArrowheads="1"/>
          </p:cNvSpPr>
          <p:nvPr/>
        </p:nvSpPr>
        <p:spPr bwMode="auto">
          <a:xfrm>
            <a:off x="1906107" y="555271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78" name="Connecteur en angle 177"/>
          <p:cNvCxnSpPr>
            <a:stCxn id="176" idx="3"/>
            <a:endCxn id="180" idx="2"/>
          </p:cNvCxnSpPr>
          <p:nvPr/>
        </p:nvCxnSpPr>
        <p:spPr bwMode="auto">
          <a:xfrm>
            <a:off x="2818787" y="5426497"/>
            <a:ext cx="949577" cy="6152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Text Box 157"/>
          <p:cNvSpPr txBox="1">
            <a:spLocks noChangeArrowheads="1"/>
          </p:cNvSpPr>
          <p:nvPr/>
        </p:nvSpPr>
        <p:spPr bwMode="auto">
          <a:xfrm>
            <a:off x="2739184" y="5244835"/>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80" name="AutoShape 87">
            <a:hlinkClick r:id="rId4" action="ppaction://hlinksldjump"/>
          </p:cNvPr>
          <p:cNvSpPr>
            <a:spLocks noChangeArrowheads="1"/>
          </p:cNvSpPr>
          <p:nvPr/>
        </p:nvSpPr>
        <p:spPr bwMode="auto">
          <a:xfrm rot="10800000">
            <a:off x="3283560" y="5488023"/>
            <a:ext cx="969609" cy="197316"/>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2 TECH</a:t>
            </a:r>
          </a:p>
        </p:txBody>
      </p:sp>
      <p:sp>
        <p:nvSpPr>
          <p:cNvPr id="181" name="AutoShape 68">
            <a:hlinkClick r:id="" action="ppaction://noaction"/>
          </p:cNvPr>
          <p:cNvSpPr>
            <a:spLocks noChangeArrowheads="1"/>
          </p:cNvSpPr>
          <p:nvPr/>
        </p:nvSpPr>
        <p:spPr bwMode="auto">
          <a:xfrm>
            <a:off x="2177428" y="5916041"/>
            <a:ext cx="587434" cy="42695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3</a:t>
            </a:r>
          </a:p>
          <a:p>
            <a:pPr algn="ctr" eaLnBrk="0" hangingPunct="0">
              <a:defRPr/>
            </a:pPr>
            <a:r>
              <a:rPr lang="fr-FR" sz="500">
                <a:solidFill>
                  <a:schemeClr val="bg1"/>
                </a:solidFill>
                <a:ea typeface="ＭＳ Ｐゴシック" charset="0"/>
              </a:rPr>
              <a:t>TECH</a:t>
            </a:r>
          </a:p>
        </p:txBody>
      </p:sp>
      <p:sp>
        <p:nvSpPr>
          <p:cNvPr id="182" name="Text Box 156"/>
          <p:cNvSpPr txBox="1">
            <a:spLocks noChangeArrowheads="1"/>
          </p:cNvSpPr>
          <p:nvPr/>
        </p:nvSpPr>
        <p:spPr bwMode="auto">
          <a:xfrm>
            <a:off x="1872272" y="626838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83" name="Connecteur en angle 182"/>
          <p:cNvCxnSpPr>
            <a:stCxn id="181" idx="3"/>
            <a:endCxn id="185" idx="2"/>
          </p:cNvCxnSpPr>
          <p:nvPr/>
        </p:nvCxnSpPr>
        <p:spPr bwMode="auto">
          <a:xfrm>
            <a:off x="2764862" y="6129521"/>
            <a:ext cx="966428" cy="7876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 name="Text Box 157"/>
          <p:cNvSpPr txBox="1">
            <a:spLocks noChangeArrowheads="1"/>
          </p:cNvSpPr>
          <p:nvPr/>
        </p:nvSpPr>
        <p:spPr bwMode="auto">
          <a:xfrm>
            <a:off x="2735005" y="5960767"/>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85" name="AutoShape 87">
            <a:hlinkClick r:id="rId12" action="ppaction://hlinksldjump"/>
          </p:cNvPr>
          <p:cNvSpPr>
            <a:spLocks noChangeArrowheads="1"/>
          </p:cNvSpPr>
          <p:nvPr/>
        </p:nvSpPr>
        <p:spPr bwMode="auto">
          <a:xfrm rot="10800000">
            <a:off x="3246486" y="6208283"/>
            <a:ext cx="969609" cy="165803"/>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3 TECH</a:t>
            </a:r>
          </a:p>
        </p:txBody>
      </p:sp>
      <p:cxnSp>
        <p:nvCxnSpPr>
          <p:cNvPr id="186" name="Connecteur droit 185"/>
          <p:cNvCxnSpPr>
            <a:stCxn id="171" idx="2"/>
            <a:endCxn id="176" idx="0"/>
          </p:cNvCxnSpPr>
          <p:nvPr/>
        </p:nvCxnSpPr>
        <p:spPr bwMode="auto">
          <a:xfrm>
            <a:off x="2460393" y="4939940"/>
            <a:ext cx="11536" cy="2921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Connecteur droit 186"/>
          <p:cNvCxnSpPr>
            <a:stCxn id="176" idx="2"/>
            <a:endCxn id="181" idx="0"/>
          </p:cNvCxnSpPr>
          <p:nvPr/>
        </p:nvCxnSpPr>
        <p:spPr bwMode="auto">
          <a:xfrm flipH="1">
            <a:off x="2471145" y="5620880"/>
            <a:ext cx="784" cy="2951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8" name="Connecteur droit 187"/>
          <p:cNvCxnSpPr>
            <a:cxnSpLocks/>
            <a:stCxn id="181" idx="2"/>
          </p:cNvCxnSpPr>
          <p:nvPr/>
        </p:nvCxnSpPr>
        <p:spPr bwMode="auto">
          <a:xfrm flipH="1">
            <a:off x="2468574" y="6343000"/>
            <a:ext cx="2571" cy="1964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Connecteur en angle 188"/>
          <p:cNvCxnSpPr>
            <a:stCxn id="175" idx="0"/>
            <a:endCxn id="176" idx="0"/>
          </p:cNvCxnSpPr>
          <p:nvPr/>
        </p:nvCxnSpPr>
        <p:spPr bwMode="auto">
          <a:xfrm rot="5400000">
            <a:off x="3005538" y="4499962"/>
            <a:ext cx="198542" cy="126576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Connecteur en angle 189"/>
          <p:cNvCxnSpPr>
            <a:stCxn id="180" idx="0"/>
            <a:endCxn id="181" idx="0"/>
          </p:cNvCxnSpPr>
          <p:nvPr/>
        </p:nvCxnSpPr>
        <p:spPr bwMode="auto">
          <a:xfrm rot="5400000">
            <a:off x="3004404" y="5152081"/>
            <a:ext cx="230702" cy="129721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Connecteur en angle 190"/>
          <p:cNvCxnSpPr>
            <a:cxnSpLocks/>
            <a:stCxn id="185" idx="0"/>
          </p:cNvCxnSpPr>
          <p:nvPr/>
        </p:nvCxnSpPr>
        <p:spPr bwMode="auto">
          <a:xfrm rot="5400000">
            <a:off x="3017269" y="5825391"/>
            <a:ext cx="165327" cy="126271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Rectangle 2">
            <a:extLst>
              <a:ext uri="{FF2B5EF4-FFF2-40B4-BE49-F238E27FC236}">
                <a16:creationId xmlns:a16="http://schemas.microsoft.com/office/drawing/2014/main" id="{E80566F2-51B6-4094-B9DB-8AF50D2C64B4}"/>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MENU PRINCIPAL</a:t>
            </a:r>
          </a:p>
        </p:txBody>
      </p:sp>
      <p:sp>
        <p:nvSpPr>
          <p:cNvPr id="148" name="AutoShape 17">
            <a:extLst>
              <a:ext uri="{FF2B5EF4-FFF2-40B4-BE49-F238E27FC236}">
                <a16:creationId xmlns:a16="http://schemas.microsoft.com/office/drawing/2014/main" id="{6B534235-F42F-4BBD-BEB6-550CC6895392}"/>
              </a:ext>
            </a:extLst>
          </p:cNvPr>
          <p:cNvSpPr>
            <a:spLocks noChangeArrowheads="1"/>
          </p:cNvSpPr>
          <p:nvPr/>
        </p:nvSpPr>
        <p:spPr bwMode="auto">
          <a:xfrm>
            <a:off x="775527" y="2928612"/>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32" name="Connecteur droit 31">
            <a:extLst>
              <a:ext uri="{FF2B5EF4-FFF2-40B4-BE49-F238E27FC236}">
                <a16:creationId xmlns:a16="http://schemas.microsoft.com/office/drawing/2014/main" id="{2D364C7E-ED4D-4F2F-9DCE-B704B03D117F}"/>
              </a:ext>
            </a:extLst>
          </p:cNvPr>
          <p:cNvCxnSpPr>
            <a:stCxn id="148" idx="2"/>
            <a:endCxn id="74" idx="0"/>
          </p:cNvCxnSpPr>
          <p:nvPr/>
        </p:nvCxnSpPr>
        <p:spPr bwMode="auto">
          <a:xfrm>
            <a:off x="882734" y="3130225"/>
            <a:ext cx="0" cy="1211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Connecteur droit avec flèche 36">
            <a:extLst>
              <a:ext uri="{FF2B5EF4-FFF2-40B4-BE49-F238E27FC236}">
                <a16:creationId xmlns:a16="http://schemas.microsoft.com/office/drawing/2014/main" id="{A5780EDF-1FA4-4728-8A0F-C0AF7A5056F5}"/>
              </a:ext>
            </a:extLst>
          </p:cNvPr>
          <p:cNvCxnSpPr>
            <a:stCxn id="83" idx="2"/>
            <a:endCxn id="76" idx="2"/>
          </p:cNvCxnSpPr>
          <p:nvPr/>
        </p:nvCxnSpPr>
        <p:spPr bwMode="auto">
          <a:xfrm>
            <a:off x="884536" y="3585426"/>
            <a:ext cx="5026" cy="17775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a:extLst>
              <a:ext uri="{FF2B5EF4-FFF2-40B4-BE49-F238E27FC236}">
                <a16:creationId xmlns:a16="http://schemas.microsoft.com/office/drawing/2014/main" id="{BCDE6451-63D7-46B1-85D4-96A5F780EAED}"/>
              </a:ext>
            </a:extLst>
          </p:cNvPr>
          <p:cNvCxnSpPr>
            <a:stCxn id="41" idx="2"/>
            <a:endCxn id="42" idx="0"/>
          </p:cNvCxnSpPr>
          <p:nvPr/>
        </p:nvCxnSpPr>
        <p:spPr bwMode="auto">
          <a:xfrm>
            <a:off x="4769271" y="2121672"/>
            <a:ext cx="0" cy="782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AutoShape 68">
            <a:hlinkClick r:id="" action="ppaction://noaction"/>
            <a:extLst>
              <a:ext uri="{FF2B5EF4-FFF2-40B4-BE49-F238E27FC236}">
                <a16:creationId xmlns:a16="http://schemas.microsoft.com/office/drawing/2014/main" id="{41448CA8-5A8F-4932-B58D-FC7B4D9EF3F0}"/>
              </a:ext>
            </a:extLst>
          </p:cNvPr>
          <p:cNvSpPr>
            <a:spLocks noChangeArrowheads="1"/>
          </p:cNvSpPr>
          <p:nvPr/>
        </p:nvSpPr>
        <p:spPr bwMode="auto">
          <a:xfrm>
            <a:off x="4394472" y="1174904"/>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AB_TEST_MENU</a:t>
            </a:r>
          </a:p>
        </p:txBody>
      </p:sp>
      <p:sp>
        <p:nvSpPr>
          <p:cNvPr id="150" name="AutoShape 31">
            <a:hlinkClick r:id="" action="ppaction://noaction"/>
            <a:extLst>
              <a:ext uri="{FF2B5EF4-FFF2-40B4-BE49-F238E27FC236}">
                <a16:creationId xmlns:a16="http://schemas.microsoft.com/office/drawing/2014/main" id="{37BFA7B8-A783-460A-8419-CAD427772C8C}"/>
              </a:ext>
            </a:extLst>
          </p:cNvPr>
          <p:cNvSpPr>
            <a:spLocks noChangeArrowheads="1"/>
          </p:cNvSpPr>
          <p:nvPr/>
        </p:nvSpPr>
        <p:spPr bwMode="auto">
          <a:xfrm>
            <a:off x="5391818" y="1261206"/>
            <a:ext cx="845621"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 _ABTEST_MENU</a:t>
            </a:r>
          </a:p>
        </p:txBody>
      </p:sp>
      <p:sp>
        <p:nvSpPr>
          <p:cNvPr id="151" name="AutoShape 46">
            <a:hlinkClick r:id="rId13" action="ppaction://hlinksldjump"/>
            <a:extLst>
              <a:ext uri="{FF2B5EF4-FFF2-40B4-BE49-F238E27FC236}">
                <a16:creationId xmlns:a16="http://schemas.microsoft.com/office/drawing/2014/main" id="{243EB0DF-1375-4527-94AE-7C9134D538A9}"/>
              </a:ext>
            </a:extLst>
          </p:cNvPr>
          <p:cNvSpPr>
            <a:spLocks noChangeArrowheads="1"/>
          </p:cNvSpPr>
          <p:nvPr/>
        </p:nvSpPr>
        <p:spPr bwMode="auto">
          <a:xfrm rot="10800000">
            <a:off x="7260435" y="1506815"/>
            <a:ext cx="682770" cy="287495"/>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AB TEST MENU</a:t>
            </a:r>
          </a:p>
        </p:txBody>
      </p:sp>
      <p:sp>
        <p:nvSpPr>
          <p:cNvPr id="152" name="Text Box 157">
            <a:extLst>
              <a:ext uri="{FF2B5EF4-FFF2-40B4-BE49-F238E27FC236}">
                <a16:creationId xmlns:a16="http://schemas.microsoft.com/office/drawing/2014/main" id="{EAF3D5F5-4BBA-497E-912B-96BE8E7441D9}"/>
              </a:ext>
            </a:extLst>
          </p:cNvPr>
          <p:cNvSpPr txBox="1">
            <a:spLocks noChangeArrowheads="1"/>
          </p:cNvSpPr>
          <p:nvPr/>
        </p:nvSpPr>
        <p:spPr bwMode="auto">
          <a:xfrm>
            <a:off x="4645886" y="1068924"/>
            <a:ext cx="1189236"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 + flash présent pour l’appel </a:t>
            </a:r>
          </a:p>
        </p:txBody>
      </p:sp>
      <p:sp>
        <p:nvSpPr>
          <p:cNvPr id="153" name="Text Box 157">
            <a:extLst>
              <a:ext uri="{FF2B5EF4-FFF2-40B4-BE49-F238E27FC236}">
                <a16:creationId xmlns:a16="http://schemas.microsoft.com/office/drawing/2014/main" id="{3626664D-2118-40A7-AD22-50CCB91E0C89}"/>
              </a:ext>
            </a:extLst>
          </p:cNvPr>
          <p:cNvSpPr txBox="1">
            <a:spLocks noChangeArrowheads="1"/>
          </p:cNvSpPr>
          <p:nvPr/>
        </p:nvSpPr>
        <p:spPr bwMode="auto">
          <a:xfrm>
            <a:off x="3877149" y="1384648"/>
            <a:ext cx="750795"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 / Non éligible au flash</a:t>
            </a:r>
          </a:p>
        </p:txBody>
      </p:sp>
      <p:cxnSp>
        <p:nvCxnSpPr>
          <p:cNvPr id="38" name="Connecteur droit 37">
            <a:extLst>
              <a:ext uri="{FF2B5EF4-FFF2-40B4-BE49-F238E27FC236}">
                <a16:creationId xmlns:a16="http://schemas.microsoft.com/office/drawing/2014/main" id="{587F98CF-145A-44C2-9909-4BCB49CF522F}"/>
              </a:ext>
            </a:extLst>
          </p:cNvPr>
          <p:cNvCxnSpPr>
            <a:cxnSpLocks/>
            <a:stCxn id="149" idx="3"/>
            <a:endCxn id="150" idx="1"/>
          </p:cNvCxnSpPr>
          <p:nvPr/>
        </p:nvCxnSpPr>
        <p:spPr bwMode="auto">
          <a:xfrm flipV="1">
            <a:off x="5175522" y="1333206"/>
            <a:ext cx="216296" cy="203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Connecteur : en angle 72">
            <a:extLst>
              <a:ext uri="{FF2B5EF4-FFF2-40B4-BE49-F238E27FC236}">
                <a16:creationId xmlns:a16="http://schemas.microsoft.com/office/drawing/2014/main" id="{96E11DD1-ABEB-43E3-9A82-29EC25F6B60A}"/>
              </a:ext>
            </a:extLst>
          </p:cNvPr>
          <p:cNvCxnSpPr>
            <a:cxnSpLocks/>
            <a:stCxn id="150" idx="3"/>
            <a:endCxn id="151" idx="2"/>
          </p:cNvCxnSpPr>
          <p:nvPr/>
        </p:nvCxnSpPr>
        <p:spPr bwMode="auto">
          <a:xfrm>
            <a:off x="6237439" y="1333206"/>
            <a:ext cx="1364381" cy="173609"/>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Connecteur droit 77">
            <a:extLst>
              <a:ext uri="{FF2B5EF4-FFF2-40B4-BE49-F238E27FC236}">
                <a16:creationId xmlns:a16="http://schemas.microsoft.com/office/drawing/2014/main" id="{CF4900D3-AA4A-4C7E-B105-AA5BC08C0773}"/>
              </a:ext>
            </a:extLst>
          </p:cNvPr>
          <p:cNvCxnSpPr>
            <a:stCxn id="70" idx="2"/>
            <a:endCxn id="149" idx="0"/>
          </p:cNvCxnSpPr>
          <p:nvPr/>
        </p:nvCxnSpPr>
        <p:spPr bwMode="auto">
          <a:xfrm>
            <a:off x="4773225" y="1105796"/>
            <a:ext cx="11772" cy="691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Connecteur droit 86">
            <a:extLst>
              <a:ext uri="{FF2B5EF4-FFF2-40B4-BE49-F238E27FC236}">
                <a16:creationId xmlns:a16="http://schemas.microsoft.com/office/drawing/2014/main" id="{405DCE75-EE24-4BED-B0E5-9EBB5ADA11BE}"/>
              </a:ext>
            </a:extLst>
          </p:cNvPr>
          <p:cNvCxnSpPr>
            <a:stCxn id="149" idx="2"/>
            <a:endCxn id="41" idx="0"/>
          </p:cNvCxnSpPr>
          <p:nvPr/>
        </p:nvCxnSpPr>
        <p:spPr bwMode="auto">
          <a:xfrm flipH="1">
            <a:off x="4769271" y="1495579"/>
            <a:ext cx="15726" cy="1182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52">
            <a:extLst>
              <a:ext uri="{FF2B5EF4-FFF2-40B4-BE49-F238E27FC236}">
                <a16:creationId xmlns:a16="http://schemas.microsoft.com/office/drawing/2014/main" id="{FE73CBE4-8F7B-4A6D-839E-74ED0979D3F7}"/>
              </a:ext>
            </a:extLst>
          </p:cNvPr>
          <p:cNvSpPr>
            <a:spLocks noChangeArrowheads="1"/>
          </p:cNvSpPr>
          <p:nvPr/>
        </p:nvSpPr>
        <p:spPr bwMode="auto">
          <a:xfrm>
            <a:off x="616766" y="2609382"/>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5" name="AutoShape 52">
            <a:extLst>
              <a:ext uri="{FF2B5EF4-FFF2-40B4-BE49-F238E27FC236}">
                <a16:creationId xmlns:a16="http://schemas.microsoft.com/office/drawing/2014/main" id="{AB97A0E3-640C-4425-B22A-C5C66A0983B8}"/>
              </a:ext>
            </a:extLst>
          </p:cNvPr>
          <p:cNvSpPr>
            <a:spLocks noChangeArrowheads="1"/>
          </p:cNvSpPr>
          <p:nvPr/>
        </p:nvSpPr>
        <p:spPr bwMode="auto">
          <a:xfrm>
            <a:off x="2182917" y="260451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6" name="AutoShape 52">
            <a:extLst>
              <a:ext uri="{FF2B5EF4-FFF2-40B4-BE49-F238E27FC236}">
                <a16:creationId xmlns:a16="http://schemas.microsoft.com/office/drawing/2014/main" id="{67C2AB56-F76B-480F-B0D7-1267E6993C58}"/>
              </a:ext>
            </a:extLst>
          </p:cNvPr>
          <p:cNvSpPr>
            <a:spLocks noChangeArrowheads="1"/>
          </p:cNvSpPr>
          <p:nvPr/>
        </p:nvSpPr>
        <p:spPr bwMode="auto">
          <a:xfrm>
            <a:off x="4791102" y="262469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7" name="AutoShape 13">
            <a:extLst>
              <a:ext uri="{FF2B5EF4-FFF2-40B4-BE49-F238E27FC236}">
                <a16:creationId xmlns:a16="http://schemas.microsoft.com/office/drawing/2014/main" id="{725A4D20-9B72-4FDA-B674-F3DFCE1CB7C8}"/>
              </a:ext>
            </a:extLst>
          </p:cNvPr>
          <p:cNvSpPr>
            <a:spLocks noChangeArrowheads="1"/>
          </p:cNvSpPr>
          <p:nvPr/>
        </p:nvSpPr>
        <p:spPr bwMode="auto">
          <a:xfrm>
            <a:off x="7211186" y="2947507"/>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4</a:t>
            </a:r>
            <a:endParaRPr lang="fr-FR" sz="1000"/>
          </a:p>
        </p:txBody>
      </p:sp>
      <p:sp>
        <p:nvSpPr>
          <p:cNvPr id="158" name="AutoShape 52">
            <a:extLst>
              <a:ext uri="{FF2B5EF4-FFF2-40B4-BE49-F238E27FC236}">
                <a16:creationId xmlns:a16="http://schemas.microsoft.com/office/drawing/2014/main" id="{F5C65D8F-F4B2-4A42-8618-6BA8133B6181}"/>
              </a:ext>
            </a:extLst>
          </p:cNvPr>
          <p:cNvSpPr>
            <a:spLocks noChangeArrowheads="1"/>
          </p:cNvSpPr>
          <p:nvPr/>
        </p:nvSpPr>
        <p:spPr bwMode="auto">
          <a:xfrm>
            <a:off x="7049241" y="2624697"/>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27" name="Connecteur : en angle 26">
            <a:extLst>
              <a:ext uri="{FF2B5EF4-FFF2-40B4-BE49-F238E27FC236}">
                <a16:creationId xmlns:a16="http://schemas.microsoft.com/office/drawing/2014/main" id="{358299E9-A9F8-44DC-B781-EF20F2BE4AAF}"/>
              </a:ext>
            </a:extLst>
          </p:cNvPr>
          <p:cNvCxnSpPr>
            <a:cxnSpLocks/>
            <a:stCxn id="42" idx="2"/>
            <a:endCxn id="154" idx="0"/>
          </p:cNvCxnSpPr>
          <p:nvPr/>
        </p:nvCxnSpPr>
        <p:spPr bwMode="auto">
          <a:xfrm rot="5400000">
            <a:off x="2764571" y="604681"/>
            <a:ext cx="118041" cy="389136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eur droit 47">
            <a:extLst>
              <a:ext uri="{FF2B5EF4-FFF2-40B4-BE49-F238E27FC236}">
                <a16:creationId xmlns:a16="http://schemas.microsoft.com/office/drawing/2014/main" id="{51C10E8B-37A5-41CB-8401-A336806E3AC4}"/>
              </a:ext>
            </a:extLst>
          </p:cNvPr>
          <p:cNvCxnSpPr>
            <a:stCxn id="154" idx="2"/>
            <a:endCxn id="148" idx="7"/>
          </p:cNvCxnSpPr>
          <p:nvPr/>
        </p:nvCxnSpPr>
        <p:spPr bwMode="auto">
          <a:xfrm>
            <a:off x="877910" y="2858619"/>
            <a:ext cx="4824" cy="951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Connecteur : en angle 84">
            <a:extLst>
              <a:ext uri="{FF2B5EF4-FFF2-40B4-BE49-F238E27FC236}">
                <a16:creationId xmlns:a16="http://schemas.microsoft.com/office/drawing/2014/main" id="{68A1C8FC-2670-473D-A29C-C8C01B8AA3E6}"/>
              </a:ext>
            </a:extLst>
          </p:cNvPr>
          <p:cNvCxnSpPr>
            <a:cxnSpLocks/>
            <a:stCxn id="42" idx="2"/>
            <a:endCxn id="155" idx="0"/>
          </p:cNvCxnSpPr>
          <p:nvPr/>
        </p:nvCxnSpPr>
        <p:spPr bwMode="auto">
          <a:xfrm rot="5400000">
            <a:off x="3550077" y="1385325"/>
            <a:ext cx="113178" cy="232521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droit 91">
            <a:extLst>
              <a:ext uri="{FF2B5EF4-FFF2-40B4-BE49-F238E27FC236}">
                <a16:creationId xmlns:a16="http://schemas.microsoft.com/office/drawing/2014/main" id="{77D62726-3330-4FF0-9AA2-EE9CC6B66F46}"/>
              </a:ext>
            </a:extLst>
          </p:cNvPr>
          <p:cNvCxnSpPr>
            <a:stCxn id="155" idx="2"/>
            <a:endCxn id="45" idx="6"/>
          </p:cNvCxnSpPr>
          <p:nvPr/>
        </p:nvCxnSpPr>
        <p:spPr bwMode="auto">
          <a:xfrm flipH="1">
            <a:off x="2443683" y="2853756"/>
            <a:ext cx="378" cy="513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Connecteur : en angle 97">
            <a:extLst>
              <a:ext uri="{FF2B5EF4-FFF2-40B4-BE49-F238E27FC236}">
                <a16:creationId xmlns:a16="http://schemas.microsoft.com/office/drawing/2014/main" id="{233C9F3D-CCF0-400B-A6DB-858345E7E41C}"/>
              </a:ext>
            </a:extLst>
          </p:cNvPr>
          <p:cNvCxnSpPr>
            <a:stCxn id="42" idx="2"/>
            <a:endCxn id="156" idx="0"/>
          </p:cNvCxnSpPr>
          <p:nvPr/>
        </p:nvCxnSpPr>
        <p:spPr bwMode="auto">
          <a:xfrm rot="16200000" flipH="1">
            <a:off x="4844080" y="2416531"/>
            <a:ext cx="133356" cy="28297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Connecteur droit 101">
            <a:extLst>
              <a:ext uri="{FF2B5EF4-FFF2-40B4-BE49-F238E27FC236}">
                <a16:creationId xmlns:a16="http://schemas.microsoft.com/office/drawing/2014/main" id="{10D117F4-A5BF-428B-B5F5-EBB1E1E525A5}"/>
              </a:ext>
            </a:extLst>
          </p:cNvPr>
          <p:cNvCxnSpPr>
            <a:stCxn id="156" idx="2"/>
            <a:endCxn id="44" idx="6"/>
          </p:cNvCxnSpPr>
          <p:nvPr/>
        </p:nvCxnSpPr>
        <p:spPr bwMode="auto">
          <a:xfrm>
            <a:off x="5052246" y="2873934"/>
            <a:ext cx="17207" cy="8821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Connecteur : en angle 105">
            <a:extLst>
              <a:ext uri="{FF2B5EF4-FFF2-40B4-BE49-F238E27FC236}">
                <a16:creationId xmlns:a16="http://schemas.microsoft.com/office/drawing/2014/main" id="{4F7D127D-8293-480F-900B-B71E09EF69EE}"/>
              </a:ext>
            </a:extLst>
          </p:cNvPr>
          <p:cNvCxnSpPr>
            <a:cxnSpLocks/>
            <a:stCxn id="42" idx="2"/>
            <a:endCxn id="158" idx="0"/>
          </p:cNvCxnSpPr>
          <p:nvPr/>
        </p:nvCxnSpPr>
        <p:spPr bwMode="auto">
          <a:xfrm rot="16200000" flipH="1">
            <a:off x="5973150" y="1287462"/>
            <a:ext cx="133356" cy="254111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 name="Connecteur : en angle 4096">
            <a:extLst>
              <a:ext uri="{FF2B5EF4-FFF2-40B4-BE49-F238E27FC236}">
                <a16:creationId xmlns:a16="http://schemas.microsoft.com/office/drawing/2014/main" id="{BE5CA308-D9E0-4A98-91BB-17389AA5B4C5}"/>
              </a:ext>
            </a:extLst>
          </p:cNvPr>
          <p:cNvCxnSpPr>
            <a:stCxn id="42" idx="2"/>
          </p:cNvCxnSpPr>
          <p:nvPr/>
        </p:nvCxnSpPr>
        <p:spPr bwMode="auto">
          <a:xfrm rot="16200000" flipH="1">
            <a:off x="6589749" y="670862"/>
            <a:ext cx="64895" cy="37058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Explosion 1 53">
            <a:extLst>
              <a:ext uri="{FF2B5EF4-FFF2-40B4-BE49-F238E27FC236}">
                <a16:creationId xmlns:a16="http://schemas.microsoft.com/office/drawing/2014/main" id="{17A05EAC-DA2C-4A62-BEAA-7F2DA50644EE}"/>
              </a:ext>
            </a:extLst>
          </p:cNvPr>
          <p:cNvSpPr/>
          <p:nvPr/>
        </p:nvSpPr>
        <p:spPr bwMode="auto">
          <a:xfrm>
            <a:off x="7907263" y="854883"/>
            <a:ext cx="1217613" cy="834166"/>
          </a:xfrm>
          <a:prstGeom prst="irregularSeal1">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eaLnBrk="0" hangingPunct="0"/>
            <a:r>
              <a:rPr lang="fr-FR" sz="600" b="1"/>
              <a:t>FLASH</a:t>
            </a:r>
          </a:p>
          <a:p>
            <a:pPr algn="ctr" eaLnBrk="0" hangingPunct="0"/>
            <a:r>
              <a:rPr lang="fr-FR" sz="500" i="1"/>
              <a:t>Critère CRM : NDI DIGITS </a:t>
            </a:r>
          </a:p>
          <a:p>
            <a:pPr algn="ctr" eaLnBrk="0" hangingPunct="0"/>
            <a:r>
              <a:rPr lang="fr-FR" sz="500" i="1"/>
              <a:t>Le flash est dépendant du filtre</a:t>
            </a:r>
          </a:p>
        </p:txBody>
      </p:sp>
      <p:cxnSp>
        <p:nvCxnSpPr>
          <p:cNvPr id="16" name="Connecteur : en angle 15">
            <a:extLst>
              <a:ext uri="{FF2B5EF4-FFF2-40B4-BE49-F238E27FC236}">
                <a16:creationId xmlns:a16="http://schemas.microsoft.com/office/drawing/2014/main" id="{19F1B922-6911-4838-BFFF-25C7D0078136}"/>
              </a:ext>
            </a:extLst>
          </p:cNvPr>
          <p:cNvCxnSpPr>
            <a:cxnSpLocks/>
            <a:stCxn id="147" idx="1"/>
            <a:endCxn id="150" idx="0"/>
          </p:cNvCxnSpPr>
          <p:nvPr/>
        </p:nvCxnSpPr>
        <p:spPr bwMode="auto">
          <a:xfrm rot="10800000" flipV="1">
            <a:off x="5814629" y="1187584"/>
            <a:ext cx="2092634" cy="7362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AutoShape 7">
            <a:extLst>
              <a:ext uri="{FF2B5EF4-FFF2-40B4-BE49-F238E27FC236}">
                <a16:creationId xmlns:a16="http://schemas.microsoft.com/office/drawing/2014/main" id="{18379676-F514-6B71-2D86-4F527F0F2B16}"/>
              </a:ext>
            </a:extLst>
          </p:cNvPr>
          <p:cNvSpPr>
            <a:spLocks noChangeArrowheads="1"/>
          </p:cNvSpPr>
          <p:nvPr/>
        </p:nvSpPr>
        <p:spPr bwMode="auto">
          <a:xfrm>
            <a:off x="6306100" y="1260825"/>
            <a:ext cx="845621"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400">
                <a:solidFill>
                  <a:srgbClr val="000000"/>
                </a:solidFill>
                <a:latin typeface="Arial"/>
                <a:ea typeface="ＭＳ Ｐゴシック" charset="-128"/>
              </a:rPr>
              <a:t>00002_M_ENTREE_MENU_ABTest</a:t>
            </a:r>
          </a:p>
        </p:txBody>
      </p:sp>
      <p:cxnSp>
        <p:nvCxnSpPr>
          <p:cNvPr id="35" name="Connecteur droit 34">
            <a:extLst>
              <a:ext uri="{FF2B5EF4-FFF2-40B4-BE49-F238E27FC236}">
                <a16:creationId xmlns:a16="http://schemas.microsoft.com/office/drawing/2014/main" id="{951C5C20-D414-777B-F3C9-3C175E7B7597}"/>
              </a:ext>
            </a:extLst>
          </p:cNvPr>
          <p:cNvCxnSpPr>
            <a:stCxn id="158" idx="2"/>
            <a:endCxn id="157" idx="6"/>
          </p:cNvCxnSpPr>
          <p:nvPr/>
        </p:nvCxnSpPr>
        <p:spPr bwMode="auto">
          <a:xfrm>
            <a:off x="7310385" y="2873934"/>
            <a:ext cx="6370" cy="735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31">
            <a:hlinkClick r:id="" action="ppaction://noaction"/>
            <a:extLst>
              <a:ext uri="{FF2B5EF4-FFF2-40B4-BE49-F238E27FC236}">
                <a16:creationId xmlns:a16="http://schemas.microsoft.com/office/drawing/2014/main" id="{06094B75-1837-DF52-11B9-D32682E726EA}"/>
              </a:ext>
            </a:extLst>
          </p:cNvPr>
          <p:cNvSpPr>
            <a:spLocks noChangeArrowheads="1"/>
          </p:cNvSpPr>
          <p:nvPr/>
        </p:nvSpPr>
        <p:spPr bwMode="auto">
          <a:xfrm>
            <a:off x="6774493" y="3484115"/>
            <a:ext cx="1084263"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 EN ATTENTE</a:t>
            </a:r>
          </a:p>
        </p:txBody>
      </p:sp>
      <p:sp>
        <p:nvSpPr>
          <p:cNvPr id="4" name="AutoShape 42">
            <a:extLst>
              <a:ext uri="{FF2B5EF4-FFF2-40B4-BE49-F238E27FC236}">
                <a16:creationId xmlns:a16="http://schemas.microsoft.com/office/drawing/2014/main" id="{231BF7B4-07FF-545E-801D-A756ED9B55A6}"/>
              </a:ext>
            </a:extLst>
          </p:cNvPr>
          <p:cNvSpPr>
            <a:spLocks noChangeArrowheads="1"/>
          </p:cNvSpPr>
          <p:nvPr/>
        </p:nvSpPr>
        <p:spPr bwMode="auto">
          <a:xfrm>
            <a:off x="6881779" y="3253264"/>
            <a:ext cx="869950" cy="1301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40000_A_DEFINIR</a:t>
            </a:r>
          </a:p>
        </p:txBody>
      </p:sp>
      <p:cxnSp>
        <p:nvCxnSpPr>
          <p:cNvPr id="21" name="Connecteur droit 20">
            <a:extLst>
              <a:ext uri="{FF2B5EF4-FFF2-40B4-BE49-F238E27FC236}">
                <a16:creationId xmlns:a16="http://schemas.microsoft.com/office/drawing/2014/main" id="{401F6C4E-5DCE-19E0-66F8-ADB6E2AF0765}"/>
              </a:ext>
            </a:extLst>
          </p:cNvPr>
          <p:cNvCxnSpPr>
            <a:stCxn id="158" idx="2"/>
            <a:endCxn id="157" idx="7"/>
          </p:cNvCxnSpPr>
          <p:nvPr/>
        </p:nvCxnSpPr>
        <p:spPr bwMode="auto">
          <a:xfrm>
            <a:off x="7310385" y="2873934"/>
            <a:ext cx="6370" cy="987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Connecteur droit 68">
            <a:extLst>
              <a:ext uri="{FF2B5EF4-FFF2-40B4-BE49-F238E27FC236}">
                <a16:creationId xmlns:a16="http://schemas.microsoft.com/office/drawing/2014/main" id="{4FDD5D4F-DDE8-F1FE-07B9-B282C99392CD}"/>
              </a:ext>
            </a:extLst>
          </p:cNvPr>
          <p:cNvCxnSpPr>
            <a:cxnSpLocks/>
            <a:stCxn id="157" idx="2"/>
            <a:endCxn id="4" idx="0"/>
          </p:cNvCxnSpPr>
          <p:nvPr/>
        </p:nvCxnSpPr>
        <p:spPr bwMode="auto">
          <a:xfrm flipH="1">
            <a:off x="7316754" y="3149120"/>
            <a:ext cx="1" cy="1041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Connecteur droit 85">
            <a:extLst>
              <a:ext uri="{FF2B5EF4-FFF2-40B4-BE49-F238E27FC236}">
                <a16:creationId xmlns:a16="http://schemas.microsoft.com/office/drawing/2014/main" id="{9A76F69D-3C00-B399-0FD4-3AE1769F0A3B}"/>
              </a:ext>
            </a:extLst>
          </p:cNvPr>
          <p:cNvCxnSpPr>
            <a:cxnSpLocks/>
            <a:stCxn id="4" idx="2"/>
            <a:endCxn id="3" idx="0"/>
          </p:cNvCxnSpPr>
          <p:nvPr/>
        </p:nvCxnSpPr>
        <p:spPr bwMode="auto">
          <a:xfrm flipH="1">
            <a:off x="7316625" y="3383429"/>
            <a:ext cx="129" cy="1006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55">
            <a:extLst>
              <a:ext uri="{FF2B5EF4-FFF2-40B4-BE49-F238E27FC236}">
                <a16:creationId xmlns:a16="http://schemas.microsoft.com/office/drawing/2014/main" id="{1762BD17-481D-C042-1C20-AB059C1F19AF}"/>
              </a:ext>
            </a:extLst>
          </p:cNvPr>
          <p:cNvSpPr>
            <a:spLocks noChangeArrowheads="1"/>
          </p:cNvSpPr>
          <p:nvPr/>
        </p:nvSpPr>
        <p:spPr bwMode="auto">
          <a:xfrm>
            <a:off x="8475122" y="2287836"/>
            <a:ext cx="660401" cy="13638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90002_NMNI_X2</a:t>
            </a:r>
          </a:p>
        </p:txBody>
      </p:sp>
      <p:cxnSp>
        <p:nvCxnSpPr>
          <p:cNvPr id="18" name="Connecteur : en angle 17">
            <a:extLst>
              <a:ext uri="{FF2B5EF4-FFF2-40B4-BE49-F238E27FC236}">
                <a16:creationId xmlns:a16="http://schemas.microsoft.com/office/drawing/2014/main" id="{3CDA1CEE-6E32-7C29-53B1-790F924B7CC1}"/>
              </a:ext>
            </a:extLst>
          </p:cNvPr>
          <p:cNvCxnSpPr/>
          <p:nvPr/>
        </p:nvCxnSpPr>
        <p:spPr bwMode="auto">
          <a:xfrm rot="16200000" flipV="1">
            <a:off x="8029872" y="2342923"/>
            <a:ext cx="402177" cy="541893"/>
          </a:xfrm>
          <a:prstGeom prst="bentConnector3">
            <a:avLst>
              <a:gd name="adj1" fmla="val 6488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 en angle 23">
            <a:extLst>
              <a:ext uri="{FF2B5EF4-FFF2-40B4-BE49-F238E27FC236}">
                <a16:creationId xmlns:a16="http://schemas.microsoft.com/office/drawing/2014/main" id="{0E9648A3-088E-A8B4-F369-CB47E6FF5D69}"/>
              </a:ext>
            </a:extLst>
          </p:cNvPr>
          <p:cNvCxnSpPr>
            <a:cxnSpLocks/>
            <a:stCxn id="47" idx="6"/>
            <a:endCxn id="13" idx="2"/>
          </p:cNvCxnSpPr>
          <p:nvPr/>
        </p:nvCxnSpPr>
        <p:spPr bwMode="auto">
          <a:xfrm rot="5400000" flipH="1" flipV="1">
            <a:off x="8456377" y="2469750"/>
            <a:ext cx="394476" cy="303416"/>
          </a:xfrm>
          <a:prstGeom prst="bentConnector3">
            <a:avLst>
              <a:gd name="adj1" fmla="val 6793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onnecteur : en angle 27">
            <a:extLst>
              <a:ext uri="{FF2B5EF4-FFF2-40B4-BE49-F238E27FC236}">
                <a16:creationId xmlns:a16="http://schemas.microsoft.com/office/drawing/2014/main" id="{E3F1FD18-E4FF-9D73-20DD-F3B3EBC956A3}"/>
              </a:ext>
            </a:extLst>
          </p:cNvPr>
          <p:cNvCxnSpPr>
            <a:stCxn id="68" idx="0"/>
            <a:endCxn id="63" idx="2"/>
          </p:cNvCxnSpPr>
          <p:nvPr/>
        </p:nvCxnSpPr>
        <p:spPr bwMode="auto">
          <a:xfrm rot="5400000" flipH="1" flipV="1">
            <a:off x="8084613" y="1916389"/>
            <a:ext cx="242479" cy="49167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 en angle 30">
            <a:extLst>
              <a:ext uri="{FF2B5EF4-FFF2-40B4-BE49-F238E27FC236}">
                <a16:creationId xmlns:a16="http://schemas.microsoft.com/office/drawing/2014/main" id="{4FD0201B-6CA3-4538-44AA-A436C2DF15F8}"/>
              </a:ext>
            </a:extLst>
          </p:cNvPr>
          <p:cNvCxnSpPr>
            <a:stCxn id="13" idx="0"/>
            <a:endCxn id="63" idx="2"/>
          </p:cNvCxnSpPr>
          <p:nvPr/>
        </p:nvCxnSpPr>
        <p:spPr bwMode="auto">
          <a:xfrm rot="16200000" flipV="1">
            <a:off x="8505083" y="1987595"/>
            <a:ext cx="246849" cy="35363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7">
            <a:extLst>
              <a:ext uri="{FF2B5EF4-FFF2-40B4-BE49-F238E27FC236}">
                <a16:creationId xmlns:a16="http://schemas.microsoft.com/office/drawing/2014/main" id="{A06C4AE5-0C10-5FA4-DE9A-EDD45F34BC43}"/>
              </a:ext>
            </a:extLst>
          </p:cNvPr>
          <p:cNvSpPr txBox="1">
            <a:spLocks noChangeArrowheads="1"/>
          </p:cNvSpPr>
          <p:nvPr/>
        </p:nvSpPr>
        <p:spPr bwMode="auto">
          <a:xfrm>
            <a:off x="7502529" y="2373514"/>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=1</a:t>
            </a:r>
          </a:p>
        </p:txBody>
      </p:sp>
      <p:sp>
        <p:nvSpPr>
          <p:cNvPr id="60" name="Text Box 157">
            <a:extLst>
              <a:ext uri="{FF2B5EF4-FFF2-40B4-BE49-F238E27FC236}">
                <a16:creationId xmlns:a16="http://schemas.microsoft.com/office/drawing/2014/main" id="{47455F66-9357-2FF2-A074-6A2002B535CC}"/>
              </a:ext>
            </a:extLst>
          </p:cNvPr>
          <p:cNvSpPr txBox="1">
            <a:spLocks noChangeArrowheads="1"/>
          </p:cNvSpPr>
          <p:nvPr/>
        </p:nvSpPr>
        <p:spPr bwMode="auto">
          <a:xfrm>
            <a:off x="8731191" y="2386097"/>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=2</a:t>
            </a:r>
          </a:p>
        </p:txBody>
      </p:sp>
      <p:sp>
        <p:nvSpPr>
          <p:cNvPr id="61" name="AutoShape 37">
            <a:extLst>
              <a:ext uri="{FF2B5EF4-FFF2-40B4-BE49-F238E27FC236}">
                <a16:creationId xmlns:a16="http://schemas.microsoft.com/office/drawing/2014/main" id="{6647F09D-2D5B-9B9D-85AE-F211D72C0814}"/>
              </a:ext>
            </a:extLst>
          </p:cNvPr>
          <p:cNvSpPr>
            <a:spLocks noChangeArrowheads="1"/>
          </p:cNvSpPr>
          <p:nvPr/>
        </p:nvSpPr>
        <p:spPr bwMode="auto">
          <a:xfrm>
            <a:off x="8188520" y="3227628"/>
            <a:ext cx="620066" cy="1330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90003_NMNI_X3</a:t>
            </a:r>
          </a:p>
        </p:txBody>
      </p:sp>
      <p:cxnSp>
        <p:nvCxnSpPr>
          <p:cNvPr id="72" name="Connecteur droit 71">
            <a:extLst>
              <a:ext uri="{FF2B5EF4-FFF2-40B4-BE49-F238E27FC236}">
                <a16:creationId xmlns:a16="http://schemas.microsoft.com/office/drawing/2014/main" id="{8EAD1FF1-D7B7-EA2E-AB6F-55CAB0F6D484}"/>
              </a:ext>
            </a:extLst>
          </p:cNvPr>
          <p:cNvCxnSpPr>
            <a:cxnSpLocks/>
            <a:stCxn id="47" idx="2"/>
            <a:endCxn id="61" idx="0"/>
          </p:cNvCxnSpPr>
          <p:nvPr/>
        </p:nvCxnSpPr>
        <p:spPr bwMode="auto">
          <a:xfrm flipH="1">
            <a:off x="8498553" y="3020308"/>
            <a:ext cx="3354" cy="2073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Connecteur droit avec flèche 93">
            <a:extLst>
              <a:ext uri="{FF2B5EF4-FFF2-40B4-BE49-F238E27FC236}">
                <a16:creationId xmlns:a16="http://schemas.microsoft.com/office/drawing/2014/main" id="{91B17766-26E9-17C8-442C-FC08134B7A8F}"/>
              </a:ext>
            </a:extLst>
          </p:cNvPr>
          <p:cNvCxnSpPr>
            <a:stCxn id="61" idx="2"/>
            <a:endCxn id="115" idx="0"/>
          </p:cNvCxnSpPr>
          <p:nvPr/>
        </p:nvCxnSpPr>
        <p:spPr bwMode="auto">
          <a:xfrm>
            <a:off x="8498553" y="3360681"/>
            <a:ext cx="2" cy="18791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157">
            <a:extLst>
              <a:ext uri="{FF2B5EF4-FFF2-40B4-BE49-F238E27FC236}">
                <a16:creationId xmlns:a16="http://schemas.microsoft.com/office/drawing/2014/main" id="{C5F9B586-617D-27F9-8B5B-F2A1B4F2C65C}"/>
              </a:ext>
            </a:extLst>
          </p:cNvPr>
          <p:cNvSpPr txBox="1">
            <a:spLocks noChangeArrowheads="1"/>
          </p:cNvSpPr>
          <p:nvPr/>
        </p:nvSpPr>
        <p:spPr bwMode="auto">
          <a:xfrm>
            <a:off x="8485864" y="264535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96" name="Text Box 157">
            <a:extLst>
              <a:ext uri="{FF2B5EF4-FFF2-40B4-BE49-F238E27FC236}">
                <a16:creationId xmlns:a16="http://schemas.microsoft.com/office/drawing/2014/main" id="{D05529A0-76A1-99F7-3979-77153F397E79}"/>
              </a:ext>
            </a:extLst>
          </p:cNvPr>
          <p:cNvSpPr txBox="1">
            <a:spLocks noChangeArrowheads="1"/>
          </p:cNvSpPr>
          <p:nvPr/>
        </p:nvSpPr>
        <p:spPr bwMode="auto">
          <a:xfrm>
            <a:off x="8468046" y="3008986"/>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2" name="AutoShape 77">
            <a:hlinkClick r:id="rId13" action="ppaction://hlinksldjump"/>
            <a:extLst>
              <a:ext uri="{FF2B5EF4-FFF2-40B4-BE49-F238E27FC236}">
                <a16:creationId xmlns:a16="http://schemas.microsoft.com/office/drawing/2014/main" id="{1BBBD26E-3F4E-66B6-B427-9272872613BF}"/>
              </a:ext>
            </a:extLst>
          </p:cNvPr>
          <p:cNvSpPr>
            <a:spLocks noChangeArrowheads="1"/>
          </p:cNvSpPr>
          <p:nvPr/>
        </p:nvSpPr>
        <p:spPr bwMode="auto">
          <a:xfrm rot="10800000">
            <a:off x="5455595" y="2723507"/>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5" name="Connecteur : en angle 4">
            <a:extLst>
              <a:ext uri="{FF2B5EF4-FFF2-40B4-BE49-F238E27FC236}">
                <a16:creationId xmlns:a16="http://schemas.microsoft.com/office/drawing/2014/main" id="{ED27CDB0-BF76-5416-0314-1F214FE20EAD}"/>
              </a:ext>
            </a:extLst>
          </p:cNvPr>
          <p:cNvCxnSpPr>
            <a:stCxn id="2" idx="0"/>
          </p:cNvCxnSpPr>
          <p:nvPr/>
        </p:nvCxnSpPr>
        <p:spPr bwMode="auto">
          <a:xfrm rot="5400000">
            <a:off x="5420527" y="2717425"/>
            <a:ext cx="208987" cy="941150"/>
          </a:xfrm>
          <a:prstGeom prst="bentConnector3">
            <a:avLst>
              <a:gd name="adj1" fmla="val 7604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AutoShape 46">
            <a:hlinkClick r:id="rId14" action="ppaction://hlinksldjump"/>
            <a:extLst>
              <a:ext uri="{FF2B5EF4-FFF2-40B4-BE49-F238E27FC236}">
                <a16:creationId xmlns:a16="http://schemas.microsoft.com/office/drawing/2014/main" id="{82DBBF21-90F6-92D3-E9D8-E5526DD919AA}"/>
              </a:ext>
            </a:extLst>
          </p:cNvPr>
          <p:cNvSpPr>
            <a:spLocks noChangeArrowheads="1"/>
          </p:cNvSpPr>
          <p:nvPr/>
        </p:nvSpPr>
        <p:spPr bwMode="auto">
          <a:xfrm rot="10800000">
            <a:off x="2749664" y="2631120"/>
            <a:ext cx="683364" cy="31849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500"/>
              <a:t>ROUTAGE LN CO</a:t>
            </a:r>
          </a:p>
        </p:txBody>
      </p:sp>
      <p:cxnSp>
        <p:nvCxnSpPr>
          <p:cNvPr id="29" name="Connecteur : en angle 28">
            <a:extLst>
              <a:ext uri="{FF2B5EF4-FFF2-40B4-BE49-F238E27FC236}">
                <a16:creationId xmlns:a16="http://schemas.microsoft.com/office/drawing/2014/main" id="{66711759-9E69-5BA9-1C14-81617ADFFD34}"/>
              </a:ext>
            </a:extLst>
          </p:cNvPr>
          <p:cNvCxnSpPr>
            <a:stCxn id="23" idx="0"/>
            <a:endCxn id="52" idx="0"/>
          </p:cNvCxnSpPr>
          <p:nvPr/>
        </p:nvCxnSpPr>
        <p:spPr bwMode="auto">
          <a:xfrm rot="5400000">
            <a:off x="2653881" y="2757010"/>
            <a:ext cx="244865" cy="630067"/>
          </a:xfrm>
          <a:prstGeom prst="bentConnector3">
            <a:avLst>
              <a:gd name="adj1" fmla="val 7411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77">
            <a:hlinkClick r:id="rId13" action="ppaction://hlinksldjump"/>
            <a:extLst>
              <a:ext uri="{FF2B5EF4-FFF2-40B4-BE49-F238E27FC236}">
                <a16:creationId xmlns:a16="http://schemas.microsoft.com/office/drawing/2014/main" id="{F60241BA-AB96-ADD0-7FDD-91708DD166BE}"/>
              </a:ext>
            </a:extLst>
          </p:cNvPr>
          <p:cNvSpPr>
            <a:spLocks noChangeArrowheads="1"/>
          </p:cNvSpPr>
          <p:nvPr/>
        </p:nvSpPr>
        <p:spPr bwMode="auto">
          <a:xfrm rot="10800000">
            <a:off x="3212801" y="2933747"/>
            <a:ext cx="826596"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500">
                <a:solidFill>
                  <a:srgbClr val="000000"/>
                </a:solidFill>
                <a:ea typeface="ＭＳ Ｐゴシック" charset="0"/>
              </a:rPr>
              <a:t>MENU PRINCIPAL- AB Test</a:t>
            </a:r>
          </a:p>
        </p:txBody>
      </p:sp>
      <p:cxnSp>
        <p:nvCxnSpPr>
          <p:cNvPr id="9" name="Connecteur : en angle 8">
            <a:extLst>
              <a:ext uri="{FF2B5EF4-FFF2-40B4-BE49-F238E27FC236}">
                <a16:creationId xmlns:a16="http://schemas.microsoft.com/office/drawing/2014/main" id="{3BBE4F7E-A17F-85AB-AEAF-5EB33BC56ED2}"/>
              </a:ext>
            </a:extLst>
          </p:cNvPr>
          <p:cNvCxnSpPr>
            <a:cxnSpLocks/>
            <a:stCxn id="7" idx="0"/>
            <a:endCxn id="52" idx="0"/>
          </p:cNvCxnSpPr>
          <p:nvPr/>
        </p:nvCxnSpPr>
        <p:spPr bwMode="auto">
          <a:xfrm rot="5400000" flipH="1">
            <a:off x="2994053" y="2661702"/>
            <a:ext cx="99271" cy="1164820"/>
          </a:xfrm>
          <a:prstGeom prst="bentConnector5">
            <a:avLst>
              <a:gd name="adj1" fmla="val 5117"/>
              <a:gd name="adj2" fmla="val 49188"/>
              <a:gd name="adj3" fmla="val 1204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52039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CD08E0C-A33E-0693-8B0C-64921DABBFBE}"/>
              </a:ext>
            </a:extLst>
          </p:cNvPr>
          <p:cNvSpPr/>
          <p:nvPr/>
        </p:nvSpPr>
        <p:spPr bwMode="auto">
          <a:xfrm>
            <a:off x="5399815" y="513461"/>
            <a:ext cx="3603563" cy="6459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409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A2CC301-C189-47EE-97CF-E80B2E2EE91E}" type="slidenum">
              <a:rPr lang="fr-FR" smtClean="0"/>
              <a:pPr eaLnBrk="1" hangingPunct="1"/>
              <a:t>10</a:t>
            </a:fld>
            <a:endParaRPr lang="fr-FR"/>
          </a:p>
        </p:txBody>
      </p:sp>
      <p:sp>
        <p:nvSpPr>
          <p:cNvPr id="41" name="Rectangle 5"/>
          <p:cNvSpPr>
            <a:spLocks noChangeArrowheads="1"/>
          </p:cNvSpPr>
          <p:nvPr/>
        </p:nvSpPr>
        <p:spPr bwMode="auto">
          <a:xfrm>
            <a:off x="3209071" y="1436064"/>
            <a:ext cx="3104338" cy="615553"/>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rPr>
              <a:t>ABO MENU PRINCIPAL – AB Test</a:t>
            </a:r>
            <a:r>
              <a:rPr lang="fr-FR" sz="600">
                <a:solidFill>
                  <a:schemeClr val="accent2"/>
                </a:solidFill>
              </a:rPr>
              <a:t> </a:t>
            </a:r>
            <a:br>
              <a:rPr lang="fr-FR" sz="600">
                <a:solidFill>
                  <a:schemeClr val="accent2"/>
                </a:solidFill>
              </a:rPr>
            </a:br>
            <a:r>
              <a:rPr lang="fr-FR" sz="700">
                <a:ea typeface="ＭＳ Ｐゴシック" pitchFamily="-80" charset="-128"/>
              </a:rPr>
              <a:t>[ACTIVITE], tapez 1</a:t>
            </a:r>
          </a:p>
          <a:p>
            <a:pPr algn="ctr"/>
            <a:r>
              <a:rPr lang="fr-FR" sz="700">
                <a:ea typeface="ＭＳ Ｐゴシック" pitchFamily="-80" charset="-128"/>
              </a:rPr>
              <a:t>[ACTIVITE], tapez 2</a:t>
            </a:r>
          </a:p>
          <a:p>
            <a:pPr algn="ctr"/>
            <a:r>
              <a:rPr lang="fr-FR" sz="700">
                <a:ea typeface="ＭＳ Ｐゴシック" pitchFamily="-80" charset="-128"/>
              </a:rPr>
              <a:t>[ACTIVITE], tapez 3</a:t>
            </a:r>
          </a:p>
          <a:p>
            <a:pPr algn="ctr"/>
            <a:r>
              <a:rPr lang="fr-FR" sz="700">
                <a:ea typeface="ＭＳ Ｐゴシック" pitchFamily="-80" charset="-128"/>
              </a:rPr>
              <a:t>[ACTIVITE], tapez 4</a:t>
            </a:r>
          </a:p>
        </p:txBody>
      </p:sp>
      <p:sp>
        <p:nvSpPr>
          <p:cNvPr id="42" name="AutoShape 8"/>
          <p:cNvSpPr>
            <a:spLocks noChangeArrowheads="1"/>
          </p:cNvSpPr>
          <p:nvPr/>
        </p:nvSpPr>
        <p:spPr bwMode="auto">
          <a:xfrm>
            <a:off x="4517199" y="2360204"/>
            <a:ext cx="504143" cy="291394"/>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t>Choix</a:t>
            </a:r>
          </a:p>
        </p:txBody>
      </p:sp>
      <p:sp>
        <p:nvSpPr>
          <p:cNvPr id="44" name="AutoShape 13"/>
          <p:cNvSpPr>
            <a:spLocks noChangeArrowheads="1"/>
          </p:cNvSpPr>
          <p:nvPr/>
        </p:nvSpPr>
        <p:spPr bwMode="auto">
          <a:xfrm>
            <a:off x="6552606" y="3246347"/>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4</a:t>
            </a:r>
            <a:endParaRPr lang="fr-FR" sz="1000"/>
          </a:p>
        </p:txBody>
      </p:sp>
      <p:sp>
        <p:nvSpPr>
          <p:cNvPr id="45" name="AutoShape 17"/>
          <p:cNvSpPr>
            <a:spLocks noChangeArrowheads="1"/>
          </p:cNvSpPr>
          <p:nvPr/>
        </p:nvSpPr>
        <p:spPr bwMode="auto">
          <a:xfrm>
            <a:off x="2844023" y="3156921"/>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2</a:t>
            </a:r>
          </a:p>
        </p:txBody>
      </p:sp>
      <p:sp>
        <p:nvSpPr>
          <p:cNvPr id="47" name="AutoShape 27"/>
          <p:cNvSpPr>
            <a:spLocks noChangeArrowheads="1"/>
          </p:cNvSpPr>
          <p:nvPr/>
        </p:nvSpPr>
        <p:spPr bwMode="auto">
          <a:xfrm>
            <a:off x="8174704" y="2762766"/>
            <a:ext cx="660400" cy="2016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600">
                <a:latin typeface="Arial"/>
              </a:rPr>
              <a:t>NM NI = 3</a:t>
            </a:r>
          </a:p>
        </p:txBody>
      </p:sp>
      <p:cxnSp>
        <p:nvCxnSpPr>
          <p:cNvPr id="49" name="AutoShape 32"/>
          <p:cNvCxnSpPr>
            <a:cxnSpLocks noChangeShapeType="1"/>
            <a:stCxn id="63" idx="1"/>
            <a:endCxn id="41" idx="3"/>
          </p:cNvCxnSpPr>
          <p:nvPr/>
        </p:nvCxnSpPr>
        <p:spPr bwMode="auto">
          <a:xfrm rot="10800000" flipV="1">
            <a:off x="6313409" y="1736689"/>
            <a:ext cx="1625550" cy="715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38">
            <a:hlinkClick r:id="rId3" action="ppaction://hlinksldjump"/>
          </p:cNvPr>
          <p:cNvSpPr>
            <a:spLocks noChangeArrowheads="1"/>
          </p:cNvSpPr>
          <p:nvPr/>
        </p:nvSpPr>
        <p:spPr bwMode="auto">
          <a:xfrm rot="10800000">
            <a:off x="4240369" y="474955"/>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p:txBody>
      </p:sp>
      <p:sp>
        <p:nvSpPr>
          <p:cNvPr id="52" name="AutoShape 41"/>
          <p:cNvSpPr>
            <a:spLocks noChangeArrowheads="1"/>
          </p:cNvSpPr>
          <p:nvPr/>
        </p:nvSpPr>
        <p:spPr bwMode="auto">
          <a:xfrm>
            <a:off x="2516246" y="3734006"/>
            <a:ext cx="864407" cy="1639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AB_20000_[ACTIVITE]</a:t>
            </a:r>
          </a:p>
        </p:txBody>
      </p:sp>
      <p:sp>
        <p:nvSpPr>
          <p:cNvPr id="63" name="Rectangle 68"/>
          <p:cNvSpPr>
            <a:spLocks noChangeArrowheads="1"/>
          </p:cNvSpPr>
          <p:nvPr/>
        </p:nvSpPr>
        <p:spPr bwMode="auto">
          <a:xfrm>
            <a:off x="7938959" y="1552024"/>
            <a:ext cx="1131887" cy="369332"/>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anchor="ctr">
            <a:spAutoFit/>
          </a:bodyPr>
          <a:lstStyle/>
          <a:p>
            <a:pPr algn="ctr" eaLnBrk="0" hangingPunct="0"/>
            <a:r>
              <a:rPr lang="fr-FR" sz="600">
                <a:solidFill>
                  <a:srgbClr val="CC3300"/>
                </a:solidFill>
              </a:rPr>
              <a:t>SAISIE BIS</a:t>
            </a:r>
          </a:p>
          <a:p>
            <a:pPr algn="ctr" eaLnBrk="0" hangingPunct="0"/>
            <a:r>
              <a:rPr lang="fr-FR" sz="600"/>
              <a:t>Désolé nous n’avons pas compris votre choix…</a:t>
            </a:r>
          </a:p>
        </p:txBody>
      </p:sp>
      <p:cxnSp>
        <p:nvCxnSpPr>
          <p:cNvPr id="64" name="AutoShape 69"/>
          <p:cNvCxnSpPr>
            <a:cxnSpLocks noChangeShapeType="1"/>
            <a:stCxn id="47" idx="6"/>
            <a:endCxn id="68" idx="2"/>
          </p:cNvCxnSpPr>
          <p:nvPr/>
        </p:nvCxnSpPr>
        <p:spPr bwMode="auto">
          <a:xfrm rot="16200000" flipV="1">
            <a:off x="7926572" y="2184433"/>
            <a:ext cx="426291" cy="730375"/>
          </a:xfrm>
          <a:prstGeom prst="bentConnector3">
            <a:avLst>
              <a:gd name="adj1" fmla="val 23187"/>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AutoShape 37"/>
          <p:cNvSpPr>
            <a:spLocks noChangeArrowheads="1"/>
          </p:cNvSpPr>
          <p:nvPr/>
        </p:nvSpPr>
        <p:spPr bwMode="auto">
          <a:xfrm>
            <a:off x="7433624" y="2169030"/>
            <a:ext cx="681809" cy="16744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AB_90001_NMNI</a:t>
            </a:r>
          </a:p>
        </p:txBody>
      </p:sp>
      <p:sp>
        <p:nvSpPr>
          <p:cNvPr id="89" name="AutoShape 42"/>
          <p:cNvSpPr>
            <a:spLocks noChangeArrowheads="1"/>
          </p:cNvSpPr>
          <p:nvPr/>
        </p:nvSpPr>
        <p:spPr bwMode="auto">
          <a:xfrm>
            <a:off x="6225918" y="3723225"/>
            <a:ext cx="869950" cy="13016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AB_40000_[ACTIVITE]</a:t>
            </a:r>
          </a:p>
        </p:txBody>
      </p:sp>
      <p:sp>
        <p:nvSpPr>
          <p:cNvPr id="82"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74" name="AutoShape 41"/>
          <p:cNvSpPr>
            <a:spLocks noChangeArrowheads="1"/>
          </p:cNvSpPr>
          <p:nvPr/>
        </p:nvSpPr>
        <p:spPr bwMode="auto">
          <a:xfrm>
            <a:off x="235175" y="3763328"/>
            <a:ext cx="922392" cy="13459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AB_10000_[ACTIVITE]</a:t>
            </a:r>
          </a:p>
        </p:txBody>
      </p:sp>
      <p:sp>
        <p:nvSpPr>
          <p:cNvPr id="114" name="AutoShape 105"/>
          <p:cNvSpPr>
            <a:spLocks noChangeArrowheads="1"/>
          </p:cNvSpPr>
          <p:nvPr/>
        </p:nvSpPr>
        <p:spPr bwMode="auto">
          <a:xfrm>
            <a:off x="8450229" y="4008665"/>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115" name="Rectangle 106"/>
          <p:cNvSpPr>
            <a:spLocks noChangeArrowheads="1"/>
          </p:cNvSpPr>
          <p:nvPr/>
        </p:nvSpPr>
        <p:spPr bwMode="auto">
          <a:xfrm>
            <a:off x="7973544" y="3322756"/>
            <a:ext cx="1071636" cy="553998"/>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D31E05"/>
                </a:solidFill>
              </a:rPr>
              <a:t>QUIT</a:t>
            </a:r>
          </a:p>
          <a:p>
            <a:pPr algn="ctr" eaLnBrk="0" hangingPunct="0"/>
            <a:r>
              <a:rPr lang="fr-FR" sz="600"/>
              <a:t>Désolé, nous n’avons pas compris votre demande. SFR vous remercie de votre appel </a:t>
            </a:r>
          </a:p>
        </p:txBody>
      </p:sp>
      <p:cxnSp>
        <p:nvCxnSpPr>
          <p:cNvPr id="116" name="AutoShape 109"/>
          <p:cNvCxnSpPr>
            <a:cxnSpLocks noChangeShapeType="1"/>
            <a:stCxn id="115" idx="2"/>
            <a:endCxn id="114" idx="0"/>
          </p:cNvCxnSpPr>
          <p:nvPr/>
        </p:nvCxnSpPr>
        <p:spPr bwMode="auto">
          <a:xfrm>
            <a:off x="8509362" y="3876754"/>
            <a:ext cx="12305" cy="131911"/>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Rectangle 2">
            <a:extLst>
              <a:ext uri="{FF2B5EF4-FFF2-40B4-BE49-F238E27FC236}">
                <a16:creationId xmlns:a16="http://schemas.microsoft.com/office/drawing/2014/main" id="{E80566F2-51B6-4094-B9DB-8AF50D2C64B4}"/>
              </a:ext>
            </a:extLst>
          </p:cNvPr>
          <p:cNvSpPr>
            <a:spLocks noGrp="1" noChangeArrowheads="1"/>
          </p:cNvSpPr>
          <p:nvPr>
            <p:ph type="title"/>
          </p:nvPr>
        </p:nvSpPr>
        <p:spPr>
          <a:xfrm>
            <a:off x="2728060" y="40909"/>
            <a:ext cx="4019550" cy="268655"/>
          </a:xfrm>
        </p:spPr>
        <p:txBody>
          <a:bodyPr/>
          <a:lstStyle/>
          <a:p>
            <a:pPr eaLnBrk="1" hangingPunct="1"/>
            <a:r>
              <a:rPr lang="fr-FR" sz="1400">
                <a:effectLst>
                  <a:outerShdw blurRad="38100" dist="38100" dir="2700000" algn="tl">
                    <a:srgbClr val="000000">
                      <a:alpha val="43137"/>
                    </a:srgbClr>
                  </a:outerShdw>
                </a:effectLst>
                <a:latin typeface="SFR Thin" panose="020B0203040504020204" pitchFamily="34" charset="0"/>
              </a:rPr>
              <a:t>MENU PRINCIPAL –AB Test</a:t>
            </a:r>
          </a:p>
        </p:txBody>
      </p:sp>
      <p:sp>
        <p:nvSpPr>
          <p:cNvPr id="148" name="AutoShape 17">
            <a:extLst>
              <a:ext uri="{FF2B5EF4-FFF2-40B4-BE49-F238E27FC236}">
                <a16:creationId xmlns:a16="http://schemas.microsoft.com/office/drawing/2014/main" id="{6B534235-F42F-4BBD-BEB6-550CC6895392}"/>
              </a:ext>
            </a:extLst>
          </p:cNvPr>
          <p:cNvSpPr>
            <a:spLocks noChangeArrowheads="1"/>
          </p:cNvSpPr>
          <p:nvPr/>
        </p:nvSpPr>
        <p:spPr bwMode="auto">
          <a:xfrm>
            <a:off x="599540" y="3152465"/>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20" name="Connecteur droit 19">
            <a:extLst>
              <a:ext uri="{FF2B5EF4-FFF2-40B4-BE49-F238E27FC236}">
                <a16:creationId xmlns:a16="http://schemas.microsoft.com/office/drawing/2014/main" id="{BCDE6451-63D7-46B1-85D4-96A5F780EAED}"/>
              </a:ext>
            </a:extLst>
          </p:cNvPr>
          <p:cNvCxnSpPr>
            <a:stCxn id="41" idx="2"/>
            <a:endCxn id="42" idx="0"/>
          </p:cNvCxnSpPr>
          <p:nvPr/>
        </p:nvCxnSpPr>
        <p:spPr bwMode="auto">
          <a:xfrm>
            <a:off x="4761240" y="2051617"/>
            <a:ext cx="8031" cy="3085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AutoShape 52">
            <a:extLst>
              <a:ext uri="{FF2B5EF4-FFF2-40B4-BE49-F238E27FC236}">
                <a16:creationId xmlns:a16="http://schemas.microsoft.com/office/drawing/2014/main" id="{41D81F2F-B860-4E17-9A89-19993EF5CFF1}"/>
              </a:ext>
            </a:extLst>
          </p:cNvPr>
          <p:cNvSpPr>
            <a:spLocks noChangeArrowheads="1"/>
          </p:cNvSpPr>
          <p:nvPr/>
        </p:nvSpPr>
        <p:spPr bwMode="auto">
          <a:xfrm>
            <a:off x="448306" y="2842866"/>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5" name="AutoShape 13">
            <a:extLst>
              <a:ext uri="{FF2B5EF4-FFF2-40B4-BE49-F238E27FC236}">
                <a16:creationId xmlns:a16="http://schemas.microsoft.com/office/drawing/2014/main" id="{B5843283-BB18-415F-BB3A-581C7AF581BE}"/>
              </a:ext>
            </a:extLst>
          </p:cNvPr>
          <p:cNvSpPr>
            <a:spLocks noChangeArrowheads="1"/>
          </p:cNvSpPr>
          <p:nvPr/>
        </p:nvSpPr>
        <p:spPr bwMode="auto">
          <a:xfrm>
            <a:off x="4799597" y="3180612"/>
            <a:ext cx="211137"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3</a:t>
            </a:r>
            <a:endParaRPr lang="fr-FR" sz="1000"/>
          </a:p>
        </p:txBody>
      </p:sp>
      <p:sp>
        <p:nvSpPr>
          <p:cNvPr id="156" name="AutoShape 52">
            <a:extLst>
              <a:ext uri="{FF2B5EF4-FFF2-40B4-BE49-F238E27FC236}">
                <a16:creationId xmlns:a16="http://schemas.microsoft.com/office/drawing/2014/main" id="{95E36B21-DBA9-4999-BB38-04D00A21DEB8}"/>
              </a:ext>
            </a:extLst>
          </p:cNvPr>
          <p:cNvSpPr>
            <a:spLocks noChangeArrowheads="1"/>
          </p:cNvSpPr>
          <p:nvPr/>
        </p:nvSpPr>
        <p:spPr bwMode="auto">
          <a:xfrm>
            <a:off x="2697844" y="2824014"/>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7" name="AutoShape 52">
            <a:extLst>
              <a:ext uri="{FF2B5EF4-FFF2-40B4-BE49-F238E27FC236}">
                <a16:creationId xmlns:a16="http://schemas.microsoft.com/office/drawing/2014/main" id="{23B1A30F-34B2-4746-A6F7-7F1B89960229}"/>
              </a:ext>
            </a:extLst>
          </p:cNvPr>
          <p:cNvSpPr>
            <a:spLocks noChangeArrowheads="1"/>
          </p:cNvSpPr>
          <p:nvPr/>
        </p:nvSpPr>
        <p:spPr bwMode="auto">
          <a:xfrm>
            <a:off x="4638416" y="2819834"/>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58" name="AutoShape 52">
            <a:extLst>
              <a:ext uri="{FF2B5EF4-FFF2-40B4-BE49-F238E27FC236}">
                <a16:creationId xmlns:a16="http://schemas.microsoft.com/office/drawing/2014/main" id="{6CE6904A-D763-408A-A964-F48789B3534B}"/>
              </a:ext>
            </a:extLst>
          </p:cNvPr>
          <p:cNvSpPr>
            <a:spLocks noChangeArrowheads="1"/>
          </p:cNvSpPr>
          <p:nvPr/>
        </p:nvSpPr>
        <p:spPr bwMode="auto">
          <a:xfrm>
            <a:off x="6398290" y="285803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11" name="ZoneTexte 10">
            <a:extLst>
              <a:ext uri="{FF2B5EF4-FFF2-40B4-BE49-F238E27FC236}">
                <a16:creationId xmlns:a16="http://schemas.microsoft.com/office/drawing/2014/main" id="{589795C2-433C-4BD0-A05A-F7E58C03D151}"/>
              </a:ext>
            </a:extLst>
          </p:cNvPr>
          <p:cNvSpPr txBox="1"/>
          <p:nvPr/>
        </p:nvSpPr>
        <p:spPr>
          <a:xfrm>
            <a:off x="245550" y="4547895"/>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1 suivant paramétrage Iris</a:t>
            </a:r>
          </a:p>
        </p:txBody>
      </p:sp>
      <p:cxnSp>
        <p:nvCxnSpPr>
          <p:cNvPr id="13" name="Connecteur droit avec flèche 12">
            <a:extLst>
              <a:ext uri="{FF2B5EF4-FFF2-40B4-BE49-F238E27FC236}">
                <a16:creationId xmlns:a16="http://schemas.microsoft.com/office/drawing/2014/main" id="{25A2C6F1-83BC-4C30-8338-E250A522DAF4}"/>
              </a:ext>
            </a:extLst>
          </p:cNvPr>
          <p:cNvCxnSpPr>
            <a:cxnSpLocks/>
            <a:stCxn id="74" idx="2"/>
            <a:endCxn id="11" idx="0"/>
          </p:cNvCxnSpPr>
          <p:nvPr/>
        </p:nvCxnSpPr>
        <p:spPr bwMode="auto">
          <a:xfrm>
            <a:off x="696371" y="3897924"/>
            <a:ext cx="5188" cy="64997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9" name="ZoneTexte 158">
            <a:extLst>
              <a:ext uri="{FF2B5EF4-FFF2-40B4-BE49-F238E27FC236}">
                <a16:creationId xmlns:a16="http://schemas.microsoft.com/office/drawing/2014/main" id="{F51C704E-7D09-4D1F-949B-A3093FEF64E8}"/>
              </a:ext>
            </a:extLst>
          </p:cNvPr>
          <p:cNvSpPr txBox="1"/>
          <p:nvPr/>
        </p:nvSpPr>
        <p:spPr>
          <a:xfrm>
            <a:off x="2495105" y="4524798"/>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2 suivant paramétrage Iris</a:t>
            </a:r>
          </a:p>
        </p:txBody>
      </p:sp>
      <p:cxnSp>
        <p:nvCxnSpPr>
          <p:cNvPr id="21" name="Connecteur droit avec flèche 20">
            <a:extLst>
              <a:ext uri="{FF2B5EF4-FFF2-40B4-BE49-F238E27FC236}">
                <a16:creationId xmlns:a16="http://schemas.microsoft.com/office/drawing/2014/main" id="{02AC6C9E-D719-43FF-A380-5518621942D8}"/>
              </a:ext>
            </a:extLst>
          </p:cNvPr>
          <p:cNvCxnSpPr>
            <a:stCxn id="52" idx="2"/>
            <a:endCxn id="159" idx="0"/>
          </p:cNvCxnSpPr>
          <p:nvPr/>
        </p:nvCxnSpPr>
        <p:spPr bwMode="auto">
          <a:xfrm>
            <a:off x="2948450" y="3897924"/>
            <a:ext cx="2664" cy="6268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AutoShape 41">
            <a:extLst>
              <a:ext uri="{FF2B5EF4-FFF2-40B4-BE49-F238E27FC236}">
                <a16:creationId xmlns:a16="http://schemas.microsoft.com/office/drawing/2014/main" id="{DEEFF99A-DC7F-488B-89BE-3000BA9FCEB2}"/>
              </a:ext>
            </a:extLst>
          </p:cNvPr>
          <p:cNvSpPr>
            <a:spLocks noChangeArrowheads="1"/>
          </p:cNvSpPr>
          <p:nvPr/>
        </p:nvSpPr>
        <p:spPr bwMode="auto">
          <a:xfrm>
            <a:off x="4474123" y="3721365"/>
            <a:ext cx="864407" cy="16391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AB_30000_[ACTIVITE]</a:t>
            </a:r>
          </a:p>
        </p:txBody>
      </p:sp>
      <p:sp>
        <p:nvSpPr>
          <p:cNvPr id="161" name="ZoneTexte 160">
            <a:extLst>
              <a:ext uri="{FF2B5EF4-FFF2-40B4-BE49-F238E27FC236}">
                <a16:creationId xmlns:a16="http://schemas.microsoft.com/office/drawing/2014/main" id="{4A62B75F-A89D-4F8E-BF63-56DD572FD9FB}"/>
              </a:ext>
            </a:extLst>
          </p:cNvPr>
          <p:cNvSpPr txBox="1"/>
          <p:nvPr/>
        </p:nvSpPr>
        <p:spPr>
          <a:xfrm>
            <a:off x="4447244" y="4513814"/>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3 suivant paramétrage Iris</a:t>
            </a:r>
          </a:p>
        </p:txBody>
      </p:sp>
      <p:sp>
        <p:nvSpPr>
          <p:cNvPr id="164" name="ZoneTexte 163">
            <a:extLst>
              <a:ext uri="{FF2B5EF4-FFF2-40B4-BE49-F238E27FC236}">
                <a16:creationId xmlns:a16="http://schemas.microsoft.com/office/drawing/2014/main" id="{74486356-0476-4636-9BFE-64788BCA0E00}"/>
              </a:ext>
            </a:extLst>
          </p:cNvPr>
          <p:cNvSpPr txBox="1"/>
          <p:nvPr/>
        </p:nvSpPr>
        <p:spPr>
          <a:xfrm>
            <a:off x="6195172" y="4519982"/>
            <a:ext cx="912017" cy="307777"/>
          </a:xfrm>
          <a:prstGeom prst="rect">
            <a:avLst/>
          </a:prstGeom>
          <a:solidFill>
            <a:schemeClr val="accent2">
              <a:lumMod val="40000"/>
              <a:lumOff val="60000"/>
            </a:schemeClr>
          </a:solidFill>
          <a:ln>
            <a:solidFill>
              <a:schemeClr val="accent2">
                <a:lumMod val="40000"/>
                <a:lumOff val="60000"/>
              </a:schemeClr>
            </a:solidFill>
          </a:ln>
        </p:spPr>
        <p:txBody>
          <a:bodyPr wrap="square" rtlCol="0">
            <a:spAutoFit/>
          </a:bodyPr>
          <a:lstStyle/>
          <a:p>
            <a:r>
              <a:rPr lang="fr-FR" sz="700"/>
              <a:t>Choix 4 suivant paramétrage Iris</a:t>
            </a:r>
          </a:p>
        </p:txBody>
      </p:sp>
      <p:cxnSp>
        <p:nvCxnSpPr>
          <p:cNvPr id="24" name="Connecteur : en angle 23">
            <a:extLst>
              <a:ext uri="{FF2B5EF4-FFF2-40B4-BE49-F238E27FC236}">
                <a16:creationId xmlns:a16="http://schemas.microsoft.com/office/drawing/2014/main" id="{9D165156-6533-43B4-A794-E882293E8F7E}"/>
              </a:ext>
            </a:extLst>
          </p:cNvPr>
          <p:cNvCxnSpPr>
            <a:stCxn id="42" idx="2"/>
            <a:endCxn id="154" idx="0"/>
          </p:cNvCxnSpPr>
          <p:nvPr/>
        </p:nvCxnSpPr>
        <p:spPr bwMode="auto">
          <a:xfrm rot="5400000">
            <a:off x="2643727" y="717322"/>
            <a:ext cx="191268" cy="405982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8EF0900F-1D80-4794-883B-FC3F79AEDFDB}"/>
              </a:ext>
            </a:extLst>
          </p:cNvPr>
          <p:cNvCxnSpPr>
            <a:stCxn id="42" idx="2"/>
            <a:endCxn id="156" idx="0"/>
          </p:cNvCxnSpPr>
          <p:nvPr/>
        </p:nvCxnSpPr>
        <p:spPr bwMode="auto">
          <a:xfrm rot="5400000">
            <a:off x="3777922" y="1832665"/>
            <a:ext cx="172416" cy="181028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 en angle 28">
            <a:extLst>
              <a:ext uri="{FF2B5EF4-FFF2-40B4-BE49-F238E27FC236}">
                <a16:creationId xmlns:a16="http://schemas.microsoft.com/office/drawing/2014/main" id="{62349E08-13C4-4954-BB59-D2CEE54CCFF0}"/>
              </a:ext>
            </a:extLst>
          </p:cNvPr>
          <p:cNvCxnSpPr>
            <a:stCxn id="42" idx="2"/>
            <a:endCxn id="157" idx="0"/>
          </p:cNvCxnSpPr>
          <p:nvPr/>
        </p:nvCxnSpPr>
        <p:spPr bwMode="auto">
          <a:xfrm rot="16200000" flipH="1">
            <a:off x="4750297" y="2670571"/>
            <a:ext cx="168236" cy="130289"/>
          </a:xfrm>
          <a:prstGeom prst="bentConnector3">
            <a:avLst>
              <a:gd name="adj1" fmla="val 5728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Connecteur : en angle 30">
            <a:extLst>
              <a:ext uri="{FF2B5EF4-FFF2-40B4-BE49-F238E27FC236}">
                <a16:creationId xmlns:a16="http://schemas.microsoft.com/office/drawing/2014/main" id="{F33BF89D-CF05-4465-AF20-3B9F66B45ECC}"/>
              </a:ext>
            </a:extLst>
          </p:cNvPr>
          <p:cNvCxnSpPr>
            <a:stCxn id="42" idx="2"/>
            <a:endCxn id="158" idx="0"/>
          </p:cNvCxnSpPr>
          <p:nvPr/>
        </p:nvCxnSpPr>
        <p:spPr bwMode="auto">
          <a:xfrm rot="16200000" flipH="1">
            <a:off x="5611135" y="1809733"/>
            <a:ext cx="206435" cy="189016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droit 33">
            <a:extLst>
              <a:ext uri="{FF2B5EF4-FFF2-40B4-BE49-F238E27FC236}">
                <a16:creationId xmlns:a16="http://schemas.microsoft.com/office/drawing/2014/main" id="{661FEA7B-933E-4F26-B62A-455533F80B3D}"/>
              </a:ext>
            </a:extLst>
          </p:cNvPr>
          <p:cNvCxnSpPr>
            <a:stCxn id="156" idx="2"/>
            <a:endCxn id="45" idx="6"/>
          </p:cNvCxnSpPr>
          <p:nvPr/>
        </p:nvCxnSpPr>
        <p:spPr bwMode="auto">
          <a:xfrm flipH="1">
            <a:off x="2951230" y="3073251"/>
            <a:ext cx="7758" cy="836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Connecteur droit 35">
            <a:extLst>
              <a:ext uri="{FF2B5EF4-FFF2-40B4-BE49-F238E27FC236}">
                <a16:creationId xmlns:a16="http://schemas.microsoft.com/office/drawing/2014/main" id="{4DD8D4B6-3963-48CB-9E93-BFEFF6D5EF9E}"/>
              </a:ext>
            </a:extLst>
          </p:cNvPr>
          <p:cNvCxnSpPr>
            <a:stCxn id="154" idx="2"/>
            <a:endCxn id="148" idx="7"/>
          </p:cNvCxnSpPr>
          <p:nvPr/>
        </p:nvCxnSpPr>
        <p:spPr bwMode="auto">
          <a:xfrm flipH="1">
            <a:off x="706747" y="3092103"/>
            <a:ext cx="2703" cy="855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Connecteur droit 50">
            <a:extLst>
              <a:ext uri="{FF2B5EF4-FFF2-40B4-BE49-F238E27FC236}">
                <a16:creationId xmlns:a16="http://schemas.microsoft.com/office/drawing/2014/main" id="{0CE1DF4F-0C9A-4758-8AE6-5FCFAD7FBF9A}"/>
              </a:ext>
            </a:extLst>
          </p:cNvPr>
          <p:cNvCxnSpPr>
            <a:stCxn id="157" idx="2"/>
            <a:endCxn id="155" idx="6"/>
          </p:cNvCxnSpPr>
          <p:nvPr/>
        </p:nvCxnSpPr>
        <p:spPr bwMode="auto">
          <a:xfrm>
            <a:off x="4899560" y="3069071"/>
            <a:ext cx="5606" cy="1115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Connecteur droit avec flèche 80">
            <a:extLst>
              <a:ext uri="{FF2B5EF4-FFF2-40B4-BE49-F238E27FC236}">
                <a16:creationId xmlns:a16="http://schemas.microsoft.com/office/drawing/2014/main" id="{E48EE35D-B00B-46B9-B3E9-46BC4CD37273}"/>
              </a:ext>
            </a:extLst>
          </p:cNvPr>
          <p:cNvCxnSpPr>
            <a:stCxn id="160" idx="2"/>
            <a:endCxn id="161" idx="0"/>
          </p:cNvCxnSpPr>
          <p:nvPr/>
        </p:nvCxnSpPr>
        <p:spPr bwMode="auto">
          <a:xfrm flipH="1">
            <a:off x="4903253" y="3885283"/>
            <a:ext cx="3074" cy="62853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Connecteur droit 91">
            <a:extLst>
              <a:ext uri="{FF2B5EF4-FFF2-40B4-BE49-F238E27FC236}">
                <a16:creationId xmlns:a16="http://schemas.microsoft.com/office/drawing/2014/main" id="{FF212F37-AB37-42A8-A757-F110A36E191E}"/>
              </a:ext>
            </a:extLst>
          </p:cNvPr>
          <p:cNvCxnSpPr>
            <a:stCxn id="158" idx="2"/>
            <a:endCxn id="44" idx="6"/>
          </p:cNvCxnSpPr>
          <p:nvPr/>
        </p:nvCxnSpPr>
        <p:spPr bwMode="auto">
          <a:xfrm flipH="1">
            <a:off x="6658175" y="3107270"/>
            <a:ext cx="1259" cy="13907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Connecteur droit 95">
            <a:extLst>
              <a:ext uri="{FF2B5EF4-FFF2-40B4-BE49-F238E27FC236}">
                <a16:creationId xmlns:a16="http://schemas.microsoft.com/office/drawing/2014/main" id="{DA97EB4B-B2A3-49E8-9707-C76FBCD39121}"/>
              </a:ext>
            </a:extLst>
          </p:cNvPr>
          <p:cNvCxnSpPr>
            <a:cxnSpLocks/>
            <a:stCxn id="44" idx="2"/>
            <a:endCxn id="89" idx="0"/>
          </p:cNvCxnSpPr>
          <p:nvPr/>
        </p:nvCxnSpPr>
        <p:spPr bwMode="auto">
          <a:xfrm>
            <a:off x="6658175" y="3447960"/>
            <a:ext cx="2718" cy="27526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Connecteur droit avec flèche 101">
            <a:extLst>
              <a:ext uri="{FF2B5EF4-FFF2-40B4-BE49-F238E27FC236}">
                <a16:creationId xmlns:a16="http://schemas.microsoft.com/office/drawing/2014/main" id="{EB76C578-EA9F-4F9B-AE5D-C09296E5FA4C}"/>
              </a:ext>
            </a:extLst>
          </p:cNvPr>
          <p:cNvCxnSpPr>
            <a:stCxn id="89" idx="2"/>
            <a:endCxn id="164" idx="0"/>
          </p:cNvCxnSpPr>
          <p:nvPr/>
        </p:nvCxnSpPr>
        <p:spPr bwMode="auto">
          <a:xfrm flipH="1">
            <a:off x="6651181" y="3853390"/>
            <a:ext cx="9712" cy="6665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ZoneTexte 103">
            <a:extLst>
              <a:ext uri="{FF2B5EF4-FFF2-40B4-BE49-F238E27FC236}">
                <a16:creationId xmlns:a16="http://schemas.microsoft.com/office/drawing/2014/main" id="{5C06BCBB-F019-4101-954F-5118A39F2252}"/>
              </a:ext>
            </a:extLst>
          </p:cNvPr>
          <p:cNvSpPr txBox="1"/>
          <p:nvPr/>
        </p:nvSpPr>
        <p:spPr>
          <a:xfrm>
            <a:off x="128359" y="6317535"/>
            <a:ext cx="3281950" cy="461665"/>
          </a:xfrm>
          <a:prstGeom prst="rect">
            <a:avLst/>
          </a:prstGeom>
          <a:noFill/>
        </p:spPr>
        <p:txBody>
          <a:bodyPr wrap="square" rtlCol="0">
            <a:spAutoFit/>
          </a:bodyPr>
          <a:lstStyle/>
          <a:p>
            <a:r>
              <a:rPr lang="fr-FR" sz="1200"/>
              <a:t>Le parcours paramétré reste inchangé suivant son positionnement  sur la branche SVI.</a:t>
            </a:r>
          </a:p>
        </p:txBody>
      </p:sp>
      <p:cxnSp>
        <p:nvCxnSpPr>
          <p:cNvPr id="107" name="Connecteur droit avec flèche 106">
            <a:extLst>
              <a:ext uri="{FF2B5EF4-FFF2-40B4-BE49-F238E27FC236}">
                <a16:creationId xmlns:a16="http://schemas.microsoft.com/office/drawing/2014/main" id="{D5C2304F-72CB-490D-A17F-1749F84F84BF}"/>
              </a:ext>
            </a:extLst>
          </p:cNvPr>
          <p:cNvCxnSpPr>
            <a:cxnSpLocks/>
            <a:stCxn id="50" idx="0"/>
          </p:cNvCxnSpPr>
          <p:nvPr/>
        </p:nvCxnSpPr>
        <p:spPr bwMode="auto">
          <a:xfrm flipH="1">
            <a:off x="4769271" y="834955"/>
            <a:ext cx="11098" cy="54724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Connecteur : en angle 3">
            <a:extLst>
              <a:ext uri="{FF2B5EF4-FFF2-40B4-BE49-F238E27FC236}">
                <a16:creationId xmlns:a16="http://schemas.microsoft.com/office/drawing/2014/main" id="{7A1BB2E1-ECFB-43B4-BC29-DC031956769A}"/>
              </a:ext>
            </a:extLst>
          </p:cNvPr>
          <p:cNvCxnSpPr/>
          <p:nvPr/>
        </p:nvCxnSpPr>
        <p:spPr bwMode="auto">
          <a:xfrm>
            <a:off x="4769269" y="2641068"/>
            <a:ext cx="3699817" cy="1741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AutoShape 38">
            <a:hlinkClick r:id="rId4" action="ppaction://hlinksldjump"/>
            <a:extLst>
              <a:ext uri="{FF2B5EF4-FFF2-40B4-BE49-F238E27FC236}">
                <a16:creationId xmlns:a16="http://schemas.microsoft.com/office/drawing/2014/main" id="{BE27248E-51E5-7E2A-B3CF-425B48DF9A9B}"/>
              </a:ext>
            </a:extLst>
          </p:cNvPr>
          <p:cNvSpPr>
            <a:spLocks noChangeArrowheads="1"/>
          </p:cNvSpPr>
          <p:nvPr/>
        </p:nvSpPr>
        <p:spPr bwMode="auto">
          <a:xfrm rot="10800000">
            <a:off x="1399182" y="5823069"/>
            <a:ext cx="1080000" cy="360000"/>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SELFCARE – AB Test</a:t>
            </a:r>
          </a:p>
        </p:txBody>
      </p:sp>
      <p:sp>
        <p:nvSpPr>
          <p:cNvPr id="3" name="AutoShape 46">
            <a:hlinkClick r:id="rId5" action="ppaction://hlinksldjump"/>
            <a:extLst>
              <a:ext uri="{FF2B5EF4-FFF2-40B4-BE49-F238E27FC236}">
                <a16:creationId xmlns:a16="http://schemas.microsoft.com/office/drawing/2014/main" id="{B7296938-801C-7789-2C12-78A1F8444ECE}"/>
              </a:ext>
            </a:extLst>
          </p:cNvPr>
          <p:cNvSpPr>
            <a:spLocks noChangeArrowheads="1"/>
          </p:cNvSpPr>
          <p:nvPr/>
        </p:nvSpPr>
        <p:spPr bwMode="auto">
          <a:xfrm rot="10800000">
            <a:off x="2600345" y="5812434"/>
            <a:ext cx="1107721" cy="331332"/>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TECHNIQUE</a:t>
            </a:r>
          </a:p>
        </p:txBody>
      </p:sp>
      <p:sp>
        <p:nvSpPr>
          <p:cNvPr id="6" name="AutoShape 48">
            <a:hlinkClick r:id="rId6" action="ppaction://hlinksldjump"/>
            <a:extLst>
              <a:ext uri="{FF2B5EF4-FFF2-40B4-BE49-F238E27FC236}">
                <a16:creationId xmlns:a16="http://schemas.microsoft.com/office/drawing/2014/main" id="{A9BE213D-01DF-7ADC-2842-4072D5B4E588}"/>
              </a:ext>
            </a:extLst>
          </p:cNvPr>
          <p:cNvSpPr>
            <a:spLocks noChangeArrowheads="1"/>
          </p:cNvSpPr>
          <p:nvPr/>
        </p:nvSpPr>
        <p:spPr bwMode="auto">
          <a:xfrm rot="10800000">
            <a:off x="3822016" y="5793671"/>
            <a:ext cx="980327" cy="360000"/>
          </a:xfrm>
          <a:prstGeom prst="upArrowCallout">
            <a:avLst>
              <a:gd name="adj1" fmla="val 40396"/>
              <a:gd name="adj2" fmla="val 40396"/>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ADMIN </a:t>
            </a:r>
          </a:p>
        </p:txBody>
      </p:sp>
      <p:sp>
        <p:nvSpPr>
          <p:cNvPr id="7" name="AutoShape 46">
            <a:hlinkClick r:id="rId7" action="ppaction://hlinksldjump"/>
            <a:extLst>
              <a:ext uri="{FF2B5EF4-FFF2-40B4-BE49-F238E27FC236}">
                <a16:creationId xmlns:a16="http://schemas.microsoft.com/office/drawing/2014/main" id="{3DF6E63C-BD2E-9D6C-BE5A-E5770725064C}"/>
              </a:ext>
            </a:extLst>
          </p:cNvPr>
          <p:cNvSpPr>
            <a:spLocks noChangeArrowheads="1"/>
          </p:cNvSpPr>
          <p:nvPr/>
        </p:nvSpPr>
        <p:spPr bwMode="auto">
          <a:xfrm rot="10800000">
            <a:off x="4947836" y="5785281"/>
            <a:ext cx="918612" cy="368390"/>
          </a:xfrm>
          <a:prstGeom prst="upArrowCallout">
            <a:avLst>
              <a:gd name="adj1" fmla="val 34532"/>
              <a:gd name="adj2" fmla="val 35535"/>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RESILIATION</a:t>
            </a:r>
          </a:p>
        </p:txBody>
      </p:sp>
      <p:sp>
        <p:nvSpPr>
          <p:cNvPr id="8" name="AutoShape 131">
            <a:extLst>
              <a:ext uri="{FF2B5EF4-FFF2-40B4-BE49-F238E27FC236}">
                <a16:creationId xmlns:a16="http://schemas.microsoft.com/office/drawing/2014/main" id="{0F068216-5A03-8C2A-B90A-C55B09208009}"/>
              </a:ext>
            </a:extLst>
          </p:cNvPr>
          <p:cNvSpPr>
            <a:spLocks noChangeArrowheads="1"/>
          </p:cNvSpPr>
          <p:nvPr/>
        </p:nvSpPr>
        <p:spPr bwMode="auto">
          <a:xfrm>
            <a:off x="3524395" y="4979830"/>
            <a:ext cx="519102" cy="4852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branche?</a:t>
            </a:r>
          </a:p>
        </p:txBody>
      </p:sp>
      <p:cxnSp>
        <p:nvCxnSpPr>
          <p:cNvPr id="57" name="Connecteur : en angle 56">
            <a:extLst>
              <a:ext uri="{FF2B5EF4-FFF2-40B4-BE49-F238E27FC236}">
                <a16:creationId xmlns:a16="http://schemas.microsoft.com/office/drawing/2014/main" id="{F43A873E-60C1-0573-B5D5-4379C2E9B562}"/>
              </a:ext>
            </a:extLst>
          </p:cNvPr>
          <p:cNvCxnSpPr>
            <a:cxnSpLocks/>
            <a:endCxn id="6" idx="2"/>
          </p:cNvCxnSpPr>
          <p:nvPr/>
        </p:nvCxnSpPr>
        <p:spPr bwMode="auto">
          <a:xfrm rot="16200000" flipH="1">
            <a:off x="3848848" y="5330340"/>
            <a:ext cx="389298" cy="53736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Connecteur : en angle 60">
            <a:extLst>
              <a:ext uri="{FF2B5EF4-FFF2-40B4-BE49-F238E27FC236}">
                <a16:creationId xmlns:a16="http://schemas.microsoft.com/office/drawing/2014/main" id="{10E2A51B-7726-AF32-3AA8-D4DA7DFC560D}"/>
              </a:ext>
            </a:extLst>
          </p:cNvPr>
          <p:cNvCxnSpPr>
            <a:cxnSpLocks/>
            <a:endCxn id="2" idx="2"/>
          </p:cNvCxnSpPr>
          <p:nvPr/>
        </p:nvCxnSpPr>
        <p:spPr bwMode="auto">
          <a:xfrm rot="5400000">
            <a:off x="2647651" y="4695904"/>
            <a:ext cx="418696" cy="183563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9" name="Connecteur : en angle 4098">
            <a:extLst>
              <a:ext uri="{FF2B5EF4-FFF2-40B4-BE49-F238E27FC236}">
                <a16:creationId xmlns:a16="http://schemas.microsoft.com/office/drawing/2014/main" id="{66FB9EB3-DAC6-B1C9-8000-76A72F6A88BE}"/>
              </a:ext>
            </a:extLst>
          </p:cNvPr>
          <p:cNvCxnSpPr>
            <a:cxnSpLocks/>
            <a:endCxn id="3" idx="2"/>
          </p:cNvCxnSpPr>
          <p:nvPr/>
        </p:nvCxnSpPr>
        <p:spPr bwMode="auto">
          <a:xfrm rot="5400000">
            <a:off x="3260481" y="5298098"/>
            <a:ext cx="408061" cy="620611"/>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1" name="Connecteur : en angle 4100">
            <a:extLst>
              <a:ext uri="{FF2B5EF4-FFF2-40B4-BE49-F238E27FC236}">
                <a16:creationId xmlns:a16="http://schemas.microsoft.com/office/drawing/2014/main" id="{10798EC1-D038-4B98-E738-B79FCF6F9A8D}"/>
              </a:ext>
            </a:extLst>
          </p:cNvPr>
          <p:cNvCxnSpPr>
            <a:cxnSpLocks/>
            <a:stCxn id="8" idx="2"/>
            <a:endCxn id="7" idx="2"/>
          </p:cNvCxnSpPr>
          <p:nvPr/>
        </p:nvCxnSpPr>
        <p:spPr bwMode="auto">
          <a:xfrm rot="16200000" flipH="1">
            <a:off x="4435428" y="4813567"/>
            <a:ext cx="320232" cy="1623196"/>
          </a:xfrm>
          <a:prstGeom prst="bentConnector3">
            <a:avLst>
              <a:gd name="adj1" fmla="val 4456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3" name="Connecteur : en angle 4102">
            <a:extLst>
              <a:ext uri="{FF2B5EF4-FFF2-40B4-BE49-F238E27FC236}">
                <a16:creationId xmlns:a16="http://schemas.microsoft.com/office/drawing/2014/main" id="{3CC9B3E6-1912-900D-3FE9-6380EA3B40DB}"/>
              </a:ext>
            </a:extLst>
          </p:cNvPr>
          <p:cNvCxnSpPr>
            <a:stCxn id="11" idx="2"/>
            <a:endCxn id="8" idx="0"/>
          </p:cNvCxnSpPr>
          <p:nvPr/>
        </p:nvCxnSpPr>
        <p:spPr bwMode="auto">
          <a:xfrm rot="16200000" flipH="1">
            <a:off x="2180673" y="3376557"/>
            <a:ext cx="124158" cy="30823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5" name="Connecteur : en angle 4104">
            <a:extLst>
              <a:ext uri="{FF2B5EF4-FFF2-40B4-BE49-F238E27FC236}">
                <a16:creationId xmlns:a16="http://schemas.microsoft.com/office/drawing/2014/main" id="{57FF6A7E-7541-B475-36CC-74F6A0656AFE}"/>
              </a:ext>
            </a:extLst>
          </p:cNvPr>
          <p:cNvCxnSpPr>
            <a:stCxn id="159" idx="2"/>
            <a:endCxn id="8" idx="0"/>
          </p:cNvCxnSpPr>
          <p:nvPr/>
        </p:nvCxnSpPr>
        <p:spPr bwMode="auto">
          <a:xfrm rot="16200000" flipH="1">
            <a:off x="3293903" y="4489786"/>
            <a:ext cx="147255" cy="83283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7" name="Connecteur : en angle 4106">
            <a:extLst>
              <a:ext uri="{FF2B5EF4-FFF2-40B4-BE49-F238E27FC236}">
                <a16:creationId xmlns:a16="http://schemas.microsoft.com/office/drawing/2014/main" id="{2FABB5DB-43F4-E0D8-EFF6-591077D0B3E0}"/>
              </a:ext>
            </a:extLst>
          </p:cNvPr>
          <p:cNvCxnSpPr>
            <a:stCxn id="161" idx="2"/>
            <a:endCxn id="8" idx="0"/>
          </p:cNvCxnSpPr>
          <p:nvPr/>
        </p:nvCxnSpPr>
        <p:spPr bwMode="auto">
          <a:xfrm rot="5400000">
            <a:off x="4264481" y="4341057"/>
            <a:ext cx="158239" cy="111930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0" name="Connecteur : en angle 4109">
            <a:extLst>
              <a:ext uri="{FF2B5EF4-FFF2-40B4-BE49-F238E27FC236}">
                <a16:creationId xmlns:a16="http://schemas.microsoft.com/office/drawing/2014/main" id="{394FE499-E4E5-EA0E-2F8D-5E298A5BCC77}"/>
              </a:ext>
            </a:extLst>
          </p:cNvPr>
          <p:cNvCxnSpPr>
            <a:stCxn id="164" idx="2"/>
            <a:endCxn id="8" idx="0"/>
          </p:cNvCxnSpPr>
          <p:nvPr/>
        </p:nvCxnSpPr>
        <p:spPr bwMode="auto">
          <a:xfrm rot="5400000">
            <a:off x="5141529" y="3470177"/>
            <a:ext cx="152071" cy="286723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ZoneTexte 4">
            <a:extLst>
              <a:ext uri="{FF2B5EF4-FFF2-40B4-BE49-F238E27FC236}">
                <a16:creationId xmlns:a16="http://schemas.microsoft.com/office/drawing/2014/main" id="{7027A4A9-BCEB-3FAB-DCE0-090A364A8BCC}"/>
              </a:ext>
            </a:extLst>
          </p:cNvPr>
          <p:cNvSpPr txBox="1"/>
          <p:nvPr/>
        </p:nvSpPr>
        <p:spPr>
          <a:xfrm>
            <a:off x="5944956" y="5967773"/>
            <a:ext cx="3125890" cy="830997"/>
          </a:xfrm>
          <a:prstGeom prst="rect">
            <a:avLst/>
          </a:prstGeom>
          <a:noFill/>
          <a:ln>
            <a:solidFill>
              <a:schemeClr val="tx1"/>
            </a:solidFill>
          </a:ln>
        </p:spPr>
        <p:txBody>
          <a:bodyPr wrap="square">
            <a:spAutoFit/>
          </a:bodyPr>
          <a:lstStyle/>
          <a:p>
            <a:r>
              <a:rPr lang="fr-FR" sz="800">
                <a:ea typeface="ＭＳ Ｐゴシック" pitchFamily="-80" charset="-128"/>
              </a:rPr>
              <a:t>[ACTIVITE]</a:t>
            </a:r>
          </a:p>
          <a:p>
            <a:r>
              <a:rPr lang="fr-FR" sz="800">
                <a:ea typeface="ＭＳ Ｐゴシック" pitchFamily="-80" charset="-128"/>
              </a:rPr>
              <a:t>[SLF] Pour payer votre facture par carte bancaire ou pour activer, débloquer votre carte SIM ou suspendre votre ligne</a:t>
            </a:r>
          </a:p>
          <a:p>
            <a:r>
              <a:rPr lang="fr-FR" sz="800">
                <a:ea typeface="ＭＳ Ｐゴシック" pitchFamily="-80" charset="-128"/>
              </a:rPr>
              <a:t>[TEK] Pour une assistance technique</a:t>
            </a:r>
          </a:p>
          <a:p>
            <a:r>
              <a:rPr lang="fr-FR" sz="800">
                <a:ea typeface="ＭＳ Ｐゴシック" pitchFamily="-80" charset="-128"/>
              </a:rPr>
              <a:t>[COM] </a:t>
            </a:r>
            <a:r>
              <a:rPr lang="fr-FR" sz="800" err="1">
                <a:ea typeface="ＭＳ Ｐゴシック" pitchFamily="-80" charset="-128"/>
              </a:rPr>
              <a:t>Wording</a:t>
            </a:r>
            <a:r>
              <a:rPr lang="fr-FR" sz="800">
                <a:ea typeface="ＭＳ Ｐゴシック" pitchFamily="-80" charset="-128"/>
              </a:rPr>
              <a:t> à caler avec le métier</a:t>
            </a:r>
          </a:p>
          <a:p>
            <a:r>
              <a:rPr lang="fr-FR" sz="800">
                <a:ea typeface="ＭＳ Ｐゴシック" pitchFamily="-80" charset="-128"/>
              </a:rPr>
              <a:t>[RET] Pour une résiliation</a:t>
            </a:r>
            <a:endParaRPr lang="fr-FR" sz="800"/>
          </a:p>
        </p:txBody>
      </p:sp>
      <p:sp>
        <p:nvSpPr>
          <p:cNvPr id="9" name="ZoneTexte 8">
            <a:extLst>
              <a:ext uri="{FF2B5EF4-FFF2-40B4-BE49-F238E27FC236}">
                <a16:creationId xmlns:a16="http://schemas.microsoft.com/office/drawing/2014/main" id="{118830CB-BE7C-1A53-4FED-0E6BBD19886D}"/>
              </a:ext>
            </a:extLst>
          </p:cNvPr>
          <p:cNvSpPr txBox="1"/>
          <p:nvPr/>
        </p:nvSpPr>
        <p:spPr>
          <a:xfrm>
            <a:off x="5359261" y="480648"/>
            <a:ext cx="3666328" cy="646331"/>
          </a:xfrm>
          <a:prstGeom prst="rect">
            <a:avLst/>
          </a:prstGeom>
          <a:noFill/>
          <a:ln>
            <a:noFill/>
          </a:ln>
        </p:spPr>
        <p:txBody>
          <a:bodyPr wrap="square" rtlCol="0">
            <a:spAutoFit/>
          </a:bodyPr>
          <a:lstStyle/>
          <a:p>
            <a:r>
              <a:rPr lang="fr-FR" sz="900"/>
              <a:t>AB Test = </a:t>
            </a:r>
            <a:r>
              <a:rPr lang="fr-FR" sz="900" err="1"/>
              <a:t>True</a:t>
            </a:r>
            <a:endParaRPr lang="fr-FR" sz="900"/>
          </a:p>
          <a:p>
            <a:r>
              <a:rPr lang="fr-FR" sz="900"/>
              <a:t>Si AB Test = </a:t>
            </a:r>
            <a:r>
              <a:rPr lang="fr-FR" sz="900" err="1"/>
              <a:t>True</a:t>
            </a:r>
            <a:r>
              <a:rPr lang="fr-FR" sz="900"/>
              <a:t> alors préfixé l’ensemble des balises par AB et par le choix correspondant à l’activité.</a:t>
            </a:r>
          </a:p>
          <a:p>
            <a:r>
              <a:rPr lang="fr-FR" sz="900" i="1"/>
              <a:t>Exemple : AB_10000_COM</a:t>
            </a:r>
          </a:p>
        </p:txBody>
      </p:sp>
      <p:cxnSp>
        <p:nvCxnSpPr>
          <p:cNvPr id="4131" name="Connecteur droit 4130">
            <a:extLst>
              <a:ext uri="{FF2B5EF4-FFF2-40B4-BE49-F238E27FC236}">
                <a16:creationId xmlns:a16="http://schemas.microsoft.com/office/drawing/2014/main" id="{48D1147D-DCC7-475D-6617-AE1CF1013DB8}"/>
              </a:ext>
            </a:extLst>
          </p:cNvPr>
          <p:cNvCxnSpPr>
            <a:cxnSpLocks/>
            <a:stCxn id="148" idx="3"/>
            <a:endCxn id="74" idx="0"/>
          </p:cNvCxnSpPr>
          <p:nvPr/>
        </p:nvCxnSpPr>
        <p:spPr bwMode="auto">
          <a:xfrm flipH="1">
            <a:off x="696371" y="3328876"/>
            <a:ext cx="10376" cy="43445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42">
            <a:extLst>
              <a:ext uri="{FF2B5EF4-FFF2-40B4-BE49-F238E27FC236}">
                <a16:creationId xmlns:a16="http://schemas.microsoft.com/office/drawing/2014/main" id="{2A25702E-718E-3F72-BD83-F6F2C4E3F516}"/>
              </a:ext>
            </a:extLst>
          </p:cNvPr>
          <p:cNvCxnSpPr>
            <a:cxnSpLocks/>
            <a:stCxn id="45" idx="2"/>
            <a:endCxn id="52" idx="0"/>
          </p:cNvCxnSpPr>
          <p:nvPr/>
        </p:nvCxnSpPr>
        <p:spPr bwMode="auto">
          <a:xfrm flipH="1">
            <a:off x="2948450" y="3358534"/>
            <a:ext cx="2780" cy="37547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4" name="Connecteur droit 4103">
            <a:extLst>
              <a:ext uri="{FF2B5EF4-FFF2-40B4-BE49-F238E27FC236}">
                <a16:creationId xmlns:a16="http://schemas.microsoft.com/office/drawing/2014/main" id="{8FE04A9A-3F40-B6C8-7BFB-83560926B275}"/>
              </a:ext>
            </a:extLst>
          </p:cNvPr>
          <p:cNvCxnSpPr>
            <a:cxnSpLocks/>
            <a:stCxn id="155" idx="2"/>
            <a:endCxn id="160" idx="0"/>
          </p:cNvCxnSpPr>
          <p:nvPr/>
        </p:nvCxnSpPr>
        <p:spPr bwMode="auto">
          <a:xfrm>
            <a:off x="4905166" y="3382225"/>
            <a:ext cx="1161" cy="3391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AutoShape 55">
            <a:extLst>
              <a:ext uri="{FF2B5EF4-FFF2-40B4-BE49-F238E27FC236}">
                <a16:creationId xmlns:a16="http://schemas.microsoft.com/office/drawing/2014/main" id="{C346ADBD-7AF1-E10F-A12E-8BA84C1441F9}"/>
              </a:ext>
            </a:extLst>
          </p:cNvPr>
          <p:cNvSpPr>
            <a:spLocks noChangeArrowheads="1"/>
          </p:cNvSpPr>
          <p:nvPr/>
        </p:nvSpPr>
        <p:spPr bwMode="auto">
          <a:xfrm>
            <a:off x="8307247" y="2183548"/>
            <a:ext cx="845810" cy="1414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AB_90002_NMNI_X2</a:t>
            </a:r>
          </a:p>
        </p:txBody>
      </p:sp>
      <p:cxnSp>
        <p:nvCxnSpPr>
          <p:cNvPr id="22" name="Connecteur : en angle 21">
            <a:extLst>
              <a:ext uri="{FF2B5EF4-FFF2-40B4-BE49-F238E27FC236}">
                <a16:creationId xmlns:a16="http://schemas.microsoft.com/office/drawing/2014/main" id="{9E9F9B3F-ABD4-95B0-B585-1DBE0A30EE3C}"/>
              </a:ext>
            </a:extLst>
          </p:cNvPr>
          <p:cNvCxnSpPr>
            <a:stCxn id="47" idx="6"/>
            <a:endCxn id="15" idx="2"/>
          </p:cNvCxnSpPr>
          <p:nvPr/>
        </p:nvCxnSpPr>
        <p:spPr bwMode="auto">
          <a:xfrm rot="5400000" flipH="1" flipV="1">
            <a:off x="8398632" y="2431246"/>
            <a:ext cx="437792" cy="225248"/>
          </a:xfrm>
          <a:prstGeom prst="bentConnector3">
            <a:avLst>
              <a:gd name="adj1" fmla="val 2358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Connecteur : en angle 27">
            <a:extLst>
              <a:ext uri="{FF2B5EF4-FFF2-40B4-BE49-F238E27FC236}">
                <a16:creationId xmlns:a16="http://schemas.microsoft.com/office/drawing/2014/main" id="{0C634A15-A627-C695-58E6-D96286B583F5}"/>
              </a:ext>
            </a:extLst>
          </p:cNvPr>
          <p:cNvCxnSpPr>
            <a:stCxn id="68" idx="0"/>
            <a:endCxn id="63" idx="2"/>
          </p:cNvCxnSpPr>
          <p:nvPr/>
        </p:nvCxnSpPr>
        <p:spPr bwMode="auto">
          <a:xfrm rot="5400000" flipH="1" flipV="1">
            <a:off x="8015879" y="1680006"/>
            <a:ext cx="247674" cy="73037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Connecteur : en angle 31">
            <a:extLst>
              <a:ext uri="{FF2B5EF4-FFF2-40B4-BE49-F238E27FC236}">
                <a16:creationId xmlns:a16="http://schemas.microsoft.com/office/drawing/2014/main" id="{EB7A1A65-D461-683F-C886-0212F250B4CF}"/>
              </a:ext>
            </a:extLst>
          </p:cNvPr>
          <p:cNvCxnSpPr>
            <a:stCxn id="15" idx="0"/>
            <a:endCxn id="63" idx="2"/>
          </p:cNvCxnSpPr>
          <p:nvPr/>
        </p:nvCxnSpPr>
        <p:spPr bwMode="auto">
          <a:xfrm rot="16200000" flipV="1">
            <a:off x="8486432" y="1939827"/>
            <a:ext cx="262192" cy="22524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157">
            <a:extLst>
              <a:ext uri="{FF2B5EF4-FFF2-40B4-BE49-F238E27FC236}">
                <a16:creationId xmlns:a16="http://schemas.microsoft.com/office/drawing/2014/main" id="{E9CF16F3-2C45-1D25-5C3F-08F81F85FCA4}"/>
              </a:ext>
            </a:extLst>
          </p:cNvPr>
          <p:cNvSpPr txBox="1">
            <a:spLocks noChangeArrowheads="1"/>
          </p:cNvSpPr>
          <p:nvPr/>
        </p:nvSpPr>
        <p:spPr bwMode="auto">
          <a:xfrm>
            <a:off x="7327863" y="2332364"/>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=1</a:t>
            </a:r>
          </a:p>
        </p:txBody>
      </p:sp>
      <p:sp>
        <p:nvSpPr>
          <p:cNvPr id="35" name="Text Box 157">
            <a:extLst>
              <a:ext uri="{FF2B5EF4-FFF2-40B4-BE49-F238E27FC236}">
                <a16:creationId xmlns:a16="http://schemas.microsoft.com/office/drawing/2014/main" id="{65B0A6A2-4806-DD1A-DCCB-13E561049D9B}"/>
              </a:ext>
            </a:extLst>
          </p:cNvPr>
          <p:cNvSpPr txBox="1">
            <a:spLocks noChangeArrowheads="1"/>
          </p:cNvSpPr>
          <p:nvPr/>
        </p:nvSpPr>
        <p:spPr bwMode="auto">
          <a:xfrm>
            <a:off x="8658641" y="2326269"/>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=2</a:t>
            </a:r>
          </a:p>
        </p:txBody>
      </p:sp>
      <p:sp>
        <p:nvSpPr>
          <p:cNvPr id="38" name="AutoShape 55">
            <a:extLst>
              <a:ext uri="{FF2B5EF4-FFF2-40B4-BE49-F238E27FC236}">
                <a16:creationId xmlns:a16="http://schemas.microsoft.com/office/drawing/2014/main" id="{84EF103E-F236-C09F-0ABB-2E4ABBA60F1D}"/>
              </a:ext>
            </a:extLst>
          </p:cNvPr>
          <p:cNvSpPr>
            <a:spLocks noChangeArrowheads="1"/>
          </p:cNvSpPr>
          <p:nvPr/>
        </p:nvSpPr>
        <p:spPr bwMode="auto">
          <a:xfrm>
            <a:off x="8081997" y="3044373"/>
            <a:ext cx="845810" cy="1414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AB_90003_NMNI_X3</a:t>
            </a:r>
          </a:p>
        </p:txBody>
      </p:sp>
      <p:cxnSp>
        <p:nvCxnSpPr>
          <p:cNvPr id="40" name="Connecteur droit 39">
            <a:extLst>
              <a:ext uri="{FF2B5EF4-FFF2-40B4-BE49-F238E27FC236}">
                <a16:creationId xmlns:a16="http://schemas.microsoft.com/office/drawing/2014/main" id="{F4B28437-FFFB-DFCB-81EB-F21EF7E31391}"/>
              </a:ext>
            </a:extLst>
          </p:cNvPr>
          <p:cNvCxnSpPr>
            <a:stCxn id="47" idx="2"/>
            <a:endCxn id="38" idx="0"/>
          </p:cNvCxnSpPr>
          <p:nvPr/>
        </p:nvCxnSpPr>
        <p:spPr bwMode="auto">
          <a:xfrm flipH="1">
            <a:off x="8504902" y="2964378"/>
            <a:ext cx="2" cy="799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Connecteur droit avec flèche 52">
            <a:extLst>
              <a:ext uri="{FF2B5EF4-FFF2-40B4-BE49-F238E27FC236}">
                <a16:creationId xmlns:a16="http://schemas.microsoft.com/office/drawing/2014/main" id="{F61572B8-BFC0-B89B-FC9C-755449DCA7A0}"/>
              </a:ext>
            </a:extLst>
          </p:cNvPr>
          <p:cNvCxnSpPr>
            <a:stCxn id="38" idx="2"/>
            <a:endCxn id="115" idx="0"/>
          </p:cNvCxnSpPr>
          <p:nvPr/>
        </p:nvCxnSpPr>
        <p:spPr bwMode="auto">
          <a:xfrm>
            <a:off x="8504902" y="3185799"/>
            <a:ext cx="4460" cy="13695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157">
            <a:extLst>
              <a:ext uri="{FF2B5EF4-FFF2-40B4-BE49-F238E27FC236}">
                <a16:creationId xmlns:a16="http://schemas.microsoft.com/office/drawing/2014/main" id="{6B4BB6CF-CEB0-F0FD-70D6-7AFDA722239E}"/>
              </a:ext>
            </a:extLst>
          </p:cNvPr>
          <p:cNvSpPr txBox="1">
            <a:spLocks noChangeArrowheads="1"/>
          </p:cNvSpPr>
          <p:nvPr/>
        </p:nvSpPr>
        <p:spPr bwMode="auto">
          <a:xfrm>
            <a:off x="8571619" y="2624653"/>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58" name="Text Box 157">
            <a:extLst>
              <a:ext uri="{FF2B5EF4-FFF2-40B4-BE49-F238E27FC236}">
                <a16:creationId xmlns:a16="http://schemas.microsoft.com/office/drawing/2014/main" id="{200B10A2-1A86-7151-568A-738D8CDD9063}"/>
              </a:ext>
            </a:extLst>
          </p:cNvPr>
          <p:cNvSpPr txBox="1">
            <a:spLocks noChangeArrowheads="1"/>
          </p:cNvSpPr>
          <p:nvPr/>
        </p:nvSpPr>
        <p:spPr bwMode="auto">
          <a:xfrm>
            <a:off x="8749713" y="2890318"/>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Tree>
    <p:extLst>
      <p:ext uri="{BB962C8B-B14F-4D97-AF65-F5344CB8AC3E}">
        <p14:creationId xmlns:p14="http://schemas.microsoft.com/office/powerpoint/2010/main" val="3896181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61AC8C6-62FE-452A-A12B-A9C5EFDC18AE}" type="slidenum">
              <a:rPr lang="fr-FR" smtClean="0"/>
              <a:pPr eaLnBrk="1" hangingPunct="1"/>
              <a:t>11</a:t>
            </a:fld>
            <a:endParaRPr lang="fr-FR"/>
          </a:p>
        </p:txBody>
      </p:sp>
      <p:cxnSp>
        <p:nvCxnSpPr>
          <p:cNvPr id="7174" name="AutoShape 5"/>
          <p:cNvCxnSpPr>
            <a:cxnSpLocks noChangeShapeType="1"/>
            <a:stCxn id="7180" idx="0"/>
            <a:endCxn id="7175" idx="0"/>
          </p:cNvCxnSpPr>
          <p:nvPr/>
        </p:nvCxnSpPr>
        <p:spPr bwMode="auto">
          <a:xfrm flipH="1">
            <a:off x="3732598" y="1907965"/>
            <a:ext cx="1" cy="365323"/>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5" name="Rectangle 6"/>
          <p:cNvSpPr>
            <a:spLocks noChangeArrowheads="1"/>
          </p:cNvSpPr>
          <p:nvPr/>
        </p:nvSpPr>
        <p:spPr bwMode="auto">
          <a:xfrm>
            <a:off x="1925229" y="2273288"/>
            <a:ext cx="3614738" cy="615553"/>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t>ABO MENU SELFCARE</a:t>
            </a:r>
            <a:endParaRPr lang="fr-FR" sz="600"/>
          </a:p>
          <a:p>
            <a:pPr algn="ctr"/>
            <a:r>
              <a:rPr lang="fr-FR" sz="700">
                <a:ea typeface="ＭＳ Ｐゴシック" pitchFamily="-80" charset="-128"/>
              </a:rPr>
              <a:t>Pour payer votre facture, tapez 1</a:t>
            </a:r>
          </a:p>
          <a:p>
            <a:pPr algn="ctr"/>
            <a:r>
              <a:rPr lang="fr-FR" sz="700">
                <a:ea typeface="ＭＳ Ｐゴシック" pitchFamily="-80" charset="-128"/>
              </a:rPr>
              <a:t>Pour débloquer votre mobile suite à la saisie de 3 codes erronés, tapez 2</a:t>
            </a:r>
          </a:p>
          <a:p>
            <a:pPr algn="ctr"/>
            <a:r>
              <a:rPr lang="fr-FR" sz="700">
                <a:ea typeface="ＭＳ Ｐゴシック" pitchFamily="-80" charset="-128"/>
              </a:rPr>
              <a:t> Pour</a:t>
            </a:r>
            <a:r>
              <a:rPr lang="fr-FR" sz="700" b="1">
                <a:ea typeface="ＭＳ Ｐゴシック" pitchFamily="-80" charset="-128"/>
              </a:rPr>
              <a:t> </a:t>
            </a:r>
            <a:r>
              <a:rPr lang="fr-FR" sz="700">
                <a:ea typeface="ＭＳ Ｐゴシック" pitchFamily="-80" charset="-128"/>
              </a:rPr>
              <a:t>activer votre carte SIM, tapez 3</a:t>
            </a:r>
          </a:p>
          <a:p>
            <a:pPr algn="ctr"/>
            <a:r>
              <a:rPr lang="fr-FR" sz="700">
                <a:ea typeface="ＭＳ Ｐゴシック" pitchFamily="-80" charset="-128"/>
              </a:rPr>
              <a:t>Pour suspendre votre ligne suite à une perte ou un vol de votre mobile, tapez 4 </a:t>
            </a:r>
          </a:p>
        </p:txBody>
      </p:sp>
      <p:cxnSp>
        <p:nvCxnSpPr>
          <p:cNvPr id="7176" name="AutoShape 7"/>
          <p:cNvCxnSpPr>
            <a:cxnSpLocks noChangeShapeType="1"/>
            <a:stCxn id="7177" idx="1"/>
            <a:endCxn id="7178" idx="6"/>
          </p:cNvCxnSpPr>
          <p:nvPr/>
        </p:nvCxnSpPr>
        <p:spPr bwMode="auto">
          <a:xfrm rot="10800000" flipV="1">
            <a:off x="1394670" y="3537534"/>
            <a:ext cx="2160129" cy="42920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7" name="AutoShape 10"/>
          <p:cNvSpPr>
            <a:spLocks noChangeArrowheads="1"/>
          </p:cNvSpPr>
          <p:nvPr/>
        </p:nvSpPr>
        <p:spPr bwMode="auto">
          <a:xfrm>
            <a:off x="3554798" y="3441490"/>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7178" name="AutoShape 11"/>
          <p:cNvSpPr>
            <a:spLocks noChangeArrowheads="1"/>
          </p:cNvSpPr>
          <p:nvPr/>
        </p:nvSpPr>
        <p:spPr bwMode="auto">
          <a:xfrm>
            <a:off x="1286719" y="3966742"/>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1</a:t>
            </a:r>
          </a:p>
        </p:txBody>
      </p:sp>
      <p:sp>
        <p:nvSpPr>
          <p:cNvPr id="7179" name="AutoShape 20"/>
          <p:cNvSpPr>
            <a:spLocks noChangeArrowheads="1"/>
          </p:cNvSpPr>
          <p:nvPr/>
        </p:nvSpPr>
        <p:spPr bwMode="auto">
          <a:xfrm>
            <a:off x="7807325" y="3419054"/>
            <a:ext cx="592138" cy="231775"/>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NM NI  &gt; 1</a:t>
            </a:r>
          </a:p>
        </p:txBody>
      </p:sp>
      <p:sp>
        <p:nvSpPr>
          <p:cNvPr id="7180" name="AutoShape 98">
            <a:hlinkClick r:id="rId3" action="ppaction://hlinksldjump"/>
          </p:cNvPr>
          <p:cNvSpPr>
            <a:spLocks noChangeArrowheads="1"/>
          </p:cNvSpPr>
          <p:nvPr/>
        </p:nvSpPr>
        <p:spPr bwMode="auto">
          <a:xfrm rot="10800000">
            <a:off x="3196818" y="1433302"/>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PRINCIPAL</a:t>
            </a:r>
          </a:p>
        </p:txBody>
      </p:sp>
      <p:sp>
        <p:nvSpPr>
          <p:cNvPr id="7181" name="AutoShape 31">
            <a:hlinkClick r:id="" action="ppaction://noaction"/>
          </p:cNvPr>
          <p:cNvSpPr>
            <a:spLocks noChangeArrowheads="1"/>
          </p:cNvSpPr>
          <p:nvPr/>
        </p:nvSpPr>
        <p:spPr bwMode="auto">
          <a:xfrm>
            <a:off x="888256" y="4816054"/>
            <a:ext cx="1012825"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ABO_DCS</a:t>
            </a:r>
          </a:p>
        </p:txBody>
      </p:sp>
      <p:sp>
        <p:nvSpPr>
          <p:cNvPr id="7182" name="AutoShape 103"/>
          <p:cNvSpPr>
            <a:spLocks noChangeArrowheads="1"/>
          </p:cNvSpPr>
          <p:nvPr/>
        </p:nvSpPr>
        <p:spPr bwMode="auto">
          <a:xfrm>
            <a:off x="1013669" y="4438784"/>
            <a:ext cx="762000" cy="21852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11000_DCS</a:t>
            </a:r>
          </a:p>
        </p:txBody>
      </p:sp>
      <p:cxnSp>
        <p:nvCxnSpPr>
          <p:cNvPr id="7183" name="AutoShape 108"/>
          <p:cNvCxnSpPr>
            <a:cxnSpLocks noChangeShapeType="1"/>
            <a:stCxn id="7182" idx="0"/>
            <a:endCxn id="7178" idx="2"/>
          </p:cNvCxnSpPr>
          <p:nvPr/>
        </p:nvCxnSpPr>
        <p:spPr bwMode="auto">
          <a:xfrm flipV="1">
            <a:off x="1394669" y="4142955"/>
            <a:ext cx="0" cy="29582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109"/>
          <p:cNvCxnSpPr>
            <a:cxnSpLocks noChangeShapeType="1"/>
            <a:stCxn id="7182" idx="2"/>
            <a:endCxn id="7181" idx="0"/>
          </p:cNvCxnSpPr>
          <p:nvPr/>
        </p:nvCxnSpPr>
        <p:spPr bwMode="auto">
          <a:xfrm>
            <a:off x="1394669" y="4657305"/>
            <a:ext cx="0" cy="15874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5" name="AutoShape 110"/>
          <p:cNvSpPr>
            <a:spLocks noChangeArrowheads="1"/>
          </p:cNvSpPr>
          <p:nvPr/>
        </p:nvSpPr>
        <p:spPr bwMode="auto">
          <a:xfrm>
            <a:off x="3624648" y="3982827"/>
            <a:ext cx="215900"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2</a:t>
            </a:r>
          </a:p>
        </p:txBody>
      </p:sp>
      <p:cxnSp>
        <p:nvCxnSpPr>
          <p:cNvPr id="7186" name="AutoShape 111"/>
          <p:cNvCxnSpPr>
            <a:cxnSpLocks noChangeShapeType="1"/>
            <a:stCxn id="7187" idx="2"/>
            <a:endCxn id="57" idx="0"/>
          </p:cNvCxnSpPr>
          <p:nvPr/>
        </p:nvCxnSpPr>
        <p:spPr bwMode="auto">
          <a:xfrm>
            <a:off x="3732599" y="5052802"/>
            <a:ext cx="2168" cy="285588"/>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7" name="AutoShape 31">
            <a:hlinkClick r:id="" action="ppaction://noaction"/>
          </p:cNvPr>
          <p:cNvSpPr>
            <a:spLocks noChangeArrowheads="1"/>
          </p:cNvSpPr>
          <p:nvPr/>
        </p:nvSpPr>
        <p:spPr bwMode="auto">
          <a:xfrm>
            <a:off x="3226186" y="4832140"/>
            <a:ext cx="1012825"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ABO_ACS</a:t>
            </a:r>
          </a:p>
        </p:txBody>
      </p:sp>
      <p:sp>
        <p:nvSpPr>
          <p:cNvPr id="7188" name="AutoShape 122"/>
          <p:cNvSpPr>
            <a:spLocks noChangeArrowheads="1"/>
          </p:cNvSpPr>
          <p:nvPr/>
        </p:nvSpPr>
        <p:spPr bwMode="auto">
          <a:xfrm>
            <a:off x="3351598" y="4482891"/>
            <a:ext cx="762000" cy="19050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12000_ACS</a:t>
            </a:r>
          </a:p>
        </p:txBody>
      </p:sp>
      <p:sp>
        <p:nvSpPr>
          <p:cNvPr id="7189" name="AutoShape 129"/>
          <p:cNvSpPr>
            <a:spLocks noChangeArrowheads="1"/>
          </p:cNvSpPr>
          <p:nvPr/>
        </p:nvSpPr>
        <p:spPr bwMode="auto">
          <a:xfrm>
            <a:off x="5938430" y="398282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3</a:t>
            </a:r>
          </a:p>
        </p:txBody>
      </p:sp>
      <p:cxnSp>
        <p:nvCxnSpPr>
          <p:cNvPr id="7190" name="AutoShape 130"/>
          <p:cNvCxnSpPr>
            <a:cxnSpLocks noChangeShapeType="1"/>
            <a:stCxn id="7191" idx="2"/>
            <a:endCxn id="59" idx="0"/>
          </p:cNvCxnSpPr>
          <p:nvPr/>
        </p:nvCxnSpPr>
        <p:spPr bwMode="auto">
          <a:xfrm>
            <a:off x="6046380" y="5052802"/>
            <a:ext cx="0" cy="285588"/>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1" name="AutoShape 31">
            <a:hlinkClick r:id="" action="ppaction://noaction"/>
          </p:cNvPr>
          <p:cNvSpPr>
            <a:spLocks noChangeArrowheads="1"/>
          </p:cNvSpPr>
          <p:nvPr/>
        </p:nvSpPr>
        <p:spPr bwMode="auto">
          <a:xfrm>
            <a:off x="5539967" y="4832139"/>
            <a:ext cx="1012825"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ABO_SDL</a:t>
            </a:r>
          </a:p>
        </p:txBody>
      </p:sp>
      <p:sp>
        <p:nvSpPr>
          <p:cNvPr id="7192" name="AutoShape 141"/>
          <p:cNvSpPr>
            <a:spLocks noChangeArrowheads="1"/>
          </p:cNvSpPr>
          <p:nvPr/>
        </p:nvSpPr>
        <p:spPr bwMode="auto">
          <a:xfrm>
            <a:off x="5665380" y="4438784"/>
            <a:ext cx="762000" cy="23460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13000_SDL</a:t>
            </a:r>
          </a:p>
        </p:txBody>
      </p:sp>
      <p:cxnSp>
        <p:nvCxnSpPr>
          <p:cNvPr id="7193" name="AutoShape 184"/>
          <p:cNvCxnSpPr>
            <a:cxnSpLocks noChangeShapeType="1"/>
            <a:stCxn id="45" idx="0"/>
            <a:endCxn id="7179" idx="2"/>
          </p:cNvCxnSpPr>
          <p:nvPr/>
        </p:nvCxnSpPr>
        <p:spPr bwMode="auto">
          <a:xfrm rot="5400000" flipH="1" flipV="1">
            <a:off x="7748913" y="4004516"/>
            <a:ext cx="708167" cy="79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5" name="AutoShape 187"/>
          <p:cNvCxnSpPr>
            <a:cxnSpLocks noChangeShapeType="1"/>
            <a:stCxn id="7177" idx="3"/>
            <a:endCxn id="7189" idx="6"/>
          </p:cNvCxnSpPr>
          <p:nvPr/>
        </p:nvCxnSpPr>
        <p:spPr bwMode="auto">
          <a:xfrm>
            <a:off x="3910398" y="3537534"/>
            <a:ext cx="2135982" cy="44529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6" name="AutoShape 188"/>
          <p:cNvCxnSpPr>
            <a:cxnSpLocks noChangeShapeType="1"/>
            <a:stCxn id="7175" idx="2"/>
            <a:endCxn id="7177" idx="0"/>
          </p:cNvCxnSpPr>
          <p:nvPr/>
        </p:nvCxnSpPr>
        <p:spPr bwMode="auto">
          <a:xfrm>
            <a:off x="3732598" y="2888841"/>
            <a:ext cx="0" cy="55264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189"/>
          <p:cNvCxnSpPr>
            <a:cxnSpLocks noChangeShapeType="1"/>
            <a:stCxn id="7177" idx="3"/>
            <a:endCxn id="7179" idx="4"/>
          </p:cNvCxnSpPr>
          <p:nvPr/>
        </p:nvCxnSpPr>
        <p:spPr bwMode="auto">
          <a:xfrm flipV="1">
            <a:off x="3910398" y="3534942"/>
            <a:ext cx="3896927" cy="259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8" name="Rectangle 190"/>
          <p:cNvSpPr>
            <a:spLocks noChangeArrowheads="1"/>
          </p:cNvSpPr>
          <p:nvPr/>
        </p:nvSpPr>
        <p:spPr bwMode="auto">
          <a:xfrm>
            <a:off x="6152741" y="2397986"/>
            <a:ext cx="1349375"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cxnSp>
        <p:nvCxnSpPr>
          <p:cNvPr id="7199" name="AutoShape 191"/>
          <p:cNvCxnSpPr>
            <a:cxnSpLocks noChangeShapeType="1"/>
            <a:stCxn id="7179" idx="6"/>
            <a:endCxn id="7198" idx="3"/>
          </p:cNvCxnSpPr>
          <p:nvPr/>
        </p:nvCxnSpPr>
        <p:spPr bwMode="auto">
          <a:xfrm rot="16200000" flipV="1">
            <a:off x="7384554" y="2700214"/>
            <a:ext cx="836402" cy="60127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192"/>
          <p:cNvCxnSpPr>
            <a:cxnSpLocks noChangeShapeType="1"/>
            <a:stCxn id="7198" idx="1"/>
            <a:endCxn id="7175" idx="3"/>
          </p:cNvCxnSpPr>
          <p:nvPr/>
        </p:nvCxnSpPr>
        <p:spPr bwMode="auto">
          <a:xfrm rot="10800000">
            <a:off x="5539967" y="2581066"/>
            <a:ext cx="612774" cy="158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1" name="AutoShape 211"/>
          <p:cNvCxnSpPr>
            <a:cxnSpLocks noChangeShapeType="1"/>
            <a:stCxn id="7181" idx="2"/>
            <a:endCxn id="52" idx="0"/>
          </p:cNvCxnSpPr>
          <p:nvPr/>
        </p:nvCxnSpPr>
        <p:spPr bwMode="auto">
          <a:xfrm rot="5400000">
            <a:off x="1260629" y="5170755"/>
            <a:ext cx="268078" cy="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2" name="AutoShape 215"/>
          <p:cNvCxnSpPr>
            <a:cxnSpLocks noChangeShapeType="1"/>
            <a:stCxn id="7188" idx="2"/>
            <a:endCxn id="7187" idx="0"/>
          </p:cNvCxnSpPr>
          <p:nvPr/>
        </p:nvCxnSpPr>
        <p:spPr bwMode="auto">
          <a:xfrm>
            <a:off x="3732598" y="4673391"/>
            <a:ext cx="1" cy="15874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3" name="AutoShape 216"/>
          <p:cNvCxnSpPr>
            <a:cxnSpLocks noChangeShapeType="1"/>
            <a:stCxn id="7185" idx="2"/>
            <a:endCxn id="7188" idx="0"/>
          </p:cNvCxnSpPr>
          <p:nvPr/>
        </p:nvCxnSpPr>
        <p:spPr bwMode="auto">
          <a:xfrm>
            <a:off x="3732598" y="4159039"/>
            <a:ext cx="0" cy="32385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4" name="AutoShape 217"/>
          <p:cNvCxnSpPr>
            <a:cxnSpLocks noChangeShapeType="1"/>
            <a:stCxn id="7192" idx="2"/>
            <a:endCxn id="7191" idx="0"/>
          </p:cNvCxnSpPr>
          <p:nvPr/>
        </p:nvCxnSpPr>
        <p:spPr bwMode="auto">
          <a:xfrm>
            <a:off x="6046380" y="4673390"/>
            <a:ext cx="0" cy="15874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218"/>
          <p:cNvCxnSpPr>
            <a:cxnSpLocks noChangeShapeType="1"/>
            <a:stCxn id="7189" idx="2"/>
            <a:endCxn id="7192" idx="0"/>
          </p:cNvCxnSpPr>
          <p:nvPr/>
        </p:nvCxnSpPr>
        <p:spPr bwMode="auto">
          <a:xfrm>
            <a:off x="6046380" y="4159040"/>
            <a:ext cx="0" cy="27974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09" name="AutoShape 141"/>
          <p:cNvSpPr>
            <a:spLocks noChangeArrowheads="1"/>
          </p:cNvSpPr>
          <p:nvPr/>
        </p:nvSpPr>
        <p:spPr bwMode="auto">
          <a:xfrm>
            <a:off x="7721600" y="3822279"/>
            <a:ext cx="762000" cy="21590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19002_NMNI_X2</a:t>
            </a:r>
          </a:p>
        </p:txBody>
      </p:sp>
      <p:sp>
        <p:nvSpPr>
          <p:cNvPr id="7210" name="AutoShape 19"/>
          <p:cNvSpPr>
            <a:spLocks noChangeArrowheads="1"/>
          </p:cNvSpPr>
          <p:nvPr/>
        </p:nvSpPr>
        <p:spPr bwMode="auto">
          <a:xfrm>
            <a:off x="8031162" y="5304795"/>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47" name="AutoShape 141"/>
          <p:cNvSpPr>
            <a:spLocks noChangeArrowheads="1"/>
          </p:cNvSpPr>
          <p:nvPr/>
        </p:nvSpPr>
        <p:spPr bwMode="auto">
          <a:xfrm>
            <a:off x="7722394" y="3089649"/>
            <a:ext cx="762000" cy="15159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19001_NMNI</a:t>
            </a:r>
          </a:p>
        </p:txBody>
      </p:sp>
      <p:cxnSp>
        <p:nvCxnSpPr>
          <p:cNvPr id="105" name="AutoShape 211"/>
          <p:cNvCxnSpPr>
            <a:cxnSpLocks noChangeShapeType="1"/>
            <a:stCxn id="7177" idx="2"/>
            <a:endCxn id="7185" idx="6"/>
          </p:cNvCxnSpPr>
          <p:nvPr/>
        </p:nvCxnSpPr>
        <p:spPr bwMode="auto">
          <a:xfrm>
            <a:off x="3732598" y="3633577"/>
            <a:ext cx="0" cy="349250"/>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46" name="Rectangle 2"/>
          <p:cNvSpPr txBox="1">
            <a:spLocks noGrp="1" noChangeArrowheads="1"/>
          </p:cNvSpPr>
          <p:nvPr>
            <p:ph type="title"/>
          </p:nvPr>
        </p:nvSpPr>
        <p:spPr bwMode="auto">
          <a:xfrm>
            <a:off x="2718803" y="31383"/>
            <a:ext cx="4019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i="0" kern="0">
                <a:effectLst>
                  <a:outerShdw blurRad="38100" dist="38100" dir="2700000" algn="tl">
                    <a:srgbClr val="000000">
                      <a:alpha val="43137"/>
                    </a:srgbClr>
                  </a:outerShdw>
                </a:effectLst>
                <a:latin typeface="SFR Thin" panose="020B0203040504020204" pitchFamily="34" charset="0"/>
              </a:rPr>
              <a:t>SELFCARE</a:t>
            </a:r>
          </a:p>
        </p:txBody>
      </p:sp>
      <p:sp>
        <p:nvSpPr>
          <p:cNvPr id="52" name="AutoShape 143"/>
          <p:cNvSpPr>
            <a:spLocks noChangeArrowheads="1"/>
          </p:cNvSpPr>
          <p:nvPr/>
        </p:nvSpPr>
        <p:spPr bwMode="auto">
          <a:xfrm>
            <a:off x="868137" y="5304795"/>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DCS</a:t>
            </a:r>
          </a:p>
          <a:p>
            <a:pPr algn="ctr" eaLnBrk="0" hangingPunct="0"/>
            <a:r>
              <a:rPr lang="fr-FR" sz="600"/>
              <a:t>03 69 18 58 76</a:t>
            </a:r>
            <a:endParaRPr lang="fr-FR" sz="600" b="1">
              <a:solidFill>
                <a:srgbClr val="2C842C"/>
              </a:solidFill>
            </a:endParaRPr>
          </a:p>
        </p:txBody>
      </p:sp>
      <p:sp>
        <p:nvSpPr>
          <p:cNvPr id="57" name="AutoShape 143"/>
          <p:cNvSpPr>
            <a:spLocks noChangeArrowheads="1"/>
          </p:cNvSpPr>
          <p:nvPr/>
        </p:nvSpPr>
        <p:spPr bwMode="auto">
          <a:xfrm>
            <a:off x="3208237" y="5338390"/>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ACS</a:t>
            </a:r>
          </a:p>
          <a:p>
            <a:pPr algn="ctr" eaLnBrk="0" hangingPunct="0"/>
            <a:r>
              <a:rPr lang="fr-FR" sz="600"/>
              <a:t>03 69 18 58 74</a:t>
            </a:r>
            <a:endParaRPr lang="fr-FR" sz="600" b="1">
              <a:solidFill>
                <a:srgbClr val="2C842C"/>
              </a:solidFill>
            </a:endParaRPr>
          </a:p>
        </p:txBody>
      </p:sp>
      <p:sp>
        <p:nvSpPr>
          <p:cNvPr id="59" name="AutoShape 143"/>
          <p:cNvSpPr>
            <a:spLocks noChangeArrowheads="1"/>
          </p:cNvSpPr>
          <p:nvPr/>
        </p:nvSpPr>
        <p:spPr bwMode="auto">
          <a:xfrm>
            <a:off x="5519850" y="5338390"/>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SDL</a:t>
            </a:r>
          </a:p>
          <a:p>
            <a:pPr algn="ctr" eaLnBrk="0" hangingPunct="0"/>
            <a:r>
              <a:rPr lang="fr-FR" sz="600"/>
              <a:t>03 69 18 58 78</a:t>
            </a:r>
            <a:endParaRPr lang="fr-FR" sz="600" b="1">
              <a:solidFill>
                <a:srgbClr val="2C842C"/>
              </a:solidFill>
            </a:endParaRPr>
          </a:p>
        </p:txBody>
      </p:sp>
      <p:sp>
        <p:nvSpPr>
          <p:cNvPr id="43" name="Rectangle 42"/>
          <p:cNvSpPr/>
          <p:nvPr/>
        </p:nvSpPr>
        <p:spPr bwMode="auto">
          <a:xfrm rot="1236537">
            <a:off x="6457376" y="5472757"/>
            <a:ext cx="2437221" cy="463339"/>
          </a:xfrm>
          <a:prstGeom prst="rect">
            <a:avLst/>
          </a:prstGeom>
          <a:solidFill>
            <a:srgbClr val="E5851B"/>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a:ln>
                  <a:noFill/>
                </a:ln>
                <a:solidFill>
                  <a:schemeClr val="tx1"/>
                </a:solidFill>
                <a:effectLst/>
                <a:latin typeface="Arial" charset="0"/>
              </a:rPr>
              <a:t>Transmission du numéro appelant </a:t>
            </a:r>
          </a:p>
          <a:p>
            <a:pPr marL="0" marR="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a:ln>
                  <a:noFill/>
                </a:ln>
                <a:solidFill>
                  <a:schemeClr val="tx1"/>
                </a:solidFill>
                <a:effectLst/>
                <a:latin typeface="Arial" charset="0"/>
              </a:rPr>
              <a:t>plutôt que le numéro qualifié</a:t>
            </a:r>
          </a:p>
        </p:txBody>
      </p:sp>
      <p:sp>
        <p:nvSpPr>
          <p:cNvPr id="45" name="Rectangle 190"/>
          <p:cNvSpPr>
            <a:spLocks noChangeArrowheads="1"/>
          </p:cNvSpPr>
          <p:nvPr/>
        </p:nvSpPr>
        <p:spPr bwMode="auto">
          <a:xfrm>
            <a:off x="7427911" y="4358996"/>
            <a:ext cx="1349375" cy="553998"/>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demande.</a:t>
            </a:r>
          </a:p>
          <a:p>
            <a:pPr algn="ctr" eaLnBrk="0" hangingPunct="0"/>
            <a:r>
              <a:rPr lang="fr-FR" sz="600"/>
              <a:t>SFR vous remercie de votre appel.</a:t>
            </a:r>
          </a:p>
        </p:txBody>
      </p:sp>
      <p:cxnSp>
        <p:nvCxnSpPr>
          <p:cNvPr id="4" name="Connecteur droit 3"/>
          <p:cNvCxnSpPr>
            <a:stCxn id="45" idx="2"/>
            <a:endCxn id="7210" idx="0"/>
          </p:cNvCxnSpPr>
          <p:nvPr/>
        </p:nvCxnSpPr>
        <p:spPr bwMode="auto">
          <a:xfrm>
            <a:off x="8102599" y="4912994"/>
            <a:ext cx="1" cy="3918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98">
            <a:hlinkClick r:id="rId4" action="ppaction://hlinksldjump"/>
            <a:extLst>
              <a:ext uri="{FF2B5EF4-FFF2-40B4-BE49-F238E27FC236}">
                <a16:creationId xmlns:a16="http://schemas.microsoft.com/office/drawing/2014/main" id="{03DADF42-4E0B-4A81-965F-1E01E8D16F82}"/>
              </a:ext>
            </a:extLst>
          </p:cNvPr>
          <p:cNvSpPr>
            <a:spLocks noChangeArrowheads="1"/>
          </p:cNvSpPr>
          <p:nvPr/>
        </p:nvSpPr>
        <p:spPr bwMode="auto">
          <a:xfrm rot="10800000">
            <a:off x="4339841" y="1433302"/>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PREMIUM</a:t>
            </a:r>
          </a:p>
        </p:txBody>
      </p:sp>
      <p:sp>
        <p:nvSpPr>
          <p:cNvPr id="49" name="AutoShape 98">
            <a:hlinkClick r:id="rId5" action="ppaction://hlinksldjump"/>
            <a:extLst>
              <a:ext uri="{FF2B5EF4-FFF2-40B4-BE49-F238E27FC236}">
                <a16:creationId xmlns:a16="http://schemas.microsoft.com/office/drawing/2014/main" id="{5EBBFC53-3212-4577-A8EA-8C2EACC85BFB}"/>
              </a:ext>
            </a:extLst>
          </p:cNvPr>
          <p:cNvSpPr>
            <a:spLocks noChangeArrowheads="1"/>
          </p:cNvSpPr>
          <p:nvPr/>
        </p:nvSpPr>
        <p:spPr bwMode="auto">
          <a:xfrm rot="10800000">
            <a:off x="1938953" y="1433302"/>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RDGU</a:t>
            </a:r>
          </a:p>
        </p:txBody>
      </p:sp>
      <p:cxnSp>
        <p:nvCxnSpPr>
          <p:cNvPr id="3" name="Connecteur : en angle 2">
            <a:extLst>
              <a:ext uri="{FF2B5EF4-FFF2-40B4-BE49-F238E27FC236}">
                <a16:creationId xmlns:a16="http://schemas.microsoft.com/office/drawing/2014/main" id="{8CBDB59A-B2F8-414A-AACB-8753D7DF82DE}"/>
              </a:ext>
            </a:extLst>
          </p:cNvPr>
          <p:cNvCxnSpPr>
            <a:cxnSpLocks/>
            <a:stCxn id="49" idx="0"/>
            <a:endCxn id="7175" idx="0"/>
          </p:cNvCxnSpPr>
          <p:nvPr/>
        </p:nvCxnSpPr>
        <p:spPr bwMode="auto">
          <a:xfrm rot="16200000" flipH="1">
            <a:off x="2921005" y="1461694"/>
            <a:ext cx="365323" cy="125786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 en angle 5">
            <a:extLst>
              <a:ext uri="{FF2B5EF4-FFF2-40B4-BE49-F238E27FC236}">
                <a16:creationId xmlns:a16="http://schemas.microsoft.com/office/drawing/2014/main" id="{CF329C45-90F7-42C9-A4C8-F759F543B635}"/>
              </a:ext>
            </a:extLst>
          </p:cNvPr>
          <p:cNvCxnSpPr>
            <a:stCxn id="48" idx="0"/>
            <a:endCxn id="7175" idx="0"/>
          </p:cNvCxnSpPr>
          <p:nvPr/>
        </p:nvCxnSpPr>
        <p:spPr bwMode="auto">
          <a:xfrm rot="5400000">
            <a:off x="4121449" y="1519114"/>
            <a:ext cx="365323" cy="114302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71943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61AC8C6-62FE-452A-A12B-A9C5EFDC18AE}" type="slidenum">
              <a:rPr lang="fr-FR" smtClean="0"/>
              <a:pPr eaLnBrk="1" hangingPunct="1"/>
              <a:t>12</a:t>
            </a:fld>
            <a:endParaRPr lang="fr-FR"/>
          </a:p>
        </p:txBody>
      </p:sp>
      <p:sp>
        <p:nvSpPr>
          <p:cNvPr id="7175" name="Rectangle 6"/>
          <p:cNvSpPr>
            <a:spLocks noChangeArrowheads="1"/>
          </p:cNvSpPr>
          <p:nvPr/>
        </p:nvSpPr>
        <p:spPr bwMode="auto">
          <a:xfrm>
            <a:off x="1925229" y="2280983"/>
            <a:ext cx="3614738" cy="600164"/>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t>ABO MENU SELFCARE</a:t>
            </a:r>
          </a:p>
          <a:p>
            <a:pPr algn="ctr" eaLnBrk="0" hangingPunct="0"/>
            <a:r>
              <a:rPr lang="fr-FR" sz="600"/>
              <a:t>Pour régler votre facture par carte bancaire, tapez 1</a:t>
            </a:r>
          </a:p>
          <a:p>
            <a:pPr algn="ctr"/>
            <a:r>
              <a:rPr lang="fr-FR" sz="700">
                <a:ea typeface="ＭＳ Ｐゴシック" pitchFamily="-80" charset="-128"/>
              </a:rPr>
              <a:t>Pour débloquer votre mobile suite à la saisie de 3 codes erronés, tapez 2</a:t>
            </a:r>
          </a:p>
          <a:p>
            <a:pPr algn="ctr"/>
            <a:r>
              <a:rPr lang="fr-FR" sz="700">
                <a:ea typeface="ＭＳ Ｐゴシック" pitchFamily="-80" charset="-128"/>
              </a:rPr>
              <a:t> Pour</a:t>
            </a:r>
            <a:r>
              <a:rPr lang="fr-FR" sz="700" b="1">
                <a:ea typeface="ＭＳ Ｐゴシック" pitchFamily="-80" charset="-128"/>
              </a:rPr>
              <a:t> </a:t>
            </a:r>
            <a:r>
              <a:rPr lang="fr-FR" sz="700">
                <a:ea typeface="ＭＳ Ｐゴシック" pitchFamily="-80" charset="-128"/>
              </a:rPr>
              <a:t>activer votre carte SIM, tapez 3</a:t>
            </a:r>
          </a:p>
          <a:p>
            <a:pPr algn="ctr"/>
            <a:r>
              <a:rPr lang="fr-FR" sz="700">
                <a:ea typeface="ＭＳ Ｐゴシック" pitchFamily="-80" charset="-128"/>
              </a:rPr>
              <a:t>Pour suspendre votre ligne suite à une perte ou un vol de votre mobile, tapez 4 </a:t>
            </a:r>
          </a:p>
        </p:txBody>
      </p:sp>
      <p:cxnSp>
        <p:nvCxnSpPr>
          <p:cNvPr id="7176" name="AutoShape 7"/>
          <p:cNvCxnSpPr>
            <a:cxnSpLocks noChangeShapeType="1"/>
            <a:stCxn id="7177" idx="1"/>
            <a:endCxn id="7178" idx="6"/>
          </p:cNvCxnSpPr>
          <p:nvPr/>
        </p:nvCxnSpPr>
        <p:spPr bwMode="auto">
          <a:xfrm rot="10800000" flipV="1">
            <a:off x="630510" y="3537533"/>
            <a:ext cx="2924289" cy="6310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7" name="AutoShape 10"/>
          <p:cNvSpPr>
            <a:spLocks noChangeArrowheads="1"/>
          </p:cNvSpPr>
          <p:nvPr/>
        </p:nvSpPr>
        <p:spPr bwMode="auto">
          <a:xfrm>
            <a:off x="3554798" y="3441490"/>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7178" name="AutoShape 11"/>
          <p:cNvSpPr>
            <a:spLocks noChangeArrowheads="1"/>
          </p:cNvSpPr>
          <p:nvPr/>
        </p:nvSpPr>
        <p:spPr bwMode="auto">
          <a:xfrm>
            <a:off x="522559" y="4168567"/>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1</a:t>
            </a:r>
          </a:p>
        </p:txBody>
      </p:sp>
      <p:sp>
        <p:nvSpPr>
          <p:cNvPr id="7179" name="AutoShape 20"/>
          <p:cNvSpPr>
            <a:spLocks noChangeArrowheads="1"/>
          </p:cNvSpPr>
          <p:nvPr/>
        </p:nvSpPr>
        <p:spPr bwMode="auto">
          <a:xfrm>
            <a:off x="7807325" y="3419054"/>
            <a:ext cx="592138" cy="231775"/>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NM NI  &gt; 1</a:t>
            </a:r>
          </a:p>
        </p:txBody>
      </p:sp>
      <p:sp>
        <p:nvSpPr>
          <p:cNvPr id="7180" name="AutoShape 98">
            <a:hlinkClick r:id="rId3" action="ppaction://hlinksldjump"/>
          </p:cNvPr>
          <p:cNvSpPr>
            <a:spLocks noChangeArrowheads="1"/>
          </p:cNvSpPr>
          <p:nvPr/>
        </p:nvSpPr>
        <p:spPr bwMode="auto">
          <a:xfrm rot="10800000">
            <a:off x="2092654" y="1428249"/>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PRINCIPAL – AB Test</a:t>
            </a:r>
          </a:p>
        </p:txBody>
      </p:sp>
      <p:cxnSp>
        <p:nvCxnSpPr>
          <p:cNvPr id="7183" name="AutoShape 108"/>
          <p:cNvCxnSpPr>
            <a:cxnSpLocks noChangeShapeType="1"/>
            <a:stCxn id="74" idx="0"/>
            <a:endCxn id="7178" idx="2"/>
          </p:cNvCxnSpPr>
          <p:nvPr/>
        </p:nvCxnSpPr>
        <p:spPr bwMode="auto">
          <a:xfrm flipV="1">
            <a:off x="609909" y="4344780"/>
            <a:ext cx="20600" cy="42881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5" name="AutoShape 110"/>
          <p:cNvSpPr>
            <a:spLocks noChangeArrowheads="1"/>
          </p:cNvSpPr>
          <p:nvPr/>
        </p:nvSpPr>
        <p:spPr bwMode="auto">
          <a:xfrm>
            <a:off x="3624648" y="4227655"/>
            <a:ext cx="215900"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3</a:t>
            </a:r>
          </a:p>
        </p:txBody>
      </p:sp>
      <p:cxnSp>
        <p:nvCxnSpPr>
          <p:cNvPr id="7186" name="AutoShape 111"/>
          <p:cNvCxnSpPr>
            <a:cxnSpLocks noChangeShapeType="1"/>
            <a:stCxn id="7187" idx="2"/>
            <a:endCxn id="57" idx="0"/>
          </p:cNvCxnSpPr>
          <p:nvPr/>
        </p:nvCxnSpPr>
        <p:spPr bwMode="auto">
          <a:xfrm>
            <a:off x="3719668" y="5264920"/>
            <a:ext cx="2168" cy="285588"/>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7" name="AutoShape 31">
            <a:hlinkClick r:id="" action="ppaction://noaction"/>
          </p:cNvPr>
          <p:cNvSpPr>
            <a:spLocks noChangeArrowheads="1"/>
          </p:cNvSpPr>
          <p:nvPr/>
        </p:nvSpPr>
        <p:spPr bwMode="auto">
          <a:xfrm>
            <a:off x="3213255" y="5044258"/>
            <a:ext cx="1012825"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ABO_ACS</a:t>
            </a:r>
          </a:p>
        </p:txBody>
      </p:sp>
      <p:sp>
        <p:nvSpPr>
          <p:cNvPr id="7188" name="AutoShape 122"/>
          <p:cNvSpPr>
            <a:spLocks noChangeArrowheads="1"/>
          </p:cNvSpPr>
          <p:nvPr/>
        </p:nvSpPr>
        <p:spPr bwMode="auto">
          <a:xfrm>
            <a:off x="3078947" y="4736252"/>
            <a:ext cx="1288828" cy="14205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a:t>
            </a:r>
            <a:r>
              <a:rPr lang="fr-FR" sz="600" b="1" i="1"/>
              <a:t>CHOIX1/CHOIX2</a:t>
            </a:r>
            <a:r>
              <a:rPr lang="fr-FR" sz="600" b="1"/>
              <a:t>]</a:t>
            </a:r>
            <a:r>
              <a:rPr lang="fr-FR" sz="600" b="1">
                <a:solidFill>
                  <a:srgbClr val="000000"/>
                </a:solidFill>
              </a:rPr>
              <a:t>000</a:t>
            </a:r>
            <a:r>
              <a:rPr kumimoji="0" lang="fr-FR" sz="600" b="1" i="0" u="none" strike="noStrike" kern="1200" cap="none" spc="0" normalizeH="0" baseline="0" noProof="0">
                <a:ln>
                  <a:noFill/>
                </a:ln>
                <a:solidFill>
                  <a:srgbClr val="000000"/>
                </a:solidFill>
                <a:effectLst/>
                <a:uLnTx/>
                <a:uFillTx/>
                <a:latin typeface="Arial" charset="0"/>
                <a:ea typeface="+mn-ea"/>
                <a:cs typeface="+mn-cs"/>
              </a:rPr>
              <a:t>_</a:t>
            </a:r>
            <a:r>
              <a:rPr lang="fr-FR" sz="600" b="1"/>
              <a:t>ACS</a:t>
            </a:r>
          </a:p>
        </p:txBody>
      </p:sp>
      <p:sp>
        <p:nvSpPr>
          <p:cNvPr id="7189" name="AutoShape 129"/>
          <p:cNvSpPr>
            <a:spLocks noChangeArrowheads="1"/>
          </p:cNvSpPr>
          <p:nvPr/>
        </p:nvSpPr>
        <p:spPr bwMode="auto">
          <a:xfrm>
            <a:off x="5957104" y="4273078"/>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4</a:t>
            </a:r>
          </a:p>
        </p:txBody>
      </p:sp>
      <p:cxnSp>
        <p:nvCxnSpPr>
          <p:cNvPr id="7190" name="AutoShape 130"/>
          <p:cNvCxnSpPr>
            <a:cxnSpLocks noChangeShapeType="1"/>
            <a:stCxn id="7191" idx="2"/>
            <a:endCxn id="59" idx="0"/>
          </p:cNvCxnSpPr>
          <p:nvPr/>
        </p:nvCxnSpPr>
        <p:spPr bwMode="auto">
          <a:xfrm>
            <a:off x="6065054" y="5277195"/>
            <a:ext cx="0" cy="285588"/>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1" name="AutoShape 31">
            <a:hlinkClick r:id="" action="ppaction://noaction"/>
          </p:cNvPr>
          <p:cNvSpPr>
            <a:spLocks noChangeArrowheads="1"/>
          </p:cNvSpPr>
          <p:nvPr/>
        </p:nvSpPr>
        <p:spPr bwMode="auto">
          <a:xfrm>
            <a:off x="5558641" y="5056532"/>
            <a:ext cx="1012825"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ABO_SDL</a:t>
            </a:r>
          </a:p>
        </p:txBody>
      </p:sp>
      <p:sp>
        <p:nvSpPr>
          <p:cNvPr id="7192" name="AutoShape 141"/>
          <p:cNvSpPr>
            <a:spLocks noChangeArrowheads="1"/>
          </p:cNvSpPr>
          <p:nvPr/>
        </p:nvSpPr>
        <p:spPr bwMode="auto">
          <a:xfrm>
            <a:off x="5422874" y="4686787"/>
            <a:ext cx="1304142" cy="16427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a:t>
            </a:r>
            <a:r>
              <a:rPr lang="fr-FR" sz="600" b="1" i="1"/>
              <a:t>CHOIX1/CHOIX2</a:t>
            </a:r>
            <a:r>
              <a:rPr lang="fr-FR" sz="600" b="1"/>
              <a:t>]000_SDL</a:t>
            </a:r>
          </a:p>
        </p:txBody>
      </p:sp>
      <p:cxnSp>
        <p:nvCxnSpPr>
          <p:cNvPr id="7193" name="AutoShape 184"/>
          <p:cNvCxnSpPr>
            <a:cxnSpLocks noChangeShapeType="1"/>
            <a:stCxn id="45" idx="0"/>
            <a:endCxn id="7179" idx="2"/>
          </p:cNvCxnSpPr>
          <p:nvPr/>
        </p:nvCxnSpPr>
        <p:spPr bwMode="auto">
          <a:xfrm rot="5400000" flipH="1" flipV="1">
            <a:off x="7748913" y="4004516"/>
            <a:ext cx="708167" cy="79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5" name="AutoShape 187"/>
          <p:cNvCxnSpPr>
            <a:cxnSpLocks noChangeShapeType="1"/>
            <a:stCxn id="7177" idx="3"/>
            <a:endCxn id="7189" idx="6"/>
          </p:cNvCxnSpPr>
          <p:nvPr/>
        </p:nvCxnSpPr>
        <p:spPr bwMode="auto">
          <a:xfrm>
            <a:off x="3910398" y="3537534"/>
            <a:ext cx="2154656" cy="73554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6" name="AutoShape 188"/>
          <p:cNvCxnSpPr>
            <a:cxnSpLocks noChangeShapeType="1"/>
            <a:stCxn id="7175" idx="2"/>
            <a:endCxn id="7177" idx="0"/>
          </p:cNvCxnSpPr>
          <p:nvPr/>
        </p:nvCxnSpPr>
        <p:spPr bwMode="auto">
          <a:xfrm>
            <a:off x="3732598" y="2881147"/>
            <a:ext cx="0" cy="560343"/>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189"/>
          <p:cNvCxnSpPr>
            <a:cxnSpLocks noChangeShapeType="1"/>
            <a:stCxn id="7177" idx="3"/>
            <a:endCxn id="7179" idx="4"/>
          </p:cNvCxnSpPr>
          <p:nvPr/>
        </p:nvCxnSpPr>
        <p:spPr bwMode="auto">
          <a:xfrm flipV="1">
            <a:off x="3910398" y="3534942"/>
            <a:ext cx="3896927" cy="259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8" name="Rectangle 190"/>
          <p:cNvSpPr>
            <a:spLocks noChangeArrowheads="1"/>
          </p:cNvSpPr>
          <p:nvPr/>
        </p:nvSpPr>
        <p:spPr bwMode="auto">
          <a:xfrm>
            <a:off x="6152741" y="2397986"/>
            <a:ext cx="1349375"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cxnSp>
        <p:nvCxnSpPr>
          <p:cNvPr id="7199" name="AutoShape 191"/>
          <p:cNvCxnSpPr>
            <a:cxnSpLocks noChangeShapeType="1"/>
            <a:stCxn id="7179" idx="6"/>
            <a:endCxn id="7198" idx="3"/>
          </p:cNvCxnSpPr>
          <p:nvPr/>
        </p:nvCxnSpPr>
        <p:spPr bwMode="auto">
          <a:xfrm rot="16200000" flipV="1">
            <a:off x="7384554" y="2700214"/>
            <a:ext cx="836402" cy="601278"/>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192"/>
          <p:cNvCxnSpPr>
            <a:cxnSpLocks noChangeShapeType="1"/>
            <a:stCxn id="7198" idx="1"/>
            <a:endCxn id="7175" idx="3"/>
          </p:cNvCxnSpPr>
          <p:nvPr/>
        </p:nvCxnSpPr>
        <p:spPr bwMode="auto">
          <a:xfrm rot="10800000">
            <a:off x="5539967" y="2581066"/>
            <a:ext cx="612774" cy="158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2" name="AutoShape 215"/>
          <p:cNvCxnSpPr>
            <a:cxnSpLocks noChangeShapeType="1"/>
            <a:stCxn id="7188" idx="2"/>
            <a:endCxn id="7187" idx="0"/>
          </p:cNvCxnSpPr>
          <p:nvPr/>
        </p:nvCxnSpPr>
        <p:spPr bwMode="auto">
          <a:xfrm flipH="1">
            <a:off x="3719668" y="4878311"/>
            <a:ext cx="3693" cy="16594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3" name="AutoShape 216"/>
          <p:cNvCxnSpPr>
            <a:cxnSpLocks noChangeShapeType="1"/>
            <a:stCxn id="7185" idx="2"/>
            <a:endCxn id="7188" idx="0"/>
          </p:cNvCxnSpPr>
          <p:nvPr/>
        </p:nvCxnSpPr>
        <p:spPr bwMode="auto">
          <a:xfrm flipH="1">
            <a:off x="3723361" y="4403867"/>
            <a:ext cx="9237" cy="33238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4" name="AutoShape 217"/>
          <p:cNvCxnSpPr>
            <a:cxnSpLocks noChangeShapeType="1"/>
            <a:stCxn id="7192" idx="2"/>
            <a:endCxn id="7191" idx="0"/>
          </p:cNvCxnSpPr>
          <p:nvPr/>
        </p:nvCxnSpPr>
        <p:spPr bwMode="auto">
          <a:xfrm flipH="1">
            <a:off x="6065054" y="4851059"/>
            <a:ext cx="9891" cy="2054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218"/>
          <p:cNvCxnSpPr>
            <a:cxnSpLocks noChangeShapeType="1"/>
            <a:stCxn id="7189" idx="2"/>
            <a:endCxn id="7192" idx="0"/>
          </p:cNvCxnSpPr>
          <p:nvPr/>
        </p:nvCxnSpPr>
        <p:spPr bwMode="auto">
          <a:xfrm>
            <a:off x="6065054" y="4449291"/>
            <a:ext cx="9891" cy="2374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09" name="AutoShape 141"/>
          <p:cNvSpPr>
            <a:spLocks noChangeArrowheads="1"/>
          </p:cNvSpPr>
          <p:nvPr/>
        </p:nvSpPr>
        <p:spPr bwMode="auto">
          <a:xfrm>
            <a:off x="7453597" y="3804999"/>
            <a:ext cx="1405730" cy="23177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AB_19002_NMNI_X2</a:t>
            </a:r>
          </a:p>
        </p:txBody>
      </p:sp>
      <p:sp>
        <p:nvSpPr>
          <p:cNvPr id="7210" name="AutoShape 19"/>
          <p:cNvSpPr>
            <a:spLocks noChangeArrowheads="1"/>
          </p:cNvSpPr>
          <p:nvPr/>
        </p:nvSpPr>
        <p:spPr bwMode="auto">
          <a:xfrm>
            <a:off x="8031162" y="5304795"/>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47" name="AutoShape 141"/>
          <p:cNvSpPr>
            <a:spLocks noChangeArrowheads="1"/>
          </p:cNvSpPr>
          <p:nvPr/>
        </p:nvSpPr>
        <p:spPr bwMode="auto">
          <a:xfrm>
            <a:off x="7427911" y="3108616"/>
            <a:ext cx="1382486" cy="13475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AB_19001_NMNI</a:t>
            </a:r>
          </a:p>
        </p:txBody>
      </p:sp>
      <p:cxnSp>
        <p:nvCxnSpPr>
          <p:cNvPr id="105" name="AutoShape 211"/>
          <p:cNvCxnSpPr>
            <a:cxnSpLocks noChangeShapeType="1"/>
            <a:stCxn id="7177" idx="2"/>
            <a:endCxn id="7185" idx="6"/>
          </p:cNvCxnSpPr>
          <p:nvPr/>
        </p:nvCxnSpPr>
        <p:spPr bwMode="auto">
          <a:xfrm>
            <a:off x="3732598" y="3633577"/>
            <a:ext cx="0" cy="594078"/>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46" name="Rectangle 2"/>
          <p:cNvSpPr txBox="1">
            <a:spLocks noGrp="1" noChangeArrowheads="1"/>
          </p:cNvSpPr>
          <p:nvPr>
            <p:ph type="title"/>
          </p:nvPr>
        </p:nvSpPr>
        <p:spPr bwMode="auto">
          <a:xfrm>
            <a:off x="2718803" y="31383"/>
            <a:ext cx="4019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600" b="1" i="0" kern="0">
                <a:effectLst>
                  <a:outerShdw blurRad="38100" dist="38100" dir="2700000" algn="tl">
                    <a:srgbClr val="000000">
                      <a:alpha val="43137"/>
                    </a:srgbClr>
                  </a:outerShdw>
                </a:effectLst>
                <a:latin typeface="SFR Thin" panose="020B0203040504020204" pitchFamily="34" charset="0"/>
              </a:rPr>
              <a:t>[SELFCARE</a:t>
            </a:r>
            <a:r>
              <a:rPr lang="fr-FR" sz="1400" b="1" i="0" kern="0">
                <a:effectLst>
                  <a:outerShdw blurRad="38100" dist="38100" dir="2700000" algn="tl">
                    <a:srgbClr val="000000">
                      <a:alpha val="43137"/>
                    </a:srgbClr>
                  </a:outerShdw>
                </a:effectLst>
                <a:latin typeface="SFR Thin" panose="020B0203040504020204" pitchFamily="34" charset="0"/>
              </a:rPr>
              <a:t>] – AB Test</a:t>
            </a:r>
          </a:p>
        </p:txBody>
      </p:sp>
      <p:sp>
        <p:nvSpPr>
          <p:cNvPr id="57" name="AutoShape 143"/>
          <p:cNvSpPr>
            <a:spLocks noChangeArrowheads="1"/>
          </p:cNvSpPr>
          <p:nvPr/>
        </p:nvSpPr>
        <p:spPr bwMode="auto">
          <a:xfrm>
            <a:off x="3195306" y="5550508"/>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ACS</a:t>
            </a:r>
          </a:p>
          <a:p>
            <a:pPr algn="ctr" eaLnBrk="0" hangingPunct="0"/>
            <a:r>
              <a:rPr lang="fr-FR" sz="600"/>
              <a:t>03 69 18 58 74</a:t>
            </a:r>
            <a:endParaRPr lang="fr-FR" sz="600" b="1">
              <a:solidFill>
                <a:srgbClr val="2C842C"/>
              </a:solidFill>
            </a:endParaRPr>
          </a:p>
        </p:txBody>
      </p:sp>
      <p:sp>
        <p:nvSpPr>
          <p:cNvPr id="59" name="AutoShape 143"/>
          <p:cNvSpPr>
            <a:spLocks noChangeArrowheads="1"/>
          </p:cNvSpPr>
          <p:nvPr/>
        </p:nvSpPr>
        <p:spPr bwMode="auto">
          <a:xfrm>
            <a:off x="5538524" y="5562783"/>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SDL</a:t>
            </a:r>
          </a:p>
          <a:p>
            <a:pPr algn="ctr" eaLnBrk="0" hangingPunct="0"/>
            <a:r>
              <a:rPr lang="fr-FR" sz="600"/>
              <a:t>03 69 18 58 78</a:t>
            </a:r>
            <a:endParaRPr lang="fr-FR" sz="600" b="1">
              <a:solidFill>
                <a:srgbClr val="2C842C"/>
              </a:solidFill>
            </a:endParaRPr>
          </a:p>
        </p:txBody>
      </p:sp>
      <p:sp>
        <p:nvSpPr>
          <p:cNvPr id="43" name="Rectangle 42"/>
          <p:cNvSpPr/>
          <p:nvPr/>
        </p:nvSpPr>
        <p:spPr bwMode="auto">
          <a:xfrm rot="1236537">
            <a:off x="6666581" y="5502785"/>
            <a:ext cx="2437221" cy="463339"/>
          </a:xfrm>
          <a:prstGeom prst="rect">
            <a:avLst/>
          </a:prstGeom>
          <a:solidFill>
            <a:srgbClr val="E5851B"/>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a:ln>
                  <a:noFill/>
                </a:ln>
                <a:solidFill>
                  <a:schemeClr val="tx1"/>
                </a:solidFill>
                <a:effectLst/>
                <a:latin typeface="Arial" charset="0"/>
              </a:rPr>
              <a:t>Transmission du numéro appelant </a:t>
            </a:r>
          </a:p>
          <a:p>
            <a:pPr marL="0" marR="0" indent="0" algn="l" defTabSz="914400" rtl="0" eaLnBrk="1" fontAlgn="base" latinLnBrk="0" hangingPunct="1">
              <a:lnSpc>
                <a:spcPct val="100000"/>
              </a:lnSpc>
              <a:spcBef>
                <a:spcPct val="0"/>
              </a:spcBef>
              <a:spcAft>
                <a:spcPct val="0"/>
              </a:spcAft>
              <a:buClrTx/>
              <a:buSzTx/>
              <a:buFontTx/>
              <a:buNone/>
              <a:tabLst/>
            </a:pPr>
            <a:r>
              <a:rPr kumimoji="0" lang="fr-FR" sz="1200" b="0" i="0" u="none" strike="noStrike" cap="none" normalizeH="0" baseline="0">
                <a:ln>
                  <a:noFill/>
                </a:ln>
                <a:solidFill>
                  <a:schemeClr val="tx1"/>
                </a:solidFill>
                <a:effectLst/>
                <a:latin typeface="Arial" charset="0"/>
              </a:rPr>
              <a:t>plutôt que le numéro qualifié</a:t>
            </a:r>
          </a:p>
        </p:txBody>
      </p:sp>
      <p:sp>
        <p:nvSpPr>
          <p:cNvPr id="45" name="Rectangle 190"/>
          <p:cNvSpPr>
            <a:spLocks noChangeArrowheads="1"/>
          </p:cNvSpPr>
          <p:nvPr/>
        </p:nvSpPr>
        <p:spPr bwMode="auto">
          <a:xfrm>
            <a:off x="7427911" y="4358996"/>
            <a:ext cx="1349375" cy="553998"/>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SAISIE BIS</a:t>
            </a:r>
          </a:p>
          <a:p>
            <a:pPr algn="ctr" eaLnBrk="0" hangingPunct="0"/>
            <a:r>
              <a:rPr lang="fr-FR" sz="600"/>
              <a:t>Désolé nous n’avons pas compris votre demande.</a:t>
            </a:r>
          </a:p>
          <a:p>
            <a:pPr algn="ctr" eaLnBrk="0" hangingPunct="0"/>
            <a:r>
              <a:rPr lang="fr-FR" sz="600"/>
              <a:t>SFR vous remercie de votre appel.</a:t>
            </a:r>
          </a:p>
        </p:txBody>
      </p:sp>
      <p:cxnSp>
        <p:nvCxnSpPr>
          <p:cNvPr id="4" name="Connecteur droit 3"/>
          <p:cNvCxnSpPr>
            <a:stCxn id="45" idx="2"/>
            <a:endCxn id="7210" idx="0"/>
          </p:cNvCxnSpPr>
          <p:nvPr/>
        </p:nvCxnSpPr>
        <p:spPr bwMode="auto">
          <a:xfrm>
            <a:off x="8102599" y="4912994"/>
            <a:ext cx="1" cy="3918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AutoShape 98">
            <a:hlinkClick r:id="rId4" action="ppaction://hlinksldjump"/>
            <a:extLst>
              <a:ext uri="{FF2B5EF4-FFF2-40B4-BE49-F238E27FC236}">
                <a16:creationId xmlns:a16="http://schemas.microsoft.com/office/drawing/2014/main" id="{03DADF42-4E0B-4A81-965F-1E01E8D16F82}"/>
              </a:ext>
            </a:extLst>
          </p:cNvPr>
          <p:cNvSpPr>
            <a:spLocks noChangeArrowheads="1"/>
          </p:cNvSpPr>
          <p:nvPr/>
        </p:nvSpPr>
        <p:spPr bwMode="auto">
          <a:xfrm rot="10800000">
            <a:off x="4339841" y="1433302"/>
            <a:ext cx="1071562" cy="474663"/>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PREMIUM – AB Test</a:t>
            </a:r>
          </a:p>
        </p:txBody>
      </p:sp>
      <p:cxnSp>
        <p:nvCxnSpPr>
          <p:cNvPr id="6" name="Connecteur : en angle 5">
            <a:extLst>
              <a:ext uri="{FF2B5EF4-FFF2-40B4-BE49-F238E27FC236}">
                <a16:creationId xmlns:a16="http://schemas.microsoft.com/office/drawing/2014/main" id="{CF329C45-90F7-42C9-A4C8-F759F543B635}"/>
              </a:ext>
            </a:extLst>
          </p:cNvPr>
          <p:cNvCxnSpPr>
            <a:cxnSpLocks/>
            <a:stCxn id="48" idx="0"/>
            <a:endCxn id="7175" idx="0"/>
          </p:cNvCxnSpPr>
          <p:nvPr/>
        </p:nvCxnSpPr>
        <p:spPr bwMode="auto">
          <a:xfrm rot="5400000">
            <a:off x="4117601" y="1522962"/>
            <a:ext cx="373018" cy="114302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AutoShape 52">
            <a:extLst>
              <a:ext uri="{FF2B5EF4-FFF2-40B4-BE49-F238E27FC236}">
                <a16:creationId xmlns:a16="http://schemas.microsoft.com/office/drawing/2014/main" id="{C150733E-D348-4EE1-9735-57D747657C41}"/>
              </a:ext>
            </a:extLst>
          </p:cNvPr>
          <p:cNvSpPr>
            <a:spLocks noChangeArrowheads="1"/>
          </p:cNvSpPr>
          <p:nvPr/>
        </p:nvSpPr>
        <p:spPr bwMode="auto">
          <a:xfrm>
            <a:off x="399256" y="364344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5" name="AutoShape 52">
            <a:extLst>
              <a:ext uri="{FF2B5EF4-FFF2-40B4-BE49-F238E27FC236}">
                <a16:creationId xmlns:a16="http://schemas.microsoft.com/office/drawing/2014/main" id="{55695A1D-E639-41EC-AB74-EADBAC660A21}"/>
              </a:ext>
            </a:extLst>
          </p:cNvPr>
          <p:cNvSpPr>
            <a:spLocks noChangeArrowheads="1"/>
          </p:cNvSpPr>
          <p:nvPr/>
        </p:nvSpPr>
        <p:spPr bwMode="auto">
          <a:xfrm>
            <a:off x="3452839" y="374853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58" name="AutoShape 52">
            <a:extLst>
              <a:ext uri="{FF2B5EF4-FFF2-40B4-BE49-F238E27FC236}">
                <a16:creationId xmlns:a16="http://schemas.microsoft.com/office/drawing/2014/main" id="{C03A790E-240B-4036-B4F8-C7E57CFAF77B}"/>
              </a:ext>
            </a:extLst>
          </p:cNvPr>
          <p:cNvSpPr>
            <a:spLocks noChangeArrowheads="1"/>
          </p:cNvSpPr>
          <p:nvPr/>
        </p:nvSpPr>
        <p:spPr bwMode="auto">
          <a:xfrm>
            <a:off x="5813802" y="3738253"/>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1" name="AutoShape 110">
            <a:extLst>
              <a:ext uri="{FF2B5EF4-FFF2-40B4-BE49-F238E27FC236}">
                <a16:creationId xmlns:a16="http://schemas.microsoft.com/office/drawing/2014/main" id="{F0F39F1D-E020-41DC-B2B9-3E37DC80381A}"/>
              </a:ext>
            </a:extLst>
          </p:cNvPr>
          <p:cNvSpPr>
            <a:spLocks noChangeArrowheads="1"/>
          </p:cNvSpPr>
          <p:nvPr/>
        </p:nvSpPr>
        <p:spPr bwMode="auto">
          <a:xfrm>
            <a:off x="2063742" y="4227655"/>
            <a:ext cx="215900" cy="1762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2</a:t>
            </a:r>
          </a:p>
        </p:txBody>
      </p:sp>
      <p:cxnSp>
        <p:nvCxnSpPr>
          <p:cNvPr id="66" name="AutoShape 216">
            <a:extLst>
              <a:ext uri="{FF2B5EF4-FFF2-40B4-BE49-F238E27FC236}">
                <a16:creationId xmlns:a16="http://schemas.microsoft.com/office/drawing/2014/main" id="{267B787A-DF2B-4023-94C7-CBE54D870F95}"/>
              </a:ext>
            </a:extLst>
          </p:cNvPr>
          <p:cNvCxnSpPr>
            <a:cxnSpLocks noChangeShapeType="1"/>
            <a:stCxn id="61" idx="2"/>
            <a:endCxn id="70" idx="0"/>
          </p:cNvCxnSpPr>
          <p:nvPr/>
        </p:nvCxnSpPr>
        <p:spPr bwMode="auto">
          <a:xfrm>
            <a:off x="2171692" y="4403867"/>
            <a:ext cx="1287" cy="15617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 en angle 10">
            <a:extLst>
              <a:ext uri="{FF2B5EF4-FFF2-40B4-BE49-F238E27FC236}">
                <a16:creationId xmlns:a16="http://schemas.microsoft.com/office/drawing/2014/main" id="{32C497F4-0650-423E-9281-0BA388EC6D24}"/>
              </a:ext>
            </a:extLst>
          </p:cNvPr>
          <p:cNvCxnSpPr>
            <a:stCxn id="7177" idx="1"/>
            <a:endCxn id="61" idx="6"/>
          </p:cNvCxnSpPr>
          <p:nvPr/>
        </p:nvCxnSpPr>
        <p:spPr bwMode="auto">
          <a:xfrm rot="10800000" flipV="1">
            <a:off x="2171692" y="3537533"/>
            <a:ext cx="1383106" cy="69012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AutoShape 52">
            <a:extLst>
              <a:ext uri="{FF2B5EF4-FFF2-40B4-BE49-F238E27FC236}">
                <a16:creationId xmlns:a16="http://schemas.microsoft.com/office/drawing/2014/main" id="{516E2822-22BA-4720-94BB-479CB551042B}"/>
              </a:ext>
            </a:extLst>
          </p:cNvPr>
          <p:cNvSpPr>
            <a:spLocks noChangeArrowheads="1"/>
          </p:cNvSpPr>
          <p:nvPr/>
        </p:nvSpPr>
        <p:spPr bwMode="auto">
          <a:xfrm>
            <a:off x="1887669" y="3718830"/>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9" name="AutoShape 31">
            <a:hlinkClick r:id="" action="ppaction://noaction"/>
            <a:extLst>
              <a:ext uri="{FF2B5EF4-FFF2-40B4-BE49-F238E27FC236}">
                <a16:creationId xmlns:a16="http://schemas.microsoft.com/office/drawing/2014/main" id="{127646FB-6D14-4EF5-A2B5-FB3E36B537EA}"/>
              </a:ext>
            </a:extLst>
          </p:cNvPr>
          <p:cNvSpPr>
            <a:spLocks noChangeArrowheads="1"/>
          </p:cNvSpPr>
          <p:nvPr/>
        </p:nvSpPr>
        <p:spPr bwMode="auto">
          <a:xfrm>
            <a:off x="1639446" y="5129784"/>
            <a:ext cx="1012825"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ABO_DCS</a:t>
            </a:r>
          </a:p>
        </p:txBody>
      </p:sp>
      <p:sp>
        <p:nvSpPr>
          <p:cNvPr id="70" name="AutoShape 103">
            <a:extLst>
              <a:ext uri="{FF2B5EF4-FFF2-40B4-BE49-F238E27FC236}">
                <a16:creationId xmlns:a16="http://schemas.microsoft.com/office/drawing/2014/main" id="{9E6E04F3-2989-4259-9963-2A26CD503B99}"/>
              </a:ext>
            </a:extLst>
          </p:cNvPr>
          <p:cNvSpPr>
            <a:spLocks noChangeArrowheads="1"/>
          </p:cNvSpPr>
          <p:nvPr/>
        </p:nvSpPr>
        <p:spPr bwMode="auto">
          <a:xfrm>
            <a:off x="1521641" y="4560040"/>
            <a:ext cx="1302675" cy="17621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a:t>
            </a:r>
            <a:r>
              <a:rPr lang="fr-FR" sz="600" b="1" i="1"/>
              <a:t>CHOIX1/CHOIX2</a:t>
            </a:r>
            <a:r>
              <a:rPr lang="fr-FR" sz="600" b="1"/>
              <a:t>]000_DCS</a:t>
            </a:r>
          </a:p>
        </p:txBody>
      </p:sp>
      <p:cxnSp>
        <p:nvCxnSpPr>
          <p:cNvPr id="71" name="AutoShape 109">
            <a:extLst>
              <a:ext uri="{FF2B5EF4-FFF2-40B4-BE49-F238E27FC236}">
                <a16:creationId xmlns:a16="http://schemas.microsoft.com/office/drawing/2014/main" id="{7643A609-5389-45C2-B94E-1135066A2782}"/>
              </a:ext>
            </a:extLst>
          </p:cNvPr>
          <p:cNvCxnSpPr>
            <a:cxnSpLocks noChangeShapeType="1"/>
            <a:stCxn id="70" idx="2"/>
            <a:endCxn id="69" idx="0"/>
          </p:cNvCxnSpPr>
          <p:nvPr/>
        </p:nvCxnSpPr>
        <p:spPr bwMode="auto">
          <a:xfrm flipH="1">
            <a:off x="2145859" y="4736252"/>
            <a:ext cx="27120" cy="3935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AutoShape 211">
            <a:extLst>
              <a:ext uri="{FF2B5EF4-FFF2-40B4-BE49-F238E27FC236}">
                <a16:creationId xmlns:a16="http://schemas.microsoft.com/office/drawing/2014/main" id="{E7461464-327D-468A-AC68-E0D7F123E1E3}"/>
              </a:ext>
            </a:extLst>
          </p:cNvPr>
          <p:cNvCxnSpPr>
            <a:cxnSpLocks noChangeShapeType="1"/>
            <a:stCxn id="69" idx="2"/>
            <a:endCxn id="73" idx="0"/>
          </p:cNvCxnSpPr>
          <p:nvPr/>
        </p:nvCxnSpPr>
        <p:spPr bwMode="auto">
          <a:xfrm rot="5400000">
            <a:off x="2011819" y="5484485"/>
            <a:ext cx="268078" cy="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AutoShape 143">
            <a:extLst>
              <a:ext uri="{FF2B5EF4-FFF2-40B4-BE49-F238E27FC236}">
                <a16:creationId xmlns:a16="http://schemas.microsoft.com/office/drawing/2014/main" id="{99618666-325C-4E91-BA88-0D8F6AF86EF3}"/>
              </a:ext>
            </a:extLst>
          </p:cNvPr>
          <p:cNvSpPr>
            <a:spLocks noChangeArrowheads="1"/>
          </p:cNvSpPr>
          <p:nvPr/>
        </p:nvSpPr>
        <p:spPr bwMode="auto">
          <a:xfrm>
            <a:off x="1619327" y="5618525"/>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DCS</a:t>
            </a:r>
          </a:p>
          <a:p>
            <a:pPr algn="ctr" eaLnBrk="0" hangingPunct="0"/>
            <a:r>
              <a:rPr lang="fr-FR" sz="600"/>
              <a:t>03 69 18 58 76</a:t>
            </a:r>
            <a:endParaRPr lang="fr-FR" sz="600" b="1">
              <a:solidFill>
                <a:srgbClr val="2C842C"/>
              </a:solidFill>
            </a:endParaRPr>
          </a:p>
        </p:txBody>
      </p:sp>
      <p:sp>
        <p:nvSpPr>
          <p:cNvPr id="74" name="AutoShape 286">
            <a:extLst>
              <a:ext uri="{FF2B5EF4-FFF2-40B4-BE49-F238E27FC236}">
                <a16:creationId xmlns:a16="http://schemas.microsoft.com/office/drawing/2014/main" id="{D283A69D-2A1C-4467-B67C-B7134FFB0CEF}"/>
              </a:ext>
            </a:extLst>
          </p:cNvPr>
          <p:cNvSpPr>
            <a:spLocks noChangeArrowheads="1"/>
          </p:cNvSpPr>
          <p:nvPr/>
        </p:nvSpPr>
        <p:spPr bwMode="auto">
          <a:xfrm>
            <a:off x="-31321" y="4773599"/>
            <a:ext cx="1282459" cy="17621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AB_[</a:t>
            </a:r>
            <a:r>
              <a:rPr lang="fr-FR" sz="600" b="1" i="1"/>
              <a:t>CHOIX1/CHOIX2</a:t>
            </a:r>
            <a:r>
              <a:rPr lang="fr-FR" sz="600" b="1"/>
              <a:t>]000_PCB</a:t>
            </a:r>
          </a:p>
        </p:txBody>
      </p:sp>
      <p:sp>
        <p:nvSpPr>
          <p:cNvPr id="75" name="AutoShape 31">
            <a:hlinkClick r:id="" action="ppaction://noaction"/>
            <a:extLst>
              <a:ext uri="{FF2B5EF4-FFF2-40B4-BE49-F238E27FC236}">
                <a16:creationId xmlns:a16="http://schemas.microsoft.com/office/drawing/2014/main" id="{1ACDE66D-E9DD-43EC-B38F-1DC52F0E0413}"/>
              </a:ext>
            </a:extLst>
          </p:cNvPr>
          <p:cNvSpPr>
            <a:spLocks noChangeArrowheads="1"/>
          </p:cNvSpPr>
          <p:nvPr/>
        </p:nvSpPr>
        <p:spPr bwMode="auto">
          <a:xfrm>
            <a:off x="67778" y="5098492"/>
            <a:ext cx="1084263"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00B050"/>
                </a:solidFill>
              </a:rPr>
              <a:t>ABO_PCB</a:t>
            </a:r>
          </a:p>
        </p:txBody>
      </p:sp>
      <p:sp>
        <p:nvSpPr>
          <p:cNvPr id="76" name="AutoShape 143">
            <a:extLst>
              <a:ext uri="{FF2B5EF4-FFF2-40B4-BE49-F238E27FC236}">
                <a16:creationId xmlns:a16="http://schemas.microsoft.com/office/drawing/2014/main" id="{BA578589-C657-4309-8C4F-5B5B37175F70}"/>
              </a:ext>
            </a:extLst>
          </p:cNvPr>
          <p:cNvSpPr>
            <a:spLocks noChangeArrowheads="1"/>
          </p:cNvSpPr>
          <p:nvPr/>
        </p:nvSpPr>
        <p:spPr bwMode="auto">
          <a:xfrm>
            <a:off x="131160" y="5604092"/>
            <a:ext cx="957498"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2C842C"/>
                </a:solidFill>
              </a:rPr>
              <a:t>PCB</a:t>
            </a:r>
          </a:p>
          <a:p>
            <a:pPr algn="ctr" eaLnBrk="0" hangingPunct="0"/>
            <a:r>
              <a:rPr lang="fr-FR" sz="600">
                <a:solidFill>
                  <a:srgbClr val="000000"/>
                </a:solidFill>
              </a:rPr>
              <a:t>03 69 18 58 75</a:t>
            </a:r>
            <a:endParaRPr lang="fr-FR" sz="600" b="1">
              <a:solidFill>
                <a:srgbClr val="2C842C"/>
              </a:solidFill>
            </a:endParaRPr>
          </a:p>
        </p:txBody>
      </p:sp>
      <p:sp>
        <p:nvSpPr>
          <p:cNvPr id="2" name="Flèche : courbe vers le bas 1">
            <a:extLst>
              <a:ext uri="{FF2B5EF4-FFF2-40B4-BE49-F238E27FC236}">
                <a16:creationId xmlns:a16="http://schemas.microsoft.com/office/drawing/2014/main" id="{DEB1BED7-133C-45FB-AA3B-07C236D596F6}"/>
              </a:ext>
            </a:extLst>
          </p:cNvPr>
          <p:cNvSpPr/>
          <p:nvPr/>
        </p:nvSpPr>
        <p:spPr bwMode="auto">
          <a:xfrm>
            <a:off x="685800" y="2986414"/>
            <a:ext cx="1499151" cy="342220"/>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64" name="Flèche : courbe vers le bas 63">
            <a:extLst>
              <a:ext uri="{FF2B5EF4-FFF2-40B4-BE49-F238E27FC236}">
                <a16:creationId xmlns:a16="http://schemas.microsoft.com/office/drawing/2014/main" id="{EC59B903-6251-4358-BAA2-F3182CCB96C5}"/>
              </a:ext>
            </a:extLst>
          </p:cNvPr>
          <p:cNvSpPr/>
          <p:nvPr/>
        </p:nvSpPr>
        <p:spPr bwMode="auto">
          <a:xfrm>
            <a:off x="2217824" y="3024830"/>
            <a:ext cx="1390301" cy="25117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65" name="Flèche : courbe vers le bas 64">
            <a:extLst>
              <a:ext uri="{FF2B5EF4-FFF2-40B4-BE49-F238E27FC236}">
                <a16:creationId xmlns:a16="http://schemas.microsoft.com/office/drawing/2014/main" id="{B66AD4A1-8A0D-4BB3-A77C-1C6A35A531BF}"/>
              </a:ext>
            </a:extLst>
          </p:cNvPr>
          <p:cNvSpPr/>
          <p:nvPr/>
        </p:nvSpPr>
        <p:spPr bwMode="auto">
          <a:xfrm>
            <a:off x="3947305" y="3141248"/>
            <a:ext cx="2131637" cy="217481"/>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78" name="Flèche : courbe vers le bas 77">
            <a:extLst>
              <a:ext uri="{FF2B5EF4-FFF2-40B4-BE49-F238E27FC236}">
                <a16:creationId xmlns:a16="http://schemas.microsoft.com/office/drawing/2014/main" id="{0F44EA36-332B-48B5-A9F6-9476834ED5C5}"/>
              </a:ext>
            </a:extLst>
          </p:cNvPr>
          <p:cNvSpPr/>
          <p:nvPr/>
        </p:nvSpPr>
        <p:spPr bwMode="auto">
          <a:xfrm flipH="1" flipV="1">
            <a:off x="4067735" y="3323058"/>
            <a:ext cx="1778618" cy="175475"/>
          </a:xfrm>
          <a:prstGeom prst="curvedDownArrow">
            <a:avLst>
              <a:gd name="adj1" fmla="val 25000"/>
              <a:gd name="adj2" fmla="val 50000"/>
              <a:gd name="adj3" fmla="val 1696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79" name="Flèche : courbe vers le bas 78">
            <a:extLst>
              <a:ext uri="{FF2B5EF4-FFF2-40B4-BE49-F238E27FC236}">
                <a16:creationId xmlns:a16="http://schemas.microsoft.com/office/drawing/2014/main" id="{42608BE0-2FD3-4CBA-A2F4-234C5339E521}"/>
              </a:ext>
            </a:extLst>
          </p:cNvPr>
          <p:cNvSpPr/>
          <p:nvPr/>
        </p:nvSpPr>
        <p:spPr bwMode="auto">
          <a:xfrm flipH="1" flipV="1">
            <a:off x="806449" y="3320467"/>
            <a:ext cx="1200711" cy="20139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80" name="Flèche : courbe vers le bas 79">
            <a:extLst>
              <a:ext uri="{FF2B5EF4-FFF2-40B4-BE49-F238E27FC236}">
                <a16:creationId xmlns:a16="http://schemas.microsoft.com/office/drawing/2014/main" id="{AD294132-0800-45F4-945C-BDC39E1C6427}"/>
              </a:ext>
            </a:extLst>
          </p:cNvPr>
          <p:cNvSpPr/>
          <p:nvPr/>
        </p:nvSpPr>
        <p:spPr bwMode="auto">
          <a:xfrm flipH="1" flipV="1">
            <a:off x="2225150" y="3304611"/>
            <a:ext cx="1360823" cy="222405"/>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grpSp>
        <p:nvGrpSpPr>
          <p:cNvPr id="8" name="Groupe 7">
            <a:extLst>
              <a:ext uri="{FF2B5EF4-FFF2-40B4-BE49-F238E27FC236}">
                <a16:creationId xmlns:a16="http://schemas.microsoft.com/office/drawing/2014/main" id="{4A1EA378-1D28-4D1C-B362-81B2A13711D4}"/>
              </a:ext>
            </a:extLst>
          </p:cNvPr>
          <p:cNvGrpSpPr/>
          <p:nvPr/>
        </p:nvGrpSpPr>
        <p:grpSpPr>
          <a:xfrm>
            <a:off x="6560256" y="769204"/>
            <a:ext cx="534343" cy="269918"/>
            <a:chOff x="6641157" y="920420"/>
            <a:chExt cx="608169" cy="388620"/>
          </a:xfrm>
        </p:grpSpPr>
        <p:sp>
          <p:nvSpPr>
            <p:cNvPr id="81" name="Flèche : courbe vers le bas 80">
              <a:extLst>
                <a:ext uri="{FF2B5EF4-FFF2-40B4-BE49-F238E27FC236}">
                  <a16:creationId xmlns:a16="http://schemas.microsoft.com/office/drawing/2014/main" id="{D030BC5A-3A80-4A45-8858-8BDF1EFECFDE}"/>
                </a:ext>
              </a:extLst>
            </p:cNvPr>
            <p:cNvSpPr/>
            <p:nvPr/>
          </p:nvSpPr>
          <p:spPr bwMode="auto">
            <a:xfrm>
              <a:off x="6654020" y="920420"/>
              <a:ext cx="595306" cy="169896"/>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82" name="Flèche : courbe vers le bas 81">
              <a:extLst>
                <a:ext uri="{FF2B5EF4-FFF2-40B4-BE49-F238E27FC236}">
                  <a16:creationId xmlns:a16="http://schemas.microsoft.com/office/drawing/2014/main" id="{6FA1D223-EF76-4B4E-BE23-0BB32C57D290}"/>
                </a:ext>
              </a:extLst>
            </p:cNvPr>
            <p:cNvSpPr/>
            <p:nvPr/>
          </p:nvSpPr>
          <p:spPr bwMode="auto">
            <a:xfrm flipH="1" flipV="1">
              <a:off x="6641157" y="1132793"/>
              <a:ext cx="583566" cy="176247"/>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grpSp>
      <p:sp>
        <p:nvSpPr>
          <p:cNvPr id="9" name="ZoneTexte 8">
            <a:extLst>
              <a:ext uri="{FF2B5EF4-FFF2-40B4-BE49-F238E27FC236}">
                <a16:creationId xmlns:a16="http://schemas.microsoft.com/office/drawing/2014/main" id="{191D17FC-7BF9-40EC-939F-D205F6016590}"/>
              </a:ext>
            </a:extLst>
          </p:cNvPr>
          <p:cNvSpPr txBox="1"/>
          <p:nvPr/>
        </p:nvSpPr>
        <p:spPr>
          <a:xfrm>
            <a:off x="7162799" y="706612"/>
            <a:ext cx="1908661" cy="338554"/>
          </a:xfrm>
          <a:prstGeom prst="rect">
            <a:avLst/>
          </a:prstGeom>
          <a:noFill/>
        </p:spPr>
        <p:txBody>
          <a:bodyPr wrap="square" rtlCol="0">
            <a:spAutoFit/>
          </a:bodyPr>
          <a:lstStyle/>
          <a:p>
            <a:r>
              <a:rPr lang="fr-FR" sz="800"/>
              <a:t>Les menus peuvent changer de place grâce aux paramétrages IRIS</a:t>
            </a:r>
          </a:p>
        </p:txBody>
      </p:sp>
      <p:cxnSp>
        <p:nvCxnSpPr>
          <p:cNvPr id="7" name="Connecteur : en angle 6">
            <a:extLst>
              <a:ext uri="{FF2B5EF4-FFF2-40B4-BE49-F238E27FC236}">
                <a16:creationId xmlns:a16="http://schemas.microsoft.com/office/drawing/2014/main" id="{35DDEF6B-8869-4EC0-8806-B871E1C77340}"/>
              </a:ext>
            </a:extLst>
          </p:cNvPr>
          <p:cNvCxnSpPr>
            <a:stCxn id="7180" idx="0"/>
            <a:endCxn id="7175" idx="0"/>
          </p:cNvCxnSpPr>
          <p:nvPr/>
        </p:nvCxnSpPr>
        <p:spPr bwMode="auto">
          <a:xfrm rot="16200000" flipH="1">
            <a:off x="2991481" y="1539865"/>
            <a:ext cx="378071" cy="110416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a:extLst>
              <a:ext uri="{FF2B5EF4-FFF2-40B4-BE49-F238E27FC236}">
                <a16:creationId xmlns:a16="http://schemas.microsoft.com/office/drawing/2014/main" id="{A089CA89-3F09-B657-6092-7AE5BB64FAC8}"/>
              </a:ext>
            </a:extLst>
          </p:cNvPr>
          <p:cNvCxnSpPr>
            <a:cxnSpLocks/>
            <a:stCxn id="74" idx="2"/>
            <a:endCxn id="75" idx="0"/>
          </p:cNvCxnSpPr>
          <p:nvPr/>
        </p:nvCxnSpPr>
        <p:spPr bwMode="auto">
          <a:xfrm>
            <a:off x="609909" y="4949812"/>
            <a:ext cx="1" cy="1486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avec flèche 14">
            <a:extLst>
              <a:ext uri="{FF2B5EF4-FFF2-40B4-BE49-F238E27FC236}">
                <a16:creationId xmlns:a16="http://schemas.microsoft.com/office/drawing/2014/main" id="{39C26AE8-39D2-9FD4-1223-2FB9CFFA359A}"/>
              </a:ext>
            </a:extLst>
          </p:cNvPr>
          <p:cNvCxnSpPr>
            <a:stCxn id="75" idx="2"/>
            <a:endCxn id="76" idx="0"/>
          </p:cNvCxnSpPr>
          <p:nvPr/>
        </p:nvCxnSpPr>
        <p:spPr bwMode="auto">
          <a:xfrm flipH="1">
            <a:off x="609909" y="5319154"/>
            <a:ext cx="1" cy="28493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B99C09BE-1A93-8C66-F129-9AA85D897606}"/>
              </a:ext>
            </a:extLst>
          </p:cNvPr>
          <p:cNvSpPr txBox="1"/>
          <p:nvPr/>
        </p:nvSpPr>
        <p:spPr>
          <a:xfrm>
            <a:off x="5818190" y="1147283"/>
            <a:ext cx="3325810" cy="784830"/>
          </a:xfrm>
          <a:prstGeom prst="rect">
            <a:avLst/>
          </a:prstGeom>
          <a:noFill/>
          <a:ln>
            <a:solidFill>
              <a:schemeClr val="tx1"/>
            </a:solidFill>
          </a:ln>
        </p:spPr>
        <p:txBody>
          <a:bodyPr wrap="square" rtlCol="0">
            <a:spAutoFit/>
          </a:bodyPr>
          <a:lstStyle/>
          <a:p>
            <a:r>
              <a:rPr lang="fr-FR" sz="900"/>
              <a:t>AB Test = </a:t>
            </a:r>
            <a:r>
              <a:rPr lang="fr-FR" sz="900" err="1"/>
              <a:t>True</a:t>
            </a:r>
            <a:endParaRPr lang="fr-FR" sz="900"/>
          </a:p>
          <a:p>
            <a:r>
              <a:rPr lang="fr-FR" sz="900"/>
              <a:t>Si AB Test = </a:t>
            </a:r>
            <a:r>
              <a:rPr lang="fr-FR" sz="900" err="1"/>
              <a:t>True</a:t>
            </a:r>
            <a:r>
              <a:rPr lang="fr-FR" sz="900"/>
              <a:t> alors préfixé l’ensemble des balises par AB et par le choix correspondant au SELCARE + variabilisation du second digit dans les balises en prenant en compte le positionnement du choix dans le menu.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13</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320098" y="656462"/>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a:t>
            </a:r>
          </a:p>
        </p:txBody>
      </p:sp>
      <p:sp>
        <p:nvSpPr>
          <p:cNvPr id="36" name="Rectangle 5"/>
          <p:cNvSpPr>
            <a:spLocks noChangeArrowheads="1"/>
          </p:cNvSpPr>
          <p:nvPr/>
        </p:nvSpPr>
        <p:spPr bwMode="auto">
          <a:xfrm>
            <a:off x="3603945" y="2304918"/>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 TECH </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676300" cy="19224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20011_CHOIX_FLASH_TECH1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20021_CHOIX_FLASH_TECH2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20031_CHOIX_FLASH_TECH3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20021_CHOIX_FLASH_TECH2_OK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20031_CHOIX_FLASH_TECH3_OK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20021_CHOIX_FLASH_TECH2_NOK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20031_CHOIX_FLASH_TECH3_NOK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723440" y="1356110"/>
            <a:ext cx="251378" cy="270299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430561" y="2059105"/>
            <a:ext cx="247252" cy="129287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315383" y="2467158"/>
            <a:ext cx="248948" cy="47846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5989302" y="793239"/>
            <a:ext cx="105842" cy="368319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20001_CHOIX_FLASH_TECH_NOK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20001_CHOIX_FLASH_TECH</a:t>
            </a:r>
          </a:p>
        </p:txBody>
      </p:sp>
      <p:cxnSp>
        <p:nvCxnSpPr>
          <p:cNvPr id="15413" name="Connecteur droit 15412"/>
          <p:cNvCxnSpPr>
            <a:cxnSpLocks/>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20091_CHOIX_FLASH_TECH_NMNI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200625" y="1829998"/>
            <a:ext cx="1885353" cy="19021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57776" y="4359134"/>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290870" y="506711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20091_CHOIX_FLASH_TECH_NMNI2</a:t>
            </a:r>
          </a:p>
        </p:txBody>
      </p:sp>
      <p:sp>
        <p:nvSpPr>
          <p:cNvPr id="223" name="Rectangle 55"/>
          <p:cNvSpPr>
            <a:spLocks noChangeArrowheads="1"/>
          </p:cNvSpPr>
          <p:nvPr/>
        </p:nvSpPr>
        <p:spPr bwMode="auto">
          <a:xfrm>
            <a:off x="7456173" y="5319358"/>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4315" y="5620141"/>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1407" y="5674861"/>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29034" y="4817794"/>
            <a:ext cx="0" cy="24932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9034" y="5209400"/>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20091_CHOIX_FLASH_TECH_NMNI2B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588464"/>
            <a:ext cx="948852" cy="109647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7125" y="4811286"/>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0851" y="437050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435112" y="2020212"/>
            <a:ext cx="1531024" cy="1179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20001_CHOIX_FLASH_TECH_OK</a:t>
            </a:r>
          </a:p>
        </p:txBody>
      </p:sp>
      <p:cxnSp>
        <p:nvCxnSpPr>
          <p:cNvPr id="12" name="Connecteur droit 11"/>
          <p:cNvCxnSpPr>
            <a:stCxn id="90" idx="2"/>
            <a:endCxn id="36" idx="0"/>
          </p:cNvCxnSpPr>
          <p:nvPr/>
        </p:nvCxnSpPr>
        <p:spPr bwMode="auto">
          <a:xfrm>
            <a:off x="4200624" y="2138138"/>
            <a:ext cx="1" cy="1667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29034" y="3803716"/>
            <a:ext cx="2870" cy="5554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5" action="ppaction://hlinksldjump"/>
            <a:extLst>
              <a:ext uri="{FF2B5EF4-FFF2-40B4-BE49-F238E27FC236}">
                <a16:creationId xmlns:a16="http://schemas.microsoft.com/office/drawing/2014/main" id="{26AAD9A1-5A54-A6A0-7677-6D17670F931D}"/>
              </a:ext>
            </a:extLst>
          </p:cNvPr>
          <p:cNvSpPr>
            <a:spLocks noChangeArrowheads="1"/>
          </p:cNvSpPr>
          <p:nvPr/>
        </p:nvSpPr>
        <p:spPr bwMode="auto">
          <a:xfrm rot="10800000">
            <a:off x="3646725" y="668706"/>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6" name="Connecteur : en angle 5">
            <a:extLst>
              <a:ext uri="{FF2B5EF4-FFF2-40B4-BE49-F238E27FC236}">
                <a16:creationId xmlns:a16="http://schemas.microsoft.com/office/drawing/2014/main" id="{8D2D96F0-F435-0D42-715C-FBC32B2FC715}"/>
              </a:ext>
            </a:extLst>
          </p:cNvPr>
          <p:cNvCxnSpPr>
            <a:stCxn id="33" idx="0"/>
            <a:endCxn id="185" idx="0"/>
          </p:cNvCxnSpPr>
          <p:nvPr/>
        </p:nvCxnSpPr>
        <p:spPr bwMode="auto">
          <a:xfrm rot="16200000" flipH="1">
            <a:off x="3008215" y="868345"/>
            <a:ext cx="105282" cy="4015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 en angle 7">
            <a:extLst>
              <a:ext uri="{FF2B5EF4-FFF2-40B4-BE49-F238E27FC236}">
                <a16:creationId xmlns:a16="http://schemas.microsoft.com/office/drawing/2014/main" id="{5A4AE287-D345-4492-E2BC-3701292D67AA}"/>
              </a:ext>
            </a:extLst>
          </p:cNvPr>
          <p:cNvCxnSpPr>
            <a:stCxn id="3" idx="0"/>
            <a:endCxn id="185" idx="0"/>
          </p:cNvCxnSpPr>
          <p:nvPr/>
        </p:nvCxnSpPr>
        <p:spPr bwMode="auto">
          <a:xfrm rot="5400000">
            <a:off x="3677651" y="612670"/>
            <a:ext cx="93038" cy="92511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08E4C0C7-6F4F-7D1A-08A8-7C933CB13809}"/>
              </a:ext>
            </a:extLst>
          </p:cNvPr>
          <p:cNvSpPr txBox="1"/>
          <p:nvPr/>
        </p:nvSpPr>
        <p:spPr>
          <a:xfrm>
            <a:off x="5743904" y="580240"/>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000564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14</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73128" y="59023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a:t>
            </a:r>
          </a:p>
        </p:txBody>
      </p:sp>
      <p:sp>
        <p:nvSpPr>
          <p:cNvPr id="36" name="Rectangle 5"/>
          <p:cNvSpPr>
            <a:spLocks noChangeArrowheads="1"/>
          </p:cNvSpPr>
          <p:nvPr/>
        </p:nvSpPr>
        <p:spPr bwMode="auto">
          <a:xfrm>
            <a:off x="3632373" y="2250492"/>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FLASH2 TECH</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1" idx="0"/>
          </p:cNvCxnSpPr>
          <p:nvPr/>
        </p:nvCxnSpPr>
        <p:spPr bwMode="auto">
          <a:xfrm>
            <a:off x="3524324" y="1827968"/>
            <a:ext cx="704729" cy="23076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41859" y="1250868"/>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20012_CHOIX_FLASH2_TECH1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20022_CHOIX_FLASH2_TECH2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20032_CHOIX_FLASH2_TECH3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20022_CHOIX_FLASH2_TECH2_OK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20032_CHOIX_FLASH2_TECH3_OK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20022_CHOIX_FLASH2_TECH2_NOK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20032_CHOIX_FLASH2_TECH3_NOK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756608" y="1360849"/>
            <a:ext cx="213471" cy="273142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463729" y="2063844"/>
            <a:ext cx="209345" cy="13213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348551" y="2500325"/>
            <a:ext cx="211041" cy="45003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022470" y="826406"/>
            <a:ext cx="67935" cy="36547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20002_CHOIX_FLASH2_TECH_NOK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8708" y="1118753"/>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20002_CHOIX_FLASH2_TECH</a:t>
            </a:r>
          </a:p>
        </p:txBody>
      </p:sp>
      <p:cxnSp>
        <p:nvCxnSpPr>
          <p:cNvPr id="15413" name="Connecteur droit 15412"/>
          <p:cNvCxnSpPr>
            <a:stCxn id="185" idx="2"/>
            <a:endCxn id="53" idx="0"/>
          </p:cNvCxnSpPr>
          <p:nvPr/>
        </p:nvCxnSpPr>
        <p:spPr bwMode="auto">
          <a:xfrm>
            <a:off x="3266851" y="1252443"/>
            <a:ext cx="0" cy="84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20092_CHOIX_FLASH2_TECH_NMNI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1" idx="0"/>
          </p:cNvCxnSpPr>
          <p:nvPr/>
        </p:nvCxnSpPr>
        <p:spPr bwMode="auto">
          <a:xfrm rot="10800000" flipV="1">
            <a:off x="4229053" y="1829997"/>
            <a:ext cx="1856924" cy="22873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60647" y="430321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293741" y="4998065"/>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20092_CHOIX_FLASH2_TECH_NMNI2</a:t>
            </a:r>
          </a:p>
        </p:txBody>
      </p:sp>
      <p:sp>
        <p:nvSpPr>
          <p:cNvPr id="223" name="Rectangle 55"/>
          <p:cNvSpPr>
            <a:spLocks noChangeArrowheads="1"/>
          </p:cNvSpPr>
          <p:nvPr/>
        </p:nvSpPr>
        <p:spPr bwMode="auto">
          <a:xfrm>
            <a:off x="7459044" y="5250305"/>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551088"/>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605808"/>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31905" y="4761879"/>
            <a:ext cx="0" cy="23618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140347"/>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20092_CHOIX_FLASH2_TECH_NMNI2B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32548"/>
            <a:ext cx="951723" cy="115238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5537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1459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1" name="AutoShape 208"/>
          <p:cNvSpPr>
            <a:spLocks noChangeArrowheads="1"/>
          </p:cNvSpPr>
          <p:nvPr/>
        </p:nvSpPr>
        <p:spPr bwMode="auto">
          <a:xfrm>
            <a:off x="3463541" y="2058733"/>
            <a:ext cx="1531024" cy="1149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20002_CHOIX_FLASH2_TECH_OK</a:t>
            </a:r>
          </a:p>
        </p:txBody>
      </p:sp>
      <p:cxnSp>
        <p:nvCxnSpPr>
          <p:cNvPr id="14" name="Connecteur droit 13"/>
          <p:cNvCxnSpPr>
            <a:stCxn id="91" idx="2"/>
            <a:endCxn id="36" idx="0"/>
          </p:cNvCxnSpPr>
          <p:nvPr/>
        </p:nvCxnSpPr>
        <p:spPr bwMode="auto">
          <a:xfrm>
            <a:off x="4229053" y="2173710"/>
            <a:ext cx="0" cy="767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 cy="4995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5" action="ppaction://hlinksldjump"/>
            <a:extLst>
              <a:ext uri="{FF2B5EF4-FFF2-40B4-BE49-F238E27FC236}">
                <a16:creationId xmlns:a16="http://schemas.microsoft.com/office/drawing/2014/main" id="{6661BA1A-409E-F347-4D60-9ED78EED0DAA}"/>
              </a:ext>
            </a:extLst>
          </p:cNvPr>
          <p:cNvSpPr>
            <a:spLocks noChangeArrowheads="1"/>
          </p:cNvSpPr>
          <p:nvPr/>
        </p:nvSpPr>
        <p:spPr bwMode="auto">
          <a:xfrm rot="10800000">
            <a:off x="3606690" y="60859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7" name="Connecteur : en angle 6">
            <a:extLst>
              <a:ext uri="{FF2B5EF4-FFF2-40B4-BE49-F238E27FC236}">
                <a16:creationId xmlns:a16="http://schemas.microsoft.com/office/drawing/2014/main" id="{A7D3459D-21E9-2DE3-0B3D-27B7E1DD3E9D}"/>
              </a:ext>
            </a:extLst>
          </p:cNvPr>
          <p:cNvCxnSpPr>
            <a:stCxn id="33" idx="0"/>
            <a:endCxn id="185" idx="0"/>
          </p:cNvCxnSpPr>
          <p:nvPr/>
        </p:nvCxnSpPr>
        <p:spPr bwMode="auto">
          <a:xfrm rot="16200000" flipH="1">
            <a:off x="2955728" y="807630"/>
            <a:ext cx="168522" cy="45372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41A2459D-D296-5D62-5910-64EFF73C8AF0}"/>
              </a:ext>
            </a:extLst>
          </p:cNvPr>
          <p:cNvCxnSpPr>
            <a:stCxn id="3" idx="0"/>
            <a:endCxn id="185" idx="0"/>
          </p:cNvCxnSpPr>
          <p:nvPr/>
        </p:nvCxnSpPr>
        <p:spPr bwMode="auto">
          <a:xfrm rot="5400000">
            <a:off x="3631690" y="603753"/>
            <a:ext cx="150162" cy="87983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B63E763D-6B06-1791-B3EA-AE738C856BC9}"/>
              </a:ext>
            </a:extLst>
          </p:cNvPr>
          <p:cNvSpPr txBox="1"/>
          <p:nvPr/>
        </p:nvSpPr>
        <p:spPr>
          <a:xfrm>
            <a:off x="5743904" y="580240"/>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262289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15</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54879" y="60420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TECHNIQUE</a:t>
            </a:r>
          </a:p>
        </p:txBody>
      </p:sp>
      <p:sp>
        <p:nvSpPr>
          <p:cNvPr id="36" name="Rectangle 5"/>
          <p:cNvSpPr>
            <a:spLocks noChangeArrowheads="1"/>
          </p:cNvSpPr>
          <p:nvPr/>
        </p:nvSpPr>
        <p:spPr bwMode="auto">
          <a:xfrm>
            <a:off x="3819709" y="2274537"/>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FLASH3 TECH </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892064" cy="22188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TECH</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20013_CHOIX_FLASH3_TECH1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20023_CHOIX_FLASH3_TECH2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20033_CHOIX_FLASH3_TECH3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20023_CHOIX_FLASH3_TECH2_OK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20033_CHOIX_FLASH3_TECH3_OK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20023_CHOIX_FLASH3_TECH2_NOK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20033_CHOIX_FLASH3_TECH3_NOK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62298" y="1279204"/>
            <a:ext cx="189426" cy="291875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69419" y="1982199"/>
            <a:ext cx="185300" cy="150864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54241" y="2606016"/>
            <a:ext cx="186996" cy="26270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28160" y="932097"/>
            <a:ext cx="43890" cy="346743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20003_CHOIX_FLASH3_TECH_NOK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20003_CHOIX_FLASH3_TECH</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20093_CHOIX_FLASH3_TECH_NMNI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416389" y="1829997"/>
            <a:ext cx="1669589" cy="21985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84077" y="4372714"/>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 NMNI</a:t>
            </a:r>
          </a:p>
        </p:txBody>
      </p:sp>
      <p:sp>
        <p:nvSpPr>
          <p:cNvPr id="222" name="AutoShape 55"/>
          <p:cNvSpPr>
            <a:spLocks noChangeArrowheads="1"/>
          </p:cNvSpPr>
          <p:nvPr/>
        </p:nvSpPr>
        <p:spPr bwMode="auto">
          <a:xfrm>
            <a:off x="7325318" y="5055714"/>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20093_CHOIX_FLASH3_TECH_NMNI2</a:t>
            </a:r>
          </a:p>
        </p:txBody>
      </p:sp>
      <p:sp>
        <p:nvSpPr>
          <p:cNvPr id="223" name="Rectangle 55"/>
          <p:cNvSpPr>
            <a:spLocks noChangeArrowheads="1"/>
          </p:cNvSpPr>
          <p:nvPr/>
        </p:nvSpPr>
        <p:spPr bwMode="auto">
          <a:xfrm>
            <a:off x="7490621" y="5307954"/>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108763" y="5608737"/>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95855" y="5663457"/>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55335" y="4831374"/>
            <a:ext cx="8147" cy="2243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63482" y="5197996"/>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ea typeface="ＭＳ Ｐゴシック" pitchFamily="1" charset="-128"/>
              </a:rPr>
              <a:t>20093_CHOIX_FLASH3_TECH_NMNI2B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602044"/>
            <a:ext cx="975153" cy="108289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43426" y="4824866"/>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7152" y="438408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650876" y="2049853"/>
            <a:ext cx="1531024" cy="1095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20003_CHOIX_FLASH3_TECH_OK</a:t>
            </a:r>
          </a:p>
        </p:txBody>
      </p:sp>
      <p:cxnSp>
        <p:nvCxnSpPr>
          <p:cNvPr id="13" name="Connecteur droit 12"/>
          <p:cNvCxnSpPr>
            <a:stCxn id="90" idx="2"/>
            <a:endCxn id="36" idx="0"/>
          </p:cNvCxnSpPr>
          <p:nvPr/>
        </p:nvCxnSpPr>
        <p:spPr bwMode="auto">
          <a:xfrm>
            <a:off x="4416388" y="2159419"/>
            <a:ext cx="1" cy="1151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23431" cy="5689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5" action="ppaction://hlinksldjump"/>
            <a:extLst>
              <a:ext uri="{FF2B5EF4-FFF2-40B4-BE49-F238E27FC236}">
                <a16:creationId xmlns:a16="http://schemas.microsoft.com/office/drawing/2014/main" id="{C433D52D-AA4C-4003-DAAF-62F6E1CEAFED}"/>
              </a:ext>
            </a:extLst>
          </p:cNvPr>
          <p:cNvSpPr>
            <a:spLocks noChangeArrowheads="1"/>
          </p:cNvSpPr>
          <p:nvPr/>
        </p:nvSpPr>
        <p:spPr bwMode="auto">
          <a:xfrm rot="10800000">
            <a:off x="3623572" y="619735"/>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7" name="Connecteur : en angle 6">
            <a:extLst>
              <a:ext uri="{FF2B5EF4-FFF2-40B4-BE49-F238E27FC236}">
                <a16:creationId xmlns:a16="http://schemas.microsoft.com/office/drawing/2014/main" id="{1CB502E4-7143-7C1D-E432-DA3146EB29BE}"/>
              </a:ext>
            </a:extLst>
          </p:cNvPr>
          <p:cNvCxnSpPr>
            <a:stCxn id="3" idx="0"/>
            <a:endCxn id="185" idx="0"/>
          </p:cNvCxnSpPr>
          <p:nvPr/>
        </p:nvCxnSpPr>
        <p:spPr bwMode="auto">
          <a:xfrm rot="5400000">
            <a:off x="3641589" y="599760"/>
            <a:ext cx="142009" cy="90195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E588DC07-B9D7-25A3-0783-B6514ACF9C16}"/>
              </a:ext>
            </a:extLst>
          </p:cNvPr>
          <p:cNvCxnSpPr>
            <a:stCxn id="33" idx="0"/>
            <a:endCxn id="185" idx="0"/>
          </p:cNvCxnSpPr>
          <p:nvPr/>
        </p:nvCxnSpPr>
        <p:spPr bwMode="auto">
          <a:xfrm rot="16200000" flipH="1">
            <a:off x="2949477" y="809606"/>
            <a:ext cx="157539" cy="46673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AB4F67D8-67E0-96A6-FFF1-F00183252139}"/>
              </a:ext>
            </a:extLst>
          </p:cNvPr>
          <p:cNvSpPr txBox="1"/>
          <p:nvPr/>
        </p:nvSpPr>
        <p:spPr>
          <a:xfrm>
            <a:off x="5743904" y="580240"/>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379209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724E8A0-CD3E-454E-BEC1-3E29763743D0}" type="slidenum">
              <a:rPr lang="fr-FR" smtClean="0"/>
              <a:pPr eaLnBrk="1" hangingPunct="1"/>
              <a:t>16</a:t>
            </a:fld>
            <a:endParaRPr lang="fr-FR"/>
          </a:p>
        </p:txBody>
      </p:sp>
      <p:cxnSp>
        <p:nvCxnSpPr>
          <p:cNvPr id="5126" name="AutoShape 4"/>
          <p:cNvCxnSpPr>
            <a:cxnSpLocks noChangeShapeType="1"/>
            <a:stCxn id="5129" idx="0"/>
            <a:endCxn id="120" idx="0"/>
          </p:cNvCxnSpPr>
          <p:nvPr/>
        </p:nvCxnSpPr>
        <p:spPr bwMode="auto">
          <a:xfrm rot="16200000" flipH="1">
            <a:off x="1929544" y="-156142"/>
            <a:ext cx="908906" cy="341732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29" name="AutoShape 98">
            <a:hlinkClick r:id="rId3" action="ppaction://hlinksldjump"/>
          </p:cNvPr>
          <p:cNvSpPr>
            <a:spLocks noChangeArrowheads="1"/>
          </p:cNvSpPr>
          <p:nvPr/>
        </p:nvSpPr>
        <p:spPr bwMode="auto">
          <a:xfrm rot="10800000">
            <a:off x="140346" y="623407"/>
            <a:ext cx="1069975" cy="474662"/>
          </a:xfrm>
          <a:prstGeom prst="upArrowCallout">
            <a:avLst>
              <a:gd name="adj1" fmla="val 56355"/>
              <a:gd name="adj2" fmla="val 56355"/>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MENU PRINCIPAL</a:t>
            </a:r>
          </a:p>
        </p:txBody>
      </p:sp>
      <p:sp>
        <p:nvSpPr>
          <p:cNvPr id="5156" name="AutoShape 143"/>
          <p:cNvSpPr>
            <a:spLocks noChangeArrowheads="1"/>
          </p:cNvSpPr>
          <p:nvPr/>
        </p:nvSpPr>
        <p:spPr bwMode="auto">
          <a:xfrm>
            <a:off x="6947405" y="5644656"/>
            <a:ext cx="765175" cy="376237"/>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700" i="1"/>
              <a:t>ABO_FTT</a:t>
            </a:r>
            <a:endParaRPr lang="fr-FR" sz="600" i="1"/>
          </a:p>
        </p:txBody>
      </p:sp>
      <p:sp>
        <p:nvSpPr>
          <p:cNvPr id="140" name="AutoShape 208"/>
          <p:cNvSpPr>
            <a:spLocks noChangeArrowheads="1"/>
          </p:cNvSpPr>
          <p:nvPr/>
        </p:nvSpPr>
        <p:spPr bwMode="auto">
          <a:xfrm>
            <a:off x="6701056" y="5173055"/>
            <a:ext cx="1257874"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20000_TECH_PRIMO</a:t>
            </a:r>
          </a:p>
        </p:txBody>
      </p:sp>
      <p:sp>
        <p:nvSpPr>
          <p:cNvPr id="48"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cxnSp>
        <p:nvCxnSpPr>
          <p:cNvPr id="58" name="AutoShape 132"/>
          <p:cNvCxnSpPr>
            <a:cxnSpLocks noChangeShapeType="1"/>
            <a:stCxn id="77" idx="2"/>
            <a:endCxn id="71" idx="0"/>
          </p:cNvCxnSpPr>
          <p:nvPr/>
        </p:nvCxnSpPr>
        <p:spPr bwMode="auto">
          <a:xfrm flipH="1">
            <a:off x="4734244" y="5582392"/>
            <a:ext cx="4634" cy="216067"/>
          </a:xfrm>
          <a:prstGeom prst="straightConnector1">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AutoShape 68">
            <a:hlinkClick r:id="" action="ppaction://noaction"/>
          </p:cNvPr>
          <p:cNvSpPr>
            <a:spLocks noChangeArrowheads="1"/>
          </p:cNvSpPr>
          <p:nvPr/>
        </p:nvSpPr>
        <p:spPr bwMode="auto">
          <a:xfrm>
            <a:off x="5882812" y="4567018"/>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66" name="AutoShape 208"/>
          <p:cNvSpPr>
            <a:spLocks noChangeArrowheads="1"/>
          </p:cNvSpPr>
          <p:nvPr/>
        </p:nvSpPr>
        <p:spPr bwMode="auto">
          <a:xfrm>
            <a:off x="4043914" y="5037460"/>
            <a:ext cx="1380661"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20000_WCB_TECH_PRIMO</a:t>
            </a:r>
          </a:p>
        </p:txBody>
      </p:sp>
      <p:sp>
        <p:nvSpPr>
          <p:cNvPr id="71" name="AutoShape 143"/>
          <p:cNvSpPr>
            <a:spLocks noChangeArrowheads="1"/>
          </p:cNvSpPr>
          <p:nvPr/>
        </p:nvSpPr>
        <p:spPr bwMode="auto">
          <a:xfrm>
            <a:off x="4351656" y="5798459"/>
            <a:ext cx="765175" cy="376237"/>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ABO_WCB_FTT </a:t>
            </a:r>
            <a:endParaRPr lang="fr-FR" sz="600" i="1"/>
          </a:p>
        </p:txBody>
      </p:sp>
      <p:sp>
        <p:nvSpPr>
          <p:cNvPr id="61" name="Text Box 157"/>
          <p:cNvSpPr txBox="1">
            <a:spLocks noChangeArrowheads="1"/>
          </p:cNvSpPr>
          <p:nvPr/>
        </p:nvSpPr>
        <p:spPr bwMode="auto">
          <a:xfrm>
            <a:off x="6573142" y="4544652"/>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79" name="Text Box 157"/>
          <p:cNvSpPr txBox="1">
            <a:spLocks noChangeArrowheads="1"/>
          </p:cNvSpPr>
          <p:nvPr/>
        </p:nvSpPr>
        <p:spPr bwMode="auto">
          <a:xfrm>
            <a:off x="4780785" y="4537307"/>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02</a:t>
            </a:r>
          </a:p>
        </p:txBody>
      </p:sp>
      <p:cxnSp>
        <p:nvCxnSpPr>
          <p:cNvPr id="80" name="AutoShape 132"/>
          <p:cNvCxnSpPr>
            <a:cxnSpLocks noChangeShapeType="1"/>
            <a:stCxn id="62" idx="1"/>
            <a:endCxn id="66" idx="0"/>
          </p:cNvCxnSpPr>
          <p:nvPr/>
        </p:nvCxnSpPr>
        <p:spPr bwMode="auto">
          <a:xfrm rot="10800000" flipV="1">
            <a:off x="4734246" y="4727356"/>
            <a:ext cx="1148567" cy="310104"/>
          </a:xfrm>
          <a:prstGeom prst="bentConnector2">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Rectangle 2"/>
          <p:cNvSpPr txBox="1">
            <a:spLocks noGrp="1" noChangeArrowheads="1"/>
          </p:cNvSpPr>
          <p:nvPr>
            <p:ph type="title"/>
          </p:nvPr>
        </p:nvSpPr>
        <p:spPr bwMode="auto">
          <a:xfrm>
            <a:off x="2718044" y="28886"/>
            <a:ext cx="4019550" cy="302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kern="0">
                <a:effectLst>
                  <a:outerShdw blurRad="38100" dist="38100" dir="2700000" algn="tl">
                    <a:srgbClr val="000000">
                      <a:alpha val="43137"/>
                    </a:srgbClr>
                  </a:outerShdw>
                </a:effectLst>
                <a:latin typeface="SFR Thin" panose="020B0203040504020204" pitchFamily="34" charset="0"/>
              </a:rPr>
              <a:t>TECHNIQUE</a:t>
            </a:r>
          </a:p>
        </p:txBody>
      </p:sp>
      <p:sp>
        <p:nvSpPr>
          <p:cNvPr id="77" name="AutoShape 31">
            <a:hlinkClick r:id="" action="ppaction://noaction"/>
          </p:cNvPr>
          <p:cNvSpPr>
            <a:spLocks noChangeArrowheads="1"/>
          </p:cNvSpPr>
          <p:nvPr/>
        </p:nvSpPr>
        <p:spPr bwMode="auto">
          <a:xfrm>
            <a:off x="4141978" y="5375564"/>
            <a:ext cx="1193800" cy="20682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ABO_WCB_TECH_PRIMO</a:t>
            </a:r>
          </a:p>
        </p:txBody>
      </p:sp>
      <p:cxnSp>
        <p:nvCxnSpPr>
          <p:cNvPr id="78" name="AutoShape 132"/>
          <p:cNvCxnSpPr>
            <a:cxnSpLocks noChangeShapeType="1"/>
            <a:stCxn id="66" idx="2"/>
            <a:endCxn id="77" idx="0"/>
          </p:cNvCxnSpPr>
          <p:nvPr/>
        </p:nvCxnSpPr>
        <p:spPr bwMode="auto">
          <a:xfrm>
            <a:off x="4734245" y="5181923"/>
            <a:ext cx="4633" cy="193641"/>
          </a:xfrm>
          <a:prstGeom prst="straightConnector1">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Connecteur en angle 102"/>
          <p:cNvCxnSpPr>
            <a:cxnSpLocks/>
            <a:stCxn id="129" idx="2"/>
            <a:endCxn id="111" idx="0"/>
          </p:cNvCxnSpPr>
          <p:nvPr/>
        </p:nvCxnSpPr>
        <p:spPr bwMode="auto">
          <a:xfrm rot="16200000" flipH="1">
            <a:off x="4972590" y="3012085"/>
            <a:ext cx="420818" cy="218067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AutoShape 282"/>
          <p:cNvSpPr>
            <a:spLocks noChangeArrowheads="1"/>
          </p:cNvSpPr>
          <p:nvPr/>
        </p:nvSpPr>
        <p:spPr bwMode="auto">
          <a:xfrm>
            <a:off x="3711661" y="2006975"/>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TECH </a:t>
            </a:r>
          </a:p>
          <a:p>
            <a:pPr algn="ctr" eaLnBrk="0" hangingPunct="0"/>
            <a:endParaRPr lang="fr-FR" sz="600">
              <a:solidFill>
                <a:srgbClr val="FFFFFF"/>
              </a:solidFill>
            </a:endParaRPr>
          </a:p>
        </p:txBody>
      </p:sp>
      <p:grpSp>
        <p:nvGrpSpPr>
          <p:cNvPr id="121" name="Group 188"/>
          <p:cNvGrpSpPr>
            <a:grpSpLocks/>
          </p:cNvGrpSpPr>
          <p:nvPr/>
        </p:nvGrpSpPr>
        <p:grpSpPr bwMode="auto">
          <a:xfrm rot="19755944">
            <a:off x="4487948" y="1903389"/>
            <a:ext cx="279400" cy="130175"/>
            <a:chOff x="1920" y="715"/>
            <a:chExt cx="270" cy="139"/>
          </a:xfrm>
          <a:effectLst>
            <a:outerShdw blurRad="50800" dist="38100" dir="2700000" algn="tl" rotWithShape="0">
              <a:prstClr val="black">
                <a:alpha val="40000"/>
              </a:prstClr>
            </a:outerShdw>
          </a:effectLst>
        </p:grpSpPr>
        <p:sp>
          <p:nvSpPr>
            <p:cNvPr id="122"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23"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24" name="AutoShape 191"/>
          <p:cNvSpPr>
            <a:spLocks noChangeArrowheads="1"/>
          </p:cNvSpPr>
          <p:nvPr/>
        </p:nvSpPr>
        <p:spPr bwMode="auto">
          <a:xfrm>
            <a:off x="4886817" y="1646108"/>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25" name="AutoShape 46">
            <a:hlinkClick r:id="rId4" action="ppaction://hlinksldjump"/>
          </p:cNvPr>
          <p:cNvSpPr>
            <a:spLocks noChangeArrowheads="1"/>
          </p:cNvSpPr>
          <p:nvPr/>
        </p:nvSpPr>
        <p:spPr bwMode="auto">
          <a:xfrm rot="10800000">
            <a:off x="558311" y="4944373"/>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TECH</a:t>
            </a:r>
          </a:p>
        </p:txBody>
      </p:sp>
      <p:cxnSp>
        <p:nvCxnSpPr>
          <p:cNvPr id="126" name="Connecteur en angle 125"/>
          <p:cNvCxnSpPr>
            <a:stCxn id="40" idx="1"/>
            <a:endCxn id="41" idx="0"/>
          </p:cNvCxnSpPr>
          <p:nvPr/>
        </p:nvCxnSpPr>
        <p:spPr bwMode="auto">
          <a:xfrm rot="10800000" flipV="1">
            <a:off x="998608" y="2980468"/>
            <a:ext cx="1233612" cy="34385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14"/>
          <p:cNvSpPr>
            <a:spLocks noChangeArrowheads="1"/>
          </p:cNvSpPr>
          <p:nvPr/>
        </p:nvSpPr>
        <p:spPr bwMode="auto">
          <a:xfrm>
            <a:off x="2092415" y="2160762"/>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20000_BEB_TECH_OK</a:t>
            </a:r>
          </a:p>
        </p:txBody>
      </p:sp>
      <p:sp>
        <p:nvSpPr>
          <p:cNvPr id="129" name="AutoShape 14"/>
          <p:cNvSpPr>
            <a:spLocks noChangeArrowheads="1"/>
          </p:cNvSpPr>
          <p:nvPr/>
        </p:nvSpPr>
        <p:spPr bwMode="auto">
          <a:xfrm>
            <a:off x="3571857" y="3660221"/>
            <a:ext cx="1041610" cy="2317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20000_BEB_TECH_NOK</a:t>
            </a:r>
          </a:p>
        </p:txBody>
      </p:sp>
      <p:sp>
        <p:nvSpPr>
          <p:cNvPr id="69" name="Rectangle 68"/>
          <p:cNvSpPr/>
          <p:nvPr/>
        </p:nvSpPr>
        <p:spPr>
          <a:xfrm>
            <a:off x="7432544" y="618850"/>
            <a:ext cx="1667093" cy="289310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r>
              <a:rPr lang="fr-FR" sz="700" b="1"/>
              <a:t>Service </a:t>
            </a:r>
            <a:r>
              <a:rPr lang="fr-FR" sz="700" b="1" err="1"/>
              <a:t>FindPersonRequestByCSU</a:t>
            </a:r>
            <a:endParaRPr lang="fr-FR" sz="700" b="1"/>
          </a:p>
          <a:p>
            <a:pPr lvl="0"/>
            <a:endParaRPr lang="fr-FR" sz="700"/>
          </a:p>
          <a:p>
            <a:r>
              <a:rPr lang="fr-FR" sz="700" u="sng"/>
              <a:t>Paramètres d’entrée</a:t>
            </a:r>
            <a:endParaRPr lang="fr-FR" sz="700"/>
          </a:p>
          <a:p>
            <a:r>
              <a:rPr lang="fr-FR" sz="700" err="1"/>
              <a:t>transactionID</a:t>
            </a:r>
            <a:endParaRPr lang="fr-FR" sz="700"/>
          </a:p>
          <a:p>
            <a:pPr lvl="0"/>
            <a:r>
              <a:rPr lang="fr-FR" sz="700"/>
              <a:t>CSUID (ex : 99-CCJV65)</a:t>
            </a:r>
          </a:p>
          <a:p>
            <a:pPr lvl="0"/>
            <a:r>
              <a:rPr lang="fr-FR" sz="700" err="1"/>
              <a:t>MinCreationDate</a:t>
            </a:r>
            <a:endParaRPr lang="fr-FR" sz="700"/>
          </a:p>
          <a:p>
            <a:pPr lvl="0"/>
            <a:r>
              <a:rPr lang="fr-FR" sz="700" err="1"/>
              <a:t>MaxCreationDate</a:t>
            </a:r>
            <a:endParaRPr lang="fr-FR" sz="700"/>
          </a:p>
          <a:p>
            <a:pPr lvl="0"/>
            <a:r>
              <a:rPr lang="fr-FR" sz="700" err="1"/>
              <a:t>MaxRequestNumber</a:t>
            </a:r>
            <a:r>
              <a:rPr lang="fr-FR" sz="700"/>
              <a:t> =1</a:t>
            </a:r>
          </a:p>
          <a:p>
            <a:pPr lvl="0"/>
            <a:r>
              <a:rPr lang="fr-FR" sz="700" err="1"/>
              <a:t>ActivitéList</a:t>
            </a:r>
            <a:r>
              <a:rPr lang="fr-FR" sz="700"/>
              <a:t> </a:t>
            </a:r>
            <a:r>
              <a:rPr lang="fr-FR" sz="700" b="1"/>
              <a:t>= </a:t>
            </a:r>
            <a:r>
              <a:rPr lang="fr-FR" sz="700" b="1">
                <a:solidFill>
                  <a:srgbClr val="C00000"/>
                </a:solidFill>
              </a:rPr>
              <a:t>ACT279</a:t>
            </a:r>
            <a:r>
              <a:rPr lang="fr-FR" sz="700" b="1"/>
              <a:t> </a:t>
            </a:r>
            <a:r>
              <a:rPr lang="fr-FR" sz="700"/>
              <a:t>(FTT Mobile)</a:t>
            </a:r>
          </a:p>
          <a:p>
            <a:pPr lvl="0"/>
            <a:endParaRPr lang="fr-FR" sz="700"/>
          </a:p>
          <a:p>
            <a:pPr lvl="0"/>
            <a:r>
              <a:rPr lang="fr-FR" sz="700" u="sng"/>
              <a:t>Paramètres de retour</a:t>
            </a:r>
            <a:endParaRPr lang="fr-FR" sz="700"/>
          </a:p>
          <a:p>
            <a:pPr lvl="0"/>
            <a:r>
              <a:rPr lang="fr-FR" sz="700" err="1"/>
              <a:t>transactionID</a:t>
            </a:r>
            <a:endParaRPr lang="fr-FR" sz="700"/>
          </a:p>
          <a:p>
            <a:pPr lvl="0"/>
            <a:r>
              <a:rPr lang="fr-FR" sz="700" err="1"/>
              <a:t>ResponseDate</a:t>
            </a:r>
            <a:endParaRPr lang="fr-FR" sz="700"/>
          </a:p>
          <a:p>
            <a:pPr lvl="0"/>
            <a:r>
              <a:rPr lang="fr-FR" sz="700" err="1"/>
              <a:t>RequestList</a:t>
            </a:r>
            <a:endParaRPr lang="fr-FR" sz="700"/>
          </a:p>
          <a:p>
            <a:pPr lvl="1"/>
            <a:r>
              <a:rPr lang="fr-FR" sz="700" err="1"/>
              <a:t>RequestID</a:t>
            </a:r>
            <a:endParaRPr lang="fr-FR" sz="700"/>
          </a:p>
          <a:p>
            <a:pPr lvl="1"/>
            <a:r>
              <a:rPr lang="fr-FR" sz="700"/>
              <a:t>CSUID</a:t>
            </a:r>
          </a:p>
          <a:p>
            <a:pPr lvl="1"/>
            <a:r>
              <a:rPr lang="fr-FR" sz="700"/>
              <a:t>MOTIF_NIV1 (libellé)</a:t>
            </a:r>
          </a:p>
          <a:p>
            <a:pPr lvl="1"/>
            <a:r>
              <a:rPr lang="fr-FR" sz="700"/>
              <a:t>MOTIF_NIV2 (libellé)</a:t>
            </a:r>
          </a:p>
          <a:p>
            <a:pPr lvl="1"/>
            <a:r>
              <a:rPr lang="fr-FR" sz="700"/>
              <a:t>MOTIF_NIV3 (libellé)</a:t>
            </a:r>
          </a:p>
          <a:p>
            <a:pPr lvl="1"/>
            <a:r>
              <a:rPr lang="fr-FR" sz="700"/>
              <a:t>MOTIF_NIV4 (libellé)</a:t>
            </a:r>
          </a:p>
          <a:p>
            <a:pPr lvl="1"/>
            <a:r>
              <a:rPr lang="fr-FR" sz="700" err="1"/>
              <a:t>CreationDate</a:t>
            </a:r>
            <a:endParaRPr lang="fr-FR" sz="700"/>
          </a:p>
          <a:p>
            <a:pPr lvl="1"/>
            <a:r>
              <a:rPr lang="fr-FR" sz="700" err="1"/>
              <a:t>CreatorPERID</a:t>
            </a:r>
            <a:endParaRPr lang="fr-FR" sz="700"/>
          </a:p>
          <a:p>
            <a:pPr lvl="1"/>
            <a:r>
              <a:rPr lang="fr-FR" sz="700" err="1"/>
              <a:t>CreatorLogin</a:t>
            </a:r>
            <a:endParaRPr lang="fr-FR" sz="700"/>
          </a:p>
          <a:p>
            <a:pPr lvl="1"/>
            <a:r>
              <a:rPr lang="fr-FR" sz="700" b="1" err="1">
                <a:solidFill>
                  <a:srgbClr val="C00000"/>
                </a:solidFill>
              </a:rPr>
              <a:t>CreatorSite</a:t>
            </a:r>
            <a:endParaRPr lang="fr-FR" sz="700" b="1">
              <a:solidFill>
                <a:srgbClr val="C00000"/>
              </a:solidFill>
            </a:endParaRPr>
          </a:p>
          <a:p>
            <a:pPr lvl="1"/>
            <a:r>
              <a:rPr lang="fr-FR" sz="700"/>
              <a:t>Activity</a:t>
            </a:r>
          </a:p>
        </p:txBody>
      </p:sp>
      <p:sp>
        <p:nvSpPr>
          <p:cNvPr id="70" name="ZoneTexte 69"/>
          <p:cNvSpPr txBox="1"/>
          <p:nvPr/>
        </p:nvSpPr>
        <p:spPr>
          <a:xfrm>
            <a:off x="182654" y="6560953"/>
            <a:ext cx="4142019" cy="18466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fr-FR" sz="600"/>
              <a:t>Dans Click Fox, </a:t>
            </a:r>
            <a:r>
              <a:rPr lang="fr-FR" sz="600" err="1"/>
              <a:t>stats</a:t>
            </a:r>
            <a:r>
              <a:rPr lang="fr-FR" sz="600"/>
              <a:t> Autre, vérifier si les valeurs du couple (LDCCSU entrée, LDCCSU sortie) sont différentes.</a:t>
            </a:r>
          </a:p>
        </p:txBody>
      </p:sp>
      <p:sp>
        <p:nvSpPr>
          <p:cNvPr id="72" name="AutoShape 31">
            <a:hlinkClick r:id="" action="ppaction://noaction"/>
          </p:cNvPr>
          <p:cNvSpPr>
            <a:spLocks noChangeArrowheads="1"/>
          </p:cNvSpPr>
          <p:nvPr/>
        </p:nvSpPr>
        <p:spPr bwMode="auto">
          <a:xfrm>
            <a:off x="6737594" y="5378564"/>
            <a:ext cx="1193800"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ABO_TECH_PRIMO</a:t>
            </a:r>
          </a:p>
        </p:txBody>
      </p:sp>
      <p:sp>
        <p:nvSpPr>
          <p:cNvPr id="83" name="AutoShape 31">
            <a:hlinkClick r:id="" action="ppaction://noaction"/>
          </p:cNvPr>
          <p:cNvSpPr>
            <a:spLocks noChangeArrowheads="1"/>
          </p:cNvSpPr>
          <p:nvPr/>
        </p:nvSpPr>
        <p:spPr bwMode="auto">
          <a:xfrm>
            <a:off x="399435" y="4522490"/>
            <a:ext cx="1193800" cy="20682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ABO_BEB_TECH</a:t>
            </a:r>
          </a:p>
        </p:txBody>
      </p:sp>
      <p:sp>
        <p:nvSpPr>
          <p:cNvPr id="111" name="AutoShape 31">
            <a:hlinkClick r:id="" action="ppaction://noaction"/>
          </p:cNvPr>
          <p:cNvSpPr>
            <a:spLocks noChangeArrowheads="1"/>
          </p:cNvSpPr>
          <p:nvPr/>
        </p:nvSpPr>
        <p:spPr bwMode="auto">
          <a:xfrm>
            <a:off x="5676437" y="4312832"/>
            <a:ext cx="1193800"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ABO_TECHNIQUE_PRIMO</a:t>
            </a:r>
          </a:p>
        </p:txBody>
      </p:sp>
      <p:cxnSp>
        <p:nvCxnSpPr>
          <p:cNvPr id="9" name="Connecteur droit 8"/>
          <p:cNvCxnSpPr>
            <a:stCxn id="111" idx="2"/>
            <a:endCxn id="62" idx="0"/>
          </p:cNvCxnSpPr>
          <p:nvPr/>
        </p:nvCxnSpPr>
        <p:spPr bwMode="auto">
          <a:xfrm>
            <a:off x="6273337" y="4456832"/>
            <a:ext cx="0" cy="11018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droit 10"/>
          <p:cNvCxnSpPr>
            <a:cxnSpLocks/>
            <a:stCxn id="120" idx="2"/>
            <a:endCxn id="129" idx="0"/>
          </p:cNvCxnSpPr>
          <p:nvPr/>
        </p:nvCxnSpPr>
        <p:spPr bwMode="auto">
          <a:xfrm>
            <a:off x="4092661" y="2514740"/>
            <a:ext cx="1" cy="11454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AutoShape 282"/>
          <p:cNvSpPr>
            <a:spLocks noChangeArrowheads="1"/>
          </p:cNvSpPr>
          <p:nvPr/>
        </p:nvSpPr>
        <p:spPr bwMode="auto">
          <a:xfrm>
            <a:off x="2232220" y="2726585"/>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TECH</a:t>
            </a:r>
          </a:p>
          <a:p>
            <a:pPr algn="ctr" eaLnBrk="0" hangingPunct="0"/>
            <a:r>
              <a:rPr lang="fr-FR" sz="600">
                <a:solidFill>
                  <a:srgbClr val="FFFFFF"/>
                </a:solidFill>
              </a:rPr>
              <a:t>Flux HO </a:t>
            </a:r>
          </a:p>
          <a:p>
            <a:pPr algn="ctr" eaLnBrk="0" hangingPunct="0"/>
            <a:endParaRPr lang="fr-FR" sz="600">
              <a:solidFill>
                <a:srgbClr val="FFFFFF"/>
              </a:solidFill>
            </a:endParaRPr>
          </a:p>
        </p:txBody>
      </p:sp>
      <p:sp>
        <p:nvSpPr>
          <p:cNvPr id="41" name="AutoShape 14"/>
          <p:cNvSpPr>
            <a:spLocks noChangeArrowheads="1"/>
          </p:cNvSpPr>
          <p:nvPr/>
        </p:nvSpPr>
        <p:spPr bwMode="auto">
          <a:xfrm>
            <a:off x="477803" y="3324318"/>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20000_BEB_TECH_HO</a:t>
            </a:r>
          </a:p>
        </p:txBody>
      </p:sp>
      <p:cxnSp>
        <p:nvCxnSpPr>
          <p:cNvPr id="8" name="Connecteur droit 7"/>
          <p:cNvCxnSpPr>
            <a:stCxn id="41" idx="2"/>
            <a:endCxn id="83" idx="0"/>
          </p:cNvCxnSpPr>
          <p:nvPr/>
        </p:nvCxnSpPr>
        <p:spPr bwMode="auto">
          <a:xfrm flipH="1">
            <a:off x="996335" y="3530141"/>
            <a:ext cx="2273" cy="99234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avec flèche 11"/>
          <p:cNvCxnSpPr>
            <a:stCxn id="83" idx="2"/>
            <a:endCxn id="125" idx="2"/>
          </p:cNvCxnSpPr>
          <p:nvPr/>
        </p:nvCxnSpPr>
        <p:spPr bwMode="auto">
          <a:xfrm>
            <a:off x="996335" y="4729318"/>
            <a:ext cx="2273" cy="21505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droit 13"/>
          <p:cNvCxnSpPr>
            <a:stCxn id="128" idx="3"/>
            <a:endCxn id="120" idx="1"/>
          </p:cNvCxnSpPr>
          <p:nvPr/>
        </p:nvCxnSpPr>
        <p:spPr bwMode="auto">
          <a:xfrm flipV="1">
            <a:off x="3134025" y="2260858"/>
            <a:ext cx="577636" cy="28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a:stCxn id="128" idx="2"/>
            <a:endCxn id="40" idx="0"/>
          </p:cNvCxnSpPr>
          <p:nvPr/>
        </p:nvCxnSpPr>
        <p:spPr bwMode="auto">
          <a:xfrm>
            <a:off x="2613220" y="2366585"/>
            <a:ext cx="0" cy="360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14"/>
          <p:cNvSpPr>
            <a:spLocks noChangeArrowheads="1"/>
          </p:cNvSpPr>
          <p:nvPr/>
        </p:nvSpPr>
        <p:spPr bwMode="auto">
          <a:xfrm>
            <a:off x="2877191" y="4276919"/>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20000_BEB_TECH_HNO</a:t>
            </a:r>
          </a:p>
        </p:txBody>
      </p:sp>
      <p:cxnSp>
        <p:nvCxnSpPr>
          <p:cNvPr id="20" name="Connecteur en angle 19"/>
          <p:cNvCxnSpPr>
            <a:stCxn id="40" idx="3"/>
            <a:endCxn id="54" idx="0"/>
          </p:cNvCxnSpPr>
          <p:nvPr/>
        </p:nvCxnSpPr>
        <p:spPr bwMode="auto">
          <a:xfrm>
            <a:off x="2994220" y="2980468"/>
            <a:ext cx="403776" cy="1296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droit avec flèche 21"/>
          <p:cNvCxnSpPr>
            <a:stCxn id="54" idx="3"/>
            <a:endCxn id="111" idx="1"/>
          </p:cNvCxnSpPr>
          <p:nvPr/>
        </p:nvCxnSpPr>
        <p:spPr bwMode="auto">
          <a:xfrm>
            <a:off x="3918801" y="4379831"/>
            <a:ext cx="1757636" cy="500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Text Box 157"/>
          <p:cNvSpPr txBox="1">
            <a:spLocks noChangeArrowheads="1"/>
          </p:cNvSpPr>
          <p:nvPr/>
        </p:nvSpPr>
        <p:spPr bwMode="auto">
          <a:xfrm>
            <a:off x="4086343" y="2528329"/>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a:t>
            </a:r>
          </a:p>
        </p:txBody>
      </p:sp>
      <p:sp>
        <p:nvSpPr>
          <p:cNvPr id="64" name="Text Box 157"/>
          <p:cNvSpPr txBox="1">
            <a:spLocks noChangeArrowheads="1"/>
          </p:cNvSpPr>
          <p:nvPr/>
        </p:nvSpPr>
        <p:spPr bwMode="auto">
          <a:xfrm>
            <a:off x="2928497" y="2786236"/>
            <a:ext cx="82426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NON ou Désactivé</a:t>
            </a:r>
          </a:p>
        </p:txBody>
      </p:sp>
      <p:sp>
        <p:nvSpPr>
          <p:cNvPr id="65" name="Text Box 157"/>
          <p:cNvSpPr txBox="1">
            <a:spLocks noChangeArrowheads="1"/>
          </p:cNvSpPr>
          <p:nvPr/>
        </p:nvSpPr>
        <p:spPr bwMode="auto">
          <a:xfrm>
            <a:off x="1890268" y="2786236"/>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67" name="AutoShape 14"/>
          <p:cNvSpPr>
            <a:spLocks noChangeArrowheads="1"/>
          </p:cNvSpPr>
          <p:nvPr/>
        </p:nvSpPr>
        <p:spPr bwMode="auto">
          <a:xfrm>
            <a:off x="4960967" y="2964781"/>
            <a:ext cx="1041610" cy="23179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20000_BEB_TECH_OFF</a:t>
            </a:r>
          </a:p>
        </p:txBody>
      </p:sp>
      <p:cxnSp>
        <p:nvCxnSpPr>
          <p:cNvPr id="28" name="Connecteur en angle 27"/>
          <p:cNvCxnSpPr>
            <a:stCxn id="120" idx="3"/>
            <a:endCxn id="67" idx="0"/>
          </p:cNvCxnSpPr>
          <p:nvPr/>
        </p:nvCxnSpPr>
        <p:spPr bwMode="auto">
          <a:xfrm>
            <a:off x="4473661" y="2260858"/>
            <a:ext cx="1008111" cy="7039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en angle 29"/>
          <p:cNvCxnSpPr>
            <a:stCxn id="67" idx="2"/>
            <a:endCxn id="111" idx="0"/>
          </p:cNvCxnSpPr>
          <p:nvPr/>
        </p:nvCxnSpPr>
        <p:spPr bwMode="auto">
          <a:xfrm rot="16200000" flipH="1">
            <a:off x="5319425" y="3358920"/>
            <a:ext cx="1116258" cy="79156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 Box 157"/>
          <p:cNvSpPr txBox="1">
            <a:spLocks noChangeArrowheads="1"/>
          </p:cNvSpPr>
          <p:nvPr/>
        </p:nvSpPr>
        <p:spPr bwMode="auto">
          <a:xfrm>
            <a:off x="3474175" y="2033045"/>
            <a:ext cx="32092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OUI</a:t>
            </a:r>
          </a:p>
        </p:txBody>
      </p:sp>
      <p:sp>
        <p:nvSpPr>
          <p:cNvPr id="74" name="Text Box 157"/>
          <p:cNvSpPr txBox="1">
            <a:spLocks noChangeArrowheads="1"/>
          </p:cNvSpPr>
          <p:nvPr/>
        </p:nvSpPr>
        <p:spPr bwMode="auto">
          <a:xfrm>
            <a:off x="4607898" y="207090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Désactivé</a:t>
            </a:r>
          </a:p>
        </p:txBody>
      </p:sp>
      <p:cxnSp>
        <p:nvCxnSpPr>
          <p:cNvPr id="35" name="Connecteur droit 34">
            <a:extLst>
              <a:ext uri="{FF2B5EF4-FFF2-40B4-BE49-F238E27FC236}">
                <a16:creationId xmlns:a16="http://schemas.microsoft.com/office/drawing/2014/main" id="{D383FC18-3C59-BAA6-BCA6-EFD46E57CAED}"/>
              </a:ext>
            </a:extLst>
          </p:cNvPr>
          <p:cNvCxnSpPr>
            <a:stCxn id="140" idx="2"/>
            <a:endCxn id="72" idx="0"/>
          </p:cNvCxnSpPr>
          <p:nvPr/>
        </p:nvCxnSpPr>
        <p:spPr bwMode="auto">
          <a:xfrm>
            <a:off x="7329993" y="5317518"/>
            <a:ext cx="4501" cy="610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Connecteur droit avec flèche 37">
            <a:extLst>
              <a:ext uri="{FF2B5EF4-FFF2-40B4-BE49-F238E27FC236}">
                <a16:creationId xmlns:a16="http://schemas.microsoft.com/office/drawing/2014/main" id="{4F731773-C913-6E92-F6A9-006ADC6C6957}"/>
              </a:ext>
            </a:extLst>
          </p:cNvPr>
          <p:cNvCxnSpPr>
            <a:stCxn id="72" idx="2"/>
            <a:endCxn id="5156" idx="0"/>
          </p:cNvCxnSpPr>
          <p:nvPr/>
        </p:nvCxnSpPr>
        <p:spPr bwMode="auto">
          <a:xfrm flipH="1">
            <a:off x="7329993" y="5522564"/>
            <a:ext cx="4501" cy="12209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AutoShape 77">
            <a:hlinkClick r:id="rId5" action="ppaction://hlinksldjump"/>
            <a:extLst>
              <a:ext uri="{FF2B5EF4-FFF2-40B4-BE49-F238E27FC236}">
                <a16:creationId xmlns:a16="http://schemas.microsoft.com/office/drawing/2014/main" id="{903D1879-2681-B5D6-E56D-7FF5BAAF4E43}"/>
              </a:ext>
            </a:extLst>
          </p:cNvPr>
          <p:cNvSpPr>
            <a:spLocks noChangeArrowheads="1"/>
          </p:cNvSpPr>
          <p:nvPr/>
        </p:nvSpPr>
        <p:spPr bwMode="auto">
          <a:xfrm rot="10800000">
            <a:off x="1429020" y="72825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68" name="Connecteur : en angle 67">
            <a:extLst>
              <a:ext uri="{FF2B5EF4-FFF2-40B4-BE49-F238E27FC236}">
                <a16:creationId xmlns:a16="http://schemas.microsoft.com/office/drawing/2014/main" id="{8352D4C7-4560-8104-06B0-2F01875AC887}"/>
              </a:ext>
            </a:extLst>
          </p:cNvPr>
          <p:cNvCxnSpPr>
            <a:stCxn id="59" idx="0"/>
            <a:endCxn id="120" idx="0"/>
          </p:cNvCxnSpPr>
          <p:nvPr/>
        </p:nvCxnSpPr>
        <p:spPr bwMode="auto">
          <a:xfrm rot="16200000" flipH="1">
            <a:off x="2571482" y="485795"/>
            <a:ext cx="918717" cy="212364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ZoneTexte 80">
            <a:extLst>
              <a:ext uri="{FF2B5EF4-FFF2-40B4-BE49-F238E27FC236}">
                <a16:creationId xmlns:a16="http://schemas.microsoft.com/office/drawing/2014/main" id="{08243CC9-BDB2-7286-2B97-D88707F17BB3}"/>
              </a:ext>
            </a:extLst>
          </p:cNvPr>
          <p:cNvSpPr txBox="1"/>
          <p:nvPr/>
        </p:nvSpPr>
        <p:spPr>
          <a:xfrm>
            <a:off x="3958641" y="603739"/>
            <a:ext cx="3325810" cy="646331"/>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a:p>
            <a:r>
              <a:rPr lang="fr-FR" sz="900"/>
              <a:t>L’ensemble des balises des parcours en aval devront être préfixées par AB, comme parcours BEB MOB</a:t>
            </a:r>
          </a:p>
        </p:txBody>
      </p:sp>
      <p:cxnSp>
        <p:nvCxnSpPr>
          <p:cNvPr id="4" name="Connecteur : en angle 3">
            <a:extLst>
              <a:ext uri="{FF2B5EF4-FFF2-40B4-BE49-F238E27FC236}">
                <a16:creationId xmlns:a16="http://schemas.microsoft.com/office/drawing/2014/main" id="{BDBE7523-AF88-AFD7-7AA5-DBF6917C45E9}"/>
              </a:ext>
            </a:extLst>
          </p:cNvPr>
          <p:cNvCxnSpPr>
            <a:stCxn id="62" idx="3"/>
            <a:endCxn id="140" idx="0"/>
          </p:cNvCxnSpPr>
          <p:nvPr/>
        </p:nvCxnSpPr>
        <p:spPr bwMode="auto">
          <a:xfrm>
            <a:off x="6663862" y="4727356"/>
            <a:ext cx="666131" cy="44569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90999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Connecteur en angle 27"/>
          <p:cNvCxnSpPr>
            <a:cxnSpLocks/>
            <a:stCxn id="6174" idx="2"/>
            <a:endCxn id="80" idx="0"/>
          </p:cNvCxnSpPr>
          <p:nvPr/>
        </p:nvCxnSpPr>
        <p:spPr bwMode="auto">
          <a:xfrm rot="5400000">
            <a:off x="975274" y="4790986"/>
            <a:ext cx="766192" cy="1270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47" name="AutoShape 288"/>
          <p:cNvCxnSpPr>
            <a:cxnSpLocks noChangeShapeType="1"/>
            <a:stCxn id="6182" idx="2"/>
            <a:endCxn id="6176" idx="2"/>
          </p:cNvCxnSpPr>
          <p:nvPr/>
        </p:nvCxnSpPr>
        <p:spPr bwMode="auto">
          <a:xfrm rot="16200000" flipV="1">
            <a:off x="2704172" y="4816078"/>
            <a:ext cx="811214" cy="79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4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44B73AE-E411-403D-8A2A-79D643E475D8}" type="slidenum">
              <a:rPr lang="fr-FR" smtClean="0"/>
              <a:pPr eaLnBrk="1" hangingPunct="1"/>
              <a:t>17</a:t>
            </a:fld>
            <a:endParaRPr lang="fr-FR"/>
          </a:p>
        </p:txBody>
      </p:sp>
      <p:cxnSp>
        <p:nvCxnSpPr>
          <p:cNvPr id="6152" name="AutoShape 6"/>
          <p:cNvCxnSpPr>
            <a:cxnSpLocks noChangeShapeType="1"/>
            <a:stCxn id="6155" idx="0"/>
            <a:endCxn id="6153" idx="0"/>
          </p:cNvCxnSpPr>
          <p:nvPr/>
        </p:nvCxnSpPr>
        <p:spPr bwMode="auto">
          <a:xfrm rot="16200000" flipH="1">
            <a:off x="2527624" y="1684481"/>
            <a:ext cx="1140643" cy="699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3" name="Rectangle 7"/>
          <p:cNvSpPr>
            <a:spLocks noChangeArrowheads="1"/>
          </p:cNvSpPr>
          <p:nvPr/>
        </p:nvSpPr>
        <p:spPr bwMode="auto">
          <a:xfrm>
            <a:off x="1328207" y="2258303"/>
            <a:ext cx="3546475" cy="507831"/>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D31E05"/>
                </a:solidFill>
              </a:rPr>
              <a:t>ABO MENU AUTRE</a:t>
            </a:r>
          </a:p>
          <a:p>
            <a:pPr algn="ctr"/>
            <a:r>
              <a:rPr lang="fr-FR" sz="700">
                <a:ea typeface="ＭＳ Ｐゴシック" pitchFamily="-80" charset="-128"/>
              </a:rPr>
              <a:t>Pour régler votre facture par carte bancaire, tapez 1</a:t>
            </a:r>
            <a:r>
              <a:rPr lang="fr-CH" sz="700">
                <a:ea typeface="ＭＳ Ｐゴシック" pitchFamily="-80" charset="-128"/>
              </a:rPr>
              <a:t>  </a:t>
            </a:r>
          </a:p>
          <a:p>
            <a:pPr algn="ctr"/>
            <a:r>
              <a:rPr lang="fr-FR" sz="700">
                <a:solidFill>
                  <a:srgbClr val="000000"/>
                </a:solidFill>
                <a:ea typeface="ＭＳ Ｐゴシック" pitchFamily="-80" charset="-128"/>
              </a:rPr>
              <a:t>Pour une résiliation, tapez 2</a:t>
            </a:r>
          </a:p>
          <a:p>
            <a:pPr algn="ctr"/>
            <a:r>
              <a:rPr lang="fr-FR" sz="700">
                <a:solidFill>
                  <a:srgbClr val="000000"/>
                </a:solidFill>
                <a:ea typeface="ＭＳ Ｐゴシック" pitchFamily="-80" charset="-128"/>
              </a:rPr>
              <a:t>Pour toute autre demande, tapez 3</a:t>
            </a:r>
          </a:p>
        </p:txBody>
      </p:sp>
      <p:sp>
        <p:nvSpPr>
          <p:cNvPr id="6154" name="AutoShape 21"/>
          <p:cNvSpPr>
            <a:spLocks noChangeArrowheads="1"/>
          </p:cNvSpPr>
          <p:nvPr/>
        </p:nvSpPr>
        <p:spPr bwMode="auto">
          <a:xfrm>
            <a:off x="7444050" y="3516311"/>
            <a:ext cx="603250" cy="2016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 NI &gt; 1</a:t>
            </a:r>
          </a:p>
        </p:txBody>
      </p:sp>
      <p:sp>
        <p:nvSpPr>
          <p:cNvPr id="6155" name="AutoShape 119">
            <a:hlinkClick r:id="rId3" action="ppaction://hlinksldjump"/>
          </p:cNvPr>
          <p:cNvSpPr>
            <a:spLocks noChangeArrowheads="1"/>
          </p:cNvSpPr>
          <p:nvPr/>
        </p:nvSpPr>
        <p:spPr bwMode="auto">
          <a:xfrm rot="10800000">
            <a:off x="2558665" y="642998"/>
            <a:ext cx="1071562" cy="474662"/>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PRINCIPAL</a:t>
            </a:r>
          </a:p>
        </p:txBody>
      </p:sp>
      <p:cxnSp>
        <p:nvCxnSpPr>
          <p:cNvPr id="6156" name="AutoShape 120"/>
          <p:cNvCxnSpPr>
            <a:cxnSpLocks noChangeShapeType="1"/>
            <a:stCxn id="6157" idx="2"/>
            <a:endCxn id="6158" idx="6"/>
          </p:cNvCxnSpPr>
          <p:nvPr/>
        </p:nvCxnSpPr>
        <p:spPr bwMode="auto">
          <a:xfrm rot="5400000">
            <a:off x="2037820" y="2742406"/>
            <a:ext cx="384175" cy="174307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7" name="AutoShape 121"/>
          <p:cNvSpPr>
            <a:spLocks noChangeArrowheads="1"/>
          </p:cNvSpPr>
          <p:nvPr/>
        </p:nvSpPr>
        <p:spPr bwMode="auto">
          <a:xfrm>
            <a:off x="2923644" y="3229769"/>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6158" name="AutoShape 122"/>
          <p:cNvSpPr>
            <a:spLocks noChangeArrowheads="1"/>
          </p:cNvSpPr>
          <p:nvPr/>
        </p:nvSpPr>
        <p:spPr bwMode="auto">
          <a:xfrm>
            <a:off x="1250420" y="380603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1</a:t>
            </a:r>
          </a:p>
        </p:txBody>
      </p:sp>
      <p:cxnSp>
        <p:nvCxnSpPr>
          <p:cNvPr id="6159" name="AutoShape 139"/>
          <p:cNvCxnSpPr>
            <a:cxnSpLocks noChangeShapeType="1"/>
            <a:stCxn id="6174" idx="0"/>
            <a:endCxn id="6158" idx="2"/>
          </p:cNvCxnSpPr>
          <p:nvPr/>
        </p:nvCxnSpPr>
        <p:spPr bwMode="auto">
          <a:xfrm flipV="1">
            <a:off x="1358370" y="3982244"/>
            <a:ext cx="0" cy="19049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60" name="AutoShape 141"/>
          <p:cNvSpPr>
            <a:spLocks noChangeArrowheads="1"/>
          </p:cNvSpPr>
          <p:nvPr/>
        </p:nvSpPr>
        <p:spPr bwMode="auto">
          <a:xfrm>
            <a:off x="3001432" y="381873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2</a:t>
            </a:r>
          </a:p>
        </p:txBody>
      </p:sp>
      <p:cxnSp>
        <p:nvCxnSpPr>
          <p:cNvPr id="6161" name="AutoShape 158"/>
          <p:cNvCxnSpPr>
            <a:cxnSpLocks noChangeShapeType="1"/>
            <a:stCxn id="6160" idx="2"/>
          </p:cNvCxnSpPr>
          <p:nvPr/>
        </p:nvCxnSpPr>
        <p:spPr bwMode="auto">
          <a:xfrm rot="16200000" flipH="1">
            <a:off x="3013338" y="4090988"/>
            <a:ext cx="192087" cy="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62" name="AutoShape 160"/>
          <p:cNvSpPr>
            <a:spLocks noChangeArrowheads="1"/>
          </p:cNvSpPr>
          <p:nvPr/>
        </p:nvSpPr>
        <p:spPr bwMode="auto">
          <a:xfrm>
            <a:off x="5552545" y="381238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t>3</a:t>
            </a:r>
          </a:p>
        </p:txBody>
      </p:sp>
      <p:cxnSp>
        <p:nvCxnSpPr>
          <p:cNvPr id="6163" name="AutoShape 177"/>
          <p:cNvCxnSpPr>
            <a:cxnSpLocks noChangeShapeType="1"/>
            <a:stCxn id="6180" idx="0"/>
            <a:endCxn id="6162" idx="2"/>
          </p:cNvCxnSpPr>
          <p:nvPr/>
        </p:nvCxnSpPr>
        <p:spPr bwMode="auto">
          <a:xfrm rot="16200000" flipV="1">
            <a:off x="4995234" y="4653856"/>
            <a:ext cx="1355129" cy="2460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4" name="AutoShape 179"/>
          <p:cNvCxnSpPr>
            <a:cxnSpLocks noChangeShapeType="1"/>
            <a:stCxn id="6157" idx="2"/>
            <a:endCxn id="6160" idx="6"/>
          </p:cNvCxnSpPr>
          <p:nvPr/>
        </p:nvCxnSpPr>
        <p:spPr bwMode="auto">
          <a:xfrm>
            <a:off x="3101444" y="3421856"/>
            <a:ext cx="7938" cy="39687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5" name="AutoShape 180"/>
          <p:cNvCxnSpPr>
            <a:cxnSpLocks noChangeShapeType="1"/>
            <a:stCxn id="6157" idx="2"/>
            <a:endCxn id="6162" idx="6"/>
          </p:cNvCxnSpPr>
          <p:nvPr/>
        </p:nvCxnSpPr>
        <p:spPr bwMode="auto">
          <a:xfrm rot="16200000" flipH="1">
            <a:off x="4185707" y="2337592"/>
            <a:ext cx="390525" cy="255905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6" name="AutoShape 181"/>
          <p:cNvCxnSpPr>
            <a:cxnSpLocks noChangeShapeType="1"/>
            <a:stCxn id="6153" idx="2"/>
            <a:endCxn id="6157" idx="0"/>
          </p:cNvCxnSpPr>
          <p:nvPr/>
        </p:nvCxnSpPr>
        <p:spPr bwMode="auto">
          <a:xfrm rot="5400000">
            <a:off x="2869628" y="2997951"/>
            <a:ext cx="463635"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8" name="AutoShape 218"/>
          <p:cNvCxnSpPr>
            <a:cxnSpLocks noChangeShapeType="1"/>
            <a:stCxn id="6154" idx="0"/>
            <a:endCxn id="6172" idx="3"/>
          </p:cNvCxnSpPr>
          <p:nvPr/>
        </p:nvCxnSpPr>
        <p:spPr bwMode="auto">
          <a:xfrm flipH="1" flipV="1">
            <a:off x="7022569" y="2512218"/>
            <a:ext cx="1024731" cy="1104900"/>
          </a:xfrm>
          <a:prstGeom prst="bentConnector3">
            <a:avLst>
              <a:gd name="adj1" fmla="val -22308"/>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70" name="Rectangle 224"/>
          <p:cNvSpPr>
            <a:spLocks noChangeArrowheads="1"/>
          </p:cNvSpPr>
          <p:nvPr/>
        </p:nvSpPr>
        <p:spPr bwMode="auto">
          <a:xfrm>
            <a:off x="7205924" y="5125402"/>
            <a:ext cx="1131888" cy="6463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NMNI</a:t>
            </a:r>
          </a:p>
          <a:p>
            <a:pPr algn="ctr" eaLnBrk="0" hangingPunct="0"/>
            <a:r>
              <a:rPr lang="fr-FR" sz="600"/>
              <a:t>Désolé, nous n'avons pas compris votre choix. Veuillez patienter, un conseiller va prendre votre appel.</a:t>
            </a:r>
          </a:p>
        </p:txBody>
      </p:sp>
      <p:cxnSp>
        <p:nvCxnSpPr>
          <p:cNvPr id="6171" name="AutoShape 225"/>
          <p:cNvCxnSpPr>
            <a:cxnSpLocks noChangeShapeType="1"/>
            <a:stCxn id="6154" idx="2"/>
            <a:endCxn id="6170" idx="0"/>
          </p:cNvCxnSpPr>
          <p:nvPr/>
        </p:nvCxnSpPr>
        <p:spPr bwMode="auto">
          <a:xfrm>
            <a:off x="7745675" y="3717924"/>
            <a:ext cx="26193" cy="140747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72" name="Rectangle 226"/>
          <p:cNvSpPr>
            <a:spLocks noChangeArrowheads="1"/>
          </p:cNvSpPr>
          <p:nvPr/>
        </p:nvSpPr>
        <p:spPr bwMode="auto">
          <a:xfrm>
            <a:off x="5890681" y="2327552"/>
            <a:ext cx="1131888"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cxnSp>
        <p:nvCxnSpPr>
          <p:cNvPr id="6173" name="AutoShape 227"/>
          <p:cNvCxnSpPr>
            <a:cxnSpLocks noChangeShapeType="1"/>
            <a:stCxn id="6172" idx="1"/>
            <a:endCxn id="6153" idx="3"/>
          </p:cNvCxnSpPr>
          <p:nvPr/>
        </p:nvCxnSpPr>
        <p:spPr bwMode="auto">
          <a:xfrm flipH="1">
            <a:off x="4874682" y="2512218"/>
            <a:ext cx="1015999" cy="1"/>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74" name="AutoShape 286"/>
          <p:cNvSpPr>
            <a:spLocks noChangeArrowheads="1"/>
          </p:cNvSpPr>
          <p:nvPr/>
        </p:nvSpPr>
        <p:spPr bwMode="auto">
          <a:xfrm>
            <a:off x="977370" y="4172743"/>
            <a:ext cx="762000" cy="23514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31000_PCB</a:t>
            </a:r>
          </a:p>
        </p:txBody>
      </p:sp>
      <p:sp>
        <p:nvSpPr>
          <p:cNvPr id="6176" name="AutoShape 286"/>
          <p:cNvSpPr>
            <a:spLocks noChangeArrowheads="1"/>
          </p:cNvSpPr>
          <p:nvPr/>
        </p:nvSpPr>
        <p:spPr bwMode="auto">
          <a:xfrm>
            <a:off x="2690282" y="4166394"/>
            <a:ext cx="838200" cy="24447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32000_RESILIATION</a:t>
            </a:r>
          </a:p>
        </p:txBody>
      </p:sp>
      <p:sp>
        <p:nvSpPr>
          <p:cNvPr id="6177" name="AutoShape 286"/>
          <p:cNvSpPr>
            <a:spLocks noChangeArrowheads="1"/>
          </p:cNvSpPr>
          <p:nvPr/>
        </p:nvSpPr>
        <p:spPr bwMode="auto">
          <a:xfrm>
            <a:off x="7386901" y="4128293"/>
            <a:ext cx="762000" cy="24701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39002_NMNI_X2</a:t>
            </a:r>
          </a:p>
        </p:txBody>
      </p:sp>
      <p:sp>
        <p:nvSpPr>
          <p:cNvPr id="6178" name="AutoShape 31">
            <a:hlinkClick r:id="" action="ppaction://noaction"/>
          </p:cNvPr>
          <p:cNvSpPr>
            <a:spLocks noChangeArrowheads="1"/>
          </p:cNvSpPr>
          <p:nvPr/>
        </p:nvSpPr>
        <p:spPr bwMode="auto">
          <a:xfrm>
            <a:off x="817032" y="4591844"/>
            <a:ext cx="1084263"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00B050"/>
                </a:solidFill>
              </a:rPr>
              <a:t>ABO_PCB</a:t>
            </a:r>
          </a:p>
        </p:txBody>
      </p:sp>
      <p:sp>
        <p:nvSpPr>
          <p:cNvPr id="6179" name="AutoShape 31">
            <a:hlinkClick r:id="" action="ppaction://noaction"/>
          </p:cNvPr>
          <p:cNvSpPr>
            <a:spLocks noChangeArrowheads="1"/>
          </p:cNvSpPr>
          <p:nvPr/>
        </p:nvSpPr>
        <p:spPr bwMode="auto">
          <a:xfrm>
            <a:off x="2529945" y="4593431"/>
            <a:ext cx="1084262"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a:t>
            </a:r>
            <a:r>
              <a:rPr lang="fr-FR" sz="600">
                <a:solidFill>
                  <a:srgbClr val="D31E05"/>
                </a:solidFill>
              </a:rPr>
              <a:t>RESILIATION</a:t>
            </a:r>
          </a:p>
        </p:txBody>
      </p:sp>
      <p:sp>
        <p:nvSpPr>
          <p:cNvPr id="6180" name="AutoShape 31">
            <a:hlinkClick r:id="" action="ppaction://noaction"/>
          </p:cNvPr>
          <p:cNvSpPr>
            <a:spLocks noChangeArrowheads="1"/>
          </p:cNvSpPr>
          <p:nvPr/>
        </p:nvSpPr>
        <p:spPr bwMode="auto">
          <a:xfrm>
            <a:off x="5142969" y="5343723"/>
            <a:ext cx="1084262"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FF0000"/>
                </a:solidFill>
              </a:rPr>
              <a:t>ABO_AUTRE</a:t>
            </a:r>
          </a:p>
        </p:txBody>
      </p:sp>
      <p:sp>
        <p:nvSpPr>
          <p:cNvPr id="6182" name="AutoShape 46">
            <a:hlinkClick r:id="rId4" action="ppaction://hlinksldjump"/>
          </p:cNvPr>
          <p:cNvSpPr>
            <a:spLocks noChangeArrowheads="1"/>
          </p:cNvSpPr>
          <p:nvPr/>
        </p:nvSpPr>
        <p:spPr bwMode="auto">
          <a:xfrm rot="10800000">
            <a:off x="2782357" y="5222082"/>
            <a:ext cx="655638" cy="474663"/>
          </a:xfrm>
          <a:prstGeom prst="upArrowCallout">
            <a:avLst>
              <a:gd name="adj1" fmla="val 34532"/>
              <a:gd name="adj2" fmla="val 34532"/>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RESILIATION</a:t>
            </a:r>
          </a:p>
        </p:txBody>
      </p:sp>
      <p:sp>
        <p:nvSpPr>
          <p:cNvPr id="6183" name="AutoShape 46">
            <a:hlinkClick r:id="rId5" action="ppaction://hlinksldjump"/>
          </p:cNvPr>
          <p:cNvSpPr>
            <a:spLocks noChangeArrowheads="1"/>
          </p:cNvSpPr>
          <p:nvPr/>
        </p:nvSpPr>
        <p:spPr bwMode="auto">
          <a:xfrm rot="10800000">
            <a:off x="5357281" y="5950218"/>
            <a:ext cx="655637" cy="474663"/>
          </a:xfrm>
          <a:prstGeom prst="upArrowCallout">
            <a:avLst>
              <a:gd name="adj1" fmla="val 34532"/>
              <a:gd name="adj2" fmla="val 34532"/>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ADMIN</a:t>
            </a:r>
          </a:p>
        </p:txBody>
      </p:sp>
      <p:sp>
        <p:nvSpPr>
          <p:cNvPr id="6185" name="AutoShape 286"/>
          <p:cNvSpPr>
            <a:spLocks noChangeArrowheads="1"/>
          </p:cNvSpPr>
          <p:nvPr/>
        </p:nvSpPr>
        <p:spPr bwMode="auto">
          <a:xfrm>
            <a:off x="5274730" y="4420470"/>
            <a:ext cx="762000" cy="2495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33000_AUTRE</a:t>
            </a:r>
          </a:p>
        </p:txBody>
      </p:sp>
      <p:sp>
        <p:nvSpPr>
          <p:cNvPr id="42" name="AutoShape 208"/>
          <p:cNvSpPr>
            <a:spLocks noChangeArrowheads="1"/>
          </p:cNvSpPr>
          <p:nvPr/>
        </p:nvSpPr>
        <p:spPr bwMode="auto">
          <a:xfrm>
            <a:off x="7390870" y="2439987"/>
            <a:ext cx="1085850" cy="13236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39001_NMNI</a:t>
            </a:r>
            <a:endParaRPr lang="fr-FR" sz="600"/>
          </a:p>
        </p:txBody>
      </p:sp>
      <p:cxnSp>
        <p:nvCxnSpPr>
          <p:cNvPr id="71" name="AutoShape 120"/>
          <p:cNvCxnSpPr>
            <a:cxnSpLocks noChangeShapeType="1"/>
            <a:stCxn id="6157" idx="2"/>
            <a:endCxn id="6154" idx="4"/>
          </p:cNvCxnSpPr>
          <p:nvPr/>
        </p:nvCxnSpPr>
        <p:spPr bwMode="auto">
          <a:xfrm rot="16200000" flipH="1">
            <a:off x="5175116" y="1348184"/>
            <a:ext cx="195262" cy="4342606"/>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54" name="AutoShape 68">
            <a:hlinkClick r:id="" action="ppaction://noaction"/>
          </p:cNvPr>
          <p:cNvSpPr>
            <a:spLocks noChangeArrowheads="1"/>
          </p:cNvSpPr>
          <p:nvPr/>
        </p:nvSpPr>
        <p:spPr bwMode="auto">
          <a:xfrm>
            <a:off x="2714506" y="1389659"/>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chemeClr val="bg1"/>
                </a:solidFill>
                <a:ea typeface="ＭＳ Ｐゴシック" charset="0"/>
              </a:rPr>
              <a:t>WCB DIGITAL ?</a:t>
            </a:r>
          </a:p>
        </p:txBody>
      </p:sp>
      <p:sp>
        <p:nvSpPr>
          <p:cNvPr id="55" name="AutoShape 41"/>
          <p:cNvSpPr>
            <a:spLocks noChangeArrowheads="1"/>
          </p:cNvSpPr>
          <p:nvPr/>
        </p:nvSpPr>
        <p:spPr bwMode="auto">
          <a:xfrm>
            <a:off x="4908580" y="1425822"/>
            <a:ext cx="992795" cy="23266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43000_WCB_AUTRE</a:t>
            </a:r>
          </a:p>
        </p:txBody>
      </p:sp>
      <p:cxnSp>
        <p:nvCxnSpPr>
          <p:cNvPr id="56" name="AutoShape 4"/>
          <p:cNvCxnSpPr>
            <a:cxnSpLocks noChangeShapeType="1"/>
            <a:stCxn id="55" idx="1"/>
            <a:endCxn id="54" idx="3"/>
          </p:cNvCxnSpPr>
          <p:nvPr/>
        </p:nvCxnSpPr>
        <p:spPr bwMode="auto">
          <a:xfrm flipH="1">
            <a:off x="3495556" y="1542154"/>
            <a:ext cx="1413024" cy="7843"/>
          </a:xfrm>
          <a:prstGeom prst="straightConnector1">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Connecteur en arc 56"/>
          <p:cNvCxnSpPr>
            <a:stCxn id="55" idx="2"/>
            <a:endCxn id="6180" idx="1"/>
          </p:cNvCxnSpPr>
          <p:nvPr/>
        </p:nvCxnSpPr>
        <p:spPr bwMode="auto">
          <a:xfrm rot="5400000">
            <a:off x="3376190" y="3425266"/>
            <a:ext cx="3795568" cy="262009"/>
          </a:xfrm>
          <a:prstGeom prst="curvedConnector4">
            <a:avLst>
              <a:gd name="adj1" fmla="val 48547"/>
              <a:gd name="adj2" fmla="val 187249"/>
            </a:avLst>
          </a:prstGeom>
          <a:solidFill>
            <a:schemeClr val="accent1"/>
          </a:solidFill>
          <a:ln w="9525" cap="flat" cmpd="sng" algn="ctr">
            <a:solidFill>
              <a:srgbClr val="3366FF"/>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re 1"/>
          <p:cNvSpPr>
            <a:spLocks noGrp="1"/>
          </p:cNvSpPr>
          <p:nvPr>
            <p:ph type="title"/>
          </p:nvPr>
        </p:nvSpPr>
        <p:spPr>
          <a:xfrm>
            <a:off x="2730136" y="39198"/>
            <a:ext cx="4019550" cy="291061"/>
          </a:xfrm>
        </p:spPr>
        <p:txBody>
          <a:bodyPr/>
          <a:lstStyle/>
          <a:p>
            <a:r>
              <a:rPr lang="fr-FR" sz="1400">
                <a:latin typeface="SFR Thin" panose="020B0203040504020204" pitchFamily="34" charset="0"/>
              </a:rPr>
              <a:t>AUTRE</a:t>
            </a:r>
            <a:endParaRPr lang="fr-FR" sz="1400" strike="sngStrike"/>
          </a:p>
        </p:txBody>
      </p:sp>
      <p:sp>
        <p:nvSpPr>
          <p:cNvPr id="61" name="Text Box 157"/>
          <p:cNvSpPr txBox="1">
            <a:spLocks noChangeArrowheads="1"/>
          </p:cNvSpPr>
          <p:nvPr/>
        </p:nvSpPr>
        <p:spPr bwMode="auto">
          <a:xfrm>
            <a:off x="3523799" y="1369753"/>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01</a:t>
            </a:r>
          </a:p>
        </p:txBody>
      </p:sp>
      <p:cxnSp>
        <p:nvCxnSpPr>
          <p:cNvPr id="22" name="Connecteur droit avec flèche 21"/>
          <p:cNvCxnSpPr>
            <a:stCxn id="6170" idx="1"/>
            <a:endCxn id="6180" idx="3"/>
          </p:cNvCxnSpPr>
          <p:nvPr/>
        </p:nvCxnSpPr>
        <p:spPr bwMode="auto">
          <a:xfrm flipH="1">
            <a:off x="6227231" y="5448568"/>
            <a:ext cx="978693" cy="548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avec flèche 23"/>
          <p:cNvCxnSpPr>
            <a:stCxn id="6180" idx="2"/>
            <a:endCxn id="6183" idx="2"/>
          </p:cNvCxnSpPr>
          <p:nvPr/>
        </p:nvCxnSpPr>
        <p:spPr bwMode="auto">
          <a:xfrm flipH="1">
            <a:off x="5685099" y="5564385"/>
            <a:ext cx="1" cy="38583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AutoShape 143"/>
          <p:cNvSpPr>
            <a:spLocks noChangeArrowheads="1"/>
          </p:cNvSpPr>
          <p:nvPr/>
        </p:nvSpPr>
        <p:spPr bwMode="auto">
          <a:xfrm>
            <a:off x="879621" y="5174082"/>
            <a:ext cx="957498"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2C842C"/>
                </a:solidFill>
              </a:rPr>
              <a:t>PCB</a:t>
            </a:r>
          </a:p>
          <a:p>
            <a:pPr algn="ctr" eaLnBrk="0" hangingPunct="0"/>
            <a:r>
              <a:rPr lang="fr-FR" sz="600">
                <a:solidFill>
                  <a:srgbClr val="000000"/>
                </a:solidFill>
              </a:rPr>
              <a:t>03 69 18 58 75</a:t>
            </a:r>
            <a:endParaRPr lang="fr-FR" sz="600" b="1">
              <a:solidFill>
                <a:srgbClr val="2C842C"/>
              </a:solidFill>
            </a:endParaRPr>
          </a:p>
        </p:txBody>
      </p:sp>
      <p:sp>
        <p:nvSpPr>
          <p:cNvPr id="3" name="AutoShape 119">
            <a:hlinkClick r:id="rId3" action="ppaction://hlinksldjump"/>
            <a:extLst>
              <a:ext uri="{FF2B5EF4-FFF2-40B4-BE49-F238E27FC236}">
                <a16:creationId xmlns:a16="http://schemas.microsoft.com/office/drawing/2014/main" id="{96367E76-FE62-AD60-95AF-5B33F015DEB5}"/>
              </a:ext>
            </a:extLst>
          </p:cNvPr>
          <p:cNvSpPr>
            <a:spLocks noChangeArrowheads="1"/>
          </p:cNvSpPr>
          <p:nvPr/>
        </p:nvSpPr>
        <p:spPr bwMode="auto">
          <a:xfrm rot="10800000">
            <a:off x="6234918" y="3777138"/>
            <a:ext cx="1043954" cy="474662"/>
          </a:xfrm>
          <a:prstGeom prst="upArrowCallout">
            <a:avLst>
              <a:gd name="adj1" fmla="val 56438"/>
              <a:gd name="adj2" fmla="val 5643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MENU AB TEST</a:t>
            </a:r>
          </a:p>
          <a:p>
            <a:pPr algn="ctr" eaLnBrk="0" hangingPunct="0"/>
            <a:r>
              <a:rPr lang="fr-FR" sz="600" b="1"/>
              <a:t>(CO)</a:t>
            </a:r>
          </a:p>
        </p:txBody>
      </p:sp>
      <p:cxnSp>
        <p:nvCxnSpPr>
          <p:cNvPr id="4" name="Connecteur : en angle 3">
            <a:extLst>
              <a:ext uri="{FF2B5EF4-FFF2-40B4-BE49-F238E27FC236}">
                <a16:creationId xmlns:a16="http://schemas.microsoft.com/office/drawing/2014/main" id="{EB187F63-2B3B-4A61-C2AD-07B1C50E7758}"/>
              </a:ext>
            </a:extLst>
          </p:cNvPr>
          <p:cNvCxnSpPr>
            <a:cxnSpLocks/>
            <a:stCxn id="3" idx="0"/>
            <a:endCxn id="6185" idx="0"/>
          </p:cNvCxnSpPr>
          <p:nvPr/>
        </p:nvCxnSpPr>
        <p:spPr bwMode="auto">
          <a:xfrm rot="5400000">
            <a:off x="6121978" y="3785553"/>
            <a:ext cx="168670" cy="1101165"/>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18</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86667" y="569646"/>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AUTRE</a:t>
            </a:r>
          </a:p>
        </p:txBody>
      </p:sp>
      <p:sp>
        <p:nvSpPr>
          <p:cNvPr id="36" name="Rectangle 5"/>
          <p:cNvSpPr>
            <a:spLocks noChangeArrowheads="1"/>
          </p:cNvSpPr>
          <p:nvPr/>
        </p:nvSpPr>
        <p:spPr bwMode="auto">
          <a:xfrm>
            <a:off x="3603945" y="2304918"/>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 FCT </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676300" cy="19364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30011_CHOIX_FLASH_FCT1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723440" y="1356110"/>
            <a:ext cx="251378" cy="270299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430561" y="2059105"/>
            <a:ext cx="247252" cy="129287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315383" y="2467158"/>
            <a:ext cx="248948" cy="47846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5989302" y="793239"/>
            <a:ext cx="105842" cy="368319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30001_CHOIX_FLASH_FCT_NOK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30001_CHOIX_FLASH_FCT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200625" y="1829997"/>
            <a:ext cx="1885353" cy="19161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57776" y="4359134"/>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NMNI</a:t>
            </a:r>
          </a:p>
        </p:txBody>
      </p:sp>
      <p:sp>
        <p:nvSpPr>
          <p:cNvPr id="222" name="AutoShape 55"/>
          <p:cNvSpPr>
            <a:spLocks noChangeArrowheads="1"/>
          </p:cNvSpPr>
          <p:nvPr/>
        </p:nvSpPr>
        <p:spPr bwMode="auto">
          <a:xfrm>
            <a:off x="7290870" y="506711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30091_CHOIX_FLASH_FCT_NMNI2</a:t>
            </a:r>
          </a:p>
        </p:txBody>
      </p:sp>
      <p:sp>
        <p:nvSpPr>
          <p:cNvPr id="223" name="Rectangle 55"/>
          <p:cNvSpPr>
            <a:spLocks noChangeArrowheads="1"/>
          </p:cNvSpPr>
          <p:nvPr/>
        </p:nvSpPr>
        <p:spPr bwMode="auto">
          <a:xfrm>
            <a:off x="7456173" y="5319358"/>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4315" y="5620141"/>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1407" y="5674861"/>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29034" y="4817794"/>
            <a:ext cx="0" cy="24932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29034" y="5209400"/>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588464"/>
            <a:ext cx="948852" cy="109647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7125" y="4811286"/>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0851" y="437050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435112" y="2021609"/>
            <a:ext cx="1531024" cy="1179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30001_CHOIX_FLASH_FCT_OK</a:t>
            </a:r>
          </a:p>
        </p:txBody>
      </p:sp>
      <p:cxnSp>
        <p:nvCxnSpPr>
          <p:cNvPr id="12" name="Connecteur droit 11"/>
          <p:cNvCxnSpPr>
            <a:stCxn id="90" idx="2"/>
            <a:endCxn id="36" idx="0"/>
          </p:cNvCxnSpPr>
          <p:nvPr/>
        </p:nvCxnSpPr>
        <p:spPr bwMode="auto">
          <a:xfrm>
            <a:off x="4200624" y="2139535"/>
            <a:ext cx="1" cy="1653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flipH="1">
            <a:off x="8129034" y="3803716"/>
            <a:ext cx="2870" cy="5554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5" action="ppaction://hlinksldjump"/>
            <a:extLst>
              <a:ext uri="{FF2B5EF4-FFF2-40B4-BE49-F238E27FC236}">
                <a16:creationId xmlns:a16="http://schemas.microsoft.com/office/drawing/2014/main" id="{81D33986-BBFE-FA8E-5799-8314ACAD1EAF}"/>
              </a:ext>
            </a:extLst>
          </p:cNvPr>
          <p:cNvSpPr>
            <a:spLocks noChangeArrowheads="1"/>
          </p:cNvSpPr>
          <p:nvPr/>
        </p:nvSpPr>
        <p:spPr bwMode="auto">
          <a:xfrm rot="10800000">
            <a:off x="3603945" y="571186"/>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7" name="Connecteur : en angle 6">
            <a:extLst>
              <a:ext uri="{FF2B5EF4-FFF2-40B4-BE49-F238E27FC236}">
                <a16:creationId xmlns:a16="http://schemas.microsoft.com/office/drawing/2014/main" id="{AFA4EC49-B1B0-7F9F-2449-CC20A80BD535}"/>
              </a:ext>
            </a:extLst>
          </p:cNvPr>
          <p:cNvCxnSpPr>
            <a:stCxn id="33" idx="0"/>
            <a:endCxn id="185" idx="0"/>
          </p:cNvCxnSpPr>
          <p:nvPr/>
        </p:nvCxnSpPr>
        <p:spPr bwMode="auto">
          <a:xfrm rot="16200000" flipH="1">
            <a:off x="2948091" y="808221"/>
            <a:ext cx="192098" cy="43494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E161B93C-5F04-6E95-CB7C-7DAD26A5E6FA}"/>
              </a:ext>
            </a:extLst>
          </p:cNvPr>
          <p:cNvCxnSpPr>
            <a:stCxn id="3" idx="0"/>
            <a:endCxn id="185" idx="0"/>
          </p:cNvCxnSpPr>
          <p:nvPr/>
        </p:nvCxnSpPr>
        <p:spPr bwMode="auto">
          <a:xfrm rot="5400000">
            <a:off x="3607501" y="585300"/>
            <a:ext cx="190558" cy="88233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3EB25A18-4F2C-25B6-D253-A5BAD59CCCC5}"/>
              </a:ext>
            </a:extLst>
          </p:cNvPr>
          <p:cNvSpPr txBox="1"/>
          <p:nvPr/>
        </p:nvSpPr>
        <p:spPr>
          <a:xfrm>
            <a:off x="5668967" y="465410"/>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378464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19</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73128" y="57360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AUTRE</a:t>
            </a:r>
          </a:p>
        </p:txBody>
      </p:sp>
      <p:sp>
        <p:nvSpPr>
          <p:cNvPr id="36" name="Rectangle 5"/>
          <p:cNvSpPr>
            <a:spLocks noChangeArrowheads="1"/>
          </p:cNvSpPr>
          <p:nvPr/>
        </p:nvSpPr>
        <p:spPr bwMode="auto">
          <a:xfrm>
            <a:off x="3632373" y="2296658"/>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FLASH2 FCT</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1" idx="0"/>
          </p:cNvCxnSpPr>
          <p:nvPr/>
        </p:nvCxnSpPr>
        <p:spPr bwMode="auto">
          <a:xfrm>
            <a:off x="3524324" y="1827968"/>
            <a:ext cx="713587" cy="239274"/>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30012_CHOIX_FLASH2_FCT1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733524" y="1337766"/>
            <a:ext cx="259638" cy="273142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440645" y="2040761"/>
            <a:ext cx="255512" cy="132130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325467" y="2477242"/>
            <a:ext cx="257208" cy="45003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5999386" y="803323"/>
            <a:ext cx="114102" cy="36547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30002_CHOIX_FLASH2_FCT_NOK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30002_CHOIX_FLASH2_FCT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1" idx="0"/>
          </p:cNvCxnSpPr>
          <p:nvPr/>
        </p:nvCxnSpPr>
        <p:spPr bwMode="auto">
          <a:xfrm rot="10800000" flipV="1">
            <a:off x="4237911" y="1829998"/>
            <a:ext cx="1848066" cy="23724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60647" y="430321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NMNI</a:t>
            </a:r>
          </a:p>
        </p:txBody>
      </p:sp>
      <p:sp>
        <p:nvSpPr>
          <p:cNvPr id="222" name="AutoShape 55"/>
          <p:cNvSpPr>
            <a:spLocks noChangeArrowheads="1"/>
          </p:cNvSpPr>
          <p:nvPr/>
        </p:nvSpPr>
        <p:spPr bwMode="auto">
          <a:xfrm>
            <a:off x="7293741" y="4998065"/>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30092_CHOIX_FLASH2_FCT_NMNI2</a:t>
            </a:r>
          </a:p>
        </p:txBody>
      </p:sp>
      <p:sp>
        <p:nvSpPr>
          <p:cNvPr id="223" name="Rectangle 55"/>
          <p:cNvSpPr>
            <a:spLocks noChangeArrowheads="1"/>
          </p:cNvSpPr>
          <p:nvPr/>
        </p:nvSpPr>
        <p:spPr bwMode="auto">
          <a:xfrm>
            <a:off x="7459044" y="5250305"/>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551088"/>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605808"/>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31905" y="4761879"/>
            <a:ext cx="0" cy="23618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140347"/>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32548"/>
            <a:ext cx="951723" cy="115238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5537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1459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1" name="AutoShape 208"/>
          <p:cNvSpPr>
            <a:spLocks noChangeArrowheads="1"/>
          </p:cNvSpPr>
          <p:nvPr/>
        </p:nvSpPr>
        <p:spPr bwMode="auto">
          <a:xfrm>
            <a:off x="3472399" y="2067242"/>
            <a:ext cx="1531024" cy="1149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30002_CHOIX_FLASH2_FCT_OK</a:t>
            </a:r>
          </a:p>
        </p:txBody>
      </p:sp>
      <p:cxnSp>
        <p:nvCxnSpPr>
          <p:cNvPr id="14" name="Connecteur droit 13"/>
          <p:cNvCxnSpPr>
            <a:stCxn id="91" idx="2"/>
            <a:endCxn id="36" idx="0"/>
          </p:cNvCxnSpPr>
          <p:nvPr/>
        </p:nvCxnSpPr>
        <p:spPr bwMode="auto">
          <a:xfrm flipH="1">
            <a:off x="4229053" y="2182219"/>
            <a:ext cx="8858" cy="11443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 cy="49950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AutoShape 77">
            <a:hlinkClick r:id="rId5" action="ppaction://hlinksldjump"/>
            <a:extLst>
              <a:ext uri="{FF2B5EF4-FFF2-40B4-BE49-F238E27FC236}">
                <a16:creationId xmlns:a16="http://schemas.microsoft.com/office/drawing/2014/main" id="{00008F5F-4CDF-5E0D-4F51-9ECF5BD383E5}"/>
              </a:ext>
            </a:extLst>
          </p:cNvPr>
          <p:cNvSpPr>
            <a:spLocks noChangeArrowheads="1"/>
          </p:cNvSpPr>
          <p:nvPr/>
        </p:nvSpPr>
        <p:spPr bwMode="auto">
          <a:xfrm rot="10800000">
            <a:off x="3470933" y="590231"/>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7" name="Connecteur : en angle 6">
            <a:extLst>
              <a:ext uri="{FF2B5EF4-FFF2-40B4-BE49-F238E27FC236}">
                <a16:creationId xmlns:a16="http://schemas.microsoft.com/office/drawing/2014/main" id="{107B9C5E-8D53-1099-207C-B58524EDBB9F}"/>
              </a:ext>
            </a:extLst>
          </p:cNvPr>
          <p:cNvCxnSpPr>
            <a:stCxn id="33" idx="0"/>
            <a:endCxn id="185" idx="0"/>
          </p:cNvCxnSpPr>
          <p:nvPr/>
        </p:nvCxnSpPr>
        <p:spPr bwMode="auto">
          <a:xfrm rot="16200000" flipH="1">
            <a:off x="2943303" y="803433"/>
            <a:ext cx="188136" cy="44848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D1C8B391-E08E-7BD5-2B29-D039EC8D1C3C}"/>
              </a:ext>
            </a:extLst>
          </p:cNvPr>
          <p:cNvCxnSpPr>
            <a:stCxn id="3" idx="0"/>
            <a:endCxn id="185" idx="0"/>
          </p:cNvCxnSpPr>
          <p:nvPr/>
        </p:nvCxnSpPr>
        <p:spPr bwMode="auto">
          <a:xfrm rot="5400000">
            <a:off x="3550518" y="661328"/>
            <a:ext cx="171513" cy="74931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ZoneTexte 3">
            <a:extLst>
              <a:ext uri="{FF2B5EF4-FFF2-40B4-BE49-F238E27FC236}">
                <a16:creationId xmlns:a16="http://schemas.microsoft.com/office/drawing/2014/main" id="{8091BCCA-BA80-BBBE-E1DB-7F34DD6DD4C5}"/>
              </a:ext>
            </a:extLst>
          </p:cNvPr>
          <p:cNvSpPr txBox="1"/>
          <p:nvPr/>
        </p:nvSpPr>
        <p:spPr>
          <a:xfrm>
            <a:off x="5668967" y="484554"/>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916692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20</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254879" y="662487"/>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AUTRE</a:t>
            </a:r>
          </a:p>
        </p:txBody>
      </p:sp>
      <p:sp>
        <p:nvSpPr>
          <p:cNvPr id="36" name="Rectangle 5"/>
          <p:cNvSpPr>
            <a:spLocks noChangeArrowheads="1"/>
          </p:cNvSpPr>
          <p:nvPr/>
        </p:nvSpPr>
        <p:spPr bwMode="auto">
          <a:xfrm>
            <a:off x="3819709" y="2320703"/>
            <a:ext cx="1193360" cy="276999"/>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FLASH3 FCT </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0" idx="0"/>
          </p:cNvCxnSpPr>
          <p:nvPr/>
        </p:nvCxnSpPr>
        <p:spPr bwMode="auto">
          <a:xfrm>
            <a:off x="3524324" y="1827968"/>
            <a:ext cx="892064" cy="22188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FCT</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30013_CHOIX_FLASH3_FCT1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30023_CHOIX_FLASH3_FCT2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30033_CHOIX_FLASH3_FCT3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FCT2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30023_CHOIX_FLASH3_FCT2_OK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FCT3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30033_CHOIX_</a:t>
            </a:r>
            <a:r>
              <a:rPr lang="fr-FR" sz="600">
                <a:ea typeface="ＭＳ Ｐゴシック" pitchFamily="1" charset="-128"/>
              </a:rPr>
              <a:t>FLASH3_FC</a:t>
            </a:r>
            <a:r>
              <a:rPr lang="fr-FR" sz="600">
                <a:solidFill>
                  <a:srgbClr val="000000"/>
                </a:solidFill>
                <a:ea typeface="ＭＳ Ｐゴシック" pitchFamily="1" charset="-128"/>
              </a:rPr>
              <a:t>T3_OK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30023_CHOIX_FLASH3_FCT2_NOK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30033_CHOIX_FLASH3_FCT3_NOK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39215" y="1256120"/>
            <a:ext cx="235593" cy="291875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46336" y="1959115"/>
            <a:ext cx="231467" cy="150864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31158" y="2582932"/>
            <a:ext cx="233163" cy="26270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05077" y="909013"/>
            <a:ext cx="90057" cy="346743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30003_CHOIX_FLASH3_FCT_NOK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30003_CHOIX_FLASH3_FCT</a:t>
            </a:r>
          </a:p>
        </p:txBody>
      </p: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0" idx="0"/>
          </p:cNvCxnSpPr>
          <p:nvPr/>
        </p:nvCxnSpPr>
        <p:spPr bwMode="auto">
          <a:xfrm rot="10800000" flipV="1">
            <a:off x="4416389" y="1829997"/>
            <a:ext cx="1669589" cy="21985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84077" y="4372714"/>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CHOIX FLASH 3 </a:t>
            </a:r>
          </a:p>
          <a:p>
            <a:pPr algn="ctr" eaLnBrk="0" hangingPunct="0">
              <a:defRPr/>
            </a:pPr>
            <a:r>
              <a:rPr lang="fr-FR" sz="600">
                <a:solidFill>
                  <a:schemeClr val="bg1"/>
                </a:solidFill>
                <a:ea typeface="ＭＳ Ｐゴシック" charset="0"/>
              </a:rPr>
              <a:t>FCT NMNI</a:t>
            </a:r>
          </a:p>
        </p:txBody>
      </p:sp>
      <p:sp>
        <p:nvSpPr>
          <p:cNvPr id="222" name="AutoShape 55"/>
          <p:cNvSpPr>
            <a:spLocks noChangeArrowheads="1"/>
          </p:cNvSpPr>
          <p:nvPr/>
        </p:nvSpPr>
        <p:spPr bwMode="auto">
          <a:xfrm>
            <a:off x="7325318" y="5055714"/>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30093_CHOIX_FLASH3_FCT_NMNI2</a:t>
            </a:r>
          </a:p>
        </p:txBody>
      </p:sp>
      <p:sp>
        <p:nvSpPr>
          <p:cNvPr id="223" name="Rectangle 55"/>
          <p:cNvSpPr>
            <a:spLocks noChangeArrowheads="1"/>
          </p:cNvSpPr>
          <p:nvPr/>
        </p:nvSpPr>
        <p:spPr bwMode="auto">
          <a:xfrm>
            <a:off x="7490621" y="5307954"/>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108763" y="5608737"/>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95855" y="5663457"/>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55335" y="4831374"/>
            <a:ext cx="8147" cy="22434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63482" y="5197996"/>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602044"/>
            <a:ext cx="975153" cy="108289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43426" y="4824866"/>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17152" y="4384085"/>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0" name="AutoShape 208"/>
          <p:cNvSpPr>
            <a:spLocks noChangeArrowheads="1"/>
          </p:cNvSpPr>
          <p:nvPr/>
        </p:nvSpPr>
        <p:spPr bwMode="auto">
          <a:xfrm>
            <a:off x="3650876" y="2049853"/>
            <a:ext cx="1531024" cy="10956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30003_CHOIX_FLASH3_FCT_OK</a:t>
            </a:r>
          </a:p>
        </p:txBody>
      </p:sp>
      <p:cxnSp>
        <p:nvCxnSpPr>
          <p:cNvPr id="13" name="Connecteur droit 12"/>
          <p:cNvCxnSpPr>
            <a:stCxn id="90" idx="2"/>
            <a:endCxn id="36" idx="0"/>
          </p:cNvCxnSpPr>
          <p:nvPr/>
        </p:nvCxnSpPr>
        <p:spPr bwMode="auto">
          <a:xfrm>
            <a:off x="4416388" y="2159419"/>
            <a:ext cx="1" cy="1612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23431" cy="5689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AutoShape 77">
            <a:hlinkClick r:id="rId5" action="ppaction://hlinksldjump"/>
            <a:extLst>
              <a:ext uri="{FF2B5EF4-FFF2-40B4-BE49-F238E27FC236}">
                <a16:creationId xmlns:a16="http://schemas.microsoft.com/office/drawing/2014/main" id="{A69933D3-2BCF-CF58-3142-1DB283FD9B0D}"/>
              </a:ext>
            </a:extLst>
          </p:cNvPr>
          <p:cNvSpPr>
            <a:spLocks noChangeArrowheads="1"/>
          </p:cNvSpPr>
          <p:nvPr/>
        </p:nvSpPr>
        <p:spPr bwMode="auto">
          <a:xfrm rot="10800000">
            <a:off x="3491139" y="67264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7" name="Connecteur : en angle 6">
            <a:extLst>
              <a:ext uri="{FF2B5EF4-FFF2-40B4-BE49-F238E27FC236}">
                <a16:creationId xmlns:a16="http://schemas.microsoft.com/office/drawing/2014/main" id="{59B7C308-25A9-FB6E-55A7-833206D173C4}"/>
              </a:ext>
            </a:extLst>
          </p:cNvPr>
          <p:cNvCxnSpPr>
            <a:stCxn id="33" idx="0"/>
            <a:endCxn id="185" idx="0"/>
          </p:cNvCxnSpPr>
          <p:nvPr/>
        </p:nvCxnSpPr>
        <p:spPr bwMode="auto">
          <a:xfrm rot="16200000" flipH="1">
            <a:off x="2978618" y="838747"/>
            <a:ext cx="99257" cy="46673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 en angle 8">
            <a:extLst>
              <a:ext uri="{FF2B5EF4-FFF2-40B4-BE49-F238E27FC236}">
                <a16:creationId xmlns:a16="http://schemas.microsoft.com/office/drawing/2014/main" id="{83C7C67B-EE33-6969-842E-7388F4853697}"/>
              </a:ext>
            </a:extLst>
          </p:cNvPr>
          <p:cNvCxnSpPr>
            <a:stCxn id="4" idx="0"/>
            <a:endCxn id="185" idx="0"/>
          </p:cNvCxnSpPr>
          <p:nvPr/>
        </p:nvCxnSpPr>
        <p:spPr bwMode="auto">
          <a:xfrm rot="5400000">
            <a:off x="3601829" y="692434"/>
            <a:ext cx="89096" cy="76952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54FB30B5-DC31-7EE0-0D5A-379A86B7B158}"/>
              </a:ext>
            </a:extLst>
          </p:cNvPr>
          <p:cNvSpPr txBox="1"/>
          <p:nvPr/>
        </p:nvSpPr>
        <p:spPr>
          <a:xfrm>
            <a:off x="5668967" y="444925"/>
            <a:ext cx="3325810" cy="369332"/>
          </a:xfrm>
          <a:prstGeom prst="rect">
            <a:avLst/>
          </a:prstGeom>
          <a:noFill/>
          <a:ln>
            <a:solidFill>
              <a:schemeClr val="tx1"/>
            </a:solidFill>
          </a:ln>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Tree>
    <p:extLst>
      <p:ext uri="{BB962C8B-B14F-4D97-AF65-F5344CB8AC3E}">
        <p14:creationId xmlns:p14="http://schemas.microsoft.com/office/powerpoint/2010/main" val="1021383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Connecteur en angle 20"/>
          <p:cNvCxnSpPr>
            <a:stCxn id="98" idx="1"/>
            <a:endCxn id="102" idx="2"/>
          </p:cNvCxnSpPr>
          <p:nvPr/>
        </p:nvCxnSpPr>
        <p:spPr bwMode="auto">
          <a:xfrm rot="10800000" flipV="1">
            <a:off x="1965087" y="1680199"/>
            <a:ext cx="444913" cy="63073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73"/>
          <p:cNvSpPr>
            <a:spLocks noChangeArrowheads="1"/>
          </p:cNvSpPr>
          <p:nvPr/>
        </p:nvSpPr>
        <p:spPr bwMode="auto">
          <a:xfrm>
            <a:off x="2409999" y="1458524"/>
            <a:ext cx="878497" cy="443352"/>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a:t>
            </a:r>
          </a:p>
          <a:p>
            <a:pPr algn="ctr" defTabSz="379413" eaLnBrk="0" hangingPunct="0"/>
            <a:r>
              <a:rPr lang="fr-FR" sz="600">
                <a:solidFill>
                  <a:srgbClr val="FFFFFF"/>
                </a:solidFill>
              </a:rPr>
              <a:t>RET</a:t>
            </a:r>
          </a:p>
        </p:txBody>
      </p:sp>
      <p:grpSp>
        <p:nvGrpSpPr>
          <p:cNvPr id="99" name="Groupe 98"/>
          <p:cNvGrpSpPr/>
          <p:nvPr/>
        </p:nvGrpSpPr>
        <p:grpSpPr>
          <a:xfrm>
            <a:off x="1533903" y="1936641"/>
            <a:ext cx="935263" cy="734296"/>
            <a:chOff x="5751662" y="3572610"/>
            <a:chExt cx="935263" cy="734296"/>
          </a:xfrm>
          <a:effectLst/>
        </p:grpSpPr>
        <p:sp>
          <p:nvSpPr>
            <p:cNvPr id="100" name="AutoShape 14"/>
            <p:cNvSpPr>
              <a:spLocks noChangeArrowheads="1"/>
            </p:cNvSpPr>
            <p:nvPr/>
          </p:nvSpPr>
          <p:spPr bwMode="auto">
            <a:xfrm>
              <a:off x="5751662" y="3572610"/>
              <a:ext cx="935263" cy="27672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32000_RESIL_RET_HNO</a:t>
              </a:r>
            </a:p>
          </p:txBody>
        </p:sp>
        <p:sp>
          <p:nvSpPr>
            <p:cNvPr id="102" name="AutoShape 11">
              <a:hlinkClick r:id="rId3" action="ppaction://hlinksldjump"/>
            </p:cNvPr>
            <p:cNvSpPr>
              <a:spLocks noChangeArrowheads="1"/>
            </p:cNvSpPr>
            <p:nvPr/>
          </p:nvSpPr>
          <p:spPr bwMode="auto">
            <a:xfrm rot="10800000">
              <a:off x="5824887" y="3946906"/>
              <a:ext cx="715917" cy="36000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RET</a:t>
              </a:r>
            </a:p>
          </p:txBody>
        </p:sp>
      </p:grpSp>
      <p:sp>
        <p:nvSpPr>
          <p:cNvPr id="8195"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80AFF22-F65F-47B5-9714-93757EFBC39D}" type="slidenum">
              <a:rPr lang="fr-FR" smtClean="0">
                <a:solidFill>
                  <a:srgbClr val="000000"/>
                </a:solidFill>
              </a:rPr>
              <a:pPr eaLnBrk="1" hangingPunct="1"/>
              <a:t>21</a:t>
            </a:fld>
            <a:endParaRPr lang="fr-FR">
              <a:solidFill>
                <a:srgbClr val="000000"/>
              </a:solidFill>
            </a:endParaRPr>
          </a:p>
        </p:txBody>
      </p:sp>
      <p:sp>
        <p:nvSpPr>
          <p:cNvPr id="8201" name="AutoShape 82">
            <a:hlinkClick r:id="rId4" action="ppaction://hlinksldjump"/>
          </p:cNvPr>
          <p:cNvSpPr>
            <a:spLocks noChangeArrowheads="1"/>
          </p:cNvSpPr>
          <p:nvPr/>
        </p:nvSpPr>
        <p:spPr bwMode="auto">
          <a:xfrm rot="10800000">
            <a:off x="1639958" y="543696"/>
            <a:ext cx="1071563" cy="356725"/>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ea typeface="ＭＳ Ｐゴシック" charset="0"/>
              </a:rPr>
              <a:t>AUTRE</a:t>
            </a:r>
          </a:p>
        </p:txBody>
      </p:sp>
      <p:cxnSp>
        <p:nvCxnSpPr>
          <p:cNvPr id="8208" name="AutoShape 129"/>
          <p:cNvCxnSpPr>
            <a:cxnSpLocks noChangeShapeType="1"/>
            <a:stCxn id="8201" idx="0"/>
            <a:endCxn id="98" idx="0"/>
          </p:cNvCxnSpPr>
          <p:nvPr/>
        </p:nvCxnSpPr>
        <p:spPr bwMode="auto">
          <a:xfrm rot="16200000" flipH="1">
            <a:off x="2233442" y="842717"/>
            <a:ext cx="558103" cy="67350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17" name="AutoShape 31">
            <a:hlinkClick r:id="" action="ppaction://noaction"/>
          </p:cNvPr>
          <p:cNvSpPr>
            <a:spLocks noChangeArrowheads="1"/>
          </p:cNvSpPr>
          <p:nvPr/>
        </p:nvSpPr>
        <p:spPr bwMode="auto">
          <a:xfrm>
            <a:off x="4014930" y="2074040"/>
            <a:ext cx="1012825"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ABO_RESIL_HO</a:t>
            </a:r>
          </a:p>
        </p:txBody>
      </p:sp>
      <p:sp>
        <p:nvSpPr>
          <p:cNvPr id="8226" name="AutoShape 131"/>
          <p:cNvSpPr>
            <a:spLocks noChangeArrowheads="1"/>
          </p:cNvSpPr>
          <p:nvPr/>
        </p:nvSpPr>
        <p:spPr bwMode="auto">
          <a:xfrm>
            <a:off x="4960389" y="4133742"/>
            <a:ext cx="466725" cy="438150"/>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client ?</a:t>
            </a:r>
          </a:p>
        </p:txBody>
      </p:sp>
      <p:sp>
        <p:nvSpPr>
          <p:cNvPr id="8236" name="AutoShape 143"/>
          <p:cNvSpPr>
            <a:spLocks noChangeArrowheads="1"/>
          </p:cNvSpPr>
          <p:nvPr/>
        </p:nvSpPr>
        <p:spPr bwMode="auto">
          <a:xfrm>
            <a:off x="7689538" y="5499498"/>
            <a:ext cx="1193791" cy="254403"/>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ABO_RET</a:t>
            </a:r>
          </a:p>
        </p:txBody>
      </p:sp>
      <p:cxnSp>
        <p:nvCxnSpPr>
          <p:cNvPr id="159" name="AutoShape 132"/>
          <p:cNvCxnSpPr>
            <a:cxnSpLocks noChangeShapeType="1"/>
            <a:stCxn id="8226" idx="2"/>
            <a:endCxn id="8236" idx="1"/>
          </p:cNvCxnSpPr>
          <p:nvPr/>
        </p:nvCxnSpPr>
        <p:spPr bwMode="auto">
          <a:xfrm rot="16200000" flipH="1">
            <a:off x="5914241" y="3851403"/>
            <a:ext cx="1054808" cy="249578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AutoShape 183"/>
          <p:cNvSpPr>
            <a:spLocks noChangeArrowheads="1"/>
          </p:cNvSpPr>
          <p:nvPr/>
        </p:nvSpPr>
        <p:spPr bwMode="auto">
          <a:xfrm>
            <a:off x="5427112" y="5544189"/>
            <a:ext cx="1013519" cy="18312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32000_RESIL_RET</a:t>
            </a:r>
          </a:p>
        </p:txBody>
      </p:sp>
      <p:sp>
        <p:nvSpPr>
          <p:cNvPr id="170" name="AutoShape 31">
            <a:hlinkClick r:id="" action="ppaction://noaction"/>
          </p:cNvPr>
          <p:cNvSpPr>
            <a:spLocks noChangeArrowheads="1"/>
          </p:cNvSpPr>
          <p:nvPr/>
        </p:nvSpPr>
        <p:spPr bwMode="auto">
          <a:xfrm>
            <a:off x="6647801" y="5519744"/>
            <a:ext cx="857251" cy="207567"/>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ABO_RESIL_AUTRE</a:t>
            </a:r>
          </a:p>
        </p:txBody>
      </p:sp>
      <p:sp>
        <p:nvSpPr>
          <p:cNvPr id="66"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rgbClr val="FFFFFF"/>
                </a:solidFill>
                <a:effectLst>
                  <a:outerShdw blurRad="38100" dist="38100" dir="2700000" algn="tl">
                    <a:srgbClr val="000000">
                      <a:alpha val="43137"/>
                    </a:srgbClr>
                  </a:outerShdw>
                </a:effectLst>
                <a:latin typeface="SFR Thin" panose="020B0203040504020204" pitchFamily="34" charset="0"/>
              </a:rPr>
              <a:t>ABO</a:t>
            </a:r>
          </a:p>
        </p:txBody>
      </p:sp>
      <p:sp>
        <p:nvSpPr>
          <p:cNvPr id="68" name="Rectangle 2"/>
          <p:cNvSpPr txBox="1">
            <a:spLocks noGrp="1" noChangeArrowheads="1"/>
          </p:cNvSpPr>
          <p:nvPr>
            <p:ph type="title"/>
          </p:nvPr>
        </p:nvSpPr>
        <p:spPr bwMode="auto">
          <a:xfrm>
            <a:off x="2711521" y="31383"/>
            <a:ext cx="4019550" cy="282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RESILIATION</a:t>
            </a:r>
          </a:p>
        </p:txBody>
      </p:sp>
      <p:sp>
        <p:nvSpPr>
          <p:cNvPr id="83" name="AutoShape 143"/>
          <p:cNvSpPr>
            <a:spLocks noChangeArrowheads="1"/>
          </p:cNvSpPr>
          <p:nvPr/>
        </p:nvSpPr>
        <p:spPr bwMode="auto">
          <a:xfrm>
            <a:off x="8071809" y="4690333"/>
            <a:ext cx="935032" cy="254403"/>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ABO_RET_RISQUE</a:t>
            </a:r>
          </a:p>
        </p:txBody>
      </p:sp>
      <p:sp>
        <p:nvSpPr>
          <p:cNvPr id="84" name="AutoShape 183"/>
          <p:cNvSpPr>
            <a:spLocks noChangeArrowheads="1"/>
          </p:cNvSpPr>
          <p:nvPr/>
        </p:nvSpPr>
        <p:spPr bwMode="auto">
          <a:xfrm>
            <a:off x="5914335" y="4735311"/>
            <a:ext cx="1013519" cy="17167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32000_RESIL_RET_RISQUE</a:t>
            </a:r>
          </a:p>
        </p:txBody>
      </p:sp>
      <p:sp>
        <p:nvSpPr>
          <p:cNvPr id="94" name="AutoShape 31">
            <a:hlinkClick r:id="" action="ppaction://noaction"/>
          </p:cNvPr>
          <p:cNvSpPr>
            <a:spLocks noChangeArrowheads="1"/>
          </p:cNvSpPr>
          <p:nvPr/>
        </p:nvSpPr>
        <p:spPr bwMode="auto">
          <a:xfrm>
            <a:off x="7023422" y="4717364"/>
            <a:ext cx="857251" cy="207567"/>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ABO_RESIL_RISQUE</a:t>
            </a:r>
          </a:p>
        </p:txBody>
      </p:sp>
      <p:sp>
        <p:nvSpPr>
          <p:cNvPr id="14" name="Rectangle 13"/>
          <p:cNvSpPr/>
          <p:nvPr/>
        </p:nvSpPr>
        <p:spPr>
          <a:xfrm>
            <a:off x="6020712" y="4516290"/>
            <a:ext cx="2793345" cy="184666"/>
          </a:xfrm>
          <a:prstGeom prst="rect">
            <a:avLst/>
          </a:prstGeom>
        </p:spPr>
        <p:txBody>
          <a:bodyPr wrap="square">
            <a:spAutoFit/>
          </a:bodyPr>
          <a:lstStyle/>
          <a:p>
            <a:r>
              <a:rPr lang="fr-FR" sz="600">
                <a:solidFill>
                  <a:srgbClr val="000000"/>
                </a:solidFill>
              </a:rPr>
              <a:t>Marqueur C2OL = </a:t>
            </a:r>
            <a:r>
              <a:rPr lang="fr-FR" sz="600" err="1">
                <a:solidFill>
                  <a:srgbClr val="000000"/>
                </a:solidFill>
              </a:rPr>
              <a:t>A_Reengager</a:t>
            </a:r>
            <a:r>
              <a:rPr lang="fr-FR" sz="600">
                <a:solidFill>
                  <a:srgbClr val="000000"/>
                </a:solidFill>
              </a:rPr>
              <a:t> ou A_SAUVER (value1 &lt;&gt; 0)</a:t>
            </a:r>
          </a:p>
        </p:txBody>
      </p:sp>
      <p:sp>
        <p:nvSpPr>
          <p:cNvPr id="3" name="Rectangle 2"/>
          <p:cNvSpPr/>
          <p:nvPr/>
        </p:nvSpPr>
        <p:spPr bwMode="auto">
          <a:xfrm>
            <a:off x="44060" y="6105835"/>
            <a:ext cx="2979686" cy="68946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600" b="1" u="sng">
                <a:solidFill>
                  <a:srgbClr val="000000"/>
                </a:solidFill>
              </a:rPr>
              <a:t>Si CONV :</a:t>
            </a:r>
          </a:p>
          <a:p>
            <a:r>
              <a:rPr lang="fr-FR" sz="600" b="1">
                <a:solidFill>
                  <a:srgbClr val="000000"/>
                </a:solidFill>
              </a:rPr>
              <a:t>RISQUE =&gt; Si marqueur C2OL = ME_RISQVAL  et value1 = 1 </a:t>
            </a:r>
          </a:p>
          <a:p>
            <a:r>
              <a:rPr lang="fr-FR" sz="600" b="1">
                <a:solidFill>
                  <a:srgbClr val="000000"/>
                </a:solidFill>
              </a:rPr>
              <a:t>NON RISQUE =&gt; Si marqueur C2OL = ME_RISQVAL  et value1 &lt;&gt; 1 </a:t>
            </a:r>
          </a:p>
          <a:p>
            <a:r>
              <a:rPr lang="fr-FR" sz="600" b="1" u="sng">
                <a:solidFill>
                  <a:srgbClr val="000000"/>
                </a:solidFill>
              </a:rPr>
              <a:t>Si NON CONV :</a:t>
            </a:r>
          </a:p>
          <a:p>
            <a:r>
              <a:rPr lang="fr-FR" sz="600" b="1">
                <a:solidFill>
                  <a:srgbClr val="000000"/>
                </a:solidFill>
              </a:rPr>
              <a:t>RISQUE =&gt; Si marqueur C2OL = </a:t>
            </a:r>
            <a:r>
              <a:rPr lang="fr-FR" sz="600" b="1" err="1">
                <a:solidFill>
                  <a:srgbClr val="000000"/>
                </a:solidFill>
              </a:rPr>
              <a:t>A_Reengager</a:t>
            </a:r>
            <a:r>
              <a:rPr lang="fr-FR" sz="600" b="1">
                <a:solidFill>
                  <a:srgbClr val="000000"/>
                </a:solidFill>
              </a:rPr>
              <a:t> ou A_SAUVER et value1 &lt;=&gt; 0</a:t>
            </a:r>
          </a:p>
          <a:p>
            <a:r>
              <a:rPr lang="fr-FR" sz="600" b="1">
                <a:solidFill>
                  <a:srgbClr val="000000"/>
                </a:solidFill>
              </a:rPr>
              <a:t>NON RISQUE =&gt; Si marqueur C2OL = A_SAUVER et value1 = 0 </a:t>
            </a:r>
          </a:p>
        </p:txBody>
      </p:sp>
      <p:cxnSp>
        <p:nvCxnSpPr>
          <p:cNvPr id="19" name="Connecteur en angle 18"/>
          <p:cNvCxnSpPr>
            <a:stCxn id="8217" idx="2"/>
            <a:endCxn id="30" idx="0"/>
          </p:cNvCxnSpPr>
          <p:nvPr/>
        </p:nvCxnSpPr>
        <p:spPr bwMode="auto">
          <a:xfrm rot="16200000" flipH="1">
            <a:off x="4555981" y="2260063"/>
            <a:ext cx="320454" cy="38973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en angle 42"/>
          <p:cNvCxnSpPr>
            <a:stCxn id="98" idx="3"/>
            <a:endCxn id="8217" idx="0"/>
          </p:cNvCxnSpPr>
          <p:nvPr/>
        </p:nvCxnSpPr>
        <p:spPr bwMode="auto">
          <a:xfrm>
            <a:off x="3288496" y="1680200"/>
            <a:ext cx="1232847" cy="39384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AutoShape 282"/>
          <p:cNvSpPr>
            <a:spLocks noChangeArrowheads="1"/>
          </p:cNvSpPr>
          <p:nvPr/>
        </p:nvSpPr>
        <p:spPr bwMode="auto">
          <a:xfrm>
            <a:off x="4530074" y="2615156"/>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err="1">
                <a:solidFill>
                  <a:srgbClr val="FFFFFF"/>
                </a:solidFill>
              </a:rPr>
              <a:t>BeB</a:t>
            </a:r>
            <a:r>
              <a:rPr lang="fr-FR" sz="600">
                <a:solidFill>
                  <a:srgbClr val="FFFFFF"/>
                </a:solidFill>
              </a:rPr>
              <a:t> MOB RET </a:t>
            </a:r>
          </a:p>
          <a:p>
            <a:pPr algn="ctr" eaLnBrk="0" hangingPunct="0"/>
            <a:endParaRPr lang="fr-FR" sz="600">
              <a:solidFill>
                <a:srgbClr val="FFFFFF"/>
              </a:solidFill>
            </a:endParaRPr>
          </a:p>
        </p:txBody>
      </p:sp>
      <p:grpSp>
        <p:nvGrpSpPr>
          <p:cNvPr id="31" name="Group 188"/>
          <p:cNvGrpSpPr>
            <a:grpSpLocks/>
          </p:cNvGrpSpPr>
          <p:nvPr/>
        </p:nvGrpSpPr>
        <p:grpSpPr bwMode="auto">
          <a:xfrm rot="19613333">
            <a:off x="5214335" y="2566252"/>
            <a:ext cx="279400" cy="130175"/>
            <a:chOff x="1920" y="715"/>
            <a:chExt cx="270" cy="139"/>
          </a:xfrm>
          <a:effectLst>
            <a:outerShdw blurRad="50800" dist="38100" dir="2700000" algn="tl" rotWithShape="0">
              <a:prstClr val="black">
                <a:alpha val="40000"/>
              </a:prstClr>
            </a:outerShdw>
          </a:effectLst>
        </p:grpSpPr>
        <p:sp>
          <p:nvSpPr>
            <p:cNvPr id="32"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33"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34" name="AutoShape 191"/>
          <p:cNvSpPr>
            <a:spLocks noChangeArrowheads="1"/>
          </p:cNvSpPr>
          <p:nvPr/>
        </p:nvSpPr>
        <p:spPr bwMode="auto">
          <a:xfrm>
            <a:off x="5623286" y="2294701"/>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36" name="AutoShape 46">
            <a:hlinkClick r:id="rId5" action="ppaction://hlinksldjump"/>
          </p:cNvPr>
          <p:cNvSpPr>
            <a:spLocks noChangeArrowheads="1"/>
          </p:cNvSpPr>
          <p:nvPr/>
        </p:nvSpPr>
        <p:spPr bwMode="auto">
          <a:xfrm rot="10800000">
            <a:off x="570939" y="4683641"/>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RET</a:t>
            </a:r>
          </a:p>
        </p:txBody>
      </p:sp>
      <p:cxnSp>
        <p:nvCxnSpPr>
          <p:cNvPr id="8" name="Connecteur en angle 7"/>
          <p:cNvCxnSpPr>
            <a:stCxn id="30" idx="1"/>
            <a:endCxn id="38" idx="0"/>
          </p:cNvCxnSpPr>
          <p:nvPr/>
        </p:nvCxnSpPr>
        <p:spPr bwMode="auto">
          <a:xfrm rot="10800000" flipV="1">
            <a:off x="2261138" y="2869039"/>
            <a:ext cx="2268937" cy="165418"/>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en angle 9"/>
          <p:cNvCxnSpPr>
            <a:cxnSpLocks/>
            <a:stCxn id="30" idx="2"/>
            <a:endCxn id="8226" idx="0"/>
          </p:cNvCxnSpPr>
          <p:nvPr/>
        </p:nvCxnSpPr>
        <p:spPr bwMode="auto">
          <a:xfrm rot="16200000" flipH="1">
            <a:off x="4547003" y="3486992"/>
            <a:ext cx="1010821" cy="28267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AutoShape 14"/>
          <p:cNvSpPr>
            <a:spLocks noChangeArrowheads="1"/>
          </p:cNvSpPr>
          <p:nvPr/>
        </p:nvSpPr>
        <p:spPr bwMode="auto">
          <a:xfrm>
            <a:off x="4032918" y="1753586"/>
            <a:ext cx="935263" cy="18305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32000_RESIL_RET_HNO</a:t>
            </a:r>
          </a:p>
        </p:txBody>
      </p:sp>
      <p:sp>
        <p:nvSpPr>
          <p:cNvPr id="38" name="AutoShape 14"/>
          <p:cNvSpPr>
            <a:spLocks noChangeArrowheads="1"/>
          </p:cNvSpPr>
          <p:nvPr/>
        </p:nvSpPr>
        <p:spPr bwMode="auto">
          <a:xfrm>
            <a:off x="1740332" y="3034457"/>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32000_RESIL_BEB_RET_OK</a:t>
            </a:r>
          </a:p>
        </p:txBody>
      </p:sp>
      <p:sp>
        <p:nvSpPr>
          <p:cNvPr id="39" name="AutoShape 14"/>
          <p:cNvSpPr>
            <a:spLocks noChangeArrowheads="1"/>
          </p:cNvSpPr>
          <p:nvPr/>
        </p:nvSpPr>
        <p:spPr bwMode="auto">
          <a:xfrm>
            <a:off x="4390268" y="3292817"/>
            <a:ext cx="1041610" cy="17210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32000_RESIL_BEB_RET_NOK</a:t>
            </a:r>
          </a:p>
        </p:txBody>
      </p:sp>
      <p:sp>
        <p:nvSpPr>
          <p:cNvPr id="48" name="AutoShape 31">
            <a:hlinkClick r:id="" action="ppaction://noaction"/>
          </p:cNvPr>
          <p:cNvSpPr>
            <a:spLocks noChangeArrowheads="1"/>
          </p:cNvSpPr>
          <p:nvPr/>
        </p:nvSpPr>
        <p:spPr bwMode="auto">
          <a:xfrm>
            <a:off x="580226" y="4231953"/>
            <a:ext cx="862016" cy="182667"/>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ABO_BEB_RET</a:t>
            </a:r>
          </a:p>
        </p:txBody>
      </p:sp>
      <p:sp>
        <p:nvSpPr>
          <p:cNvPr id="52" name="AutoShape 31">
            <a:hlinkClick r:id="" action="ppaction://noaction"/>
          </p:cNvPr>
          <p:cNvSpPr>
            <a:spLocks noChangeArrowheads="1"/>
          </p:cNvSpPr>
          <p:nvPr/>
        </p:nvSpPr>
        <p:spPr bwMode="auto">
          <a:xfrm>
            <a:off x="4693766" y="3724845"/>
            <a:ext cx="1012825"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ABO_RESIL</a:t>
            </a:r>
          </a:p>
        </p:txBody>
      </p:sp>
      <p:sp>
        <p:nvSpPr>
          <p:cNvPr id="40" name="AutoShape 14"/>
          <p:cNvSpPr>
            <a:spLocks noChangeArrowheads="1"/>
          </p:cNvSpPr>
          <p:nvPr/>
        </p:nvSpPr>
        <p:spPr bwMode="auto">
          <a:xfrm>
            <a:off x="6126996" y="3020008"/>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32000_RESIL_BEB_RET_OFF</a:t>
            </a:r>
          </a:p>
        </p:txBody>
      </p:sp>
      <p:cxnSp>
        <p:nvCxnSpPr>
          <p:cNvPr id="4" name="Connecteur en angle 3"/>
          <p:cNvCxnSpPr>
            <a:stCxn id="30" idx="3"/>
            <a:endCxn id="40" idx="0"/>
          </p:cNvCxnSpPr>
          <p:nvPr/>
        </p:nvCxnSpPr>
        <p:spPr bwMode="auto">
          <a:xfrm>
            <a:off x="5292074" y="2869039"/>
            <a:ext cx="1355727" cy="1509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Connecteur en angle 5"/>
          <p:cNvCxnSpPr>
            <a:stCxn id="40" idx="2"/>
            <a:endCxn id="52" idx="3"/>
          </p:cNvCxnSpPr>
          <p:nvPr/>
        </p:nvCxnSpPr>
        <p:spPr bwMode="auto">
          <a:xfrm rot="5400000">
            <a:off x="5872524" y="3059898"/>
            <a:ext cx="609345" cy="941210"/>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 Box 157"/>
          <p:cNvSpPr txBox="1">
            <a:spLocks noChangeArrowheads="1"/>
          </p:cNvSpPr>
          <p:nvPr/>
        </p:nvSpPr>
        <p:spPr bwMode="auto">
          <a:xfrm>
            <a:off x="4209399" y="264578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45" name="Text Box 156"/>
          <p:cNvSpPr txBox="1">
            <a:spLocks noChangeArrowheads="1"/>
          </p:cNvSpPr>
          <p:nvPr/>
        </p:nvSpPr>
        <p:spPr bwMode="auto">
          <a:xfrm>
            <a:off x="5019076" y="303465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46" name="Text Box 157"/>
          <p:cNvSpPr txBox="1">
            <a:spLocks noChangeArrowheads="1"/>
          </p:cNvSpPr>
          <p:nvPr/>
        </p:nvSpPr>
        <p:spPr bwMode="auto">
          <a:xfrm>
            <a:off x="5758461" y="268619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47" name="Text Box 157"/>
          <p:cNvSpPr txBox="1">
            <a:spLocks noChangeArrowheads="1"/>
          </p:cNvSpPr>
          <p:nvPr/>
        </p:nvSpPr>
        <p:spPr bwMode="auto">
          <a:xfrm>
            <a:off x="3246008" y="1407494"/>
            <a:ext cx="300082"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HO</a:t>
            </a:r>
          </a:p>
        </p:txBody>
      </p:sp>
      <p:sp>
        <p:nvSpPr>
          <p:cNvPr id="49" name="Text Box 157"/>
          <p:cNvSpPr txBox="1">
            <a:spLocks noChangeArrowheads="1"/>
          </p:cNvSpPr>
          <p:nvPr/>
        </p:nvSpPr>
        <p:spPr bwMode="auto">
          <a:xfrm>
            <a:off x="2083043" y="1397957"/>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HNO</a:t>
            </a:r>
          </a:p>
        </p:txBody>
      </p:sp>
      <p:sp>
        <p:nvSpPr>
          <p:cNvPr id="53" name="AutoShape 14"/>
          <p:cNvSpPr>
            <a:spLocks noChangeArrowheads="1"/>
          </p:cNvSpPr>
          <p:nvPr/>
        </p:nvSpPr>
        <p:spPr bwMode="auto">
          <a:xfrm>
            <a:off x="490429" y="3913191"/>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32000_RESIL_BEB_RET_HO</a:t>
            </a:r>
          </a:p>
        </p:txBody>
      </p:sp>
      <p:sp>
        <p:nvSpPr>
          <p:cNvPr id="54" name="AutoShape 14"/>
          <p:cNvSpPr>
            <a:spLocks noChangeArrowheads="1"/>
          </p:cNvSpPr>
          <p:nvPr/>
        </p:nvSpPr>
        <p:spPr bwMode="auto">
          <a:xfrm>
            <a:off x="3247489" y="3742426"/>
            <a:ext cx="1041610" cy="20582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32000_RESIL_BEB_RET_HO</a:t>
            </a:r>
          </a:p>
        </p:txBody>
      </p:sp>
      <p:sp>
        <p:nvSpPr>
          <p:cNvPr id="55" name="AutoShape 282"/>
          <p:cNvSpPr>
            <a:spLocks noChangeArrowheads="1"/>
          </p:cNvSpPr>
          <p:nvPr/>
        </p:nvSpPr>
        <p:spPr bwMode="auto">
          <a:xfrm>
            <a:off x="1880137" y="3396495"/>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err="1">
                <a:solidFill>
                  <a:srgbClr val="FFFFFF"/>
                </a:solidFill>
              </a:rPr>
              <a:t>BeB</a:t>
            </a:r>
            <a:r>
              <a:rPr lang="fr-FR" sz="600">
                <a:solidFill>
                  <a:srgbClr val="FFFFFF"/>
                </a:solidFill>
              </a:rPr>
              <a:t> MOB RET </a:t>
            </a:r>
          </a:p>
          <a:p>
            <a:pPr algn="ctr" eaLnBrk="0" hangingPunct="0"/>
            <a:r>
              <a:rPr lang="fr-FR" sz="600">
                <a:solidFill>
                  <a:srgbClr val="FFFFFF"/>
                </a:solidFill>
              </a:rPr>
              <a:t>Flux HO</a:t>
            </a:r>
          </a:p>
        </p:txBody>
      </p:sp>
      <p:cxnSp>
        <p:nvCxnSpPr>
          <p:cNvPr id="15" name="Connecteur en angle 14"/>
          <p:cNvCxnSpPr>
            <a:stCxn id="55" idx="3"/>
            <a:endCxn id="54" idx="1"/>
          </p:cNvCxnSpPr>
          <p:nvPr/>
        </p:nvCxnSpPr>
        <p:spPr bwMode="auto">
          <a:xfrm>
            <a:off x="2642137" y="3650378"/>
            <a:ext cx="605352" cy="19496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avec flèche 16"/>
          <p:cNvCxnSpPr>
            <a:stCxn id="54" idx="3"/>
            <a:endCxn id="52" idx="1"/>
          </p:cNvCxnSpPr>
          <p:nvPr/>
        </p:nvCxnSpPr>
        <p:spPr bwMode="auto">
          <a:xfrm flipV="1">
            <a:off x="4289099" y="3835176"/>
            <a:ext cx="404667" cy="1016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p:cNvCxnSpPr>
            <a:stCxn id="38" idx="2"/>
            <a:endCxn id="55" idx="0"/>
          </p:cNvCxnSpPr>
          <p:nvPr/>
        </p:nvCxnSpPr>
        <p:spPr bwMode="auto">
          <a:xfrm>
            <a:off x="2261137" y="3240280"/>
            <a:ext cx="0" cy="1562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en angle 22"/>
          <p:cNvCxnSpPr>
            <a:stCxn id="55" idx="1"/>
            <a:endCxn id="53" idx="0"/>
          </p:cNvCxnSpPr>
          <p:nvPr/>
        </p:nvCxnSpPr>
        <p:spPr bwMode="auto">
          <a:xfrm rot="10800000" flipV="1">
            <a:off x="1011235" y="3650377"/>
            <a:ext cx="868903" cy="26281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Connecteur droit 24"/>
          <p:cNvCxnSpPr>
            <a:stCxn id="53" idx="2"/>
            <a:endCxn id="48" idx="0"/>
          </p:cNvCxnSpPr>
          <p:nvPr/>
        </p:nvCxnSpPr>
        <p:spPr bwMode="auto">
          <a:xfrm>
            <a:off x="1011234" y="4119014"/>
            <a:ext cx="0" cy="11293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droit avec flèche 26"/>
          <p:cNvCxnSpPr>
            <a:stCxn id="48" idx="2"/>
            <a:endCxn id="36" idx="2"/>
          </p:cNvCxnSpPr>
          <p:nvPr/>
        </p:nvCxnSpPr>
        <p:spPr bwMode="auto">
          <a:xfrm>
            <a:off x="1011234" y="4414620"/>
            <a:ext cx="2" cy="26902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 Box 157"/>
          <p:cNvSpPr txBox="1">
            <a:spLocks noChangeArrowheads="1"/>
          </p:cNvSpPr>
          <p:nvPr/>
        </p:nvSpPr>
        <p:spPr bwMode="auto">
          <a:xfrm>
            <a:off x="1491676" y="3464926"/>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71" name="Text Box 156"/>
          <p:cNvSpPr txBox="1">
            <a:spLocks noChangeArrowheads="1"/>
          </p:cNvSpPr>
          <p:nvPr/>
        </p:nvSpPr>
        <p:spPr bwMode="auto">
          <a:xfrm>
            <a:off x="2547757" y="3455134"/>
            <a:ext cx="82426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 ou Désactivé</a:t>
            </a:r>
          </a:p>
        </p:txBody>
      </p:sp>
      <p:sp>
        <p:nvSpPr>
          <p:cNvPr id="5" name="AutoShape 282">
            <a:extLst>
              <a:ext uri="{FF2B5EF4-FFF2-40B4-BE49-F238E27FC236}">
                <a16:creationId xmlns:a16="http://schemas.microsoft.com/office/drawing/2014/main" id="{1C7011F9-0543-1ED1-0A7B-383785000524}"/>
              </a:ext>
            </a:extLst>
          </p:cNvPr>
          <p:cNvSpPr>
            <a:spLocks noChangeArrowheads="1"/>
          </p:cNvSpPr>
          <p:nvPr/>
        </p:nvSpPr>
        <p:spPr bwMode="auto">
          <a:xfrm>
            <a:off x="5247834" y="4632757"/>
            <a:ext cx="549819" cy="37354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C2OL</a:t>
            </a:r>
          </a:p>
          <a:p>
            <a:pPr algn="ctr" eaLnBrk="0" hangingPunct="0"/>
            <a:r>
              <a:rPr lang="fr-FR" sz="600">
                <a:solidFill>
                  <a:srgbClr val="FFFFFF"/>
                </a:solidFill>
              </a:rPr>
              <a:t> RISQUE</a:t>
            </a:r>
          </a:p>
          <a:p>
            <a:pPr algn="ctr" eaLnBrk="0" hangingPunct="0"/>
            <a:endParaRPr lang="fr-FR" sz="600">
              <a:solidFill>
                <a:srgbClr val="FFFFFF"/>
              </a:solidFill>
            </a:endParaRPr>
          </a:p>
        </p:txBody>
      </p:sp>
      <p:cxnSp>
        <p:nvCxnSpPr>
          <p:cNvPr id="12" name="Connecteur droit avec flèche 11">
            <a:extLst>
              <a:ext uri="{FF2B5EF4-FFF2-40B4-BE49-F238E27FC236}">
                <a16:creationId xmlns:a16="http://schemas.microsoft.com/office/drawing/2014/main" id="{F496B3FB-8519-CAA0-857C-5A3E79421913}"/>
              </a:ext>
            </a:extLst>
          </p:cNvPr>
          <p:cNvCxnSpPr>
            <a:stCxn id="94" idx="3"/>
            <a:endCxn id="83" idx="1"/>
          </p:cNvCxnSpPr>
          <p:nvPr/>
        </p:nvCxnSpPr>
        <p:spPr bwMode="auto">
          <a:xfrm flipV="1">
            <a:off x="7880673" y="4817535"/>
            <a:ext cx="191136" cy="361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23">
            <a:extLst>
              <a:ext uri="{FF2B5EF4-FFF2-40B4-BE49-F238E27FC236}">
                <a16:creationId xmlns:a16="http://schemas.microsoft.com/office/drawing/2014/main" id="{D060E0B4-DD64-806E-C742-620F37E49141}"/>
              </a:ext>
            </a:extLst>
          </p:cNvPr>
          <p:cNvCxnSpPr>
            <a:cxnSpLocks/>
            <a:stCxn id="84" idx="3"/>
            <a:endCxn id="94" idx="1"/>
          </p:cNvCxnSpPr>
          <p:nvPr/>
        </p:nvCxnSpPr>
        <p:spPr bwMode="auto">
          <a:xfrm>
            <a:off x="6927854" y="4821148"/>
            <a:ext cx="9556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Connecteur : en angle 41">
            <a:extLst>
              <a:ext uri="{FF2B5EF4-FFF2-40B4-BE49-F238E27FC236}">
                <a16:creationId xmlns:a16="http://schemas.microsoft.com/office/drawing/2014/main" id="{2B164C8F-E018-23EA-F010-DD330ECB4BC7}"/>
              </a:ext>
            </a:extLst>
          </p:cNvPr>
          <p:cNvCxnSpPr>
            <a:cxnSpLocks/>
            <a:stCxn id="8226" idx="2"/>
            <a:endCxn id="5" idx="1"/>
          </p:cNvCxnSpPr>
          <p:nvPr/>
        </p:nvCxnSpPr>
        <p:spPr bwMode="auto">
          <a:xfrm rot="16200000" flipH="1">
            <a:off x="5096974" y="4668670"/>
            <a:ext cx="247638" cy="5408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Connecteur droit 50">
            <a:extLst>
              <a:ext uri="{FF2B5EF4-FFF2-40B4-BE49-F238E27FC236}">
                <a16:creationId xmlns:a16="http://schemas.microsoft.com/office/drawing/2014/main" id="{BF2C4E08-9544-4945-71B4-09D4A5F7D7A9}"/>
              </a:ext>
            </a:extLst>
          </p:cNvPr>
          <p:cNvCxnSpPr>
            <a:stCxn id="5" idx="3"/>
            <a:endCxn id="84" idx="1"/>
          </p:cNvCxnSpPr>
          <p:nvPr/>
        </p:nvCxnSpPr>
        <p:spPr bwMode="auto">
          <a:xfrm>
            <a:off x="5797653" y="4819530"/>
            <a:ext cx="116682" cy="1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Text Box 157">
            <a:extLst>
              <a:ext uri="{FF2B5EF4-FFF2-40B4-BE49-F238E27FC236}">
                <a16:creationId xmlns:a16="http://schemas.microsoft.com/office/drawing/2014/main" id="{FE4AFA9C-4567-522F-3C81-5E24807B7BD5}"/>
              </a:ext>
            </a:extLst>
          </p:cNvPr>
          <p:cNvSpPr txBox="1">
            <a:spLocks noChangeArrowheads="1"/>
          </p:cNvSpPr>
          <p:nvPr/>
        </p:nvSpPr>
        <p:spPr bwMode="auto">
          <a:xfrm>
            <a:off x="5194883" y="5365444"/>
            <a:ext cx="81464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 / Défaut</a:t>
            </a:r>
          </a:p>
        </p:txBody>
      </p:sp>
      <p:sp>
        <p:nvSpPr>
          <p:cNvPr id="57" name="Text Box 157">
            <a:extLst>
              <a:ext uri="{FF2B5EF4-FFF2-40B4-BE49-F238E27FC236}">
                <a16:creationId xmlns:a16="http://schemas.microsoft.com/office/drawing/2014/main" id="{CD381303-202A-063D-F964-6D311CD4FE73}"/>
              </a:ext>
            </a:extLst>
          </p:cNvPr>
          <p:cNvSpPr txBox="1">
            <a:spLocks noChangeArrowheads="1"/>
          </p:cNvSpPr>
          <p:nvPr/>
        </p:nvSpPr>
        <p:spPr bwMode="auto">
          <a:xfrm>
            <a:off x="5602207" y="460337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 name="AutoShape 77">
            <a:hlinkClick r:id="rId6" action="ppaction://hlinksldjump"/>
            <a:extLst>
              <a:ext uri="{FF2B5EF4-FFF2-40B4-BE49-F238E27FC236}">
                <a16:creationId xmlns:a16="http://schemas.microsoft.com/office/drawing/2014/main" id="{97AC635F-B803-42DB-0EB1-7A0FAE5DFE73}"/>
              </a:ext>
            </a:extLst>
          </p:cNvPr>
          <p:cNvSpPr>
            <a:spLocks noChangeArrowheads="1"/>
          </p:cNvSpPr>
          <p:nvPr/>
        </p:nvSpPr>
        <p:spPr bwMode="auto">
          <a:xfrm rot="10800000">
            <a:off x="2972699" y="544327"/>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16" name="Connecteur : en angle 15">
            <a:extLst>
              <a:ext uri="{FF2B5EF4-FFF2-40B4-BE49-F238E27FC236}">
                <a16:creationId xmlns:a16="http://schemas.microsoft.com/office/drawing/2014/main" id="{F1457270-6D05-F754-7B2E-5C1A63A607C3}"/>
              </a:ext>
            </a:extLst>
          </p:cNvPr>
          <p:cNvCxnSpPr>
            <a:stCxn id="2" idx="0"/>
            <a:endCxn id="98" idx="0"/>
          </p:cNvCxnSpPr>
          <p:nvPr/>
        </p:nvCxnSpPr>
        <p:spPr bwMode="auto">
          <a:xfrm rot="5400000">
            <a:off x="2903876" y="849700"/>
            <a:ext cx="554197" cy="66345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46">
            <a:hlinkClick r:id="rId7" action="ppaction://hlinksldjump"/>
            <a:extLst>
              <a:ext uri="{FF2B5EF4-FFF2-40B4-BE49-F238E27FC236}">
                <a16:creationId xmlns:a16="http://schemas.microsoft.com/office/drawing/2014/main" id="{C6143F7D-66CA-76FC-465F-B643926EE6F8}"/>
              </a:ext>
            </a:extLst>
          </p:cNvPr>
          <p:cNvSpPr>
            <a:spLocks noChangeArrowheads="1"/>
          </p:cNvSpPr>
          <p:nvPr/>
        </p:nvSpPr>
        <p:spPr bwMode="auto">
          <a:xfrm rot="10800000">
            <a:off x="4352084" y="586571"/>
            <a:ext cx="683364" cy="31849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ROUTAGE LN</a:t>
            </a:r>
          </a:p>
          <a:p>
            <a:pPr algn="ctr" eaLnBrk="0" hangingPunct="0"/>
            <a:r>
              <a:rPr lang="fr-FR" sz="600"/>
              <a:t>CO</a:t>
            </a:r>
          </a:p>
        </p:txBody>
      </p:sp>
      <p:cxnSp>
        <p:nvCxnSpPr>
          <p:cNvPr id="13" name="Connecteur : en angle 12">
            <a:extLst>
              <a:ext uri="{FF2B5EF4-FFF2-40B4-BE49-F238E27FC236}">
                <a16:creationId xmlns:a16="http://schemas.microsoft.com/office/drawing/2014/main" id="{F8A3B590-FEEA-36C7-C879-80C38C2A6801}"/>
              </a:ext>
            </a:extLst>
          </p:cNvPr>
          <p:cNvCxnSpPr>
            <a:stCxn id="7" idx="0"/>
            <a:endCxn id="98" idx="0"/>
          </p:cNvCxnSpPr>
          <p:nvPr/>
        </p:nvCxnSpPr>
        <p:spPr bwMode="auto">
          <a:xfrm rot="5400000">
            <a:off x="3494776" y="259534"/>
            <a:ext cx="553462" cy="184451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3158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3" name="Connecteur en angle 232"/>
          <p:cNvCxnSpPr>
            <a:stCxn id="171" idx="2"/>
            <a:endCxn id="184" idx="0"/>
          </p:cNvCxnSpPr>
          <p:nvPr/>
        </p:nvCxnSpPr>
        <p:spPr bwMode="auto">
          <a:xfrm rot="5400000">
            <a:off x="4893174" y="2604476"/>
            <a:ext cx="271222" cy="939523"/>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19"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25B1DA-2579-4EA6-AD77-5BDDBA2E6A06}" type="slidenum">
              <a:rPr lang="fr-FR" smtClean="0">
                <a:solidFill>
                  <a:srgbClr val="000000"/>
                </a:solidFill>
              </a:rPr>
              <a:pPr eaLnBrk="1" hangingPunct="1"/>
              <a:t>22</a:t>
            </a:fld>
            <a:endParaRPr lang="fr-FR">
              <a:solidFill>
                <a:srgbClr val="000000"/>
              </a:solidFill>
            </a:endParaRPr>
          </a:p>
        </p:txBody>
      </p:sp>
      <p:sp>
        <p:nvSpPr>
          <p:cNvPr id="9226" name="AutoShape 98">
            <a:hlinkClick r:id="rId3" action="ppaction://hlinksldjump"/>
          </p:cNvPr>
          <p:cNvSpPr>
            <a:spLocks noChangeArrowheads="1"/>
          </p:cNvSpPr>
          <p:nvPr/>
        </p:nvSpPr>
        <p:spPr bwMode="auto">
          <a:xfrm rot="10800000">
            <a:off x="1153743" y="617335"/>
            <a:ext cx="878495" cy="323999"/>
          </a:xfrm>
          <a:prstGeom prst="upArrowCallout">
            <a:avLst>
              <a:gd name="adj1" fmla="val 56438"/>
              <a:gd name="adj2" fmla="val 58376"/>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AUTRE</a:t>
            </a:r>
          </a:p>
        </p:txBody>
      </p:sp>
      <p:sp>
        <p:nvSpPr>
          <p:cNvPr id="9250" name="AutoShape 31">
            <a:hlinkClick r:id="" action="ppaction://noaction"/>
          </p:cNvPr>
          <p:cNvSpPr>
            <a:spLocks noChangeArrowheads="1"/>
          </p:cNvSpPr>
          <p:nvPr/>
        </p:nvSpPr>
        <p:spPr bwMode="auto">
          <a:xfrm>
            <a:off x="1578977" y="2144852"/>
            <a:ext cx="1012825" cy="16636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 AUTRE_ADMIN_HO</a:t>
            </a:r>
          </a:p>
        </p:txBody>
      </p:sp>
      <p:sp>
        <p:nvSpPr>
          <p:cNvPr id="9256" name="AutoShape 131"/>
          <p:cNvSpPr>
            <a:spLocks noChangeArrowheads="1"/>
          </p:cNvSpPr>
          <p:nvPr/>
        </p:nvSpPr>
        <p:spPr bwMode="auto">
          <a:xfrm>
            <a:off x="5377067" y="5347367"/>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client ?</a:t>
            </a:r>
          </a:p>
        </p:txBody>
      </p:sp>
      <p:sp>
        <p:nvSpPr>
          <p:cNvPr id="61" name="AutoShape 143"/>
          <p:cNvSpPr>
            <a:spLocks noChangeArrowheads="1"/>
          </p:cNvSpPr>
          <p:nvPr/>
        </p:nvSpPr>
        <p:spPr bwMode="auto">
          <a:xfrm>
            <a:off x="8086533" y="5550708"/>
            <a:ext cx="1042338" cy="251585"/>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ABO_FCT_CONV_RISQUE</a:t>
            </a:r>
          </a:p>
        </p:txBody>
      </p:sp>
      <p:sp>
        <p:nvSpPr>
          <p:cNvPr id="62" name="AutoShape 219"/>
          <p:cNvSpPr>
            <a:spLocks noChangeArrowheads="1"/>
          </p:cNvSpPr>
          <p:nvPr/>
        </p:nvSpPr>
        <p:spPr bwMode="auto">
          <a:xfrm>
            <a:off x="6511561" y="5609035"/>
            <a:ext cx="1399602" cy="141037"/>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33000_ADMIN_FCT_CONV_RISQUE</a:t>
            </a:r>
          </a:p>
        </p:txBody>
      </p:sp>
      <p:sp>
        <p:nvSpPr>
          <p:cNvPr id="110" name="ZoneTexte 109"/>
          <p:cNvSpPr txBox="1"/>
          <p:nvPr/>
        </p:nvSpPr>
        <p:spPr>
          <a:xfrm>
            <a:off x="6715603" y="5428559"/>
            <a:ext cx="954315" cy="200055"/>
          </a:xfrm>
          <a:prstGeom prst="rect">
            <a:avLst/>
          </a:prstGeom>
          <a:noFill/>
        </p:spPr>
        <p:txBody>
          <a:bodyPr wrap="square" rtlCol="0">
            <a:spAutoFit/>
          </a:bodyPr>
          <a:lstStyle/>
          <a:p>
            <a:r>
              <a:rPr lang="fr-FR" sz="700" b="1">
                <a:solidFill>
                  <a:srgbClr val="000000"/>
                </a:solidFill>
              </a:rPr>
              <a:t>CONV RISQUE</a:t>
            </a:r>
          </a:p>
        </p:txBody>
      </p:sp>
      <p:sp>
        <p:nvSpPr>
          <p:cNvPr id="134"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rgbClr val="FFFFFF"/>
                </a:solidFill>
                <a:effectLst>
                  <a:outerShdw blurRad="38100" dist="38100" dir="2700000" algn="tl">
                    <a:srgbClr val="000000">
                      <a:alpha val="43137"/>
                    </a:srgbClr>
                  </a:outerShdw>
                </a:effectLst>
                <a:latin typeface="SFR Thin" panose="020B0203040504020204" pitchFamily="34" charset="0"/>
              </a:rPr>
              <a:t>ABO</a:t>
            </a:r>
          </a:p>
        </p:txBody>
      </p:sp>
      <p:sp>
        <p:nvSpPr>
          <p:cNvPr id="136" name="Rectangle 2"/>
          <p:cNvSpPr txBox="1">
            <a:spLocks noGrp="1" noChangeArrowheads="1"/>
          </p:cNvSpPr>
          <p:nvPr>
            <p:ph type="title"/>
          </p:nvPr>
        </p:nvSpPr>
        <p:spPr bwMode="auto">
          <a:xfrm>
            <a:off x="2718773" y="40466"/>
            <a:ext cx="4019550" cy="27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ADMIN</a:t>
            </a:r>
          </a:p>
        </p:txBody>
      </p:sp>
      <p:sp>
        <p:nvSpPr>
          <p:cNvPr id="142" name="AutoShape 143"/>
          <p:cNvSpPr>
            <a:spLocks noChangeArrowheads="1"/>
          </p:cNvSpPr>
          <p:nvPr/>
        </p:nvSpPr>
        <p:spPr bwMode="auto">
          <a:xfrm>
            <a:off x="8102686" y="5933634"/>
            <a:ext cx="905541" cy="242134"/>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ABO_FCT_CONV</a:t>
            </a:r>
          </a:p>
        </p:txBody>
      </p:sp>
      <p:sp>
        <p:nvSpPr>
          <p:cNvPr id="144" name="AutoShape 219"/>
          <p:cNvSpPr>
            <a:spLocks noChangeArrowheads="1"/>
          </p:cNvSpPr>
          <p:nvPr/>
        </p:nvSpPr>
        <p:spPr bwMode="auto">
          <a:xfrm>
            <a:off x="6563213" y="5988668"/>
            <a:ext cx="1091267" cy="12551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33000_ADMIN_FCT_CONV</a:t>
            </a:r>
          </a:p>
        </p:txBody>
      </p:sp>
      <p:cxnSp>
        <p:nvCxnSpPr>
          <p:cNvPr id="151" name="AutoShape 132"/>
          <p:cNvCxnSpPr>
            <a:cxnSpLocks noChangeShapeType="1"/>
            <a:stCxn id="144" idx="3"/>
            <a:endCxn id="142" idx="1"/>
          </p:cNvCxnSpPr>
          <p:nvPr/>
        </p:nvCxnSpPr>
        <p:spPr bwMode="auto">
          <a:xfrm>
            <a:off x="7654480" y="6051424"/>
            <a:ext cx="448206" cy="327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2" name="ZoneTexte 151"/>
          <p:cNvSpPr txBox="1"/>
          <p:nvPr/>
        </p:nvSpPr>
        <p:spPr>
          <a:xfrm>
            <a:off x="6751237" y="5808811"/>
            <a:ext cx="543570" cy="200055"/>
          </a:xfrm>
          <a:prstGeom prst="rect">
            <a:avLst/>
          </a:prstGeom>
          <a:noFill/>
        </p:spPr>
        <p:txBody>
          <a:bodyPr wrap="square" rtlCol="0">
            <a:spAutoFit/>
          </a:bodyPr>
          <a:lstStyle/>
          <a:p>
            <a:r>
              <a:rPr lang="fr-FR" sz="700" b="1">
                <a:solidFill>
                  <a:srgbClr val="000000"/>
                </a:solidFill>
              </a:rPr>
              <a:t>CONV</a:t>
            </a:r>
          </a:p>
        </p:txBody>
      </p:sp>
      <p:sp>
        <p:nvSpPr>
          <p:cNvPr id="154" name="AutoShape 143"/>
          <p:cNvSpPr>
            <a:spLocks noChangeArrowheads="1"/>
          </p:cNvSpPr>
          <p:nvPr/>
        </p:nvSpPr>
        <p:spPr bwMode="auto">
          <a:xfrm>
            <a:off x="8120994" y="6287882"/>
            <a:ext cx="868924" cy="241241"/>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ABO_FCT_RISQUE</a:t>
            </a:r>
          </a:p>
        </p:txBody>
      </p:sp>
      <p:sp>
        <p:nvSpPr>
          <p:cNvPr id="156" name="AutoShape 219"/>
          <p:cNvSpPr>
            <a:spLocks noChangeArrowheads="1"/>
          </p:cNvSpPr>
          <p:nvPr/>
        </p:nvSpPr>
        <p:spPr bwMode="auto">
          <a:xfrm>
            <a:off x="6614852" y="6341057"/>
            <a:ext cx="988636" cy="15517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33000_ADMIN_RISQUE</a:t>
            </a:r>
          </a:p>
        </p:txBody>
      </p:sp>
      <p:cxnSp>
        <p:nvCxnSpPr>
          <p:cNvPr id="160" name="AutoShape 132"/>
          <p:cNvCxnSpPr>
            <a:cxnSpLocks noChangeShapeType="1"/>
            <a:stCxn id="156" idx="3"/>
            <a:endCxn id="154" idx="1"/>
          </p:cNvCxnSpPr>
          <p:nvPr/>
        </p:nvCxnSpPr>
        <p:spPr bwMode="auto">
          <a:xfrm flipV="1">
            <a:off x="7603488" y="6408503"/>
            <a:ext cx="517506" cy="10142"/>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ZoneTexte 160"/>
          <p:cNvSpPr txBox="1"/>
          <p:nvPr/>
        </p:nvSpPr>
        <p:spPr>
          <a:xfrm>
            <a:off x="6765405" y="6151004"/>
            <a:ext cx="753769" cy="200055"/>
          </a:xfrm>
          <a:prstGeom prst="rect">
            <a:avLst/>
          </a:prstGeom>
          <a:noFill/>
        </p:spPr>
        <p:txBody>
          <a:bodyPr wrap="square" rtlCol="0">
            <a:spAutoFit/>
          </a:bodyPr>
          <a:lstStyle/>
          <a:p>
            <a:r>
              <a:rPr lang="fr-FR" sz="700" b="1">
                <a:solidFill>
                  <a:srgbClr val="000000"/>
                </a:solidFill>
              </a:rPr>
              <a:t>RISQUE</a:t>
            </a:r>
          </a:p>
        </p:txBody>
      </p:sp>
      <p:sp>
        <p:nvSpPr>
          <p:cNvPr id="162" name="AutoShape 143"/>
          <p:cNvSpPr>
            <a:spLocks noChangeArrowheads="1"/>
          </p:cNvSpPr>
          <p:nvPr/>
        </p:nvSpPr>
        <p:spPr bwMode="auto">
          <a:xfrm>
            <a:off x="8141468" y="6606149"/>
            <a:ext cx="866759"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ABO_FCT</a:t>
            </a:r>
          </a:p>
        </p:txBody>
      </p:sp>
      <p:sp>
        <p:nvSpPr>
          <p:cNvPr id="165" name="AutoShape 219"/>
          <p:cNvSpPr>
            <a:spLocks noChangeArrowheads="1"/>
          </p:cNvSpPr>
          <p:nvPr/>
        </p:nvSpPr>
        <p:spPr bwMode="auto">
          <a:xfrm>
            <a:off x="6508100" y="6638757"/>
            <a:ext cx="1029843" cy="15517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33000_ADMIN_AUTRE</a:t>
            </a:r>
          </a:p>
        </p:txBody>
      </p:sp>
      <p:cxnSp>
        <p:nvCxnSpPr>
          <p:cNvPr id="170" name="AutoShape 132"/>
          <p:cNvCxnSpPr>
            <a:cxnSpLocks noChangeShapeType="1"/>
            <a:stCxn id="9256" idx="2"/>
            <a:endCxn id="165" idx="1"/>
          </p:cNvCxnSpPr>
          <p:nvPr/>
        </p:nvCxnSpPr>
        <p:spPr bwMode="auto">
          <a:xfrm rot="16200000" flipH="1">
            <a:off x="5555951" y="5764195"/>
            <a:ext cx="1036559" cy="867739"/>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Connecteur en angle 145"/>
          <p:cNvCxnSpPr>
            <a:stCxn id="206" idx="1"/>
            <a:endCxn id="180" idx="3"/>
          </p:cNvCxnSpPr>
          <p:nvPr/>
        </p:nvCxnSpPr>
        <p:spPr bwMode="auto">
          <a:xfrm rot="10800000" flipV="1">
            <a:off x="3841635" y="4043212"/>
            <a:ext cx="326862" cy="383666"/>
          </a:xfrm>
          <a:prstGeom prst="bentConnector3">
            <a:avLst>
              <a:gd name="adj1" fmla="val 50000"/>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0" name="Rectangle 139"/>
          <p:cNvSpPr/>
          <p:nvPr/>
        </p:nvSpPr>
        <p:spPr bwMode="auto">
          <a:xfrm>
            <a:off x="6097300" y="527261"/>
            <a:ext cx="2979686" cy="689465"/>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600" b="1" u="sng">
                <a:solidFill>
                  <a:srgbClr val="000000"/>
                </a:solidFill>
              </a:rPr>
              <a:t>Si CONV :</a:t>
            </a:r>
          </a:p>
          <a:p>
            <a:r>
              <a:rPr lang="fr-FR" sz="600" b="1">
                <a:solidFill>
                  <a:srgbClr val="000000"/>
                </a:solidFill>
              </a:rPr>
              <a:t>RISQUE =&gt; Si marqueur C2OL = ME_RISQVAL  et value1 = 1 </a:t>
            </a:r>
          </a:p>
          <a:p>
            <a:r>
              <a:rPr lang="fr-FR" sz="600" b="1">
                <a:solidFill>
                  <a:srgbClr val="000000"/>
                </a:solidFill>
              </a:rPr>
              <a:t>NON RISQUE =&gt; Si marqueur C2OL = ME_RISQVAL  et value1 &lt;&gt; 1 </a:t>
            </a:r>
          </a:p>
          <a:p>
            <a:r>
              <a:rPr lang="fr-FR" sz="600" b="1" u="sng">
                <a:solidFill>
                  <a:srgbClr val="000000"/>
                </a:solidFill>
              </a:rPr>
              <a:t>Si NON CONV :</a:t>
            </a:r>
          </a:p>
          <a:p>
            <a:r>
              <a:rPr lang="fr-FR" sz="600" b="1">
                <a:solidFill>
                  <a:srgbClr val="000000"/>
                </a:solidFill>
              </a:rPr>
              <a:t>RISQUE =&gt; Si marqueur C2OL = </a:t>
            </a:r>
            <a:r>
              <a:rPr lang="fr-FR" sz="600" b="1" err="1">
                <a:solidFill>
                  <a:srgbClr val="000000"/>
                </a:solidFill>
              </a:rPr>
              <a:t>A_Reengager</a:t>
            </a:r>
            <a:r>
              <a:rPr lang="fr-FR" sz="600" b="1">
                <a:solidFill>
                  <a:srgbClr val="000000"/>
                </a:solidFill>
              </a:rPr>
              <a:t> ou A_SAUVER et value1 &lt;=&gt; 0</a:t>
            </a:r>
          </a:p>
          <a:p>
            <a:r>
              <a:rPr lang="fr-FR" sz="600" b="1">
                <a:solidFill>
                  <a:srgbClr val="000000"/>
                </a:solidFill>
              </a:rPr>
              <a:t>NON RISQUE =&gt; Si marqueur C2OL = A_SAUVER et value1 = 0 </a:t>
            </a:r>
          </a:p>
        </p:txBody>
      </p:sp>
      <p:sp>
        <p:nvSpPr>
          <p:cNvPr id="123" name="AutoShape 73"/>
          <p:cNvSpPr>
            <a:spLocks noChangeArrowheads="1"/>
          </p:cNvSpPr>
          <p:nvPr/>
        </p:nvSpPr>
        <p:spPr bwMode="auto">
          <a:xfrm>
            <a:off x="1660157" y="1272658"/>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rgbClr val="FFFFFF"/>
                </a:solidFill>
              </a:rPr>
              <a:t>HO / HNO</a:t>
            </a:r>
          </a:p>
          <a:p>
            <a:pPr algn="ctr" defTabSz="379413" eaLnBrk="0" hangingPunct="0"/>
            <a:r>
              <a:rPr lang="fr-FR" sz="600">
                <a:solidFill>
                  <a:srgbClr val="FFFFFF"/>
                </a:solidFill>
              </a:rPr>
              <a:t>COM</a:t>
            </a:r>
          </a:p>
        </p:txBody>
      </p:sp>
      <p:grpSp>
        <p:nvGrpSpPr>
          <p:cNvPr id="124" name="Groupe 123"/>
          <p:cNvGrpSpPr/>
          <p:nvPr/>
        </p:nvGrpSpPr>
        <p:grpSpPr>
          <a:xfrm>
            <a:off x="2897048" y="1507801"/>
            <a:ext cx="1338843" cy="747966"/>
            <a:chOff x="5627850" y="3539874"/>
            <a:chExt cx="1338843" cy="747966"/>
          </a:xfrm>
          <a:effectLst/>
        </p:grpSpPr>
        <p:sp>
          <p:nvSpPr>
            <p:cNvPr id="125" name="AutoShape 14"/>
            <p:cNvSpPr>
              <a:spLocks noChangeArrowheads="1"/>
            </p:cNvSpPr>
            <p:nvPr/>
          </p:nvSpPr>
          <p:spPr bwMode="auto">
            <a:xfrm>
              <a:off x="5627850" y="3539874"/>
              <a:ext cx="1338843" cy="19783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33000_ADMIN_COM_HNO</a:t>
              </a:r>
            </a:p>
          </p:txBody>
        </p:sp>
        <p:cxnSp>
          <p:nvCxnSpPr>
            <p:cNvPr id="130" name="Connecteur droit 129"/>
            <p:cNvCxnSpPr>
              <a:stCxn id="125" idx="2"/>
              <a:endCxn id="131" idx="2"/>
            </p:cNvCxnSpPr>
            <p:nvPr/>
          </p:nvCxnSpPr>
          <p:spPr bwMode="auto">
            <a:xfrm>
              <a:off x="6297272" y="3737709"/>
              <a:ext cx="8737" cy="224464"/>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AutoShape 11">
              <a:hlinkClick r:id="rId4" action="ppaction://hlinksldjump"/>
            </p:cNvPr>
            <p:cNvSpPr>
              <a:spLocks noChangeArrowheads="1"/>
            </p:cNvSpPr>
            <p:nvPr/>
          </p:nvSpPr>
          <p:spPr bwMode="auto">
            <a:xfrm rot="10800000">
              <a:off x="5958707" y="3962173"/>
              <a:ext cx="694605" cy="325667"/>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HNO COM</a:t>
              </a:r>
            </a:p>
          </p:txBody>
        </p:sp>
      </p:grpSp>
      <p:cxnSp>
        <p:nvCxnSpPr>
          <p:cNvPr id="132" name="Connecteur en angle 131"/>
          <p:cNvCxnSpPr>
            <a:stCxn id="123" idx="3"/>
            <a:endCxn id="125" idx="0"/>
          </p:cNvCxnSpPr>
          <p:nvPr/>
        </p:nvCxnSpPr>
        <p:spPr bwMode="auto">
          <a:xfrm>
            <a:off x="2538654" y="1464465"/>
            <a:ext cx="1027816" cy="4333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AutoShape 282"/>
          <p:cNvSpPr>
            <a:spLocks noChangeArrowheads="1"/>
          </p:cNvSpPr>
          <p:nvPr/>
        </p:nvSpPr>
        <p:spPr bwMode="auto">
          <a:xfrm>
            <a:off x="5117546" y="2430861"/>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COM </a:t>
            </a:r>
          </a:p>
          <a:p>
            <a:pPr algn="ctr" eaLnBrk="0" hangingPunct="0"/>
            <a:endParaRPr lang="fr-FR" sz="600">
              <a:solidFill>
                <a:srgbClr val="FFFFFF"/>
              </a:solidFill>
            </a:endParaRPr>
          </a:p>
        </p:txBody>
      </p:sp>
      <p:grpSp>
        <p:nvGrpSpPr>
          <p:cNvPr id="172" name="Group 188"/>
          <p:cNvGrpSpPr>
            <a:grpSpLocks/>
          </p:cNvGrpSpPr>
          <p:nvPr/>
        </p:nvGrpSpPr>
        <p:grpSpPr bwMode="auto">
          <a:xfrm rot="19545612">
            <a:off x="5777134" y="2411146"/>
            <a:ext cx="279400" cy="130175"/>
            <a:chOff x="1920" y="715"/>
            <a:chExt cx="270" cy="139"/>
          </a:xfrm>
          <a:effectLst>
            <a:outerShdw blurRad="50800" dist="38100" dir="2700000" algn="tl" rotWithShape="0">
              <a:prstClr val="black">
                <a:alpha val="40000"/>
              </a:prstClr>
            </a:outerShdw>
          </a:effectLst>
        </p:grpSpPr>
        <p:sp>
          <p:nvSpPr>
            <p:cNvPr id="175"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76"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78" name="AutoShape 46">
            <a:hlinkClick r:id="rId5" action="ppaction://hlinksldjump"/>
          </p:cNvPr>
          <p:cNvSpPr>
            <a:spLocks noChangeArrowheads="1"/>
          </p:cNvSpPr>
          <p:nvPr/>
        </p:nvSpPr>
        <p:spPr bwMode="auto">
          <a:xfrm rot="10800000">
            <a:off x="8042183" y="4708315"/>
            <a:ext cx="871449"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COM</a:t>
            </a:r>
          </a:p>
        </p:txBody>
      </p:sp>
      <p:cxnSp>
        <p:nvCxnSpPr>
          <p:cNvPr id="179" name="Connecteur en angle 178"/>
          <p:cNvCxnSpPr>
            <a:stCxn id="171" idx="3"/>
            <a:endCxn id="183" idx="0"/>
          </p:cNvCxnSpPr>
          <p:nvPr/>
        </p:nvCxnSpPr>
        <p:spPr bwMode="auto">
          <a:xfrm>
            <a:off x="5879546" y="2684744"/>
            <a:ext cx="985144" cy="13334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219"/>
          <p:cNvSpPr>
            <a:spLocks noChangeArrowheads="1"/>
          </p:cNvSpPr>
          <p:nvPr/>
        </p:nvSpPr>
        <p:spPr bwMode="auto">
          <a:xfrm>
            <a:off x="2411131" y="4327672"/>
            <a:ext cx="1430504" cy="19841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33000_WCB_ADMIN_FCT ABO</a:t>
            </a:r>
          </a:p>
        </p:txBody>
      </p:sp>
      <p:sp>
        <p:nvSpPr>
          <p:cNvPr id="181" name="AutoShape 31">
            <a:hlinkClick r:id="" action="ppaction://noaction"/>
          </p:cNvPr>
          <p:cNvSpPr>
            <a:spLocks noChangeArrowheads="1"/>
          </p:cNvSpPr>
          <p:nvPr/>
        </p:nvSpPr>
        <p:spPr bwMode="auto">
          <a:xfrm>
            <a:off x="973315" y="4308674"/>
            <a:ext cx="1358276" cy="23000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FF0000"/>
                </a:solidFill>
              </a:rPr>
              <a:t>ABO_WCB_ADMIN_FCT_ABO</a:t>
            </a:r>
          </a:p>
        </p:txBody>
      </p:sp>
      <p:sp>
        <p:nvSpPr>
          <p:cNvPr id="182" name="AutoShape 143"/>
          <p:cNvSpPr>
            <a:spLocks noChangeArrowheads="1"/>
          </p:cNvSpPr>
          <p:nvPr/>
        </p:nvSpPr>
        <p:spPr bwMode="auto">
          <a:xfrm>
            <a:off x="48386" y="4286002"/>
            <a:ext cx="781537" cy="275347"/>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solidFill>
                  <a:srgbClr val="000000"/>
                </a:solidFill>
              </a:rPr>
              <a:t>TRANSFERT</a:t>
            </a:r>
            <a:br>
              <a:rPr lang="fr-FR" sz="600" b="1">
                <a:solidFill>
                  <a:srgbClr val="000000"/>
                </a:solidFill>
              </a:rPr>
            </a:br>
            <a:r>
              <a:rPr lang="fr-FR" sz="600" b="1">
                <a:solidFill>
                  <a:srgbClr val="000000"/>
                </a:solidFill>
              </a:rPr>
              <a:t>ABO_WCB FCT ABO</a:t>
            </a:r>
          </a:p>
        </p:txBody>
      </p:sp>
      <p:cxnSp>
        <p:nvCxnSpPr>
          <p:cNvPr id="251" name="Connecteur droit 250"/>
          <p:cNvCxnSpPr>
            <a:stCxn id="180" idx="1"/>
            <a:endCxn id="181" idx="3"/>
          </p:cNvCxnSpPr>
          <p:nvPr/>
        </p:nvCxnSpPr>
        <p:spPr bwMode="auto">
          <a:xfrm flipH="1" flipV="1">
            <a:off x="2331591" y="4423677"/>
            <a:ext cx="79540" cy="3201"/>
          </a:xfrm>
          <a:prstGeom prst="line">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17" name="Connecteur droit avec flèche 9216"/>
          <p:cNvCxnSpPr>
            <a:cxnSpLocks/>
            <a:stCxn id="181" idx="1"/>
            <a:endCxn id="182" idx="3"/>
          </p:cNvCxnSpPr>
          <p:nvPr/>
        </p:nvCxnSpPr>
        <p:spPr bwMode="auto">
          <a:xfrm flipH="1" flipV="1">
            <a:off x="829923" y="4423676"/>
            <a:ext cx="143392" cy="1"/>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AutoShape 219"/>
          <p:cNvSpPr>
            <a:spLocks noChangeArrowheads="1"/>
          </p:cNvSpPr>
          <p:nvPr/>
        </p:nvSpPr>
        <p:spPr bwMode="auto">
          <a:xfrm>
            <a:off x="6235237" y="2818085"/>
            <a:ext cx="1258906" cy="16485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33000_ADMIN_BEB_COM_OK</a:t>
            </a:r>
          </a:p>
        </p:txBody>
      </p:sp>
      <p:sp>
        <p:nvSpPr>
          <p:cNvPr id="184" name="AutoShape 219"/>
          <p:cNvSpPr>
            <a:spLocks noChangeArrowheads="1"/>
          </p:cNvSpPr>
          <p:nvPr/>
        </p:nvSpPr>
        <p:spPr bwMode="auto">
          <a:xfrm>
            <a:off x="3927014" y="3209848"/>
            <a:ext cx="1264017" cy="21539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33000_ADMIN_BEB_COM_NOK</a:t>
            </a:r>
          </a:p>
        </p:txBody>
      </p:sp>
      <p:cxnSp>
        <p:nvCxnSpPr>
          <p:cNvPr id="261" name="Connecteur en angle 260"/>
          <p:cNvCxnSpPr>
            <a:stCxn id="9250" idx="2"/>
            <a:endCxn id="171" idx="0"/>
          </p:cNvCxnSpPr>
          <p:nvPr/>
        </p:nvCxnSpPr>
        <p:spPr bwMode="auto">
          <a:xfrm rot="16200000" flipH="1">
            <a:off x="3732148" y="664462"/>
            <a:ext cx="119641" cy="341315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 name="Connecteur droit 268"/>
          <p:cNvCxnSpPr>
            <a:stCxn id="123" idx="2"/>
            <a:endCxn id="147" idx="0"/>
          </p:cNvCxnSpPr>
          <p:nvPr/>
        </p:nvCxnSpPr>
        <p:spPr bwMode="auto">
          <a:xfrm flipH="1">
            <a:off x="2099404" y="1656272"/>
            <a:ext cx="2" cy="1253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 name="AutoShape 68">
            <a:hlinkClick r:id="" action="ppaction://noaction"/>
          </p:cNvPr>
          <p:cNvSpPr>
            <a:spLocks noChangeArrowheads="1"/>
          </p:cNvSpPr>
          <p:nvPr/>
        </p:nvSpPr>
        <p:spPr bwMode="auto">
          <a:xfrm>
            <a:off x="4168497" y="3882874"/>
            <a:ext cx="781050" cy="320675"/>
          </a:xfrm>
          <a:prstGeom prst="diamond">
            <a:avLst/>
          </a:prstGeom>
          <a:solidFill>
            <a:srgbClr val="3366FF"/>
          </a:solidFill>
          <a:ln w="9525">
            <a:noFill/>
            <a:prstDash val="solid"/>
            <a:miter lim="800000"/>
            <a:headEnd/>
            <a:tailEnd/>
          </a:ln>
          <a:effectLst>
            <a:outerShdw blurRad="50800" dist="38100" dir="2700000" algn="tl" rotWithShape="0">
              <a:prstClr val="black">
                <a:alpha val="40000"/>
              </a:prstClr>
            </a:outerShdw>
          </a:effectLst>
        </p:spPr>
        <p:txBody>
          <a:bodyPr wrap="none" anchor="ctr"/>
          <a:lstStyle/>
          <a:p>
            <a:pPr algn="ctr" eaLnBrk="0" hangingPunct="0">
              <a:defRPr/>
            </a:pPr>
            <a:r>
              <a:rPr lang="fr-FR" sz="600">
                <a:solidFill>
                  <a:srgbClr val="FFFFFF"/>
                </a:solidFill>
                <a:ea typeface="ＭＳ Ｐゴシック" charset="0"/>
              </a:rPr>
              <a:t>WCB DIGITAL ?</a:t>
            </a:r>
          </a:p>
        </p:txBody>
      </p:sp>
      <p:sp>
        <p:nvSpPr>
          <p:cNvPr id="133" name="Text Box 157"/>
          <p:cNvSpPr txBox="1">
            <a:spLocks noChangeArrowheads="1"/>
          </p:cNvSpPr>
          <p:nvPr/>
        </p:nvSpPr>
        <p:spPr bwMode="auto">
          <a:xfrm>
            <a:off x="2758172" y="3852773"/>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01</a:t>
            </a:r>
          </a:p>
        </p:txBody>
      </p:sp>
      <p:sp>
        <p:nvSpPr>
          <p:cNvPr id="135" name="AutoShape 191"/>
          <p:cNvSpPr>
            <a:spLocks noChangeArrowheads="1"/>
          </p:cNvSpPr>
          <p:nvPr/>
        </p:nvSpPr>
        <p:spPr bwMode="auto">
          <a:xfrm>
            <a:off x="6149172" y="2028455"/>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47" name="AutoShape 14"/>
          <p:cNvSpPr>
            <a:spLocks noChangeArrowheads="1"/>
          </p:cNvSpPr>
          <p:nvPr/>
        </p:nvSpPr>
        <p:spPr bwMode="auto">
          <a:xfrm>
            <a:off x="1555392" y="1781593"/>
            <a:ext cx="1088024" cy="2016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33000_ADMIN_COM_HO</a:t>
            </a:r>
          </a:p>
        </p:txBody>
      </p:sp>
      <p:sp>
        <p:nvSpPr>
          <p:cNvPr id="193" name="AutoShape 31">
            <a:hlinkClick r:id="" action="ppaction://noaction"/>
          </p:cNvPr>
          <p:cNvSpPr>
            <a:spLocks noChangeArrowheads="1"/>
          </p:cNvSpPr>
          <p:nvPr/>
        </p:nvSpPr>
        <p:spPr bwMode="auto">
          <a:xfrm>
            <a:off x="8086533" y="4361199"/>
            <a:ext cx="782751" cy="16774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ABO_BEB_COM</a:t>
            </a:r>
          </a:p>
        </p:txBody>
      </p:sp>
      <p:sp>
        <p:nvSpPr>
          <p:cNvPr id="196" name="AutoShape 31">
            <a:hlinkClick r:id="" action="ppaction://noaction"/>
          </p:cNvPr>
          <p:cNvSpPr>
            <a:spLocks noChangeArrowheads="1"/>
          </p:cNvSpPr>
          <p:nvPr/>
        </p:nvSpPr>
        <p:spPr bwMode="auto">
          <a:xfrm>
            <a:off x="3977467" y="3513489"/>
            <a:ext cx="1164575" cy="18804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ABO_AUTRE_ADMIN</a:t>
            </a:r>
          </a:p>
        </p:txBody>
      </p:sp>
      <p:sp>
        <p:nvSpPr>
          <p:cNvPr id="198" name="AutoShape 31">
            <a:hlinkClick r:id="" action="ppaction://noaction"/>
          </p:cNvPr>
          <p:cNvSpPr>
            <a:spLocks noChangeArrowheads="1"/>
          </p:cNvSpPr>
          <p:nvPr/>
        </p:nvSpPr>
        <p:spPr bwMode="auto">
          <a:xfrm>
            <a:off x="5168621" y="4178191"/>
            <a:ext cx="930579" cy="14828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ABO_ADMIN</a:t>
            </a:r>
          </a:p>
        </p:txBody>
      </p:sp>
      <p:sp>
        <p:nvSpPr>
          <p:cNvPr id="199" name="AutoShape 219"/>
          <p:cNvSpPr>
            <a:spLocks noChangeArrowheads="1"/>
          </p:cNvSpPr>
          <p:nvPr/>
        </p:nvSpPr>
        <p:spPr bwMode="auto">
          <a:xfrm>
            <a:off x="5159980" y="3974160"/>
            <a:ext cx="944886" cy="13954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a:t>
            </a:r>
          </a:p>
        </p:txBody>
      </p:sp>
      <p:cxnSp>
        <p:nvCxnSpPr>
          <p:cNvPr id="9" name="Connecteur droit avec flèche 8"/>
          <p:cNvCxnSpPr>
            <a:cxnSpLocks/>
            <a:stCxn id="62" idx="3"/>
            <a:endCxn id="61" idx="1"/>
          </p:cNvCxnSpPr>
          <p:nvPr/>
        </p:nvCxnSpPr>
        <p:spPr bwMode="auto">
          <a:xfrm flipV="1">
            <a:off x="7911163" y="5676501"/>
            <a:ext cx="175370" cy="305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droit 9"/>
          <p:cNvCxnSpPr>
            <a:stCxn id="147" idx="2"/>
            <a:endCxn id="9250" idx="0"/>
          </p:cNvCxnSpPr>
          <p:nvPr/>
        </p:nvCxnSpPr>
        <p:spPr bwMode="auto">
          <a:xfrm flipH="1">
            <a:off x="2085390" y="1983269"/>
            <a:ext cx="14014" cy="1615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p:cNvCxnSpPr>
            <a:stCxn id="199" idx="2"/>
            <a:endCxn id="198" idx="0"/>
          </p:cNvCxnSpPr>
          <p:nvPr/>
        </p:nvCxnSpPr>
        <p:spPr bwMode="auto">
          <a:xfrm>
            <a:off x="5632423" y="4113704"/>
            <a:ext cx="1488" cy="644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AutoShape 282"/>
          <p:cNvSpPr>
            <a:spLocks noChangeArrowheads="1"/>
          </p:cNvSpPr>
          <p:nvPr/>
        </p:nvSpPr>
        <p:spPr bwMode="auto">
          <a:xfrm>
            <a:off x="6483690" y="3116276"/>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FFFFFF"/>
                </a:solidFill>
              </a:rPr>
              <a:t>BEB MOB COM </a:t>
            </a:r>
          </a:p>
          <a:p>
            <a:pPr algn="ctr" eaLnBrk="0" hangingPunct="0"/>
            <a:r>
              <a:rPr lang="fr-FR" sz="600">
                <a:solidFill>
                  <a:srgbClr val="FFFFFF"/>
                </a:solidFill>
              </a:rPr>
              <a:t>Flux HO</a:t>
            </a:r>
          </a:p>
        </p:txBody>
      </p:sp>
      <p:sp>
        <p:nvSpPr>
          <p:cNvPr id="70" name="AutoShape 219"/>
          <p:cNvSpPr>
            <a:spLocks noChangeArrowheads="1"/>
          </p:cNvSpPr>
          <p:nvPr/>
        </p:nvSpPr>
        <p:spPr bwMode="auto">
          <a:xfrm>
            <a:off x="7848455" y="3516341"/>
            <a:ext cx="1258906" cy="16485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33000_ADMIN_BEB_COM_HO</a:t>
            </a:r>
          </a:p>
        </p:txBody>
      </p:sp>
      <p:cxnSp>
        <p:nvCxnSpPr>
          <p:cNvPr id="8" name="Connecteur en angle 7"/>
          <p:cNvCxnSpPr>
            <a:stCxn id="69" idx="3"/>
            <a:endCxn id="70" idx="0"/>
          </p:cNvCxnSpPr>
          <p:nvPr/>
        </p:nvCxnSpPr>
        <p:spPr bwMode="auto">
          <a:xfrm>
            <a:off x="7245690" y="3370159"/>
            <a:ext cx="1232218" cy="14618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p:cNvCxnSpPr>
            <a:stCxn id="70" idx="2"/>
            <a:endCxn id="193" idx="0"/>
          </p:cNvCxnSpPr>
          <p:nvPr/>
        </p:nvCxnSpPr>
        <p:spPr bwMode="auto">
          <a:xfrm>
            <a:off x="8477908" y="3681191"/>
            <a:ext cx="1" cy="6800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avec flèche 14"/>
          <p:cNvCxnSpPr>
            <a:stCxn id="193" idx="2"/>
            <a:endCxn id="178" idx="2"/>
          </p:cNvCxnSpPr>
          <p:nvPr/>
        </p:nvCxnSpPr>
        <p:spPr bwMode="auto">
          <a:xfrm flipH="1">
            <a:off x="8477907" y="4528941"/>
            <a:ext cx="2" cy="1793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droit avec flèche 23"/>
          <p:cNvCxnSpPr>
            <a:stCxn id="183" idx="2"/>
            <a:endCxn id="69" idx="0"/>
          </p:cNvCxnSpPr>
          <p:nvPr/>
        </p:nvCxnSpPr>
        <p:spPr bwMode="auto">
          <a:xfrm>
            <a:off x="6864690" y="2982935"/>
            <a:ext cx="0" cy="13334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AutoShape 219"/>
          <p:cNvSpPr>
            <a:spLocks noChangeArrowheads="1"/>
          </p:cNvSpPr>
          <p:nvPr/>
        </p:nvSpPr>
        <p:spPr bwMode="auto">
          <a:xfrm>
            <a:off x="5434467" y="3521480"/>
            <a:ext cx="1258906" cy="16485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33000_ADMIN_BEB_COM_HNO</a:t>
            </a:r>
          </a:p>
        </p:txBody>
      </p:sp>
      <p:cxnSp>
        <p:nvCxnSpPr>
          <p:cNvPr id="26" name="Connecteur en angle 25"/>
          <p:cNvCxnSpPr>
            <a:stCxn id="69" idx="1"/>
            <a:endCxn id="84" idx="0"/>
          </p:cNvCxnSpPr>
          <p:nvPr/>
        </p:nvCxnSpPr>
        <p:spPr bwMode="auto">
          <a:xfrm rot="10800000" flipV="1">
            <a:off x="6063920" y="3370158"/>
            <a:ext cx="419770" cy="15132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droit 29"/>
          <p:cNvCxnSpPr>
            <a:stCxn id="184" idx="2"/>
            <a:endCxn id="196" idx="0"/>
          </p:cNvCxnSpPr>
          <p:nvPr/>
        </p:nvCxnSpPr>
        <p:spPr bwMode="auto">
          <a:xfrm>
            <a:off x="4559023" y="3425239"/>
            <a:ext cx="732" cy="882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Connecteur droit avec flèche 224"/>
          <p:cNvCxnSpPr>
            <a:cxnSpLocks/>
            <a:stCxn id="196" idx="2"/>
            <a:endCxn id="206" idx="0"/>
          </p:cNvCxnSpPr>
          <p:nvPr/>
        </p:nvCxnSpPr>
        <p:spPr bwMode="auto">
          <a:xfrm flipH="1">
            <a:off x="4559022" y="3701533"/>
            <a:ext cx="733" cy="18134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 name="Connecteur droit avec flèche 226"/>
          <p:cNvCxnSpPr>
            <a:stCxn id="84" idx="1"/>
            <a:endCxn id="196" idx="3"/>
          </p:cNvCxnSpPr>
          <p:nvPr/>
        </p:nvCxnSpPr>
        <p:spPr bwMode="auto">
          <a:xfrm flipH="1">
            <a:off x="5142042" y="3603905"/>
            <a:ext cx="292425" cy="360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AutoShape 219"/>
          <p:cNvSpPr>
            <a:spLocks noChangeArrowheads="1"/>
          </p:cNvSpPr>
          <p:nvPr/>
        </p:nvSpPr>
        <p:spPr bwMode="auto">
          <a:xfrm>
            <a:off x="2331591" y="2979058"/>
            <a:ext cx="1264017" cy="215391"/>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t>33000_ADMIN_BEB_COM_OFF</a:t>
            </a:r>
          </a:p>
        </p:txBody>
      </p:sp>
      <p:cxnSp>
        <p:nvCxnSpPr>
          <p:cNvPr id="231" name="Connecteur en angle 230"/>
          <p:cNvCxnSpPr>
            <a:stCxn id="171" idx="1"/>
            <a:endCxn id="98" idx="0"/>
          </p:cNvCxnSpPr>
          <p:nvPr/>
        </p:nvCxnSpPr>
        <p:spPr bwMode="auto">
          <a:xfrm rot="10800000" flipV="1">
            <a:off x="2963600" y="2684744"/>
            <a:ext cx="2153946" cy="29431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Connecteur en angle 233"/>
          <p:cNvCxnSpPr>
            <a:stCxn id="98" idx="2"/>
            <a:endCxn id="196" idx="1"/>
          </p:cNvCxnSpPr>
          <p:nvPr/>
        </p:nvCxnSpPr>
        <p:spPr bwMode="auto">
          <a:xfrm rot="16200000" flipH="1">
            <a:off x="3264002" y="2894046"/>
            <a:ext cx="413062" cy="1013867"/>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 Box 157"/>
          <p:cNvSpPr txBox="1">
            <a:spLocks noChangeArrowheads="1"/>
          </p:cNvSpPr>
          <p:nvPr/>
        </p:nvSpPr>
        <p:spPr bwMode="auto">
          <a:xfrm>
            <a:off x="6048095" y="2488955"/>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04" name="Text Box 156"/>
          <p:cNvSpPr txBox="1">
            <a:spLocks noChangeArrowheads="1"/>
          </p:cNvSpPr>
          <p:nvPr/>
        </p:nvSpPr>
        <p:spPr bwMode="auto">
          <a:xfrm>
            <a:off x="4921056" y="2926247"/>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05" name="Text Box 157"/>
          <p:cNvSpPr txBox="1">
            <a:spLocks noChangeArrowheads="1"/>
          </p:cNvSpPr>
          <p:nvPr/>
        </p:nvSpPr>
        <p:spPr bwMode="auto">
          <a:xfrm>
            <a:off x="4504593" y="246546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06" name="Text Box 157"/>
          <p:cNvSpPr txBox="1">
            <a:spLocks noChangeArrowheads="1"/>
          </p:cNvSpPr>
          <p:nvPr/>
        </p:nvSpPr>
        <p:spPr bwMode="auto">
          <a:xfrm>
            <a:off x="7333805" y="315840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07" name="Text Box 156"/>
          <p:cNvSpPr txBox="1">
            <a:spLocks noChangeArrowheads="1"/>
          </p:cNvSpPr>
          <p:nvPr/>
        </p:nvSpPr>
        <p:spPr bwMode="auto">
          <a:xfrm>
            <a:off x="5857772" y="3155937"/>
            <a:ext cx="82426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 ou Désactivé</a:t>
            </a:r>
          </a:p>
        </p:txBody>
      </p:sp>
      <p:sp>
        <p:nvSpPr>
          <p:cNvPr id="2" name="AutoShape 282">
            <a:extLst>
              <a:ext uri="{FF2B5EF4-FFF2-40B4-BE49-F238E27FC236}">
                <a16:creationId xmlns:a16="http://schemas.microsoft.com/office/drawing/2014/main" id="{3252AF9D-69AE-13E6-0132-437C1EFF5481}"/>
              </a:ext>
            </a:extLst>
          </p:cNvPr>
          <p:cNvSpPr>
            <a:spLocks noChangeArrowheads="1"/>
          </p:cNvSpPr>
          <p:nvPr/>
        </p:nvSpPr>
        <p:spPr bwMode="auto">
          <a:xfrm>
            <a:off x="5891513" y="5524355"/>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a:t>
            </a:r>
          </a:p>
          <a:p>
            <a:pPr algn="ctr" eaLnBrk="0" hangingPunct="0"/>
            <a:r>
              <a:rPr lang="fr-FR" sz="500">
                <a:solidFill>
                  <a:srgbClr val="FFFFFF"/>
                </a:solidFill>
              </a:rPr>
              <a:t>CONV </a:t>
            </a:r>
          </a:p>
          <a:p>
            <a:pPr algn="ctr" eaLnBrk="0" hangingPunct="0"/>
            <a:r>
              <a:rPr lang="fr-FR" sz="500">
                <a:solidFill>
                  <a:srgbClr val="FFFFFF"/>
                </a:solidFill>
              </a:rPr>
              <a:t>RISQUE</a:t>
            </a:r>
          </a:p>
        </p:txBody>
      </p:sp>
      <p:sp>
        <p:nvSpPr>
          <p:cNvPr id="3" name="AutoShape 282">
            <a:extLst>
              <a:ext uri="{FF2B5EF4-FFF2-40B4-BE49-F238E27FC236}">
                <a16:creationId xmlns:a16="http://schemas.microsoft.com/office/drawing/2014/main" id="{1A5DCD10-6309-14D4-36C8-13B8F3AC24F4}"/>
              </a:ext>
            </a:extLst>
          </p:cNvPr>
          <p:cNvSpPr>
            <a:spLocks noChangeArrowheads="1"/>
          </p:cNvSpPr>
          <p:nvPr/>
        </p:nvSpPr>
        <p:spPr bwMode="auto">
          <a:xfrm>
            <a:off x="5893292" y="5889382"/>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CONV</a:t>
            </a:r>
          </a:p>
        </p:txBody>
      </p:sp>
      <p:sp>
        <p:nvSpPr>
          <p:cNvPr id="4" name="AutoShape 282">
            <a:extLst>
              <a:ext uri="{FF2B5EF4-FFF2-40B4-BE49-F238E27FC236}">
                <a16:creationId xmlns:a16="http://schemas.microsoft.com/office/drawing/2014/main" id="{69C70F6B-A352-7DE3-C81F-94B2192FBF8C}"/>
              </a:ext>
            </a:extLst>
          </p:cNvPr>
          <p:cNvSpPr>
            <a:spLocks noChangeArrowheads="1"/>
          </p:cNvSpPr>
          <p:nvPr/>
        </p:nvSpPr>
        <p:spPr bwMode="auto">
          <a:xfrm>
            <a:off x="5898357" y="6257336"/>
            <a:ext cx="440464" cy="318921"/>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500">
                <a:solidFill>
                  <a:srgbClr val="FFFFFF"/>
                </a:solidFill>
              </a:rPr>
              <a:t>C2OL </a:t>
            </a:r>
          </a:p>
          <a:p>
            <a:pPr algn="ctr" eaLnBrk="0" hangingPunct="0"/>
            <a:r>
              <a:rPr lang="fr-FR" sz="500">
                <a:solidFill>
                  <a:srgbClr val="FFFFFF"/>
                </a:solidFill>
              </a:rPr>
              <a:t>RISQUE</a:t>
            </a:r>
          </a:p>
        </p:txBody>
      </p:sp>
      <p:sp>
        <p:nvSpPr>
          <p:cNvPr id="5" name="ZoneTexte 4">
            <a:extLst>
              <a:ext uri="{FF2B5EF4-FFF2-40B4-BE49-F238E27FC236}">
                <a16:creationId xmlns:a16="http://schemas.microsoft.com/office/drawing/2014/main" id="{35630D85-3122-C22F-E6BA-828ADF7BAA98}"/>
              </a:ext>
            </a:extLst>
          </p:cNvPr>
          <p:cNvSpPr txBox="1"/>
          <p:nvPr/>
        </p:nvSpPr>
        <p:spPr>
          <a:xfrm>
            <a:off x="6170823" y="5498490"/>
            <a:ext cx="428322" cy="200055"/>
          </a:xfrm>
          <a:prstGeom prst="rect">
            <a:avLst/>
          </a:prstGeom>
          <a:noFill/>
        </p:spPr>
        <p:txBody>
          <a:bodyPr wrap="none" rtlCol="0">
            <a:spAutoFit/>
          </a:bodyPr>
          <a:lstStyle/>
          <a:p>
            <a:r>
              <a:rPr lang="fr-FR" sz="700"/>
              <a:t>Activé</a:t>
            </a:r>
          </a:p>
        </p:txBody>
      </p:sp>
      <p:sp>
        <p:nvSpPr>
          <p:cNvPr id="6" name="ZoneTexte 5">
            <a:extLst>
              <a:ext uri="{FF2B5EF4-FFF2-40B4-BE49-F238E27FC236}">
                <a16:creationId xmlns:a16="http://schemas.microsoft.com/office/drawing/2014/main" id="{6A2E2BCF-AC2C-54D8-317F-9D7CDAB4B0E0}"/>
              </a:ext>
            </a:extLst>
          </p:cNvPr>
          <p:cNvSpPr txBox="1"/>
          <p:nvPr/>
        </p:nvSpPr>
        <p:spPr>
          <a:xfrm>
            <a:off x="6189173" y="5853793"/>
            <a:ext cx="465192" cy="215444"/>
          </a:xfrm>
          <a:prstGeom prst="rect">
            <a:avLst/>
          </a:prstGeom>
          <a:noFill/>
        </p:spPr>
        <p:txBody>
          <a:bodyPr wrap="none" rtlCol="0">
            <a:spAutoFit/>
          </a:bodyPr>
          <a:lstStyle/>
          <a:p>
            <a:r>
              <a:rPr lang="fr-FR" sz="800"/>
              <a:t>Activé</a:t>
            </a:r>
          </a:p>
        </p:txBody>
      </p:sp>
      <p:sp>
        <p:nvSpPr>
          <p:cNvPr id="7" name="ZoneTexte 6">
            <a:extLst>
              <a:ext uri="{FF2B5EF4-FFF2-40B4-BE49-F238E27FC236}">
                <a16:creationId xmlns:a16="http://schemas.microsoft.com/office/drawing/2014/main" id="{8E358B26-334D-8BBA-AFA6-AA7FCA408C6B}"/>
              </a:ext>
            </a:extLst>
          </p:cNvPr>
          <p:cNvSpPr txBox="1"/>
          <p:nvPr/>
        </p:nvSpPr>
        <p:spPr>
          <a:xfrm>
            <a:off x="6211211" y="6180160"/>
            <a:ext cx="465192" cy="215444"/>
          </a:xfrm>
          <a:prstGeom prst="rect">
            <a:avLst/>
          </a:prstGeom>
          <a:noFill/>
        </p:spPr>
        <p:txBody>
          <a:bodyPr wrap="none" rtlCol="0">
            <a:spAutoFit/>
          </a:bodyPr>
          <a:lstStyle/>
          <a:p>
            <a:r>
              <a:rPr lang="fr-FR" sz="800"/>
              <a:t>Activé</a:t>
            </a:r>
          </a:p>
        </p:txBody>
      </p:sp>
      <p:sp>
        <p:nvSpPr>
          <p:cNvPr id="11" name="ZoneTexte 10">
            <a:extLst>
              <a:ext uri="{FF2B5EF4-FFF2-40B4-BE49-F238E27FC236}">
                <a16:creationId xmlns:a16="http://schemas.microsoft.com/office/drawing/2014/main" id="{E6246484-51CF-259B-780A-803A5F08B043}"/>
              </a:ext>
            </a:extLst>
          </p:cNvPr>
          <p:cNvSpPr txBox="1"/>
          <p:nvPr/>
        </p:nvSpPr>
        <p:spPr>
          <a:xfrm>
            <a:off x="5617203" y="6555036"/>
            <a:ext cx="867545" cy="200055"/>
          </a:xfrm>
          <a:prstGeom prst="rect">
            <a:avLst/>
          </a:prstGeom>
          <a:noFill/>
        </p:spPr>
        <p:txBody>
          <a:bodyPr wrap="none" rtlCol="0">
            <a:spAutoFit/>
          </a:bodyPr>
          <a:lstStyle/>
          <a:p>
            <a:r>
              <a:rPr lang="fr-FR" sz="700"/>
              <a:t>Désactivé Défaut</a:t>
            </a:r>
          </a:p>
        </p:txBody>
      </p:sp>
      <p:cxnSp>
        <p:nvCxnSpPr>
          <p:cNvPr id="66" name="Connecteur : en angle 65">
            <a:extLst>
              <a:ext uri="{FF2B5EF4-FFF2-40B4-BE49-F238E27FC236}">
                <a16:creationId xmlns:a16="http://schemas.microsoft.com/office/drawing/2014/main" id="{144A7A31-94B5-4E97-A3E8-1006AF4E84E9}"/>
              </a:ext>
            </a:extLst>
          </p:cNvPr>
          <p:cNvCxnSpPr>
            <a:cxnSpLocks/>
            <a:stCxn id="9256" idx="2"/>
            <a:endCxn id="2" idx="1"/>
          </p:cNvCxnSpPr>
          <p:nvPr/>
        </p:nvCxnSpPr>
        <p:spPr bwMode="auto">
          <a:xfrm rot="16200000" flipH="1">
            <a:off x="5763922" y="5556225"/>
            <a:ext cx="4030" cy="25115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Connecteur : en angle 67">
            <a:extLst>
              <a:ext uri="{FF2B5EF4-FFF2-40B4-BE49-F238E27FC236}">
                <a16:creationId xmlns:a16="http://schemas.microsoft.com/office/drawing/2014/main" id="{EEC6C405-347B-972B-5206-EEBEB2E54D9F}"/>
              </a:ext>
            </a:extLst>
          </p:cNvPr>
          <p:cNvCxnSpPr>
            <a:cxnSpLocks/>
            <a:stCxn id="9256" idx="2"/>
            <a:endCxn id="3" idx="1"/>
          </p:cNvCxnSpPr>
          <p:nvPr/>
        </p:nvCxnSpPr>
        <p:spPr bwMode="auto">
          <a:xfrm rot="16200000" flipH="1">
            <a:off x="5582298" y="5737848"/>
            <a:ext cx="369057" cy="25293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Connecteur : en angle 71">
            <a:extLst>
              <a:ext uri="{FF2B5EF4-FFF2-40B4-BE49-F238E27FC236}">
                <a16:creationId xmlns:a16="http://schemas.microsoft.com/office/drawing/2014/main" id="{35D02D25-0B22-2449-95DD-74467D6D6693}"/>
              </a:ext>
            </a:extLst>
          </p:cNvPr>
          <p:cNvCxnSpPr>
            <a:cxnSpLocks/>
            <a:stCxn id="9256" idx="2"/>
            <a:endCxn id="4" idx="1"/>
          </p:cNvCxnSpPr>
          <p:nvPr/>
        </p:nvCxnSpPr>
        <p:spPr bwMode="auto">
          <a:xfrm rot="16200000" flipH="1">
            <a:off x="5400854" y="5919293"/>
            <a:ext cx="737011" cy="2579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Connecteur droit 73">
            <a:extLst>
              <a:ext uri="{FF2B5EF4-FFF2-40B4-BE49-F238E27FC236}">
                <a16:creationId xmlns:a16="http://schemas.microsoft.com/office/drawing/2014/main" id="{EA2438C6-5DE9-3B36-3430-61BA4534FBD4}"/>
              </a:ext>
            </a:extLst>
          </p:cNvPr>
          <p:cNvCxnSpPr>
            <a:stCxn id="2" idx="3"/>
            <a:endCxn id="62" idx="1"/>
          </p:cNvCxnSpPr>
          <p:nvPr/>
        </p:nvCxnSpPr>
        <p:spPr bwMode="auto">
          <a:xfrm flipV="1">
            <a:off x="6331977" y="5679554"/>
            <a:ext cx="179584" cy="42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Connecteur droit 75">
            <a:extLst>
              <a:ext uri="{FF2B5EF4-FFF2-40B4-BE49-F238E27FC236}">
                <a16:creationId xmlns:a16="http://schemas.microsoft.com/office/drawing/2014/main" id="{CAC867F2-5ECF-35CD-C107-7C3B2BB7E2CE}"/>
              </a:ext>
            </a:extLst>
          </p:cNvPr>
          <p:cNvCxnSpPr>
            <a:stCxn id="3" idx="3"/>
            <a:endCxn id="144" idx="1"/>
          </p:cNvCxnSpPr>
          <p:nvPr/>
        </p:nvCxnSpPr>
        <p:spPr bwMode="auto">
          <a:xfrm>
            <a:off x="6333756" y="6048843"/>
            <a:ext cx="229457" cy="25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Connecteur droit 82">
            <a:extLst>
              <a:ext uri="{FF2B5EF4-FFF2-40B4-BE49-F238E27FC236}">
                <a16:creationId xmlns:a16="http://schemas.microsoft.com/office/drawing/2014/main" id="{71942635-673F-3A1E-A493-DBC7E73A0B95}"/>
              </a:ext>
            </a:extLst>
          </p:cNvPr>
          <p:cNvCxnSpPr>
            <a:stCxn id="4" idx="3"/>
            <a:endCxn id="156" idx="1"/>
          </p:cNvCxnSpPr>
          <p:nvPr/>
        </p:nvCxnSpPr>
        <p:spPr bwMode="auto">
          <a:xfrm>
            <a:off x="6338821" y="6416797"/>
            <a:ext cx="276031" cy="18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77">
            <a:hlinkClick r:id="rId6" action="ppaction://hlinksldjump"/>
            <a:extLst>
              <a:ext uri="{FF2B5EF4-FFF2-40B4-BE49-F238E27FC236}">
                <a16:creationId xmlns:a16="http://schemas.microsoft.com/office/drawing/2014/main" id="{4D8224CA-67FD-082F-149A-99A38341063F}"/>
              </a:ext>
            </a:extLst>
          </p:cNvPr>
          <p:cNvSpPr>
            <a:spLocks noChangeArrowheads="1"/>
          </p:cNvSpPr>
          <p:nvPr/>
        </p:nvSpPr>
        <p:spPr bwMode="auto">
          <a:xfrm rot="10800000">
            <a:off x="2201426" y="595530"/>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MENU PRINCIPAL- AB Test</a:t>
            </a:r>
          </a:p>
        </p:txBody>
      </p:sp>
      <p:cxnSp>
        <p:nvCxnSpPr>
          <p:cNvPr id="14" name="Connecteur : en angle 13">
            <a:extLst>
              <a:ext uri="{FF2B5EF4-FFF2-40B4-BE49-F238E27FC236}">
                <a16:creationId xmlns:a16="http://schemas.microsoft.com/office/drawing/2014/main" id="{C6F4AE65-D654-549E-FFBD-4E403675B5E2}"/>
              </a:ext>
            </a:extLst>
          </p:cNvPr>
          <p:cNvCxnSpPr>
            <a:stCxn id="13" idx="0"/>
            <a:endCxn id="123" idx="0"/>
          </p:cNvCxnSpPr>
          <p:nvPr/>
        </p:nvCxnSpPr>
        <p:spPr bwMode="auto">
          <a:xfrm rot="5400000">
            <a:off x="2261852" y="793084"/>
            <a:ext cx="317128" cy="64202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Connecteur : en angle 18">
            <a:extLst>
              <a:ext uri="{FF2B5EF4-FFF2-40B4-BE49-F238E27FC236}">
                <a16:creationId xmlns:a16="http://schemas.microsoft.com/office/drawing/2014/main" id="{0008266A-630B-AAC0-0751-5ADFB7BB5B7A}"/>
              </a:ext>
            </a:extLst>
          </p:cNvPr>
          <p:cNvCxnSpPr>
            <a:cxnSpLocks/>
            <a:stCxn id="9226" idx="0"/>
            <a:endCxn id="123" idx="0"/>
          </p:cNvCxnSpPr>
          <p:nvPr/>
        </p:nvCxnSpPr>
        <p:spPr bwMode="auto">
          <a:xfrm rot="16200000" flipH="1">
            <a:off x="1680536" y="853788"/>
            <a:ext cx="331324" cy="50641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AutoShape 46">
            <a:hlinkClick r:id="rId7" action="ppaction://hlinksldjump"/>
            <a:extLst>
              <a:ext uri="{FF2B5EF4-FFF2-40B4-BE49-F238E27FC236}">
                <a16:creationId xmlns:a16="http://schemas.microsoft.com/office/drawing/2014/main" id="{8026E1C5-0E97-9CBB-DBF9-041F7EB05117}"/>
              </a:ext>
            </a:extLst>
          </p:cNvPr>
          <p:cNvSpPr>
            <a:spLocks noChangeArrowheads="1"/>
          </p:cNvSpPr>
          <p:nvPr/>
        </p:nvSpPr>
        <p:spPr bwMode="auto">
          <a:xfrm rot="10800000">
            <a:off x="4431561" y="4981664"/>
            <a:ext cx="665675" cy="281280"/>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ELIGIBILITE LN </a:t>
            </a:r>
          </a:p>
          <a:p>
            <a:pPr algn="ctr" eaLnBrk="0" hangingPunct="0"/>
            <a:r>
              <a:rPr lang="fr-FR" sz="600"/>
              <a:t>CO</a:t>
            </a:r>
          </a:p>
        </p:txBody>
      </p:sp>
      <p:cxnSp>
        <p:nvCxnSpPr>
          <p:cNvPr id="39" name="Connecteur droit avec flèche 38">
            <a:extLst>
              <a:ext uri="{FF2B5EF4-FFF2-40B4-BE49-F238E27FC236}">
                <a16:creationId xmlns:a16="http://schemas.microsoft.com/office/drawing/2014/main" id="{1D222560-0835-9E61-70C8-2D757692129F}"/>
              </a:ext>
            </a:extLst>
          </p:cNvPr>
          <p:cNvCxnSpPr>
            <a:stCxn id="165" idx="3"/>
            <a:endCxn id="162" idx="1"/>
          </p:cNvCxnSpPr>
          <p:nvPr/>
        </p:nvCxnSpPr>
        <p:spPr bwMode="auto">
          <a:xfrm>
            <a:off x="7537943" y="6716345"/>
            <a:ext cx="603525" cy="1042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AutoShape 46">
            <a:hlinkClick r:id="rId7" action="ppaction://hlinksldjump"/>
            <a:extLst>
              <a:ext uri="{FF2B5EF4-FFF2-40B4-BE49-F238E27FC236}">
                <a16:creationId xmlns:a16="http://schemas.microsoft.com/office/drawing/2014/main" id="{8BC1B63D-06B6-428A-8387-AFA3B166F9E2}"/>
              </a:ext>
            </a:extLst>
          </p:cNvPr>
          <p:cNvSpPr>
            <a:spLocks noChangeArrowheads="1"/>
          </p:cNvSpPr>
          <p:nvPr/>
        </p:nvSpPr>
        <p:spPr bwMode="auto">
          <a:xfrm rot="10800000">
            <a:off x="6461705" y="4692898"/>
            <a:ext cx="683364" cy="318491"/>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ELIGIBILITE LN </a:t>
            </a:r>
          </a:p>
          <a:p>
            <a:pPr algn="ctr" eaLnBrk="0" hangingPunct="0"/>
            <a:r>
              <a:rPr lang="fr-FR" sz="600"/>
              <a:t>CO</a:t>
            </a:r>
          </a:p>
        </p:txBody>
      </p:sp>
      <p:cxnSp>
        <p:nvCxnSpPr>
          <p:cNvPr id="109" name="Connecteur : en angle 108">
            <a:extLst>
              <a:ext uri="{FF2B5EF4-FFF2-40B4-BE49-F238E27FC236}">
                <a16:creationId xmlns:a16="http://schemas.microsoft.com/office/drawing/2014/main" id="{AFEC64BA-D107-C64B-2CE5-FEA6E14D7917}"/>
              </a:ext>
            </a:extLst>
          </p:cNvPr>
          <p:cNvCxnSpPr>
            <a:stCxn id="84" idx="2"/>
            <a:endCxn id="199" idx="0"/>
          </p:cNvCxnSpPr>
          <p:nvPr/>
        </p:nvCxnSpPr>
        <p:spPr bwMode="auto">
          <a:xfrm rot="5400000">
            <a:off x="5704257" y="3614497"/>
            <a:ext cx="287830" cy="43149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AutoShape 131">
            <a:extLst>
              <a:ext uri="{FF2B5EF4-FFF2-40B4-BE49-F238E27FC236}">
                <a16:creationId xmlns:a16="http://schemas.microsoft.com/office/drawing/2014/main" id="{A090F6F2-7D3A-6325-DA35-DE07FB218F53}"/>
              </a:ext>
            </a:extLst>
          </p:cNvPr>
          <p:cNvSpPr>
            <a:spLocks noChangeArrowheads="1"/>
          </p:cNvSpPr>
          <p:nvPr/>
        </p:nvSpPr>
        <p:spPr bwMode="auto">
          <a:xfrm>
            <a:off x="5371769" y="4801817"/>
            <a:ext cx="526588" cy="332419"/>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AB TEST</a:t>
            </a:r>
          </a:p>
        </p:txBody>
      </p:sp>
      <p:cxnSp>
        <p:nvCxnSpPr>
          <p:cNvPr id="127" name="Connecteur : en angle 126">
            <a:extLst>
              <a:ext uri="{FF2B5EF4-FFF2-40B4-BE49-F238E27FC236}">
                <a16:creationId xmlns:a16="http://schemas.microsoft.com/office/drawing/2014/main" id="{0151A3C7-6235-7175-BE7C-31CC410138E8}"/>
              </a:ext>
            </a:extLst>
          </p:cNvPr>
          <p:cNvCxnSpPr>
            <a:cxnSpLocks/>
            <a:stCxn id="122" idx="1"/>
            <a:endCxn id="16" idx="2"/>
          </p:cNvCxnSpPr>
          <p:nvPr/>
        </p:nvCxnSpPr>
        <p:spPr bwMode="auto">
          <a:xfrm rot="10800000" flipV="1">
            <a:off x="4764399" y="4968026"/>
            <a:ext cx="607371" cy="1363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Connecteur droit avec flèche 128">
            <a:extLst>
              <a:ext uri="{FF2B5EF4-FFF2-40B4-BE49-F238E27FC236}">
                <a16:creationId xmlns:a16="http://schemas.microsoft.com/office/drawing/2014/main" id="{A6A82124-15C5-EFED-9276-9A8097C87D7E}"/>
              </a:ext>
            </a:extLst>
          </p:cNvPr>
          <p:cNvCxnSpPr>
            <a:stCxn id="206" idx="3"/>
            <a:endCxn id="199" idx="1"/>
          </p:cNvCxnSpPr>
          <p:nvPr/>
        </p:nvCxnSpPr>
        <p:spPr bwMode="auto">
          <a:xfrm>
            <a:off x="4949547" y="4043212"/>
            <a:ext cx="210433" cy="72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ZoneTexte 136">
            <a:extLst>
              <a:ext uri="{FF2B5EF4-FFF2-40B4-BE49-F238E27FC236}">
                <a16:creationId xmlns:a16="http://schemas.microsoft.com/office/drawing/2014/main" id="{FBF46CA7-01CF-9406-1245-23143C67D515}"/>
              </a:ext>
            </a:extLst>
          </p:cNvPr>
          <p:cNvSpPr txBox="1"/>
          <p:nvPr/>
        </p:nvSpPr>
        <p:spPr>
          <a:xfrm>
            <a:off x="3949423" y="3837611"/>
            <a:ext cx="344966" cy="200055"/>
          </a:xfrm>
          <a:prstGeom prst="rect">
            <a:avLst/>
          </a:prstGeom>
          <a:noFill/>
        </p:spPr>
        <p:txBody>
          <a:bodyPr wrap="none" rtlCol="0">
            <a:spAutoFit/>
          </a:bodyPr>
          <a:lstStyle/>
          <a:p>
            <a:r>
              <a:rPr lang="fr-FR" sz="700"/>
              <a:t>OUI</a:t>
            </a:r>
          </a:p>
        </p:txBody>
      </p:sp>
      <p:sp>
        <p:nvSpPr>
          <p:cNvPr id="138" name="ZoneTexte 137">
            <a:extLst>
              <a:ext uri="{FF2B5EF4-FFF2-40B4-BE49-F238E27FC236}">
                <a16:creationId xmlns:a16="http://schemas.microsoft.com/office/drawing/2014/main" id="{22986352-DD9D-4401-06F7-594AD5A24F0E}"/>
              </a:ext>
            </a:extLst>
          </p:cNvPr>
          <p:cNvSpPr txBox="1"/>
          <p:nvPr/>
        </p:nvSpPr>
        <p:spPr>
          <a:xfrm>
            <a:off x="4803679" y="3830101"/>
            <a:ext cx="383438" cy="200055"/>
          </a:xfrm>
          <a:prstGeom prst="rect">
            <a:avLst/>
          </a:prstGeom>
          <a:noFill/>
        </p:spPr>
        <p:txBody>
          <a:bodyPr wrap="none" rtlCol="0">
            <a:spAutoFit/>
          </a:bodyPr>
          <a:lstStyle/>
          <a:p>
            <a:r>
              <a:rPr lang="fr-FR" sz="700"/>
              <a:t>NON</a:t>
            </a:r>
          </a:p>
        </p:txBody>
      </p:sp>
      <p:sp>
        <p:nvSpPr>
          <p:cNvPr id="139" name="ZoneTexte 138">
            <a:extLst>
              <a:ext uri="{FF2B5EF4-FFF2-40B4-BE49-F238E27FC236}">
                <a16:creationId xmlns:a16="http://schemas.microsoft.com/office/drawing/2014/main" id="{0E4DBB47-600D-3156-5E11-184FEBC1E366}"/>
              </a:ext>
            </a:extLst>
          </p:cNvPr>
          <p:cNvSpPr txBox="1"/>
          <p:nvPr/>
        </p:nvSpPr>
        <p:spPr>
          <a:xfrm>
            <a:off x="4912090" y="4806053"/>
            <a:ext cx="344966" cy="200055"/>
          </a:xfrm>
          <a:prstGeom prst="rect">
            <a:avLst/>
          </a:prstGeom>
          <a:noFill/>
        </p:spPr>
        <p:txBody>
          <a:bodyPr wrap="none" rtlCol="0">
            <a:spAutoFit/>
          </a:bodyPr>
          <a:lstStyle/>
          <a:p>
            <a:r>
              <a:rPr lang="fr-FR" sz="700"/>
              <a:t>OUI</a:t>
            </a:r>
          </a:p>
        </p:txBody>
      </p:sp>
      <p:cxnSp>
        <p:nvCxnSpPr>
          <p:cNvPr id="148" name="Connecteur droit 147">
            <a:extLst>
              <a:ext uri="{FF2B5EF4-FFF2-40B4-BE49-F238E27FC236}">
                <a16:creationId xmlns:a16="http://schemas.microsoft.com/office/drawing/2014/main" id="{DD981AC7-F41F-F23B-BA25-256FE3A6A2AC}"/>
              </a:ext>
            </a:extLst>
          </p:cNvPr>
          <p:cNvCxnSpPr>
            <a:stCxn id="122" idx="2"/>
            <a:endCxn id="9256" idx="0"/>
          </p:cNvCxnSpPr>
          <p:nvPr/>
        </p:nvCxnSpPr>
        <p:spPr bwMode="auto">
          <a:xfrm>
            <a:off x="5635063" y="5134236"/>
            <a:ext cx="5298" cy="2131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ZoneTexte 149">
            <a:extLst>
              <a:ext uri="{FF2B5EF4-FFF2-40B4-BE49-F238E27FC236}">
                <a16:creationId xmlns:a16="http://schemas.microsoft.com/office/drawing/2014/main" id="{1A05B2AF-6205-35CD-4BE0-613CA7C8EDF6}"/>
              </a:ext>
            </a:extLst>
          </p:cNvPr>
          <p:cNvSpPr txBox="1"/>
          <p:nvPr/>
        </p:nvSpPr>
        <p:spPr>
          <a:xfrm>
            <a:off x="5608671" y="5143282"/>
            <a:ext cx="383438" cy="200055"/>
          </a:xfrm>
          <a:prstGeom prst="rect">
            <a:avLst/>
          </a:prstGeom>
          <a:noFill/>
        </p:spPr>
        <p:txBody>
          <a:bodyPr wrap="none" rtlCol="0">
            <a:spAutoFit/>
          </a:bodyPr>
          <a:lstStyle/>
          <a:p>
            <a:r>
              <a:rPr lang="fr-FR" sz="700"/>
              <a:t>NON</a:t>
            </a:r>
          </a:p>
        </p:txBody>
      </p:sp>
      <p:cxnSp>
        <p:nvCxnSpPr>
          <p:cNvPr id="155" name="Connecteur : en angle 154">
            <a:extLst>
              <a:ext uri="{FF2B5EF4-FFF2-40B4-BE49-F238E27FC236}">
                <a16:creationId xmlns:a16="http://schemas.microsoft.com/office/drawing/2014/main" id="{49A9BEDA-302F-707E-4BE8-B579AA7440C4}"/>
              </a:ext>
            </a:extLst>
          </p:cNvPr>
          <p:cNvCxnSpPr>
            <a:stCxn id="43" idx="0"/>
            <a:endCxn id="9256" idx="0"/>
          </p:cNvCxnSpPr>
          <p:nvPr/>
        </p:nvCxnSpPr>
        <p:spPr bwMode="auto">
          <a:xfrm rot="5400000">
            <a:off x="6053885" y="4597865"/>
            <a:ext cx="335978" cy="116302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Connecteur droit 58">
            <a:extLst>
              <a:ext uri="{FF2B5EF4-FFF2-40B4-BE49-F238E27FC236}">
                <a16:creationId xmlns:a16="http://schemas.microsoft.com/office/drawing/2014/main" id="{5027080D-D63A-9B1D-4D87-5D5258511E48}"/>
              </a:ext>
            </a:extLst>
          </p:cNvPr>
          <p:cNvCxnSpPr>
            <a:cxnSpLocks/>
            <a:stCxn id="198" idx="2"/>
            <a:endCxn id="122" idx="0"/>
          </p:cNvCxnSpPr>
          <p:nvPr/>
        </p:nvCxnSpPr>
        <p:spPr bwMode="auto">
          <a:xfrm>
            <a:off x="5633911" y="4326471"/>
            <a:ext cx="1152" cy="4753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75584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23</a:t>
            </a:fld>
            <a:endParaRPr lang="fr-FR">
              <a:solidFill>
                <a:srgbClr val="000000"/>
              </a:solidFill>
            </a:endParaRPr>
          </a:p>
        </p:txBody>
      </p:sp>
      <p:sp>
        <p:nvSpPr>
          <p:cNvPr id="225" name="Espace réservé du texte 4"/>
          <p:cNvSpPr>
            <a:spLocks noGrp="1"/>
          </p:cNvSpPr>
          <p:nvPr>
            <p:ph type="body" sz="quarter" idx="11"/>
          </p:nvPr>
        </p:nvSpPr>
        <p:spPr>
          <a:xfrm>
            <a:off x="43815" y="42863"/>
            <a:ext cx="2622550" cy="261937"/>
          </a:xfrm>
        </p:spPr>
        <p:txBody>
          <a:bodyPr/>
          <a:lstStyle/>
          <a:p>
            <a:r>
              <a:rPr lang="fr-FR"/>
              <a:t>ABO</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ELIGIBILITE LN CO</a:t>
            </a:r>
            <a:endParaRPr lang="fr-FR"/>
          </a:p>
        </p:txBody>
      </p:sp>
      <p:sp>
        <p:nvSpPr>
          <p:cNvPr id="178" name="Text Box 157">
            <a:extLst>
              <a:ext uri="{FF2B5EF4-FFF2-40B4-BE49-F238E27FC236}">
                <a16:creationId xmlns:a16="http://schemas.microsoft.com/office/drawing/2014/main" id="{941B40C8-E7EB-43F5-B855-7C381F3342C5}"/>
              </a:ext>
            </a:extLst>
          </p:cNvPr>
          <p:cNvSpPr txBox="1">
            <a:spLocks noChangeArrowheads="1"/>
          </p:cNvSpPr>
          <p:nvPr/>
        </p:nvSpPr>
        <p:spPr bwMode="auto">
          <a:xfrm>
            <a:off x="4647190" y="2027925"/>
            <a:ext cx="35618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179" name="Text Box 157">
            <a:extLst>
              <a:ext uri="{FF2B5EF4-FFF2-40B4-BE49-F238E27FC236}">
                <a16:creationId xmlns:a16="http://schemas.microsoft.com/office/drawing/2014/main" id="{031313D5-0E9F-4B79-8FB0-10B0FAEB7569}"/>
              </a:ext>
            </a:extLst>
          </p:cNvPr>
          <p:cNvSpPr txBox="1">
            <a:spLocks noChangeArrowheads="1"/>
          </p:cNvSpPr>
          <p:nvPr/>
        </p:nvSpPr>
        <p:spPr bwMode="auto">
          <a:xfrm>
            <a:off x="3664061" y="3777933"/>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87" name="AutoShape 113">
            <a:extLst>
              <a:ext uri="{FF2B5EF4-FFF2-40B4-BE49-F238E27FC236}">
                <a16:creationId xmlns:a16="http://schemas.microsoft.com/office/drawing/2014/main" id="{1310295B-F5E4-495B-9B4A-FF2AFF96C2B8}"/>
              </a:ext>
            </a:extLst>
          </p:cNvPr>
          <p:cNvSpPr>
            <a:spLocks noChangeArrowheads="1"/>
          </p:cNvSpPr>
          <p:nvPr/>
        </p:nvSpPr>
        <p:spPr bwMode="auto">
          <a:xfrm>
            <a:off x="5177956" y="1762819"/>
            <a:ext cx="457200" cy="204244"/>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TABLE_LN</a:t>
            </a:r>
          </a:p>
        </p:txBody>
      </p:sp>
      <p:grpSp>
        <p:nvGrpSpPr>
          <p:cNvPr id="188" name="Group 188">
            <a:extLst>
              <a:ext uri="{FF2B5EF4-FFF2-40B4-BE49-F238E27FC236}">
                <a16:creationId xmlns:a16="http://schemas.microsoft.com/office/drawing/2014/main" id="{529B24CB-146E-43F9-8388-9BA82411E8D1}"/>
              </a:ext>
            </a:extLst>
          </p:cNvPr>
          <p:cNvGrpSpPr>
            <a:grpSpLocks/>
          </p:cNvGrpSpPr>
          <p:nvPr/>
        </p:nvGrpSpPr>
        <p:grpSpPr bwMode="auto">
          <a:xfrm rot="9089149">
            <a:off x="4866846" y="1885222"/>
            <a:ext cx="279400" cy="130175"/>
            <a:chOff x="1920" y="715"/>
            <a:chExt cx="270" cy="139"/>
          </a:xfrm>
          <a:effectLst>
            <a:outerShdw blurRad="50800" dist="38100" dir="2700000" algn="tl" rotWithShape="0">
              <a:prstClr val="black">
                <a:alpha val="40000"/>
              </a:prstClr>
            </a:outerShdw>
          </a:effectLst>
        </p:grpSpPr>
        <p:sp>
          <p:nvSpPr>
            <p:cNvPr id="189" name="AutoShape 189">
              <a:extLst>
                <a:ext uri="{FF2B5EF4-FFF2-40B4-BE49-F238E27FC236}">
                  <a16:creationId xmlns:a16="http://schemas.microsoft.com/office/drawing/2014/main" id="{8A4D5D5F-37D8-4ACF-ADFC-9B96E63EAC20}"/>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0" name="AutoShape 190">
              <a:extLst>
                <a:ext uri="{FF2B5EF4-FFF2-40B4-BE49-F238E27FC236}">
                  <a16:creationId xmlns:a16="http://schemas.microsoft.com/office/drawing/2014/main" id="{53F13339-73D5-4480-AE30-CF55B194C264}"/>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2" name="AutoShape 113">
            <a:extLst>
              <a:ext uri="{FF2B5EF4-FFF2-40B4-BE49-F238E27FC236}">
                <a16:creationId xmlns:a16="http://schemas.microsoft.com/office/drawing/2014/main" id="{570A6AFA-78A6-46DB-AF78-C0A5B5FB24F7}"/>
              </a:ext>
            </a:extLst>
          </p:cNvPr>
          <p:cNvSpPr>
            <a:spLocks noChangeArrowheads="1"/>
          </p:cNvSpPr>
          <p:nvPr/>
        </p:nvSpPr>
        <p:spPr bwMode="auto">
          <a:xfrm>
            <a:off x="2855526" y="2855806"/>
            <a:ext cx="699860" cy="346075"/>
          </a:xfrm>
          <a:prstGeom prst="can">
            <a:avLst>
              <a:gd name="adj" fmla="val 25000"/>
            </a:avLst>
          </a:prstGeom>
          <a:solidFill>
            <a:schemeClr val="accent1"/>
          </a:solidFill>
          <a:ln w="9525">
            <a:noFill/>
            <a:round/>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ea typeface="ＭＳ Ｐゴシック" charset="0"/>
              </a:rPr>
              <a:t>VOLUMETRIE LN</a:t>
            </a:r>
          </a:p>
        </p:txBody>
      </p:sp>
      <p:grpSp>
        <p:nvGrpSpPr>
          <p:cNvPr id="193" name="Group 188">
            <a:extLst>
              <a:ext uri="{FF2B5EF4-FFF2-40B4-BE49-F238E27FC236}">
                <a16:creationId xmlns:a16="http://schemas.microsoft.com/office/drawing/2014/main" id="{E9683096-E6A5-45AE-BAA6-6B528FB88472}"/>
              </a:ext>
            </a:extLst>
          </p:cNvPr>
          <p:cNvGrpSpPr>
            <a:grpSpLocks/>
          </p:cNvGrpSpPr>
          <p:nvPr/>
        </p:nvGrpSpPr>
        <p:grpSpPr bwMode="auto">
          <a:xfrm rot="1472689">
            <a:off x="3695928" y="3048871"/>
            <a:ext cx="288728" cy="172462"/>
            <a:chOff x="1920" y="715"/>
            <a:chExt cx="270" cy="139"/>
          </a:xfrm>
          <a:effectLst>
            <a:outerShdw blurRad="50800" dist="38100" dir="2700000" algn="tl" rotWithShape="0">
              <a:prstClr val="black">
                <a:alpha val="40000"/>
              </a:prstClr>
            </a:outerShdw>
          </a:effectLst>
        </p:grpSpPr>
        <p:sp>
          <p:nvSpPr>
            <p:cNvPr id="194" name="AutoShape 189">
              <a:extLst>
                <a:ext uri="{FF2B5EF4-FFF2-40B4-BE49-F238E27FC236}">
                  <a16:creationId xmlns:a16="http://schemas.microsoft.com/office/drawing/2014/main" id="{DF683EA3-5C95-48A6-9BE5-7C0C0D16CCF3}"/>
                </a:ext>
              </a:extLst>
            </p:cNvPr>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sp>
          <p:nvSpPr>
            <p:cNvPr id="195" name="AutoShape 190">
              <a:extLst>
                <a:ext uri="{FF2B5EF4-FFF2-40B4-BE49-F238E27FC236}">
                  <a16:creationId xmlns:a16="http://schemas.microsoft.com/office/drawing/2014/main" id="{997B4D88-94B0-4A8F-9DCE-2492F937E0E8}"/>
                </a:ext>
              </a:extLst>
            </p:cNvPr>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p>
          </p:txBody>
        </p:sp>
      </p:grpSp>
      <p:sp>
        <p:nvSpPr>
          <p:cNvPr id="197" name="Text Box 157">
            <a:extLst>
              <a:ext uri="{FF2B5EF4-FFF2-40B4-BE49-F238E27FC236}">
                <a16:creationId xmlns:a16="http://schemas.microsoft.com/office/drawing/2014/main" id="{5AC6CAE6-33FE-4D96-B019-441077446891}"/>
              </a:ext>
            </a:extLst>
          </p:cNvPr>
          <p:cNvSpPr txBox="1">
            <a:spLocks noChangeArrowheads="1"/>
          </p:cNvSpPr>
          <p:nvPr/>
        </p:nvSpPr>
        <p:spPr bwMode="auto">
          <a:xfrm>
            <a:off x="4937814" y="2268667"/>
            <a:ext cx="29527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HS</a:t>
            </a:r>
          </a:p>
        </p:txBody>
      </p:sp>
      <p:sp>
        <p:nvSpPr>
          <p:cNvPr id="198" name="Text Box 157">
            <a:extLst>
              <a:ext uri="{FF2B5EF4-FFF2-40B4-BE49-F238E27FC236}">
                <a16:creationId xmlns:a16="http://schemas.microsoft.com/office/drawing/2014/main" id="{7BFD2CB6-CA99-416A-8C0A-023B315ABC79}"/>
              </a:ext>
            </a:extLst>
          </p:cNvPr>
          <p:cNvSpPr txBox="1">
            <a:spLocks noChangeArrowheads="1"/>
          </p:cNvSpPr>
          <p:nvPr/>
        </p:nvSpPr>
        <p:spPr bwMode="auto">
          <a:xfrm>
            <a:off x="4642532" y="3121908"/>
            <a:ext cx="62068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202" name="AutoShape 41">
            <a:extLst>
              <a:ext uri="{FF2B5EF4-FFF2-40B4-BE49-F238E27FC236}">
                <a16:creationId xmlns:a16="http://schemas.microsoft.com/office/drawing/2014/main" id="{CA3D2309-2A56-4CF5-AF0D-5E57ECE008FC}"/>
              </a:ext>
            </a:extLst>
          </p:cNvPr>
          <p:cNvSpPr>
            <a:spLocks noChangeArrowheads="1"/>
          </p:cNvSpPr>
          <p:nvPr/>
        </p:nvSpPr>
        <p:spPr bwMode="auto">
          <a:xfrm>
            <a:off x="5237636" y="3710801"/>
            <a:ext cx="1385205" cy="16881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33100_VOLUMETRIE_CO_LN_NON</a:t>
            </a:r>
          </a:p>
        </p:txBody>
      </p:sp>
      <p:sp>
        <p:nvSpPr>
          <p:cNvPr id="215" name="AutoShape 98">
            <a:hlinkClick r:id="rId3" action="ppaction://hlinksldjump"/>
            <a:extLst>
              <a:ext uri="{FF2B5EF4-FFF2-40B4-BE49-F238E27FC236}">
                <a16:creationId xmlns:a16="http://schemas.microsoft.com/office/drawing/2014/main" id="{09ACCFA0-C25C-453C-A29E-2C471D7742D2}"/>
              </a:ext>
            </a:extLst>
          </p:cNvPr>
          <p:cNvSpPr>
            <a:spLocks noChangeArrowheads="1"/>
          </p:cNvSpPr>
          <p:nvPr/>
        </p:nvSpPr>
        <p:spPr bwMode="auto">
          <a:xfrm rot="10800000">
            <a:off x="3689805" y="454467"/>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ADMIN</a:t>
            </a:r>
          </a:p>
        </p:txBody>
      </p:sp>
      <p:sp>
        <p:nvSpPr>
          <p:cNvPr id="75" name="AutoShape 41">
            <a:extLst>
              <a:ext uri="{FF2B5EF4-FFF2-40B4-BE49-F238E27FC236}">
                <a16:creationId xmlns:a16="http://schemas.microsoft.com/office/drawing/2014/main" id="{ACFA7065-B4C9-4469-988E-9DAF915555F6}"/>
              </a:ext>
            </a:extLst>
          </p:cNvPr>
          <p:cNvSpPr>
            <a:spLocks noChangeArrowheads="1"/>
          </p:cNvSpPr>
          <p:nvPr/>
        </p:nvSpPr>
        <p:spPr bwMode="auto">
          <a:xfrm>
            <a:off x="4990381" y="2419506"/>
            <a:ext cx="1201035"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33100_TABLE_CO_LN_HS</a:t>
            </a:r>
          </a:p>
        </p:txBody>
      </p:sp>
      <p:sp>
        <p:nvSpPr>
          <p:cNvPr id="91" name="AutoShape 41">
            <a:extLst>
              <a:ext uri="{FF2B5EF4-FFF2-40B4-BE49-F238E27FC236}">
                <a16:creationId xmlns:a16="http://schemas.microsoft.com/office/drawing/2014/main" id="{3BB99F6C-61CC-4265-A162-2C6947AC49C2}"/>
              </a:ext>
            </a:extLst>
          </p:cNvPr>
          <p:cNvSpPr>
            <a:spLocks noChangeArrowheads="1"/>
          </p:cNvSpPr>
          <p:nvPr/>
        </p:nvSpPr>
        <p:spPr bwMode="auto">
          <a:xfrm>
            <a:off x="5029331" y="2714993"/>
            <a:ext cx="1300131" cy="1361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33100_TABLE_CO_LN_OFF</a:t>
            </a:r>
          </a:p>
        </p:txBody>
      </p:sp>
      <p:sp>
        <p:nvSpPr>
          <p:cNvPr id="94" name="Text Box 157">
            <a:extLst>
              <a:ext uri="{FF2B5EF4-FFF2-40B4-BE49-F238E27FC236}">
                <a16:creationId xmlns:a16="http://schemas.microsoft.com/office/drawing/2014/main" id="{12338EE6-1623-4D5D-AEDB-0E3815FB23DE}"/>
              </a:ext>
            </a:extLst>
          </p:cNvPr>
          <p:cNvSpPr txBox="1">
            <a:spLocks noChangeArrowheads="1"/>
          </p:cNvSpPr>
          <p:nvPr/>
        </p:nvSpPr>
        <p:spPr bwMode="auto">
          <a:xfrm>
            <a:off x="4890776" y="2570626"/>
            <a:ext cx="62068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117" name="AutoShape 41">
            <a:extLst>
              <a:ext uri="{FF2B5EF4-FFF2-40B4-BE49-F238E27FC236}">
                <a16:creationId xmlns:a16="http://schemas.microsoft.com/office/drawing/2014/main" id="{5B884DEC-49CC-467A-B364-F4DF4A3EAA62}"/>
              </a:ext>
            </a:extLst>
          </p:cNvPr>
          <p:cNvSpPr>
            <a:spLocks noChangeArrowheads="1"/>
          </p:cNvSpPr>
          <p:nvPr/>
        </p:nvSpPr>
        <p:spPr bwMode="auto">
          <a:xfrm>
            <a:off x="3662693" y="2527295"/>
            <a:ext cx="1109822" cy="15350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33100_TABLE_CO_LN_OUI</a:t>
            </a:r>
          </a:p>
        </p:txBody>
      </p:sp>
      <p:sp>
        <p:nvSpPr>
          <p:cNvPr id="118" name="AutoShape 41">
            <a:extLst>
              <a:ext uri="{FF2B5EF4-FFF2-40B4-BE49-F238E27FC236}">
                <a16:creationId xmlns:a16="http://schemas.microsoft.com/office/drawing/2014/main" id="{17FCF58F-6E3D-4742-831A-88D017AFCA0E}"/>
              </a:ext>
            </a:extLst>
          </p:cNvPr>
          <p:cNvSpPr>
            <a:spLocks noChangeArrowheads="1"/>
          </p:cNvSpPr>
          <p:nvPr/>
        </p:nvSpPr>
        <p:spPr bwMode="auto">
          <a:xfrm>
            <a:off x="4937814" y="2114622"/>
            <a:ext cx="130013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33100_TABLE_CO_LN_NON</a:t>
            </a:r>
          </a:p>
        </p:txBody>
      </p:sp>
      <p:sp>
        <p:nvSpPr>
          <p:cNvPr id="144" name="AutoShape 41">
            <a:extLst>
              <a:ext uri="{FF2B5EF4-FFF2-40B4-BE49-F238E27FC236}">
                <a16:creationId xmlns:a16="http://schemas.microsoft.com/office/drawing/2014/main" id="{5B634D20-6D08-4524-A8F9-33D24AD6CA51}"/>
              </a:ext>
            </a:extLst>
          </p:cNvPr>
          <p:cNvSpPr>
            <a:spLocks noChangeArrowheads="1"/>
          </p:cNvSpPr>
          <p:nvPr/>
        </p:nvSpPr>
        <p:spPr bwMode="auto">
          <a:xfrm>
            <a:off x="3535396" y="3947582"/>
            <a:ext cx="1370841" cy="14928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33100_VOLUMETRIE_CO_LN_OUI</a:t>
            </a:r>
          </a:p>
        </p:txBody>
      </p:sp>
      <p:sp>
        <p:nvSpPr>
          <p:cNvPr id="186" name="AutoShape 41">
            <a:extLst>
              <a:ext uri="{FF2B5EF4-FFF2-40B4-BE49-F238E27FC236}">
                <a16:creationId xmlns:a16="http://schemas.microsoft.com/office/drawing/2014/main" id="{B62A0579-5C9C-4DB6-9E31-DD7AA010BB72}"/>
              </a:ext>
            </a:extLst>
          </p:cNvPr>
          <p:cNvSpPr>
            <a:spLocks noChangeArrowheads="1"/>
          </p:cNvSpPr>
          <p:nvPr/>
        </p:nvSpPr>
        <p:spPr bwMode="auto">
          <a:xfrm>
            <a:off x="5270140" y="3487250"/>
            <a:ext cx="1300131" cy="13369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33100_VOLUMETRIE_CO_LN_HS</a:t>
            </a:r>
          </a:p>
        </p:txBody>
      </p:sp>
      <p:sp>
        <p:nvSpPr>
          <p:cNvPr id="203" name="AutoShape 41">
            <a:extLst>
              <a:ext uri="{FF2B5EF4-FFF2-40B4-BE49-F238E27FC236}">
                <a16:creationId xmlns:a16="http://schemas.microsoft.com/office/drawing/2014/main" id="{CD877C94-4871-4193-9B1C-7EB111850AED}"/>
              </a:ext>
            </a:extLst>
          </p:cNvPr>
          <p:cNvSpPr>
            <a:spLocks noChangeArrowheads="1"/>
          </p:cNvSpPr>
          <p:nvPr/>
        </p:nvSpPr>
        <p:spPr bwMode="auto">
          <a:xfrm>
            <a:off x="5189764" y="3233896"/>
            <a:ext cx="1357647" cy="14848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33100_VOLUMETRIE_CO_LN_OFF</a:t>
            </a:r>
          </a:p>
        </p:txBody>
      </p:sp>
      <p:cxnSp>
        <p:nvCxnSpPr>
          <p:cNvPr id="500" name="Connecteur : en angle 499">
            <a:extLst>
              <a:ext uri="{FF2B5EF4-FFF2-40B4-BE49-F238E27FC236}">
                <a16:creationId xmlns:a16="http://schemas.microsoft.com/office/drawing/2014/main" id="{B2125145-7559-4788-91D2-2959DD706698}"/>
              </a:ext>
            </a:extLst>
          </p:cNvPr>
          <p:cNvCxnSpPr>
            <a:cxnSpLocks/>
            <a:stCxn id="9" idx="3"/>
            <a:endCxn id="203" idx="1"/>
          </p:cNvCxnSpPr>
          <p:nvPr/>
        </p:nvCxnSpPr>
        <p:spPr bwMode="auto">
          <a:xfrm flipV="1">
            <a:off x="4621361" y="3308138"/>
            <a:ext cx="568403" cy="114828"/>
          </a:xfrm>
          <a:prstGeom prst="bentConnector3">
            <a:avLst>
              <a:gd name="adj1" fmla="val 5359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8" name="Connecteur : en angle 507">
            <a:extLst>
              <a:ext uri="{FF2B5EF4-FFF2-40B4-BE49-F238E27FC236}">
                <a16:creationId xmlns:a16="http://schemas.microsoft.com/office/drawing/2014/main" id="{DA57E9AE-F218-48B3-8612-FAA550C39D2D}"/>
              </a:ext>
            </a:extLst>
          </p:cNvPr>
          <p:cNvCxnSpPr>
            <a:cxnSpLocks/>
            <a:stCxn id="9" idx="3"/>
            <a:endCxn id="186" idx="1"/>
          </p:cNvCxnSpPr>
          <p:nvPr/>
        </p:nvCxnSpPr>
        <p:spPr bwMode="auto">
          <a:xfrm>
            <a:off x="4621361" y="3422966"/>
            <a:ext cx="648779" cy="131131"/>
          </a:xfrm>
          <a:prstGeom prst="bentConnector3">
            <a:avLst>
              <a:gd name="adj1" fmla="val 4664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 name="AutoShape 98">
            <a:hlinkClick r:id="rId3" action="ppaction://hlinksldjump"/>
            <a:extLst>
              <a:ext uri="{FF2B5EF4-FFF2-40B4-BE49-F238E27FC236}">
                <a16:creationId xmlns:a16="http://schemas.microsoft.com/office/drawing/2014/main" id="{702046CF-2555-4A69-97F7-48C65F845FD2}"/>
              </a:ext>
            </a:extLst>
          </p:cNvPr>
          <p:cNvSpPr>
            <a:spLocks noChangeArrowheads="1"/>
          </p:cNvSpPr>
          <p:nvPr/>
        </p:nvSpPr>
        <p:spPr bwMode="auto">
          <a:xfrm rot="10800000">
            <a:off x="7044511" y="4379398"/>
            <a:ext cx="894082" cy="257819"/>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ADMIN</a:t>
            </a:r>
          </a:p>
        </p:txBody>
      </p:sp>
      <p:sp>
        <p:nvSpPr>
          <p:cNvPr id="231" name="Text Box 157">
            <a:extLst>
              <a:ext uri="{FF2B5EF4-FFF2-40B4-BE49-F238E27FC236}">
                <a16:creationId xmlns:a16="http://schemas.microsoft.com/office/drawing/2014/main" id="{5E734EBB-4DE3-4288-B139-DE10ADAB8070}"/>
              </a:ext>
            </a:extLst>
          </p:cNvPr>
          <p:cNvSpPr txBox="1">
            <a:spLocks noChangeArrowheads="1"/>
          </p:cNvSpPr>
          <p:nvPr/>
        </p:nvSpPr>
        <p:spPr bwMode="auto">
          <a:xfrm>
            <a:off x="4932357" y="3405276"/>
            <a:ext cx="292068"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HS</a:t>
            </a:r>
          </a:p>
        </p:txBody>
      </p:sp>
      <p:sp>
        <p:nvSpPr>
          <p:cNvPr id="247" name="AutoShape 31">
            <a:hlinkClick r:id="" action="ppaction://noaction"/>
            <a:extLst>
              <a:ext uri="{FF2B5EF4-FFF2-40B4-BE49-F238E27FC236}">
                <a16:creationId xmlns:a16="http://schemas.microsoft.com/office/drawing/2014/main" id="{ADB03E1B-43AC-4AE2-B585-E0B3C2FC058A}"/>
              </a:ext>
            </a:extLst>
          </p:cNvPr>
          <p:cNvSpPr>
            <a:spLocks noChangeArrowheads="1"/>
          </p:cNvSpPr>
          <p:nvPr/>
        </p:nvSpPr>
        <p:spPr bwMode="auto">
          <a:xfrm>
            <a:off x="6865791" y="4032886"/>
            <a:ext cx="1251522" cy="12796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ABO_LN_CO_NON_ELIGIBLE</a:t>
            </a:r>
          </a:p>
        </p:txBody>
      </p:sp>
      <p:sp>
        <p:nvSpPr>
          <p:cNvPr id="336" name="AutoShape 31">
            <a:hlinkClick r:id="" action="ppaction://noaction"/>
            <a:extLst>
              <a:ext uri="{FF2B5EF4-FFF2-40B4-BE49-F238E27FC236}">
                <a16:creationId xmlns:a16="http://schemas.microsoft.com/office/drawing/2014/main" id="{DC0F1EBC-E271-4A92-BBDF-630592E56A98}"/>
              </a:ext>
            </a:extLst>
          </p:cNvPr>
          <p:cNvSpPr>
            <a:spLocks noChangeArrowheads="1"/>
          </p:cNvSpPr>
          <p:nvPr/>
        </p:nvSpPr>
        <p:spPr bwMode="auto">
          <a:xfrm>
            <a:off x="3713279" y="2776961"/>
            <a:ext cx="1017202" cy="15288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D31E05"/>
                </a:solidFill>
              </a:rPr>
              <a:t>ABO_TABLE_CO_LN_OUI</a:t>
            </a:r>
          </a:p>
        </p:txBody>
      </p:sp>
      <p:sp>
        <p:nvSpPr>
          <p:cNvPr id="109" name="AutoShape 31">
            <a:hlinkClick r:id="" action="ppaction://noaction"/>
            <a:extLst>
              <a:ext uri="{FF2B5EF4-FFF2-40B4-BE49-F238E27FC236}">
                <a16:creationId xmlns:a16="http://schemas.microsoft.com/office/drawing/2014/main" id="{397AB317-B0D0-4ABE-9A6F-73843F1931E2}"/>
              </a:ext>
            </a:extLst>
          </p:cNvPr>
          <p:cNvSpPr>
            <a:spLocks noChangeArrowheads="1"/>
          </p:cNvSpPr>
          <p:nvPr/>
        </p:nvSpPr>
        <p:spPr bwMode="auto">
          <a:xfrm>
            <a:off x="3681081" y="1555424"/>
            <a:ext cx="1041896" cy="184666"/>
          </a:xfrm>
          <a:prstGeom prst="roundRect">
            <a:avLst>
              <a:gd name="adj" fmla="val 16667"/>
            </a:avLst>
          </a:prstGeom>
          <a:solidFill>
            <a:srgbClr val="FFFF00"/>
          </a:solidFill>
          <a:ln w="9525" algn="ctr">
            <a:no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ABO_CO_LN_ELIGIBILITE</a:t>
            </a:r>
            <a:endParaRPr lang="fr-FR" sz="600">
              <a:solidFill>
                <a:srgbClr val="D31E05"/>
              </a:solidFill>
            </a:endParaRPr>
          </a:p>
        </p:txBody>
      </p:sp>
      <p:sp>
        <p:nvSpPr>
          <p:cNvPr id="110" name="Text Box 157">
            <a:extLst>
              <a:ext uri="{FF2B5EF4-FFF2-40B4-BE49-F238E27FC236}">
                <a16:creationId xmlns:a16="http://schemas.microsoft.com/office/drawing/2014/main" id="{1E04AEEE-C14B-47B3-9E35-2AD287409AD2}"/>
              </a:ext>
            </a:extLst>
          </p:cNvPr>
          <p:cNvSpPr txBox="1">
            <a:spLocks noChangeArrowheads="1"/>
          </p:cNvSpPr>
          <p:nvPr/>
        </p:nvSpPr>
        <p:spPr bwMode="auto">
          <a:xfrm>
            <a:off x="4358594" y="1388667"/>
            <a:ext cx="122661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Flash non présent pour l’appel</a:t>
            </a:r>
          </a:p>
        </p:txBody>
      </p:sp>
      <p:sp>
        <p:nvSpPr>
          <p:cNvPr id="112" name="Explosion 1 53">
            <a:extLst>
              <a:ext uri="{FF2B5EF4-FFF2-40B4-BE49-F238E27FC236}">
                <a16:creationId xmlns:a16="http://schemas.microsoft.com/office/drawing/2014/main" id="{869100C9-2CF3-4F6D-9C2B-D4E055C2034B}"/>
              </a:ext>
            </a:extLst>
          </p:cNvPr>
          <p:cNvSpPr/>
          <p:nvPr/>
        </p:nvSpPr>
        <p:spPr bwMode="auto">
          <a:xfrm>
            <a:off x="1788784" y="1288735"/>
            <a:ext cx="1732907" cy="979932"/>
          </a:xfrm>
          <a:prstGeom prst="irregularSeal1">
            <a:avLst/>
          </a:prstGeom>
          <a:solidFill>
            <a:schemeClr val="accent1"/>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algn="ctr" eaLnBrk="0" hangingPunct="0"/>
            <a:r>
              <a:rPr lang="fr-FR" sz="600" b="1"/>
              <a:t>FLASH</a:t>
            </a:r>
          </a:p>
          <a:p>
            <a:pPr algn="ctr" eaLnBrk="0" hangingPunct="0"/>
            <a:r>
              <a:rPr lang="fr-FR" sz="600" b="1" i="1">
                <a:solidFill>
                  <a:srgbClr val="00B050"/>
                </a:solidFill>
              </a:rPr>
              <a:t>Critère CRM : NDI DIGITS </a:t>
            </a:r>
          </a:p>
          <a:p>
            <a:pPr algn="ctr" eaLnBrk="0" hangingPunct="0"/>
            <a:r>
              <a:rPr lang="fr-FR" sz="600" b="1" i="1">
                <a:solidFill>
                  <a:srgbClr val="00B050"/>
                </a:solidFill>
              </a:rPr>
              <a:t>A confirmer nombres de digits</a:t>
            </a:r>
          </a:p>
        </p:txBody>
      </p:sp>
      <p:sp>
        <p:nvSpPr>
          <p:cNvPr id="114" name="Text Box 157">
            <a:extLst>
              <a:ext uri="{FF2B5EF4-FFF2-40B4-BE49-F238E27FC236}">
                <a16:creationId xmlns:a16="http://schemas.microsoft.com/office/drawing/2014/main" id="{D46CD994-A307-42B6-94FD-153E1E4BA818}"/>
              </a:ext>
            </a:extLst>
          </p:cNvPr>
          <p:cNvSpPr txBox="1">
            <a:spLocks noChangeArrowheads="1"/>
          </p:cNvSpPr>
          <p:nvPr/>
        </p:nvSpPr>
        <p:spPr bwMode="auto">
          <a:xfrm>
            <a:off x="2914989" y="1378672"/>
            <a:ext cx="1106173"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Flash OK pour l’appel</a:t>
            </a:r>
          </a:p>
        </p:txBody>
      </p:sp>
      <p:sp>
        <p:nvSpPr>
          <p:cNvPr id="164" name="AutoShape 41">
            <a:extLst>
              <a:ext uri="{FF2B5EF4-FFF2-40B4-BE49-F238E27FC236}">
                <a16:creationId xmlns:a16="http://schemas.microsoft.com/office/drawing/2014/main" id="{FF766FD4-7062-4339-B826-962B64926A61}"/>
              </a:ext>
            </a:extLst>
          </p:cNvPr>
          <p:cNvSpPr>
            <a:spLocks noChangeArrowheads="1"/>
          </p:cNvSpPr>
          <p:nvPr/>
        </p:nvSpPr>
        <p:spPr bwMode="auto">
          <a:xfrm>
            <a:off x="4982051" y="1566090"/>
            <a:ext cx="1515742" cy="15784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33100_CO_LN_FLASH_NOK</a:t>
            </a:r>
          </a:p>
        </p:txBody>
      </p:sp>
      <p:sp>
        <p:nvSpPr>
          <p:cNvPr id="468" name="ZoneTexte 467">
            <a:extLst>
              <a:ext uri="{FF2B5EF4-FFF2-40B4-BE49-F238E27FC236}">
                <a16:creationId xmlns:a16="http://schemas.microsoft.com/office/drawing/2014/main" id="{D00AA840-9DA4-42DC-87AF-F57775E30518}"/>
              </a:ext>
            </a:extLst>
          </p:cNvPr>
          <p:cNvSpPr txBox="1"/>
          <p:nvPr/>
        </p:nvSpPr>
        <p:spPr>
          <a:xfrm>
            <a:off x="167482" y="3803378"/>
            <a:ext cx="1964508" cy="707886"/>
          </a:xfrm>
          <a:prstGeom prst="rect">
            <a:avLst/>
          </a:prstGeom>
          <a:noFill/>
          <a:ln>
            <a:solidFill>
              <a:schemeClr val="tx1"/>
            </a:solidFill>
          </a:ln>
        </p:spPr>
        <p:txBody>
          <a:bodyPr wrap="square" rtlCol="0">
            <a:spAutoFit/>
          </a:bodyPr>
          <a:lstStyle/>
          <a:p>
            <a:r>
              <a:rPr lang="fr-FR" sz="800" b="1"/>
              <a:t>Règle de la table volumétrie LN:</a:t>
            </a:r>
          </a:p>
          <a:p>
            <a:r>
              <a:rPr lang="fr-FR" sz="800" b="1"/>
              <a:t>1</a:t>
            </a:r>
            <a:r>
              <a:rPr lang="fr-FR" sz="800" b="1" baseline="30000"/>
              <a:t>er</a:t>
            </a:r>
            <a:r>
              <a:rPr lang="fr-FR" sz="800" b="1"/>
              <a:t> niveau </a:t>
            </a:r>
            <a:r>
              <a:rPr lang="fr-FR" sz="800"/>
              <a:t>Flash avec condition spécifique CRM sur les derniers digits</a:t>
            </a:r>
            <a:endParaRPr lang="fr-FR" sz="800" b="1"/>
          </a:p>
          <a:p>
            <a:r>
              <a:rPr lang="fr-FR" sz="800" b="1"/>
              <a:t>2</a:t>
            </a:r>
            <a:r>
              <a:rPr lang="fr-FR" sz="800" b="1" baseline="30000"/>
              <a:t>ème</a:t>
            </a:r>
            <a:r>
              <a:rPr lang="fr-FR" sz="800" b="1"/>
              <a:t> niveau </a:t>
            </a:r>
            <a:r>
              <a:rPr lang="fr-FR" sz="800"/>
              <a:t>pourcentage paramétrable dans Iris pour arriver au 3500 appels</a:t>
            </a:r>
          </a:p>
        </p:txBody>
      </p:sp>
      <p:sp>
        <p:nvSpPr>
          <p:cNvPr id="181" name="AutoShape 68">
            <a:hlinkClick r:id="" action="ppaction://noaction"/>
            <a:extLst>
              <a:ext uri="{FF2B5EF4-FFF2-40B4-BE49-F238E27FC236}">
                <a16:creationId xmlns:a16="http://schemas.microsoft.com/office/drawing/2014/main" id="{CB518CDF-4DE9-46F2-9E86-EC1AF912ACAF}"/>
              </a:ext>
            </a:extLst>
          </p:cNvPr>
          <p:cNvSpPr>
            <a:spLocks noChangeArrowheads="1"/>
          </p:cNvSpPr>
          <p:nvPr/>
        </p:nvSpPr>
        <p:spPr bwMode="auto">
          <a:xfrm>
            <a:off x="3808373" y="202513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err="1">
                <a:solidFill>
                  <a:schemeClr val="bg1"/>
                </a:solidFill>
                <a:ea typeface="ＭＳ Ｐゴシック" charset="0"/>
              </a:rPr>
              <a:t>LN</a:t>
            </a:r>
            <a:r>
              <a:rPr lang="fr-FR" sz="600" err="1">
                <a:solidFill>
                  <a:srgbClr val="FFFFFF"/>
                </a:solidFill>
                <a:ea typeface="ＭＳ Ｐゴシック" charset="0"/>
              </a:rPr>
              <a:t>_Client</a:t>
            </a:r>
            <a:r>
              <a:rPr lang="fr-FR" sz="600">
                <a:solidFill>
                  <a:srgbClr val="FFFFFF"/>
                </a:solidFill>
                <a:ea typeface="ＭＳ Ｐゴシック" charset="0"/>
              </a:rPr>
              <a:t>_</a:t>
            </a:r>
          </a:p>
          <a:p>
            <a:pPr algn="ctr" eaLnBrk="0" hangingPunct="0">
              <a:defRPr/>
            </a:pPr>
            <a:r>
              <a:rPr lang="fr-FR" sz="600">
                <a:solidFill>
                  <a:srgbClr val="FFFFFF"/>
                </a:solidFill>
                <a:ea typeface="ＭＳ Ｐゴシック" charset="0"/>
              </a:rPr>
              <a:t>TABLE</a:t>
            </a:r>
          </a:p>
        </p:txBody>
      </p:sp>
      <p:cxnSp>
        <p:nvCxnSpPr>
          <p:cNvPr id="505" name="Connecteur droit 504">
            <a:extLst>
              <a:ext uri="{FF2B5EF4-FFF2-40B4-BE49-F238E27FC236}">
                <a16:creationId xmlns:a16="http://schemas.microsoft.com/office/drawing/2014/main" id="{FD55486D-BCA5-427C-A1D5-962AA4765CF8}"/>
              </a:ext>
            </a:extLst>
          </p:cNvPr>
          <p:cNvCxnSpPr>
            <a:cxnSpLocks/>
            <a:stCxn id="365" idx="2"/>
            <a:endCxn id="181" idx="0"/>
          </p:cNvCxnSpPr>
          <p:nvPr/>
        </p:nvCxnSpPr>
        <p:spPr bwMode="auto">
          <a:xfrm flipH="1">
            <a:off x="4198898" y="1942430"/>
            <a:ext cx="3526" cy="827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0" name="Connecteur droit 4129">
            <a:extLst>
              <a:ext uri="{FF2B5EF4-FFF2-40B4-BE49-F238E27FC236}">
                <a16:creationId xmlns:a16="http://schemas.microsoft.com/office/drawing/2014/main" id="{7E8ED50E-5B3E-4082-84E9-D0A3662E000D}"/>
              </a:ext>
            </a:extLst>
          </p:cNvPr>
          <p:cNvCxnSpPr>
            <a:cxnSpLocks/>
            <a:stCxn id="181" idx="2"/>
            <a:endCxn id="117" idx="0"/>
          </p:cNvCxnSpPr>
          <p:nvPr/>
        </p:nvCxnSpPr>
        <p:spPr bwMode="auto">
          <a:xfrm>
            <a:off x="4198898" y="2345807"/>
            <a:ext cx="18706" cy="1814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4" name="Connecteur droit 4133">
            <a:extLst>
              <a:ext uri="{FF2B5EF4-FFF2-40B4-BE49-F238E27FC236}">
                <a16:creationId xmlns:a16="http://schemas.microsoft.com/office/drawing/2014/main" id="{DC76A05B-F4B7-4822-90E2-20328DEE4C99}"/>
              </a:ext>
            </a:extLst>
          </p:cNvPr>
          <p:cNvCxnSpPr>
            <a:cxnSpLocks/>
            <a:stCxn id="117" idx="2"/>
            <a:endCxn id="336" idx="0"/>
          </p:cNvCxnSpPr>
          <p:nvPr/>
        </p:nvCxnSpPr>
        <p:spPr bwMode="auto">
          <a:xfrm>
            <a:off x="4217604" y="2680799"/>
            <a:ext cx="4276" cy="9616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Connecteur droit 87">
            <a:extLst>
              <a:ext uri="{FF2B5EF4-FFF2-40B4-BE49-F238E27FC236}">
                <a16:creationId xmlns:a16="http://schemas.microsoft.com/office/drawing/2014/main" id="{B0D92341-1C6D-475A-93FF-A13231DEAEB9}"/>
              </a:ext>
            </a:extLst>
          </p:cNvPr>
          <p:cNvCxnSpPr>
            <a:stCxn id="181" idx="3"/>
            <a:endCxn id="118" idx="1"/>
          </p:cNvCxnSpPr>
          <p:nvPr/>
        </p:nvCxnSpPr>
        <p:spPr bwMode="auto">
          <a:xfrm>
            <a:off x="4589423" y="2185470"/>
            <a:ext cx="348391" cy="37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Connecteur droit 92">
            <a:extLst>
              <a:ext uri="{FF2B5EF4-FFF2-40B4-BE49-F238E27FC236}">
                <a16:creationId xmlns:a16="http://schemas.microsoft.com/office/drawing/2014/main" id="{12251DD7-41D8-4055-A77B-CF115372B5B5}"/>
              </a:ext>
            </a:extLst>
          </p:cNvPr>
          <p:cNvCxnSpPr>
            <a:cxnSpLocks/>
            <a:stCxn id="336" idx="2"/>
            <a:endCxn id="9" idx="0"/>
          </p:cNvCxnSpPr>
          <p:nvPr/>
        </p:nvCxnSpPr>
        <p:spPr bwMode="auto">
          <a:xfrm>
            <a:off x="4221880" y="2929846"/>
            <a:ext cx="8956" cy="3327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droit 119">
            <a:extLst>
              <a:ext uri="{FF2B5EF4-FFF2-40B4-BE49-F238E27FC236}">
                <a16:creationId xmlns:a16="http://schemas.microsoft.com/office/drawing/2014/main" id="{1F339D4F-B653-4E9C-A807-1AF593BB677C}"/>
              </a:ext>
            </a:extLst>
          </p:cNvPr>
          <p:cNvCxnSpPr>
            <a:cxnSpLocks/>
            <a:stCxn id="109" idx="3"/>
            <a:endCxn id="164" idx="1"/>
          </p:cNvCxnSpPr>
          <p:nvPr/>
        </p:nvCxnSpPr>
        <p:spPr bwMode="auto">
          <a:xfrm flipV="1">
            <a:off x="4722977" y="1645015"/>
            <a:ext cx="259074" cy="274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Connecteur : en angle 126">
            <a:extLst>
              <a:ext uri="{FF2B5EF4-FFF2-40B4-BE49-F238E27FC236}">
                <a16:creationId xmlns:a16="http://schemas.microsoft.com/office/drawing/2014/main" id="{CE57532F-648A-4A06-8B1C-D605F32EF74E}"/>
              </a:ext>
            </a:extLst>
          </p:cNvPr>
          <p:cNvCxnSpPr>
            <a:cxnSpLocks/>
            <a:stCxn id="109" idx="1"/>
            <a:endCxn id="112" idx="0"/>
          </p:cNvCxnSpPr>
          <p:nvPr/>
        </p:nvCxnSpPr>
        <p:spPr bwMode="auto">
          <a:xfrm rot="10800000">
            <a:off x="2953843" y="1288735"/>
            <a:ext cx="727238" cy="359022"/>
          </a:xfrm>
          <a:prstGeom prst="bentConnector4">
            <a:avLst>
              <a:gd name="adj1" fmla="val 10959"/>
              <a:gd name="adj2" fmla="val 14152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Connecteur droit 217">
            <a:extLst>
              <a:ext uri="{FF2B5EF4-FFF2-40B4-BE49-F238E27FC236}">
                <a16:creationId xmlns:a16="http://schemas.microsoft.com/office/drawing/2014/main" id="{5B443A04-5315-442F-AB98-59BABCE828D5}"/>
              </a:ext>
            </a:extLst>
          </p:cNvPr>
          <p:cNvCxnSpPr>
            <a:cxnSpLocks/>
            <a:stCxn id="9" idx="2"/>
            <a:endCxn id="144" idx="0"/>
          </p:cNvCxnSpPr>
          <p:nvPr/>
        </p:nvCxnSpPr>
        <p:spPr bwMode="auto">
          <a:xfrm flipH="1">
            <a:off x="4220817" y="3583303"/>
            <a:ext cx="10019" cy="36427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5" name="AutoShape 41">
            <a:extLst>
              <a:ext uri="{FF2B5EF4-FFF2-40B4-BE49-F238E27FC236}">
                <a16:creationId xmlns:a16="http://schemas.microsoft.com/office/drawing/2014/main" id="{19604244-644D-4B00-9A73-0DD1EF39A2BD}"/>
              </a:ext>
            </a:extLst>
          </p:cNvPr>
          <p:cNvSpPr>
            <a:spLocks noChangeArrowheads="1"/>
          </p:cNvSpPr>
          <p:nvPr/>
        </p:nvSpPr>
        <p:spPr bwMode="auto">
          <a:xfrm>
            <a:off x="3550872" y="1802178"/>
            <a:ext cx="1303104" cy="14025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33100_CO_LN_FLASH_OK</a:t>
            </a:r>
          </a:p>
        </p:txBody>
      </p:sp>
      <p:cxnSp>
        <p:nvCxnSpPr>
          <p:cNvPr id="245" name="Connecteur droit 244">
            <a:extLst>
              <a:ext uri="{FF2B5EF4-FFF2-40B4-BE49-F238E27FC236}">
                <a16:creationId xmlns:a16="http://schemas.microsoft.com/office/drawing/2014/main" id="{AD29E422-0F8B-413A-9FBB-3110E9D516E2}"/>
              </a:ext>
            </a:extLst>
          </p:cNvPr>
          <p:cNvCxnSpPr>
            <a:cxnSpLocks/>
            <a:stCxn id="109" idx="2"/>
            <a:endCxn id="365" idx="0"/>
          </p:cNvCxnSpPr>
          <p:nvPr/>
        </p:nvCxnSpPr>
        <p:spPr bwMode="auto">
          <a:xfrm>
            <a:off x="4202029" y="1740090"/>
            <a:ext cx="395" cy="620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157">
            <a:extLst>
              <a:ext uri="{FF2B5EF4-FFF2-40B4-BE49-F238E27FC236}">
                <a16:creationId xmlns:a16="http://schemas.microsoft.com/office/drawing/2014/main" id="{07132889-2878-438E-A7DC-17155456BF78}"/>
              </a:ext>
            </a:extLst>
          </p:cNvPr>
          <p:cNvSpPr txBox="1">
            <a:spLocks noChangeArrowheads="1"/>
          </p:cNvSpPr>
          <p:nvPr/>
        </p:nvSpPr>
        <p:spPr bwMode="auto">
          <a:xfrm>
            <a:off x="3722653" y="2300868"/>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141" name="Text Box 157">
            <a:extLst>
              <a:ext uri="{FF2B5EF4-FFF2-40B4-BE49-F238E27FC236}">
                <a16:creationId xmlns:a16="http://schemas.microsoft.com/office/drawing/2014/main" id="{079EF544-D014-4FE1-952F-1D4DD19A11BE}"/>
              </a:ext>
            </a:extLst>
          </p:cNvPr>
          <p:cNvSpPr txBox="1">
            <a:spLocks noChangeArrowheads="1"/>
          </p:cNvSpPr>
          <p:nvPr/>
        </p:nvSpPr>
        <p:spPr bwMode="auto">
          <a:xfrm>
            <a:off x="4733682" y="3628921"/>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5" name="ZoneTexte 4">
            <a:extLst>
              <a:ext uri="{FF2B5EF4-FFF2-40B4-BE49-F238E27FC236}">
                <a16:creationId xmlns:a16="http://schemas.microsoft.com/office/drawing/2014/main" id="{7E9EE7AB-3CCF-EF0E-71B9-AC601578641A}"/>
              </a:ext>
            </a:extLst>
          </p:cNvPr>
          <p:cNvSpPr txBox="1"/>
          <p:nvPr/>
        </p:nvSpPr>
        <p:spPr>
          <a:xfrm>
            <a:off x="5596804" y="358256"/>
            <a:ext cx="3325810" cy="369332"/>
          </a:xfrm>
          <a:prstGeom prst="rect">
            <a:avLst/>
          </a:prstGeom>
          <a:noFill/>
        </p:spPr>
        <p:txBody>
          <a:bodyPr wrap="square" rtlCol="0">
            <a:spAutoFit/>
          </a:bodyPr>
          <a:lstStyle/>
          <a:p>
            <a:r>
              <a:rPr lang="fr-FR" sz="900"/>
              <a:t>Si AB Test = </a:t>
            </a:r>
            <a:r>
              <a:rPr lang="fr-FR" sz="900" err="1"/>
              <a:t>True</a:t>
            </a:r>
            <a:r>
              <a:rPr lang="fr-FR" sz="900"/>
              <a:t> alors préfixé l’ensemble des balises par AB et par le choix correspondant à l’activité.</a:t>
            </a:r>
          </a:p>
        </p:txBody>
      </p:sp>
      <p:sp>
        <p:nvSpPr>
          <p:cNvPr id="33" name="AutoShape 221">
            <a:extLst>
              <a:ext uri="{FF2B5EF4-FFF2-40B4-BE49-F238E27FC236}">
                <a16:creationId xmlns:a16="http://schemas.microsoft.com/office/drawing/2014/main" id="{8820C252-148A-2A2F-8B34-793CBF68B8EB}"/>
              </a:ext>
            </a:extLst>
          </p:cNvPr>
          <p:cNvSpPr>
            <a:spLocks noChangeArrowheads="1"/>
          </p:cNvSpPr>
          <p:nvPr/>
        </p:nvSpPr>
        <p:spPr bwMode="auto">
          <a:xfrm rot="10800000">
            <a:off x="3840311" y="4370987"/>
            <a:ext cx="778340" cy="31887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9" name="AutoShape 68">
            <a:hlinkClick r:id="" action="ppaction://noaction"/>
            <a:extLst>
              <a:ext uri="{FF2B5EF4-FFF2-40B4-BE49-F238E27FC236}">
                <a16:creationId xmlns:a16="http://schemas.microsoft.com/office/drawing/2014/main" id="{896A6D57-ECA5-A096-24E9-33CAFA0719A3}"/>
              </a:ext>
            </a:extLst>
          </p:cNvPr>
          <p:cNvSpPr>
            <a:spLocks noChangeArrowheads="1"/>
          </p:cNvSpPr>
          <p:nvPr/>
        </p:nvSpPr>
        <p:spPr bwMode="auto">
          <a:xfrm>
            <a:off x="3840311" y="3262628"/>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err="1">
                <a:solidFill>
                  <a:schemeClr val="bg1"/>
                </a:solidFill>
                <a:ea typeface="ＭＳ Ｐゴシック" charset="0"/>
              </a:rPr>
              <a:t>LN_Volumétrie</a:t>
            </a:r>
            <a:r>
              <a:rPr lang="fr-FR" sz="600">
                <a:solidFill>
                  <a:schemeClr val="bg1"/>
                </a:solidFill>
                <a:ea typeface="ＭＳ Ｐゴシック" charset="0"/>
              </a:rPr>
              <a:t>_ </a:t>
            </a:r>
          </a:p>
          <a:p>
            <a:pPr algn="ctr" eaLnBrk="0" hangingPunct="0">
              <a:defRPr/>
            </a:pPr>
            <a:r>
              <a:rPr lang="fr-FR" sz="600">
                <a:solidFill>
                  <a:schemeClr val="bg1"/>
                </a:solidFill>
                <a:ea typeface="ＭＳ Ｐゴシック" charset="0"/>
              </a:rPr>
              <a:t>COM</a:t>
            </a:r>
          </a:p>
        </p:txBody>
      </p:sp>
      <p:sp>
        <p:nvSpPr>
          <p:cNvPr id="8" name="ZoneTexte 7">
            <a:extLst>
              <a:ext uri="{FF2B5EF4-FFF2-40B4-BE49-F238E27FC236}">
                <a16:creationId xmlns:a16="http://schemas.microsoft.com/office/drawing/2014/main" id="{2B11FFC9-93E7-B8DE-F9AF-EA70FF66F3EC}"/>
              </a:ext>
            </a:extLst>
          </p:cNvPr>
          <p:cNvSpPr txBox="1"/>
          <p:nvPr/>
        </p:nvSpPr>
        <p:spPr>
          <a:xfrm>
            <a:off x="167482" y="6135317"/>
            <a:ext cx="3873962" cy="430887"/>
          </a:xfrm>
          <a:prstGeom prst="rect">
            <a:avLst/>
          </a:prstGeom>
          <a:noFill/>
        </p:spPr>
        <p:txBody>
          <a:bodyPr wrap="square" rtlCol="0">
            <a:spAutoFit/>
          </a:bodyPr>
          <a:lstStyle/>
          <a:p>
            <a:r>
              <a:rPr lang="fr-FR" sz="1100"/>
              <a:t>Le filtre TABLE, est commun à l’ensemble des activités (1 seule table pour ABO et FIXE + activité</a:t>
            </a:r>
          </a:p>
        </p:txBody>
      </p:sp>
      <p:cxnSp>
        <p:nvCxnSpPr>
          <p:cNvPr id="503" name="Connecteur : en angle 502">
            <a:extLst>
              <a:ext uri="{FF2B5EF4-FFF2-40B4-BE49-F238E27FC236}">
                <a16:creationId xmlns:a16="http://schemas.microsoft.com/office/drawing/2014/main" id="{284DE0BA-7C4C-0582-61BF-1319013AAB8A}"/>
              </a:ext>
            </a:extLst>
          </p:cNvPr>
          <p:cNvCxnSpPr>
            <a:stCxn id="181" idx="3"/>
            <a:endCxn id="75" idx="1"/>
          </p:cNvCxnSpPr>
          <p:nvPr/>
        </p:nvCxnSpPr>
        <p:spPr bwMode="auto">
          <a:xfrm>
            <a:off x="4589423" y="2185470"/>
            <a:ext cx="400958" cy="308679"/>
          </a:xfrm>
          <a:prstGeom prst="bentConnector3">
            <a:avLst>
              <a:gd name="adj1" fmla="val 5332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6" name="Connecteur : en angle 505">
            <a:extLst>
              <a:ext uri="{FF2B5EF4-FFF2-40B4-BE49-F238E27FC236}">
                <a16:creationId xmlns:a16="http://schemas.microsoft.com/office/drawing/2014/main" id="{5B8D50CF-EC40-2A74-1DB9-F3FFF452C5BF}"/>
              </a:ext>
            </a:extLst>
          </p:cNvPr>
          <p:cNvCxnSpPr>
            <a:stCxn id="181" idx="3"/>
            <a:endCxn id="91" idx="1"/>
          </p:cNvCxnSpPr>
          <p:nvPr/>
        </p:nvCxnSpPr>
        <p:spPr bwMode="auto">
          <a:xfrm>
            <a:off x="4589423" y="2185470"/>
            <a:ext cx="439908" cy="59762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8" name="Connecteur : en angle 4107">
            <a:extLst>
              <a:ext uri="{FF2B5EF4-FFF2-40B4-BE49-F238E27FC236}">
                <a16:creationId xmlns:a16="http://schemas.microsoft.com/office/drawing/2014/main" id="{7D8EA858-4562-F696-B44F-D28F98D8778E}"/>
              </a:ext>
            </a:extLst>
          </p:cNvPr>
          <p:cNvCxnSpPr>
            <a:cxnSpLocks/>
            <a:stCxn id="9" idx="3"/>
            <a:endCxn id="202" idx="1"/>
          </p:cNvCxnSpPr>
          <p:nvPr/>
        </p:nvCxnSpPr>
        <p:spPr bwMode="auto">
          <a:xfrm>
            <a:off x="4621361" y="3422966"/>
            <a:ext cx="616275" cy="37224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7" name="Connecteur droit avec flèche 4116">
            <a:extLst>
              <a:ext uri="{FF2B5EF4-FFF2-40B4-BE49-F238E27FC236}">
                <a16:creationId xmlns:a16="http://schemas.microsoft.com/office/drawing/2014/main" id="{57D3EEE9-7CBF-A49C-68BF-D6D9957D7E65}"/>
              </a:ext>
            </a:extLst>
          </p:cNvPr>
          <p:cNvCxnSpPr>
            <a:cxnSpLocks/>
            <a:stCxn id="144" idx="2"/>
            <a:endCxn id="33" idx="2"/>
          </p:cNvCxnSpPr>
          <p:nvPr/>
        </p:nvCxnSpPr>
        <p:spPr bwMode="auto">
          <a:xfrm>
            <a:off x="4220817" y="4096868"/>
            <a:ext cx="8664" cy="27411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23" name="AutoShape 68">
            <a:hlinkClick r:id="" action="ppaction://noaction"/>
            <a:extLst>
              <a:ext uri="{FF2B5EF4-FFF2-40B4-BE49-F238E27FC236}">
                <a16:creationId xmlns:a16="http://schemas.microsoft.com/office/drawing/2014/main" id="{EE465286-54AA-2DF4-F043-41A5CA1BFF1A}"/>
              </a:ext>
            </a:extLst>
          </p:cNvPr>
          <p:cNvSpPr>
            <a:spLocks noChangeArrowheads="1"/>
          </p:cNvSpPr>
          <p:nvPr/>
        </p:nvSpPr>
        <p:spPr bwMode="auto">
          <a:xfrm>
            <a:off x="3803279" y="834195"/>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LN_COM</a:t>
            </a:r>
          </a:p>
        </p:txBody>
      </p:sp>
      <p:cxnSp>
        <p:nvCxnSpPr>
          <p:cNvPr id="4127" name="Connecteur droit 4126">
            <a:extLst>
              <a:ext uri="{FF2B5EF4-FFF2-40B4-BE49-F238E27FC236}">
                <a16:creationId xmlns:a16="http://schemas.microsoft.com/office/drawing/2014/main" id="{9C21F87C-B343-2E4F-D4C7-E196C055313E}"/>
              </a:ext>
            </a:extLst>
          </p:cNvPr>
          <p:cNvCxnSpPr>
            <a:stCxn id="215" idx="0"/>
            <a:endCxn id="4123" idx="0"/>
          </p:cNvCxnSpPr>
          <p:nvPr/>
        </p:nvCxnSpPr>
        <p:spPr bwMode="auto">
          <a:xfrm>
            <a:off x="4193804" y="720850"/>
            <a:ext cx="0" cy="11334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1" name="Connecteur droit 4130">
            <a:extLst>
              <a:ext uri="{FF2B5EF4-FFF2-40B4-BE49-F238E27FC236}">
                <a16:creationId xmlns:a16="http://schemas.microsoft.com/office/drawing/2014/main" id="{E1781A70-548C-576A-9B4A-6087A346C28E}"/>
              </a:ext>
            </a:extLst>
          </p:cNvPr>
          <p:cNvCxnSpPr>
            <a:stCxn id="4123" idx="2"/>
            <a:endCxn id="109" idx="0"/>
          </p:cNvCxnSpPr>
          <p:nvPr/>
        </p:nvCxnSpPr>
        <p:spPr bwMode="auto">
          <a:xfrm>
            <a:off x="4193804" y="1154870"/>
            <a:ext cx="8225" cy="4005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32" name="Text Box 157">
            <a:extLst>
              <a:ext uri="{FF2B5EF4-FFF2-40B4-BE49-F238E27FC236}">
                <a16:creationId xmlns:a16="http://schemas.microsoft.com/office/drawing/2014/main" id="{5ABEAD91-C123-3989-96FD-55D0DA2A5D17}"/>
              </a:ext>
            </a:extLst>
          </p:cNvPr>
          <p:cNvSpPr txBox="1">
            <a:spLocks noChangeArrowheads="1"/>
          </p:cNvSpPr>
          <p:nvPr/>
        </p:nvSpPr>
        <p:spPr bwMode="auto">
          <a:xfrm>
            <a:off x="4358120" y="761152"/>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DESACTIVE</a:t>
            </a:r>
          </a:p>
        </p:txBody>
      </p:sp>
      <p:sp>
        <p:nvSpPr>
          <p:cNvPr id="4133" name="Text Box 157">
            <a:extLst>
              <a:ext uri="{FF2B5EF4-FFF2-40B4-BE49-F238E27FC236}">
                <a16:creationId xmlns:a16="http://schemas.microsoft.com/office/drawing/2014/main" id="{A45FD4C4-B818-C9BC-50C7-A85C21CFEF4B}"/>
              </a:ext>
            </a:extLst>
          </p:cNvPr>
          <p:cNvSpPr txBox="1">
            <a:spLocks noChangeArrowheads="1"/>
          </p:cNvSpPr>
          <p:nvPr/>
        </p:nvSpPr>
        <p:spPr bwMode="auto">
          <a:xfrm>
            <a:off x="3664061" y="1145239"/>
            <a:ext cx="67121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ACTIVE</a:t>
            </a:r>
          </a:p>
        </p:txBody>
      </p:sp>
      <p:sp>
        <p:nvSpPr>
          <p:cNvPr id="4135" name="AutoShape 41">
            <a:extLst>
              <a:ext uri="{FF2B5EF4-FFF2-40B4-BE49-F238E27FC236}">
                <a16:creationId xmlns:a16="http://schemas.microsoft.com/office/drawing/2014/main" id="{426F5750-6E67-F2F2-5258-6072DC8B95FF}"/>
              </a:ext>
            </a:extLst>
          </p:cNvPr>
          <p:cNvSpPr>
            <a:spLocks noChangeArrowheads="1"/>
          </p:cNvSpPr>
          <p:nvPr/>
        </p:nvSpPr>
        <p:spPr bwMode="auto">
          <a:xfrm>
            <a:off x="4722203" y="928633"/>
            <a:ext cx="1339326" cy="1343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rPr>
              <a:t>33100_CO_LN_OFF</a:t>
            </a:r>
          </a:p>
        </p:txBody>
      </p:sp>
      <p:cxnSp>
        <p:nvCxnSpPr>
          <p:cNvPr id="4151" name="Connecteur droit 4150">
            <a:extLst>
              <a:ext uri="{FF2B5EF4-FFF2-40B4-BE49-F238E27FC236}">
                <a16:creationId xmlns:a16="http://schemas.microsoft.com/office/drawing/2014/main" id="{4D8DE356-0C17-A814-04DF-C59F3E270480}"/>
              </a:ext>
            </a:extLst>
          </p:cNvPr>
          <p:cNvCxnSpPr>
            <a:stCxn id="4123" idx="3"/>
            <a:endCxn id="4135" idx="1"/>
          </p:cNvCxnSpPr>
          <p:nvPr/>
        </p:nvCxnSpPr>
        <p:spPr bwMode="auto">
          <a:xfrm>
            <a:off x="4584329" y="994533"/>
            <a:ext cx="137874" cy="12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AutoShape 221">
            <a:extLst>
              <a:ext uri="{FF2B5EF4-FFF2-40B4-BE49-F238E27FC236}">
                <a16:creationId xmlns:a16="http://schemas.microsoft.com/office/drawing/2014/main" id="{D915A7DA-138E-66C5-13A8-BE93E96B6665}"/>
              </a:ext>
            </a:extLst>
          </p:cNvPr>
          <p:cNvSpPr>
            <a:spLocks noChangeArrowheads="1"/>
          </p:cNvSpPr>
          <p:nvPr/>
        </p:nvSpPr>
        <p:spPr bwMode="auto">
          <a:xfrm rot="10800000">
            <a:off x="5350752" y="4747487"/>
            <a:ext cx="778340" cy="318877"/>
          </a:xfrm>
          <a:prstGeom prst="upArrowCallout">
            <a:avLst>
              <a:gd name="adj1" fmla="val 68320"/>
              <a:gd name="adj2" fmla="val 68320"/>
              <a:gd name="adj3" fmla="val 16667"/>
              <a:gd name="adj4" fmla="val 66667"/>
            </a:avLst>
          </a:prstGeom>
          <a:solidFill>
            <a:srgbClr val="339966"/>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a:defRPr/>
            </a:pPr>
            <a:r>
              <a:rPr lang="fr-FR" sz="600">
                <a:solidFill>
                  <a:schemeClr val="bg1"/>
                </a:solidFill>
                <a:latin typeface="+mn-lt"/>
                <a:ea typeface="+mn-ea"/>
              </a:rPr>
              <a:t>LN GIA</a:t>
            </a:r>
          </a:p>
        </p:txBody>
      </p:sp>
      <p:sp>
        <p:nvSpPr>
          <p:cNvPr id="6" name="AutoShape 98">
            <a:hlinkClick r:id="rId4" action="ppaction://hlinksldjump"/>
            <a:extLst>
              <a:ext uri="{FF2B5EF4-FFF2-40B4-BE49-F238E27FC236}">
                <a16:creationId xmlns:a16="http://schemas.microsoft.com/office/drawing/2014/main" id="{849CC56B-2D10-100D-A031-4F38B5629D4E}"/>
              </a:ext>
            </a:extLst>
          </p:cNvPr>
          <p:cNvSpPr>
            <a:spLocks noChangeArrowheads="1"/>
          </p:cNvSpPr>
          <p:nvPr/>
        </p:nvSpPr>
        <p:spPr bwMode="auto">
          <a:xfrm rot="10800000">
            <a:off x="5235920" y="5567447"/>
            <a:ext cx="1007999" cy="266383"/>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ROUTAGE LN CO</a:t>
            </a:r>
          </a:p>
        </p:txBody>
      </p:sp>
      <p:cxnSp>
        <p:nvCxnSpPr>
          <p:cNvPr id="12" name="Connecteur : en angle 11">
            <a:extLst>
              <a:ext uri="{FF2B5EF4-FFF2-40B4-BE49-F238E27FC236}">
                <a16:creationId xmlns:a16="http://schemas.microsoft.com/office/drawing/2014/main" id="{DD0ED703-13BA-5F63-4BA1-80632B8A3B72}"/>
              </a:ext>
            </a:extLst>
          </p:cNvPr>
          <p:cNvCxnSpPr>
            <a:stCxn id="4135" idx="3"/>
            <a:endCxn id="247" idx="0"/>
          </p:cNvCxnSpPr>
          <p:nvPr/>
        </p:nvCxnSpPr>
        <p:spPr bwMode="auto">
          <a:xfrm>
            <a:off x="6061529" y="995788"/>
            <a:ext cx="1430023" cy="303709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 en angle 12">
            <a:extLst>
              <a:ext uri="{FF2B5EF4-FFF2-40B4-BE49-F238E27FC236}">
                <a16:creationId xmlns:a16="http://schemas.microsoft.com/office/drawing/2014/main" id="{1B3C641B-F12A-C51D-0C54-384E4573DCFD}"/>
              </a:ext>
            </a:extLst>
          </p:cNvPr>
          <p:cNvCxnSpPr>
            <a:stCxn id="164" idx="3"/>
            <a:endCxn id="247" idx="0"/>
          </p:cNvCxnSpPr>
          <p:nvPr/>
        </p:nvCxnSpPr>
        <p:spPr bwMode="auto">
          <a:xfrm>
            <a:off x="6497793" y="1645015"/>
            <a:ext cx="993759" cy="238787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 en angle 14">
            <a:extLst>
              <a:ext uri="{FF2B5EF4-FFF2-40B4-BE49-F238E27FC236}">
                <a16:creationId xmlns:a16="http://schemas.microsoft.com/office/drawing/2014/main" id="{AC9B8F2B-9E3E-04D1-9D5F-63DAC032F7CF}"/>
              </a:ext>
            </a:extLst>
          </p:cNvPr>
          <p:cNvCxnSpPr>
            <a:stCxn id="118" idx="3"/>
            <a:endCxn id="247" idx="0"/>
          </p:cNvCxnSpPr>
          <p:nvPr/>
        </p:nvCxnSpPr>
        <p:spPr bwMode="auto">
          <a:xfrm>
            <a:off x="6237945" y="2189265"/>
            <a:ext cx="1253607" cy="184362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 en angle 16">
            <a:extLst>
              <a:ext uri="{FF2B5EF4-FFF2-40B4-BE49-F238E27FC236}">
                <a16:creationId xmlns:a16="http://schemas.microsoft.com/office/drawing/2014/main" id="{AC0A5200-4040-310A-C3AB-7D122F47E208}"/>
              </a:ext>
            </a:extLst>
          </p:cNvPr>
          <p:cNvCxnSpPr>
            <a:stCxn id="75" idx="3"/>
            <a:endCxn id="247" idx="0"/>
          </p:cNvCxnSpPr>
          <p:nvPr/>
        </p:nvCxnSpPr>
        <p:spPr bwMode="auto">
          <a:xfrm>
            <a:off x="6191416" y="2494149"/>
            <a:ext cx="1300136" cy="153873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85851D38-EEAD-6779-D453-AEA407B76132}"/>
              </a:ext>
            </a:extLst>
          </p:cNvPr>
          <p:cNvCxnSpPr>
            <a:stCxn id="91" idx="3"/>
            <a:endCxn id="247" idx="0"/>
          </p:cNvCxnSpPr>
          <p:nvPr/>
        </p:nvCxnSpPr>
        <p:spPr bwMode="auto">
          <a:xfrm>
            <a:off x="6329462" y="2783091"/>
            <a:ext cx="1162090" cy="124979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 en angle 26">
            <a:extLst>
              <a:ext uri="{FF2B5EF4-FFF2-40B4-BE49-F238E27FC236}">
                <a16:creationId xmlns:a16="http://schemas.microsoft.com/office/drawing/2014/main" id="{A6663745-1214-A7D9-E62F-9B48D73B078B}"/>
              </a:ext>
            </a:extLst>
          </p:cNvPr>
          <p:cNvCxnSpPr>
            <a:stCxn id="203" idx="3"/>
            <a:endCxn id="247" idx="0"/>
          </p:cNvCxnSpPr>
          <p:nvPr/>
        </p:nvCxnSpPr>
        <p:spPr bwMode="auto">
          <a:xfrm>
            <a:off x="6547411" y="3308138"/>
            <a:ext cx="944141" cy="7247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 en angle 29">
            <a:extLst>
              <a:ext uri="{FF2B5EF4-FFF2-40B4-BE49-F238E27FC236}">
                <a16:creationId xmlns:a16="http://schemas.microsoft.com/office/drawing/2014/main" id="{4785A54D-A44C-3CCC-C650-92AB0069A24D}"/>
              </a:ext>
            </a:extLst>
          </p:cNvPr>
          <p:cNvCxnSpPr>
            <a:endCxn id="247" idx="0"/>
          </p:cNvCxnSpPr>
          <p:nvPr/>
        </p:nvCxnSpPr>
        <p:spPr bwMode="auto">
          <a:xfrm>
            <a:off x="6619979" y="3549863"/>
            <a:ext cx="871573" cy="48302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Connecteur : en angle 33">
            <a:extLst>
              <a:ext uri="{FF2B5EF4-FFF2-40B4-BE49-F238E27FC236}">
                <a16:creationId xmlns:a16="http://schemas.microsoft.com/office/drawing/2014/main" id="{11609097-D36B-E809-2473-358B7268740A}"/>
              </a:ext>
            </a:extLst>
          </p:cNvPr>
          <p:cNvCxnSpPr>
            <a:stCxn id="202" idx="3"/>
            <a:endCxn id="247" idx="0"/>
          </p:cNvCxnSpPr>
          <p:nvPr/>
        </p:nvCxnSpPr>
        <p:spPr bwMode="auto">
          <a:xfrm>
            <a:off x="6622841" y="3795211"/>
            <a:ext cx="868711" cy="23767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Connecteur droit avec flèche 40">
            <a:extLst>
              <a:ext uri="{FF2B5EF4-FFF2-40B4-BE49-F238E27FC236}">
                <a16:creationId xmlns:a16="http://schemas.microsoft.com/office/drawing/2014/main" id="{545BDB6B-6C0F-07EE-F35C-72793CE5A116}"/>
              </a:ext>
            </a:extLst>
          </p:cNvPr>
          <p:cNvCxnSpPr>
            <a:stCxn id="247" idx="2"/>
            <a:endCxn id="204" idx="2"/>
          </p:cNvCxnSpPr>
          <p:nvPr/>
        </p:nvCxnSpPr>
        <p:spPr bwMode="auto">
          <a:xfrm>
            <a:off x="7491552" y="4160850"/>
            <a:ext cx="0" cy="21854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AutoShape 208">
            <a:extLst>
              <a:ext uri="{FF2B5EF4-FFF2-40B4-BE49-F238E27FC236}">
                <a16:creationId xmlns:a16="http://schemas.microsoft.com/office/drawing/2014/main" id="{8F172197-9602-5D66-8CA6-3E1A56FD298A}"/>
              </a:ext>
            </a:extLst>
          </p:cNvPr>
          <p:cNvSpPr>
            <a:spLocks noChangeArrowheads="1"/>
          </p:cNvSpPr>
          <p:nvPr/>
        </p:nvSpPr>
        <p:spPr bwMode="auto">
          <a:xfrm>
            <a:off x="4959290" y="5223492"/>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33110_CO_LN_[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cxnSp>
        <p:nvCxnSpPr>
          <p:cNvPr id="16" name="Connecteur droit 15">
            <a:extLst>
              <a:ext uri="{FF2B5EF4-FFF2-40B4-BE49-F238E27FC236}">
                <a16:creationId xmlns:a16="http://schemas.microsoft.com/office/drawing/2014/main" id="{2FEADD70-5DFD-CAEF-3AE0-36CB949BAA85}"/>
              </a:ext>
            </a:extLst>
          </p:cNvPr>
          <p:cNvCxnSpPr>
            <a:stCxn id="2" idx="0"/>
            <a:endCxn id="7" idx="0"/>
          </p:cNvCxnSpPr>
          <p:nvPr/>
        </p:nvCxnSpPr>
        <p:spPr bwMode="auto">
          <a:xfrm flipH="1">
            <a:off x="5739921" y="5066364"/>
            <a:ext cx="1" cy="15712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avec flèche 19">
            <a:extLst>
              <a:ext uri="{FF2B5EF4-FFF2-40B4-BE49-F238E27FC236}">
                <a16:creationId xmlns:a16="http://schemas.microsoft.com/office/drawing/2014/main" id="{7C11F9C2-F630-192D-D468-AAA9132739BE}"/>
              </a:ext>
            </a:extLst>
          </p:cNvPr>
          <p:cNvCxnSpPr>
            <a:stCxn id="7" idx="2"/>
            <a:endCxn id="6" idx="2"/>
          </p:cNvCxnSpPr>
          <p:nvPr/>
        </p:nvCxnSpPr>
        <p:spPr bwMode="auto">
          <a:xfrm flipH="1">
            <a:off x="5739919" y="5383332"/>
            <a:ext cx="2" cy="1841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ZoneTexte 2">
            <a:extLst>
              <a:ext uri="{FF2B5EF4-FFF2-40B4-BE49-F238E27FC236}">
                <a16:creationId xmlns:a16="http://schemas.microsoft.com/office/drawing/2014/main" id="{18BEB271-40EB-E628-F49E-8E028497137C}"/>
              </a:ext>
            </a:extLst>
          </p:cNvPr>
          <p:cNvSpPr txBox="1"/>
          <p:nvPr/>
        </p:nvSpPr>
        <p:spPr>
          <a:xfrm>
            <a:off x="1910628" y="2329671"/>
            <a:ext cx="1687122" cy="369332"/>
          </a:xfrm>
          <a:prstGeom prst="rect">
            <a:avLst/>
          </a:prstGeom>
          <a:noFill/>
          <a:ln>
            <a:solidFill>
              <a:schemeClr val="tx1"/>
            </a:solidFill>
          </a:ln>
        </p:spPr>
        <p:txBody>
          <a:bodyPr wrap="square" rtlCol="0">
            <a:spAutoFit/>
          </a:bodyPr>
          <a:lstStyle/>
          <a:p>
            <a:r>
              <a:rPr lang="fr-FR" sz="600" b="1" dirty="0">
                <a:effectLst/>
                <a:latin typeface="Calibri" panose="020F0502020204030204" pitchFamily="34" charset="0"/>
                <a:ea typeface="Calibri" panose="020F0502020204030204" pitchFamily="34" charset="0"/>
                <a:cs typeface="Times New Roman" panose="02020603050405020304" pitchFamily="18" charset="0"/>
              </a:rPr>
              <a:t>OUI = Pas d’abandon sur le LN </a:t>
            </a:r>
            <a:r>
              <a:rPr lang="fr-FR" sz="600" b="1" dirty="0">
                <a:latin typeface="Calibri" panose="020F0502020204030204" pitchFamily="34" charset="0"/>
                <a:ea typeface="Calibri" panose="020F0502020204030204" pitchFamily="34" charset="0"/>
                <a:cs typeface="Times New Roman" panose="02020603050405020304" pitchFamily="18" charset="0"/>
              </a:rPr>
              <a:t>OU</a:t>
            </a:r>
            <a:r>
              <a:rPr lang="fr-FR" sz="600" b="1" dirty="0">
                <a:effectLst/>
                <a:latin typeface="Calibri" panose="020F0502020204030204" pitchFamily="34" charset="0"/>
                <a:ea typeface="Calibri" panose="020F0502020204030204" pitchFamily="34" charset="0"/>
                <a:cs typeface="Times New Roman" panose="02020603050405020304" pitchFamily="18" charset="0"/>
              </a:rPr>
              <a:t> </a:t>
            </a:r>
            <a:r>
              <a:rPr lang="fr-FR" sz="600" b="1" dirty="0">
                <a:latin typeface="Calibri" panose="020F0502020204030204" pitchFamily="34" charset="0"/>
                <a:ea typeface="Calibri" panose="020F0502020204030204" pitchFamily="34" charset="0"/>
                <a:cs typeface="Times New Roman" panose="02020603050405020304" pitchFamily="18" charset="0"/>
              </a:rPr>
              <a:t>n’est pas</a:t>
            </a:r>
            <a:r>
              <a:rPr lang="fr-FR" sz="600" b="1" dirty="0">
                <a:effectLst/>
                <a:latin typeface="Calibri" panose="020F0502020204030204" pitchFamily="34" charset="0"/>
                <a:ea typeface="Calibri" panose="020F0502020204030204" pitchFamily="34" charset="0"/>
                <a:cs typeface="Times New Roman" panose="02020603050405020304" pitchFamily="18" charset="0"/>
              </a:rPr>
              <a:t> sortie par une intention paramétrée dans le tableau IRIS (Tableau sortie GIA)</a:t>
            </a:r>
          </a:p>
        </p:txBody>
      </p:sp>
    </p:spTree>
    <p:extLst>
      <p:ext uri="{BB962C8B-B14F-4D97-AF65-F5344CB8AC3E}">
        <p14:creationId xmlns:p14="http://schemas.microsoft.com/office/powerpoint/2010/main" val="3425911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Espace réservé du numéro de diapositive 3"/>
          <p:cNvSpPr>
            <a:spLocks noGrp="1"/>
          </p:cNvSpPr>
          <p:nvPr>
            <p:ph type="sldNum" sz="quarter" idx="10"/>
          </p:nvPr>
        </p:nvSpPr>
        <p:spPr>
          <a:xfrm>
            <a:off x="8638972" y="278421"/>
            <a:ext cx="47625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41060BEF-971A-43DA-8A85-4A742E4CA65C}" type="slidenum">
              <a:rPr lang="fr-FR" smtClean="0">
                <a:solidFill>
                  <a:srgbClr val="000000"/>
                </a:solidFill>
              </a:rPr>
              <a:pPr eaLnBrk="1" hangingPunct="1"/>
              <a:t>24</a:t>
            </a:fld>
            <a:endParaRPr lang="fr-FR">
              <a:solidFill>
                <a:srgbClr val="000000"/>
              </a:solidFill>
            </a:endParaRPr>
          </a:p>
        </p:txBody>
      </p:sp>
      <p:sp>
        <p:nvSpPr>
          <p:cNvPr id="126" name="AutoShape 98">
            <a:hlinkClick r:id="rId3" action="ppaction://hlinksldjump"/>
          </p:cNvPr>
          <p:cNvSpPr>
            <a:spLocks noChangeArrowheads="1"/>
          </p:cNvSpPr>
          <p:nvPr/>
        </p:nvSpPr>
        <p:spPr bwMode="auto">
          <a:xfrm rot="10800000">
            <a:off x="516914" y="885667"/>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solidFill>
                  <a:srgbClr val="000000"/>
                </a:solidFill>
                <a:latin typeface="Arial"/>
                <a:ea typeface="ＭＳ Ｐゴシック" charset="0"/>
              </a:rPr>
              <a:t>ELIGIBILITE LN CO </a:t>
            </a:r>
          </a:p>
        </p:txBody>
      </p:sp>
      <p:sp>
        <p:nvSpPr>
          <p:cNvPr id="225" name="Espace réservé du texte 4"/>
          <p:cNvSpPr>
            <a:spLocks noGrp="1"/>
          </p:cNvSpPr>
          <p:nvPr>
            <p:ph type="body" sz="quarter" idx="11"/>
          </p:nvPr>
        </p:nvSpPr>
        <p:spPr>
          <a:xfrm>
            <a:off x="43815" y="42863"/>
            <a:ext cx="2622550" cy="261937"/>
          </a:xfrm>
        </p:spPr>
        <p:txBody>
          <a:bodyPr/>
          <a:lstStyle/>
          <a:p>
            <a:r>
              <a:rPr lang="fr-FR"/>
              <a:t>ABO</a:t>
            </a:r>
          </a:p>
        </p:txBody>
      </p:sp>
      <p:sp>
        <p:nvSpPr>
          <p:cNvPr id="28" name="Titre 27"/>
          <p:cNvSpPr>
            <a:spLocks noGrp="1"/>
          </p:cNvSpPr>
          <p:nvPr>
            <p:ph type="title"/>
          </p:nvPr>
        </p:nvSpPr>
        <p:spPr/>
        <p:txBody>
          <a:bodyPr/>
          <a:lstStyle/>
          <a:p>
            <a:r>
              <a:rPr lang="fr-FR" sz="1400">
                <a:effectLst>
                  <a:outerShdw blurRad="38100" dist="38100" dir="2700000" algn="tl">
                    <a:srgbClr val="000000">
                      <a:alpha val="43137"/>
                    </a:srgbClr>
                  </a:outerShdw>
                </a:effectLst>
              </a:rPr>
              <a:t>ROUTAGE LN CO</a:t>
            </a:r>
            <a:endParaRPr lang="fr-FR"/>
          </a:p>
        </p:txBody>
      </p:sp>
      <p:sp>
        <p:nvSpPr>
          <p:cNvPr id="15" name="AutoShape 208">
            <a:extLst>
              <a:ext uri="{FF2B5EF4-FFF2-40B4-BE49-F238E27FC236}">
                <a16:creationId xmlns:a16="http://schemas.microsoft.com/office/drawing/2014/main" id="{2AFEBD3E-D5BB-25E5-C870-420766826F32}"/>
              </a:ext>
            </a:extLst>
          </p:cNvPr>
          <p:cNvSpPr>
            <a:spLocks noChangeArrowheads="1"/>
          </p:cNvSpPr>
          <p:nvPr/>
        </p:nvSpPr>
        <p:spPr bwMode="auto">
          <a:xfrm>
            <a:off x="2069489" y="1543356"/>
            <a:ext cx="1435261" cy="14892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33100_CO_LN_Tech_Mobile_[</a:t>
            </a:r>
            <a:r>
              <a:rPr lang="fr-FR" sz="500" i="1">
                <a:solidFill>
                  <a:srgbClr val="000000"/>
                </a:solidFill>
              </a:rPr>
              <a:t>INTENTION</a:t>
            </a:r>
            <a:r>
              <a:rPr lang="fr-FR" sz="500">
                <a:solidFill>
                  <a:srgbClr val="000000"/>
                </a:solidFill>
              </a:rPr>
              <a:t>]</a:t>
            </a:r>
          </a:p>
        </p:txBody>
      </p:sp>
      <p:sp>
        <p:nvSpPr>
          <p:cNvPr id="16" name="AutoShape 208">
            <a:extLst>
              <a:ext uri="{FF2B5EF4-FFF2-40B4-BE49-F238E27FC236}">
                <a16:creationId xmlns:a16="http://schemas.microsoft.com/office/drawing/2014/main" id="{227F6131-FF0E-31D2-88EA-23E272351ED8}"/>
              </a:ext>
            </a:extLst>
          </p:cNvPr>
          <p:cNvSpPr>
            <a:spLocks noChangeArrowheads="1"/>
          </p:cNvSpPr>
          <p:nvPr/>
        </p:nvSpPr>
        <p:spPr bwMode="auto">
          <a:xfrm>
            <a:off x="2099651" y="2609593"/>
            <a:ext cx="1354311" cy="14502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33100_CO_LN_Retention_[</a:t>
            </a:r>
            <a:r>
              <a:rPr lang="fr-FR" sz="500" i="1">
                <a:solidFill>
                  <a:srgbClr val="000000"/>
                </a:solidFill>
              </a:rPr>
              <a:t>INTENTION</a:t>
            </a:r>
            <a:r>
              <a:rPr lang="fr-FR" sz="500">
                <a:solidFill>
                  <a:srgbClr val="000000"/>
                </a:solidFill>
              </a:rPr>
              <a:t>]</a:t>
            </a:r>
          </a:p>
        </p:txBody>
      </p:sp>
      <p:sp>
        <p:nvSpPr>
          <p:cNvPr id="21" name="AutoShape 68">
            <a:hlinkClick r:id="" action="ppaction://noaction"/>
            <a:extLst>
              <a:ext uri="{FF2B5EF4-FFF2-40B4-BE49-F238E27FC236}">
                <a16:creationId xmlns:a16="http://schemas.microsoft.com/office/drawing/2014/main" id="{CCFBEF6F-68E9-01FC-B5B2-C50E620C71D9}"/>
              </a:ext>
            </a:extLst>
          </p:cNvPr>
          <p:cNvSpPr>
            <a:spLocks noChangeArrowheads="1"/>
          </p:cNvSpPr>
          <p:nvPr/>
        </p:nvSpPr>
        <p:spPr bwMode="auto">
          <a:xfrm>
            <a:off x="1076474" y="1409791"/>
            <a:ext cx="954087" cy="408321"/>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400">
                <a:solidFill>
                  <a:srgbClr val="FFFFFF"/>
                </a:solidFill>
                <a:ea typeface="ＭＳ Ｐゴシック" charset="0"/>
              </a:rPr>
              <a:t>LN_CO_TECH_MOB_ROUTAGE</a:t>
            </a:r>
          </a:p>
        </p:txBody>
      </p:sp>
      <p:sp>
        <p:nvSpPr>
          <p:cNvPr id="22" name="AutoShape 68">
            <a:hlinkClick r:id="" action="ppaction://noaction"/>
            <a:extLst>
              <a:ext uri="{FF2B5EF4-FFF2-40B4-BE49-F238E27FC236}">
                <a16:creationId xmlns:a16="http://schemas.microsoft.com/office/drawing/2014/main" id="{CB4B336A-B728-2689-097E-71B5DB9F9AF3}"/>
              </a:ext>
            </a:extLst>
          </p:cNvPr>
          <p:cNvSpPr>
            <a:spLocks noChangeArrowheads="1"/>
          </p:cNvSpPr>
          <p:nvPr/>
        </p:nvSpPr>
        <p:spPr bwMode="auto">
          <a:xfrm>
            <a:off x="1143879" y="2531411"/>
            <a:ext cx="568538" cy="30139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rgbClr val="FFFFFF"/>
                </a:solidFill>
                <a:ea typeface="ＭＳ Ｐゴシック" charset="0"/>
              </a:rPr>
              <a:t>LN_CO_RET</a:t>
            </a:r>
          </a:p>
        </p:txBody>
      </p:sp>
      <p:sp>
        <p:nvSpPr>
          <p:cNvPr id="23" name="AutoShape 23">
            <a:extLst>
              <a:ext uri="{FF2B5EF4-FFF2-40B4-BE49-F238E27FC236}">
                <a16:creationId xmlns:a16="http://schemas.microsoft.com/office/drawing/2014/main" id="{DDBDF436-F3A6-9E0C-CE12-502B0C4CBCAF}"/>
              </a:ext>
            </a:extLst>
          </p:cNvPr>
          <p:cNvSpPr>
            <a:spLocks noChangeArrowheads="1"/>
          </p:cNvSpPr>
          <p:nvPr/>
        </p:nvSpPr>
        <p:spPr bwMode="auto">
          <a:xfrm>
            <a:off x="6853358" y="1112858"/>
            <a:ext cx="1941391" cy="938719"/>
          </a:xfrm>
          <a:prstGeom prst="flowChartPunchedTape">
            <a:avLst/>
          </a:prstGeom>
          <a:solidFill>
            <a:srgbClr val="CCFFCC"/>
          </a:solidFill>
          <a:ln w="9525">
            <a:noFill/>
            <a:miter lim="800000"/>
            <a:headEnd/>
            <a:tailEnd/>
          </a:ln>
          <a:effectLst>
            <a:outerShdw blurRad="50800" dist="38100" dir="2700000" algn="tl" rotWithShape="0">
              <a:prstClr val="black">
                <a:alpha val="40000"/>
              </a:prstClr>
            </a:outerShdw>
          </a:effectLst>
        </p:spPr>
        <p:txBody>
          <a:bodyPr wrap="square" anchor="ctr">
            <a:normAutofit/>
          </a:bodyPr>
          <a:lstStyle/>
          <a:p>
            <a:pPr algn="ctr" eaLnBrk="0" hangingPunct="0"/>
            <a:r>
              <a:rPr lang="fr-FR" sz="600" b="1"/>
              <a:t>Mise à jour « table » permettant de collecter les numéros de téléphone des clients à qui il est proposé du Langage Naturel et qui raccroche au moment où il lui est demandé de s’exprimer oralement.</a:t>
            </a:r>
          </a:p>
        </p:txBody>
      </p:sp>
      <p:cxnSp>
        <p:nvCxnSpPr>
          <p:cNvPr id="33" name="Connecteur : en angle 32">
            <a:extLst>
              <a:ext uri="{FF2B5EF4-FFF2-40B4-BE49-F238E27FC236}">
                <a16:creationId xmlns:a16="http://schemas.microsoft.com/office/drawing/2014/main" id="{4735B914-1C61-C8A1-A4D1-E66E4A49E745}"/>
              </a:ext>
            </a:extLst>
          </p:cNvPr>
          <p:cNvCxnSpPr>
            <a:cxnSpLocks/>
            <a:stCxn id="126" idx="0"/>
            <a:endCxn id="21" idx="1"/>
          </p:cNvCxnSpPr>
          <p:nvPr/>
        </p:nvCxnSpPr>
        <p:spPr bwMode="auto">
          <a:xfrm rot="16200000" flipH="1">
            <a:off x="857400" y="1394878"/>
            <a:ext cx="371664" cy="6648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Connecteur : en angle 41">
            <a:extLst>
              <a:ext uri="{FF2B5EF4-FFF2-40B4-BE49-F238E27FC236}">
                <a16:creationId xmlns:a16="http://schemas.microsoft.com/office/drawing/2014/main" id="{3D867F26-D587-8413-7E87-A2EE499762D0}"/>
              </a:ext>
            </a:extLst>
          </p:cNvPr>
          <p:cNvCxnSpPr>
            <a:cxnSpLocks/>
            <a:stCxn id="126" idx="0"/>
            <a:endCxn id="22" idx="1"/>
          </p:cNvCxnSpPr>
          <p:nvPr/>
        </p:nvCxnSpPr>
        <p:spPr bwMode="auto">
          <a:xfrm rot="16200000" flipH="1">
            <a:off x="357024" y="1895253"/>
            <a:ext cx="1439821" cy="13388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 Box 157">
            <a:extLst>
              <a:ext uri="{FF2B5EF4-FFF2-40B4-BE49-F238E27FC236}">
                <a16:creationId xmlns:a16="http://schemas.microsoft.com/office/drawing/2014/main" id="{D92FF4FD-5ED0-C255-ADAD-6EEF7F981EEB}"/>
              </a:ext>
            </a:extLst>
          </p:cNvPr>
          <p:cNvSpPr txBox="1">
            <a:spLocks noChangeArrowheads="1"/>
          </p:cNvSpPr>
          <p:nvPr/>
        </p:nvSpPr>
        <p:spPr bwMode="auto">
          <a:xfrm>
            <a:off x="1782042" y="1383089"/>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57" name="Text Box 157">
            <a:extLst>
              <a:ext uri="{FF2B5EF4-FFF2-40B4-BE49-F238E27FC236}">
                <a16:creationId xmlns:a16="http://schemas.microsoft.com/office/drawing/2014/main" id="{7081B1A4-EF65-6935-B14D-67AB30A7FE0D}"/>
              </a:ext>
            </a:extLst>
          </p:cNvPr>
          <p:cNvSpPr txBox="1">
            <a:spLocks noChangeArrowheads="1"/>
          </p:cNvSpPr>
          <p:nvPr/>
        </p:nvSpPr>
        <p:spPr bwMode="auto">
          <a:xfrm>
            <a:off x="1500850" y="2474715"/>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Activé</a:t>
            </a:r>
          </a:p>
        </p:txBody>
      </p:sp>
      <p:sp>
        <p:nvSpPr>
          <p:cNvPr id="4105" name="AutoShape 98">
            <a:hlinkClick r:id="rId4" action="ppaction://hlinksldjump"/>
            <a:extLst>
              <a:ext uri="{FF2B5EF4-FFF2-40B4-BE49-F238E27FC236}">
                <a16:creationId xmlns:a16="http://schemas.microsoft.com/office/drawing/2014/main" id="{45811E25-C4F3-10E6-45D1-0CFBA0497296}"/>
              </a:ext>
            </a:extLst>
          </p:cNvPr>
          <p:cNvSpPr>
            <a:spLocks noChangeArrowheads="1"/>
          </p:cNvSpPr>
          <p:nvPr/>
        </p:nvSpPr>
        <p:spPr bwMode="auto">
          <a:xfrm rot="10800000">
            <a:off x="5429702" y="1818112"/>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effectLst>
                  <a:outerShdw blurRad="38100" dist="38100" dir="2700000" algn="tl">
                    <a:srgbClr val="000000">
                      <a:alpha val="43137"/>
                    </a:srgbClr>
                  </a:outerShdw>
                </a:effectLst>
              </a:rPr>
              <a:t>MENU PRINCIPAL</a:t>
            </a:r>
          </a:p>
          <a:p>
            <a:pPr algn="ctr" eaLnBrk="0" hangingPunct="0"/>
            <a:r>
              <a:rPr lang="fr-FR" sz="600">
                <a:effectLst>
                  <a:outerShdw blurRad="38100" dist="38100" dir="2700000" algn="tl">
                    <a:srgbClr val="000000">
                      <a:alpha val="43137"/>
                    </a:srgbClr>
                  </a:outerShdw>
                </a:effectLst>
              </a:rPr>
              <a:t>(Choix TECH)</a:t>
            </a:r>
          </a:p>
        </p:txBody>
      </p:sp>
      <p:sp>
        <p:nvSpPr>
          <p:cNvPr id="5" name="AutoShape 98">
            <a:hlinkClick r:id="rId5" action="ppaction://hlinksldjump"/>
            <a:extLst>
              <a:ext uri="{FF2B5EF4-FFF2-40B4-BE49-F238E27FC236}">
                <a16:creationId xmlns:a16="http://schemas.microsoft.com/office/drawing/2014/main" id="{65D09DE5-F5DF-ED48-B886-585E6AC73AAD}"/>
              </a:ext>
            </a:extLst>
          </p:cNvPr>
          <p:cNvSpPr>
            <a:spLocks noChangeArrowheads="1"/>
          </p:cNvSpPr>
          <p:nvPr/>
        </p:nvSpPr>
        <p:spPr bwMode="auto">
          <a:xfrm rot="10800000">
            <a:off x="5629565" y="2855173"/>
            <a:ext cx="986152" cy="356621"/>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a:effectLst>
                  <a:outerShdw blurRad="38100" dist="38100" dir="2700000" algn="tl">
                    <a:srgbClr val="000000">
                      <a:alpha val="43137"/>
                    </a:srgbClr>
                  </a:outerShdw>
                </a:effectLst>
              </a:rPr>
              <a:t>RESILIATION</a:t>
            </a:r>
          </a:p>
        </p:txBody>
      </p:sp>
      <p:cxnSp>
        <p:nvCxnSpPr>
          <p:cNvPr id="12" name="Connecteur droit 11">
            <a:extLst>
              <a:ext uri="{FF2B5EF4-FFF2-40B4-BE49-F238E27FC236}">
                <a16:creationId xmlns:a16="http://schemas.microsoft.com/office/drawing/2014/main" id="{F1163986-C9FF-EB03-704F-ACEFE5A7E4B5}"/>
              </a:ext>
            </a:extLst>
          </p:cNvPr>
          <p:cNvCxnSpPr>
            <a:cxnSpLocks/>
            <a:stCxn id="21" idx="3"/>
            <a:endCxn id="15" idx="1"/>
          </p:cNvCxnSpPr>
          <p:nvPr/>
        </p:nvCxnSpPr>
        <p:spPr bwMode="auto">
          <a:xfrm>
            <a:off x="2030561" y="1613952"/>
            <a:ext cx="38928" cy="38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droit 29">
            <a:extLst>
              <a:ext uri="{FF2B5EF4-FFF2-40B4-BE49-F238E27FC236}">
                <a16:creationId xmlns:a16="http://schemas.microsoft.com/office/drawing/2014/main" id="{D013B1C1-51F2-5B80-B990-80F29771BF26}"/>
              </a:ext>
            </a:extLst>
          </p:cNvPr>
          <p:cNvCxnSpPr>
            <a:cxnSpLocks/>
            <a:stCxn id="22" idx="3"/>
            <a:endCxn id="16" idx="1"/>
          </p:cNvCxnSpPr>
          <p:nvPr/>
        </p:nvCxnSpPr>
        <p:spPr bwMode="auto">
          <a:xfrm flipV="1">
            <a:off x="1712417" y="2682108"/>
            <a:ext cx="387234" cy="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AutoShape 31">
            <a:hlinkClick r:id="" action="ppaction://noaction"/>
            <a:extLst>
              <a:ext uri="{FF2B5EF4-FFF2-40B4-BE49-F238E27FC236}">
                <a16:creationId xmlns:a16="http://schemas.microsoft.com/office/drawing/2014/main" id="{DE12E4CF-A39C-6B85-15B0-87C0C472A35A}"/>
              </a:ext>
            </a:extLst>
          </p:cNvPr>
          <p:cNvSpPr>
            <a:spLocks noChangeArrowheads="1"/>
          </p:cNvSpPr>
          <p:nvPr/>
        </p:nvSpPr>
        <p:spPr bwMode="auto">
          <a:xfrm>
            <a:off x="3869707" y="1547000"/>
            <a:ext cx="998363" cy="14199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ABO_CO_LN_TECH_MOB</a:t>
            </a:r>
          </a:p>
        </p:txBody>
      </p:sp>
      <p:cxnSp>
        <p:nvCxnSpPr>
          <p:cNvPr id="14" name="Connecteur droit 13">
            <a:extLst>
              <a:ext uri="{FF2B5EF4-FFF2-40B4-BE49-F238E27FC236}">
                <a16:creationId xmlns:a16="http://schemas.microsoft.com/office/drawing/2014/main" id="{5D51C9E9-153E-495C-A6EE-0BDFCC459C18}"/>
              </a:ext>
            </a:extLst>
          </p:cNvPr>
          <p:cNvCxnSpPr>
            <a:cxnSpLocks/>
            <a:stCxn id="15" idx="3"/>
            <a:endCxn id="8" idx="1"/>
          </p:cNvCxnSpPr>
          <p:nvPr/>
        </p:nvCxnSpPr>
        <p:spPr bwMode="auto">
          <a:xfrm>
            <a:off x="3504750" y="1617818"/>
            <a:ext cx="364957" cy="17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 en angle 26">
            <a:extLst>
              <a:ext uri="{FF2B5EF4-FFF2-40B4-BE49-F238E27FC236}">
                <a16:creationId xmlns:a16="http://schemas.microsoft.com/office/drawing/2014/main" id="{5FA7398D-858E-6910-27D9-896E07EBE81F}"/>
              </a:ext>
            </a:extLst>
          </p:cNvPr>
          <p:cNvCxnSpPr>
            <a:cxnSpLocks/>
            <a:stCxn id="8" idx="3"/>
            <a:endCxn id="4105" idx="2"/>
          </p:cNvCxnSpPr>
          <p:nvPr/>
        </p:nvCxnSpPr>
        <p:spPr bwMode="auto">
          <a:xfrm>
            <a:off x="4868070" y="1617997"/>
            <a:ext cx="1054708" cy="20011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AutoShape 31">
            <a:hlinkClick r:id="" action="ppaction://noaction"/>
            <a:extLst>
              <a:ext uri="{FF2B5EF4-FFF2-40B4-BE49-F238E27FC236}">
                <a16:creationId xmlns:a16="http://schemas.microsoft.com/office/drawing/2014/main" id="{7F1FE7DB-0CB1-5FAD-00B4-45B44F10F33A}"/>
              </a:ext>
            </a:extLst>
          </p:cNvPr>
          <p:cNvSpPr>
            <a:spLocks noChangeArrowheads="1"/>
          </p:cNvSpPr>
          <p:nvPr/>
        </p:nvSpPr>
        <p:spPr bwMode="auto">
          <a:xfrm>
            <a:off x="3996795" y="2618222"/>
            <a:ext cx="828998" cy="14561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rPr>
              <a:t>ABO_CO_LN_RET</a:t>
            </a:r>
          </a:p>
        </p:txBody>
      </p:sp>
      <p:cxnSp>
        <p:nvCxnSpPr>
          <p:cNvPr id="38" name="Connecteur droit 37">
            <a:extLst>
              <a:ext uri="{FF2B5EF4-FFF2-40B4-BE49-F238E27FC236}">
                <a16:creationId xmlns:a16="http://schemas.microsoft.com/office/drawing/2014/main" id="{67CC997D-69B6-01F0-B495-9CFE33E1D714}"/>
              </a:ext>
            </a:extLst>
          </p:cNvPr>
          <p:cNvCxnSpPr>
            <a:cxnSpLocks/>
            <a:stCxn id="16" idx="3"/>
            <a:endCxn id="36" idx="1"/>
          </p:cNvCxnSpPr>
          <p:nvPr/>
        </p:nvCxnSpPr>
        <p:spPr bwMode="auto">
          <a:xfrm>
            <a:off x="3453962" y="2682108"/>
            <a:ext cx="542833" cy="892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 en angle 42">
            <a:extLst>
              <a:ext uri="{FF2B5EF4-FFF2-40B4-BE49-F238E27FC236}">
                <a16:creationId xmlns:a16="http://schemas.microsoft.com/office/drawing/2014/main" id="{7E3F2DB0-B6C3-2C02-38BD-42B86D4F2808}"/>
              </a:ext>
            </a:extLst>
          </p:cNvPr>
          <p:cNvCxnSpPr>
            <a:cxnSpLocks/>
            <a:stCxn id="36" idx="3"/>
            <a:endCxn id="5" idx="2"/>
          </p:cNvCxnSpPr>
          <p:nvPr/>
        </p:nvCxnSpPr>
        <p:spPr bwMode="auto">
          <a:xfrm>
            <a:off x="4825793" y="2691029"/>
            <a:ext cx="1296848" cy="16414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44" name="AutoShape 208">
            <a:extLst>
              <a:ext uri="{FF2B5EF4-FFF2-40B4-BE49-F238E27FC236}">
                <a16:creationId xmlns:a16="http://schemas.microsoft.com/office/drawing/2014/main" id="{C4F57CD3-6B7C-A4CF-D46E-AAF07131CC5F}"/>
              </a:ext>
            </a:extLst>
          </p:cNvPr>
          <p:cNvSpPr>
            <a:spLocks noChangeArrowheads="1"/>
          </p:cNvSpPr>
          <p:nvPr/>
        </p:nvSpPr>
        <p:spPr bwMode="auto">
          <a:xfrm>
            <a:off x="1297389" y="3380193"/>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33100_CO_LN_[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4145" name="AutoShape 142">
            <a:extLst>
              <a:ext uri="{FF2B5EF4-FFF2-40B4-BE49-F238E27FC236}">
                <a16:creationId xmlns:a16="http://schemas.microsoft.com/office/drawing/2014/main" id="{87096FB8-FF52-30BA-DC71-20F91C57A56F}"/>
              </a:ext>
            </a:extLst>
          </p:cNvPr>
          <p:cNvSpPr>
            <a:spLocks noChangeArrowheads="1"/>
          </p:cNvSpPr>
          <p:nvPr/>
        </p:nvSpPr>
        <p:spPr bwMode="auto">
          <a:xfrm>
            <a:off x="3262955" y="3337826"/>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Paramétrage IRIS</a:t>
            </a:r>
          </a:p>
        </p:txBody>
      </p:sp>
      <p:cxnSp>
        <p:nvCxnSpPr>
          <p:cNvPr id="4146" name="Connecteur droit avec flèche 4145">
            <a:extLst>
              <a:ext uri="{FF2B5EF4-FFF2-40B4-BE49-F238E27FC236}">
                <a16:creationId xmlns:a16="http://schemas.microsoft.com/office/drawing/2014/main" id="{FEBC0A78-7728-C132-E5AC-690D85E79483}"/>
              </a:ext>
            </a:extLst>
          </p:cNvPr>
          <p:cNvCxnSpPr>
            <a:stCxn id="4144" idx="3"/>
            <a:endCxn id="4145" idx="1"/>
          </p:cNvCxnSpPr>
          <p:nvPr/>
        </p:nvCxnSpPr>
        <p:spPr bwMode="auto">
          <a:xfrm flipV="1">
            <a:off x="2858650" y="3458447"/>
            <a:ext cx="404305" cy="166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49" name="Text Box 157">
            <a:extLst>
              <a:ext uri="{FF2B5EF4-FFF2-40B4-BE49-F238E27FC236}">
                <a16:creationId xmlns:a16="http://schemas.microsoft.com/office/drawing/2014/main" id="{3BAB2BA1-703B-498C-A569-A1906DE01364}"/>
              </a:ext>
            </a:extLst>
          </p:cNvPr>
          <p:cNvSpPr txBox="1">
            <a:spLocks noChangeArrowheads="1"/>
          </p:cNvSpPr>
          <p:nvPr/>
        </p:nvSpPr>
        <p:spPr bwMode="auto">
          <a:xfrm>
            <a:off x="195000" y="3219340"/>
            <a:ext cx="767443" cy="276999"/>
          </a:xfrm>
          <a:prstGeom prst="rect">
            <a:avLst/>
          </a:prstGeom>
          <a:noFill/>
          <a:ln>
            <a:solidFill>
              <a:schemeClr val="tx1"/>
            </a:solid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000000"/>
                </a:solidFill>
                <a:effectLst>
                  <a:outerShdw blurRad="38100" dist="38100" dir="2700000" algn="tl">
                    <a:srgbClr val="C0C0C0"/>
                  </a:outerShdw>
                </a:effectLst>
              </a:rPr>
              <a:t>Si paramétrage dans IRIS actif</a:t>
            </a:r>
          </a:p>
        </p:txBody>
      </p:sp>
      <p:cxnSp>
        <p:nvCxnSpPr>
          <p:cNvPr id="4151" name="Connecteur : en angle 4150">
            <a:extLst>
              <a:ext uri="{FF2B5EF4-FFF2-40B4-BE49-F238E27FC236}">
                <a16:creationId xmlns:a16="http://schemas.microsoft.com/office/drawing/2014/main" id="{D00454F7-5089-D43D-8D39-D7ECC1123A21}"/>
              </a:ext>
            </a:extLst>
          </p:cNvPr>
          <p:cNvCxnSpPr>
            <a:stCxn id="126" idx="0"/>
            <a:endCxn id="4144" idx="1"/>
          </p:cNvCxnSpPr>
          <p:nvPr/>
        </p:nvCxnSpPr>
        <p:spPr bwMode="auto">
          <a:xfrm rot="16200000" flipH="1">
            <a:off x="44777" y="2207500"/>
            <a:ext cx="2217825" cy="28739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AutoShape 208">
            <a:extLst>
              <a:ext uri="{FF2B5EF4-FFF2-40B4-BE49-F238E27FC236}">
                <a16:creationId xmlns:a16="http://schemas.microsoft.com/office/drawing/2014/main" id="{E2C15772-5531-644F-2F5E-D2AAA8B2D103}"/>
              </a:ext>
            </a:extLst>
          </p:cNvPr>
          <p:cNvSpPr>
            <a:spLocks noChangeArrowheads="1"/>
          </p:cNvSpPr>
          <p:nvPr/>
        </p:nvSpPr>
        <p:spPr bwMode="auto">
          <a:xfrm>
            <a:off x="1290672" y="3984683"/>
            <a:ext cx="1561261" cy="15984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a:solidFill>
                  <a:srgbClr val="000000"/>
                </a:solidFill>
              </a:rPr>
              <a:t>33100_CO_LN_DEFAUT_[</a:t>
            </a:r>
            <a:r>
              <a:rPr lang="fr-FR" sz="500" err="1">
                <a:solidFill>
                  <a:srgbClr val="000000"/>
                </a:solidFill>
              </a:rPr>
              <a:t>Category</a:t>
            </a:r>
            <a:r>
              <a:rPr lang="fr-FR" sz="500">
                <a:solidFill>
                  <a:srgbClr val="000000"/>
                </a:solidFill>
              </a:rPr>
              <a:t>]_[</a:t>
            </a:r>
            <a:r>
              <a:rPr lang="fr-FR" sz="500" i="1">
                <a:solidFill>
                  <a:srgbClr val="000000"/>
                </a:solidFill>
              </a:rPr>
              <a:t>INTENTION</a:t>
            </a:r>
            <a:r>
              <a:rPr lang="fr-FR" sz="500">
                <a:solidFill>
                  <a:srgbClr val="000000"/>
                </a:solidFill>
              </a:rPr>
              <a:t>]</a:t>
            </a:r>
          </a:p>
        </p:txBody>
      </p:sp>
      <p:sp>
        <p:nvSpPr>
          <p:cNvPr id="4097" name="AutoShape 142">
            <a:extLst>
              <a:ext uri="{FF2B5EF4-FFF2-40B4-BE49-F238E27FC236}">
                <a16:creationId xmlns:a16="http://schemas.microsoft.com/office/drawing/2014/main" id="{862D2080-AA8B-6248-0023-E97F7CA6DB1F}"/>
              </a:ext>
            </a:extLst>
          </p:cNvPr>
          <p:cNvSpPr>
            <a:spLocks noChangeArrowheads="1"/>
          </p:cNvSpPr>
          <p:nvPr/>
        </p:nvSpPr>
        <p:spPr bwMode="auto">
          <a:xfrm>
            <a:off x="3255285" y="3947132"/>
            <a:ext cx="733840" cy="241242"/>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500" b="1"/>
              <a:t>TRANSFERT</a:t>
            </a:r>
            <a:br>
              <a:rPr lang="fr-FR" sz="500" b="1"/>
            </a:br>
            <a:r>
              <a:rPr lang="fr-FR" sz="500" b="1"/>
              <a:t>LN_FCT_ABO</a:t>
            </a:r>
          </a:p>
        </p:txBody>
      </p:sp>
      <p:cxnSp>
        <p:nvCxnSpPr>
          <p:cNvPr id="4102" name="Connecteur : en angle 4101">
            <a:extLst>
              <a:ext uri="{FF2B5EF4-FFF2-40B4-BE49-F238E27FC236}">
                <a16:creationId xmlns:a16="http://schemas.microsoft.com/office/drawing/2014/main" id="{B973BFB6-9493-1BF6-CC61-20A1B598B021}"/>
              </a:ext>
            </a:extLst>
          </p:cNvPr>
          <p:cNvCxnSpPr>
            <a:stCxn id="126" idx="0"/>
            <a:endCxn id="63" idx="1"/>
          </p:cNvCxnSpPr>
          <p:nvPr/>
        </p:nvCxnSpPr>
        <p:spPr bwMode="auto">
          <a:xfrm rot="16200000" flipH="1">
            <a:off x="-260826" y="2513104"/>
            <a:ext cx="2822315" cy="28068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6" name="Connecteur droit avec flèche 4105">
            <a:extLst>
              <a:ext uri="{FF2B5EF4-FFF2-40B4-BE49-F238E27FC236}">
                <a16:creationId xmlns:a16="http://schemas.microsoft.com/office/drawing/2014/main" id="{B2CC073E-AE3E-FA38-B017-39846AEE8E01}"/>
              </a:ext>
            </a:extLst>
          </p:cNvPr>
          <p:cNvCxnSpPr>
            <a:stCxn id="63" idx="3"/>
            <a:endCxn id="4097" idx="1"/>
          </p:cNvCxnSpPr>
          <p:nvPr/>
        </p:nvCxnSpPr>
        <p:spPr bwMode="auto">
          <a:xfrm>
            <a:off x="2851933" y="4064603"/>
            <a:ext cx="403352" cy="315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 Box 157">
            <a:extLst>
              <a:ext uri="{FF2B5EF4-FFF2-40B4-BE49-F238E27FC236}">
                <a16:creationId xmlns:a16="http://schemas.microsoft.com/office/drawing/2014/main" id="{6A6242DC-20A6-03AC-B88E-BAD9D8AEE6AC}"/>
              </a:ext>
            </a:extLst>
          </p:cNvPr>
          <p:cNvSpPr txBox="1">
            <a:spLocks noChangeArrowheads="1"/>
          </p:cNvSpPr>
          <p:nvPr/>
        </p:nvSpPr>
        <p:spPr bwMode="auto">
          <a:xfrm>
            <a:off x="6653231" y="2205245"/>
            <a:ext cx="2438025" cy="954107"/>
          </a:xfrm>
          <a:prstGeom prst="rect">
            <a:avLst/>
          </a:prstGeom>
          <a:noFill/>
          <a:ln>
            <a:solidFill>
              <a:schemeClr val="tx1"/>
            </a:solid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800" b="1" u="sng">
                <a:solidFill>
                  <a:srgbClr val="000000"/>
                </a:solidFill>
              </a:rPr>
              <a:t>Règles de routage vers ASCIAN</a:t>
            </a:r>
          </a:p>
          <a:p>
            <a:pPr eaLnBrk="1" hangingPunct="1">
              <a:defRPr/>
            </a:pPr>
            <a:r>
              <a:rPr lang="fr-FR" sz="800">
                <a:solidFill>
                  <a:srgbClr val="000000"/>
                </a:solidFill>
                <a:effectLst>
                  <a:outerShdw blurRad="38100" dist="38100" dir="2700000" algn="tl">
                    <a:srgbClr val="C0C0C0"/>
                  </a:outerShdw>
                </a:effectLst>
              </a:rPr>
              <a:t>Utiliser le champ   "</a:t>
            </a:r>
            <a:r>
              <a:rPr lang="fr-FR" sz="800" err="1">
                <a:solidFill>
                  <a:srgbClr val="000000"/>
                </a:solidFill>
                <a:effectLst>
                  <a:outerShdw blurRad="38100" dist="38100" dir="2700000" algn="tl">
                    <a:srgbClr val="C0C0C0"/>
                  </a:outerShdw>
                </a:effectLst>
              </a:rPr>
              <a:t>category</a:t>
            </a:r>
            <a:r>
              <a:rPr lang="fr-FR" sz="800">
                <a:solidFill>
                  <a:srgbClr val="000000"/>
                </a:solidFill>
                <a:effectLst>
                  <a:outerShdw blurRad="38100" dist="38100" dir="2700000" algn="tl">
                    <a:srgbClr val="C0C0C0"/>
                  </a:outerShdw>
                </a:effectLst>
              </a:rPr>
              <a:t> " retourné par ASCIAN pour réaliser la vérification des filtres et des règles paramétrées dans IRIS</a:t>
            </a:r>
          </a:p>
          <a:p>
            <a:pPr eaLnBrk="1" hangingPunct="1">
              <a:defRPr/>
            </a:pPr>
            <a:r>
              <a:rPr lang="fr-FR" sz="800">
                <a:solidFill>
                  <a:srgbClr val="000000"/>
                </a:solidFill>
                <a:effectLst>
                  <a:outerShdw blurRad="38100" dist="38100" dir="2700000" algn="tl">
                    <a:srgbClr val="C0C0C0"/>
                  </a:outerShdw>
                </a:effectLst>
              </a:rPr>
              <a:t>Eléments présents dans la balise = </a:t>
            </a:r>
          </a:p>
          <a:p>
            <a:pPr eaLnBrk="1" hangingPunct="1">
              <a:defRPr/>
            </a:pPr>
            <a:r>
              <a:rPr lang="fr-FR" sz="800">
                <a:solidFill>
                  <a:srgbClr val="000000"/>
                </a:solidFill>
              </a:rPr>
              <a:t>20100_TECH_LN_[CATEGORY]_[</a:t>
            </a:r>
            <a:r>
              <a:rPr lang="fr-FR" sz="800" i="1">
                <a:solidFill>
                  <a:srgbClr val="000000"/>
                </a:solidFill>
              </a:rPr>
              <a:t>INTENTION]</a:t>
            </a:r>
          </a:p>
          <a:p>
            <a:pPr eaLnBrk="1" hangingPunct="1">
              <a:defRPr/>
            </a:pPr>
            <a:r>
              <a:rPr lang="fr-FR" sz="800" i="1">
                <a:solidFill>
                  <a:srgbClr val="000000"/>
                </a:solidFill>
              </a:rPr>
              <a:t>Exemple : &lt;</a:t>
            </a:r>
            <a:r>
              <a:rPr lang="fr-FR" sz="800" i="1" err="1">
                <a:solidFill>
                  <a:srgbClr val="000000"/>
                </a:solidFill>
              </a:rPr>
              <a:t>category</a:t>
            </a:r>
            <a:r>
              <a:rPr lang="fr-FR" sz="800" i="1">
                <a:solidFill>
                  <a:srgbClr val="000000"/>
                </a:solidFill>
              </a:rPr>
              <a:t>&gt; = </a:t>
            </a:r>
            <a:r>
              <a:rPr lang="fr-FR" sz="800" i="1" err="1">
                <a:solidFill>
                  <a:srgbClr val="000000"/>
                </a:solidFill>
              </a:rPr>
              <a:t>Tech_FIXE</a:t>
            </a:r>
            <a:endParaRPr lang="fr-FR" sz="800" i="1">
              <a:solidFill>
                <a:srgbClr val="000000"/>
              </a:solidFill>
            </a:endParaRPr>
          </a:p>
        </p:txBody>
      </p:sp>
      <p:sp>
        <p:nvSpPr>
          <p:cNvPr id="20" name="Text Box 157">
            <a:extLst>
              <a:ext uri="{FF2B5EF4-FFF2-40B4-BE49-F238E27FC236}">
                <a16:creationId xmlns:a16="http://schemas.microsoft.com/office/drawing/2014/main" id="{F74128BB-C8DE-7B29-CD87-2BAE9C804ADA}"/>
              </a:ext>
            </a:extLst>
          </p:cNvPr>
          <p:cNvSpPr txBox="1">
            <a:spLocks noChangeArrowheads="1"/>
          </p:cNvSpPr>
          <p:nvPr/>
        </p:nvSpPr>
        <p:spPr bwMode="auto">
          <a:xfrm>
            <a:off x="899307" y="4163790"/>
            <a:ext cx="2013453" cy="276999"/>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eaLnBrk="1" hangingPunct="1">
              <a:defRPr/>
            </a:pPr>
            <a:r>
              <a:rPr lang="fr-FR" sz="600">
                <a:solidFill>
                  <a:srgbClr val="000000"/>
                </a:solidFill>
                <a:effectLst>
                  <a:outerShdw blurRad="38100" dist="38100" dir="2700000" algn="tl">
                    <a:srgbClr val="C0C0C0"/>
                  </a:outerShdw>
                </a:effectLst>
              </a:rPr>
              <a:t>Routage par défaut si catégorie non paramétrée dans IRIS</a:t>
            </a:r>
          </a:p>
        </p:txBody>
      </p:sp>
      <p:sp>
        <p:nvSpPr>
          <p:cNvPr id="9" name="ZoneTexte 8">
            <a:extLst>
              <a:ext uri="{FF2B5EF4-FFF2-40B4-BE49-F238E27FC236}">
                <a16:creationId xmlns:a16="http://schemas.microsoft.com/office/drawing/2014/main" id="{8454971A-845B-F56A-D8D8-A76E0C885620}"/>
              </a:ext>
            </a:extLst>
          </p:cNvPr>
          <p:cNvSpPr txBox="1"/>
          <p:nvPr/>
        </p:nvSpPr>
        <p:spPr>
          <a:xfrm>
            <a:off x="327753" y="1462770"/>
            <a:ext cx="911852" cy="338554"/>
          </a:xfrm>
          <a:prstGeom prst="rect">
            <a:avLst/>
          </a:prstGeom>
          <a:noFill/>
        </p:spPr>
        <p:txBody>
          <a:bodyPr wrap="square">
            <a:spAutoFit/>
          </a:bodyPr>
          <a:lstStyle/>
          <a:p>
            <a:r>
              <a:rPr lang="fr-FR" sz="800" err="1">
                <a:solidFill>
                  <a:srgbClr val="000000"/>
                </a:solidFill>
              </a:rPr>
              <a:t>category</a:t>
            </a:r>
            <a:r>
              <a:rPr lang="fr-FR" sz="800">
                <a:solidFill>
                  <a:srgbClr val="000000"/>
                </a:solidFill>
              </a:rPr>
              <a:t> = </a:t>
            </a:r>
            <a:r>
              <a:rPr lang="fr-FR" sz="800" err="1">
                <a:solidFill>
                  <a:srgbClr val="000000"/>
                </a:solidFill>
              </a:rPr>
              <a:t>Tech_Mobile</a:t>
            </a:r>
            <a:endParaRPr lang="fr-FR"/>
          </a:p>
        </p:txBody>
      </p:sp>
      <p:sp>
        <p:nvSpPr>
          <p:cNvPr id="13" name="ZoneTexte 12">
            <a:extLst>
              <a:ext uri="{FF2B5EF4-FFF2-40B4-BE49-F238E27FC236}">
                <a16:creationId xmlns:a16="http://schemas.microsoft.com/office/drawing/2014/main" id="{8F7BBC61-DDE7-A797-552B-4ADBA134CC99}"/>
              </a:ext>
            </a:extLst>
          </p:cNvPr>
          <p:cNvSpPr txBox="1"/>
          <p:nvPr/>
        </p:nvSpPr>
        <p:spPr>
          <a:xfrm>
            <a:off x="361747" y="2474715"/>
            <a:ext cx="911852" cy="338554"/>
          </a:xfrm>
          <a:prstGeom prst="rect">
            <a:avLst/>
          </a:prstGeom>
          <a:noFill/>
        </p:spPr>
        <p:txBody>
          <a:bodyPr wrap="square">
            <a:spAutoFit/>
          </a:bodyPr>
          <a:lstStyle/>
          <a:p>
            <a:r>
              <a:rPr lang="fr-FR" sz="800" err="1">
                <a:solidFill>
                  <a:srgbClr val="000000"/>
                </a:solidFill>
              </a:rPr>
              <a:t>category</a:t>
            </a:r>
            <a:r>
              <a:rPr lang="fr-FR" sz="800">
                <a:solidFill>
                  <a:srgbClr val="000000"/>
                </a:solidFill>
              </a:rPr>
              <a:t> = </a:t>
            </a:r>
            <a:r>
              <a:rPr lang="fr-FR" sz="800" err="1">
                <a:solidFill>
                  <a:srgbClr val="000000"/>
                </a:solidFill>
              </a:rPr>
              <a:t>Retention</a:t>
            </a:r>
            <a:endParaRPr lang="fr-FR"/>
          </a:p>
        </p:txBody>
      </p:sp>
    </p:spTree>
    <p:extLst>
      <p:ext uri="{BB962C8B-B14F-4D97-AF65-F5344CB8AC3E}">
        <p14:creationId xmlns:p14="http://schemas.microsoft.com/office/powerpoint/2010/main" val="2701602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D818F24-37FC-4EE3-A6A7-315C6E3328C3}" type="slidenum">
              <a:rPr lang="fr-FR" smtClean="0"/>
              <a:pPr eaLnBrk="1" hangingPunct="1"/>
              <a:t>25</a:t>
            </a:fld>
            <a:endParaRPr lang="fr-FR"/>
          </a:p>
        </p:txBody>
      </p:sp>
      <p:sp>
        <p:nvSpPr>
          <p:cNvPr id="10247" name="Rectangle 11"/>
          <p:cNvSpPr>
            <a:spLocks noChangeArrowheads="1"/>
          </p:cNvSpPr>
          <p:nvPr/>
        </p:nvSpPr>
        <p:spPr bwMode="auto">
          <a:xfrm>
            <a:off x="3750189" y="1606667"/>
            <a:ext cx="2686460" cy="46166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t>ABO MENU PRINCIPAL RDGU</a:t>
            </a:r>
          </a:p>
          <a:p>
            <a:pPr algn="ctr"/>
            <a:r>
              <a:rPr lang="fr-FR" sz="600">
                <a:ea typeface="ＭＳ Ｐゴシック" pitchFamily="-80" charset="-128"/>
              </a:rPr>
              <a:t>Pour activer, débloquer votre carte SIM ou suspendre votre ligne, tapez 1</a:t>
            </a:r>
          </a:p>
          <a:p>
            <a:pPr algn="ctr"/>
            <a:r>
              <a:rPr lang="fr-FR" sz="600">
                <a:ea typeface="ＭＳ Ｐゴシック" pitchFamily="-80" charset="-128"/>
              </a:rPr>
              <a:t>Pour une assistance technique, tapez 2</a:t>
            </a:r>
          </a:p>
          <a:p>
            <a:pPr algn="ctr"/>
            <a:r>
              <a:rPr lang="fr-FR" sz="600">
                <a:ea typeface="ＭＳ Ｐゴシック" pitchFamily="-80" charset="-128"/>
              </a:rPr>
              <a:t>Pour une demande administrative ou commerciale, tapez 3</a:t>
            </a:r>
            <a:endParaRPr lang="fr-FR" sz="600"/>
          </a:p>
        </p:txBody>
      </p:sp>
      <p:sp>
        <p:nvSpPr>
          <p:cNvPr id="10248" name="AutoShape 13"/>
          <p:cNvSpPr>
            <a:spLocks noChangeArrowheads="1"/>
          </p:cNvSpPr>
          <p:nvPr/>
        </p:nvSpPr>
        <p:spPr bwMode="auto">
          <a:xfrm>
            <a:off x="4914466" y="2550358"/>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cxnSp>
        <p:nvCxnSpPr>
          <p:cNvPr id="10249" name="AutoShape 14"/>
          <p:cNvCxnSpPr>
            <a:cxnSpLocks noChangeShapeType="1"/>
            <a:stCxn id="10248" idx="3"/>
            <a:endCxn id="10253" idx="4"/>
          </p:cNvCxnSpPr>
          <p:nvPr/>
        </p:nvCxnSpPr>
        <p:spPr bwMode="auto">
          <a:xfrm flipV="1">
            <a:off x="5270066" y="2642897"/>
            <a:ext cx="2846062" cy="3505"/>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0" name="AutoShape 16"/>
          <p:cNvSpPr>
            <a:spLocks noChangeArrowheads="1"/>
          </p:cNvSpPr>
          <p:nvPr/>
        </p:nvSpPr>
        <p:spPr bwMode="auto">
          <a:xfrm>
            <a:off x="2905383" y="2838489"/>
            <a:ext cx="215900" cy="176212"/>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1000"/>
              <a:t>2</a:t>
            </a:r>
          </a:p>
        </p:txBody>
      </p:sp>
      <p:sp>
        <p:nvSpPr>
          <p:cNvPr id="10251" name="AutoShape 20"/>
          <p:cNvSpPr>
            <a:spLocks noChangeArrowheads="1"/>
          </p:cNvSpPr>
          <p:nvPr/>
        </p:nvSpPr>
        <p:spPr bwMode="auto">
          <a:xfrm>
            <a:off x="6205648" y="2769346"/>
            <a:ext cx="215900" cy="199978"/>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1000"/>
              <a:t>3</a:t>
            </a:r>
          </a:p>
        </p:txBody>
      </p:sp>
      <p:cxnSp>
        <p:nvCxnSpPr>
          <p:cNvPr id="10252" name="AutoShape 24"/>
          <p:cNvCxnSpPr>
            <a:cxnSpLocks noChangeShapeType="1"/>
            <a:stCxn id="10251" idx="6"/>
            <a:endCxn id="10248" idx="3"/>
          </p:cNvCxnSpPr>
          <p:nvPr/>
        </p:nvCxnSpPr>
        <p:spPr bwMode="auto">
          <a:xfrm rot="16200000" flipV="1">
            <a:off x="5730360" y="2186108"/>
            <a:ext cx="122944" cy="104353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3" name="AutoShape 48"/>
          <p:cNvSpPr>
            <a:spLocks noChangeArrowheads="1"/>
          </p:cNvSpPr>
          <p:nvPr/>
        </p:nvSpPr>
        <p:spPr bwMode="auto">
          <a:xfrm>
            <a:off x="8116128" y="2554790"/>
            <a:ext cx="48895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 / NI &gt; 1</a:t>
            </a:r>
          </a:p>
        </p:txBody>
      </p:sp>
      <p:sp>
        <p:nvSpPr>
          <p:cNvPr id="10254" name="AutoShape 50">
            <a:hlinkClick r:id="rId3" action="ppaction://hlinksldjump"/>
          </p:cNvPr>
          <p:cNvSpPr>
            <a:spLocks noChangeArrowheads="1"/>
          </p:cNvSpPr>
          <p:nvPr/>
        </p:nvSpPr>
        <p:spPr bwMode="auto">
          <a:xfrm rot="10800000">
            <a:off x="4572000" y="645357"/>
            <a:ext cx="971550" cy="35718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cxnSp>
        <p:nvCxnSpPr>
          <p:cNvPr id="10256" name="AutoShape 53"/>
          <p:cNvCxnSpPr>
            <a:cxnSpLocks noChangeShapeType="1"/>
            <a:stCxn id="10250" idx="6"/>
            <a:endCxn id="10248" idx="1"/>
          </p:cNvCxnSpPr>
          <p:nvPr/>
        </p:nvCxnSpPr>
        <p:spPr bwMode="auto">
          <a:xfrm rot="5400000" flipH="1" flipV="1">
            <a:off x="3867856" y="1791880"/>
            <a:ext cx="192087" cy="190113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57" name="AutoShape 54"/>
          <p:cNvCxnSpPr>
            <a:cxnSpLocks noChangeShapeType="1"/>
            <a:stCxn id="10248" idx="0"/>
            <a:endCxn id="10247" idx="2"/>
          </p:cNvCxnSpPr>
          <p:nvPr/>
        </p:nvCxnSpPr>
        <p:spPr bwMode="auto">
          <a:xfrm flipV="1">
            <a:off x="5092266" y="2068332"/>
            <a:ext cx="1153" cy="48202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0" name="Rectangle 104"/>
          <p:cNvSpPr>
            <a:spLocks noChangeArrowheads="1"/>
          </p:cNvSpPr>
          <p:nvPr/>
        </p:nvSpPr>
        <p:spPr bwMode="auto">
          <a:xfrm>
            <a:off x="7787609" y="1652393"/>
            <a:ext cx="1131888"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sp>
        <p:nvSpPr>
          <p:cNvPr id="10261" name="AutoShape 105"/>
          <p:cNvSpPr>
            <a:spLocks noChangeArrowheads="1"/>
          </p:cNvSpPr>
          <p:nvPr/>
        </p:nvSpPr>
        <p:spPr bwMode="auto">
          <a:xfrm>
            <a:off x="8322503" y="3762878"/>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10262" name="Rectangle 106"/>
          <p:cNvSpPr>
            <a:spLocks noChangeArrowheads="1"/>
          </p:cNvSpPr>
          <p:nvPr/>
        </p:nvSpPr>
        <p:spPr bwMode="auto">
          <a:xfrm>
            <a:off x="7785928" y="3148515"/>
            <a:ext cx="1217613" cy="46990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D31E05"/>
                </a:solidFill>
              </a:rPr>
              <a:t>QUIT</a:t>
            </a:r>
          </a:p>
          <a:p>
            <a:pPr algn="ctr" eaLnBrk="0" hangingPunct="0"/>
            <a:r>
              <a:rPr lang="fr-FR" sz="600"/>
              <a:t>Désolé, nous n’avons pas compris votre demande. SFR vous remercie de votre appel </a:t>
            </a:r>
          </a:p>
        </p:txBody>
      </p:sp>
      <p:cxnSp>
        <p:nvCxnSpPr>
          <p:cNvPr id="10263" name="AutoShape 108"/>
          <p:cNvCxnSpPr>
            <a:cxnSpLocks noChangeShapeType="1"/>
            <a:stCxn id="10253" idx="2"/>
            <a:endCxn id="10262" idx="0"/>
          </p:cNvCxnSpPr>
          <p:nvPr/>
        </p:nvCxnSpPr>
        <p:spPr bwMode="auto">
          <a:xfrm rot="16200000" flipH="1">
            <a:off x="8168913" y="2922693"/>
            <a:ext cx="417512" cy="3413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64" name="AutoShape 109"/>
          <p:cNvCxnSpPr>
            <a:cxnSpLocks noChangeShapeType="1"/>
            <a:stCxn id="10262" idx="2"/>
            <a:endCxn id="10261" idx="0"/>
          </p:cNvCxnSpPr>
          <p:nvPr/>
        </p:nvCxnSpPr>
        <p:spPr bwMode="auto">
          <a:xfrm>
            <a:off x="8393941" y="3618415"/>
            <a:ext cx="0" cy="144463"/>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5" name="AutoShape 110"/>
          <p:cNvSpPr>
            <a:spLocks noChangeArrowheads="1"/>
          </p:cNvSpPr>
          <p:nvPr/>
        </p:nvSpPr>
        <p:spPr bwMode="auto">
          <a:xfrm>
            <a:off x="7817678" y="2800588"/>
            <a:ext cx="1085850" cy="21140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90002_RDGU_NMNI_X2</a:t>
            </a:r>
          </a:p>
        </p:txBody>
      </p:sp>
      <p:sp>
        <p:nvSpPr>
          <p:cNvPr id="68" name="AutoShape 110"/>
          <p:cNvSpPr>
            <a:spLocks noChangeArrowheads="1"/>
          </p:cNvSpPr>
          <p:nvPr/>
        </p:nvSpPr>
        <p:spPr bwMode="auto">
          <a:xfrm>
            <a:off x="7810628" y="2156952"/>
            <a:ext cx="1085850" cy="20842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90001_RDGU_NMNI</a:t>
            </a:r>
          </a:p>
        </p:txBody>
      </p:sp>
      <p:cxnSp>
        <p:nvCxnSpPr>
          <p:cNvPr id="77" name="AutoShape 186"/>
          <p:cNvCxnSpPr>
            <a:cxnSpLocks noChangeShapeType="1"/>
            <a:stCxn id="68" idx="0"/>
            <a:endCxn id="10260" idx="2"/>
          </p:cNvCxnSpPr>
          <p:nvPr/>
        </p:nvCxnSpPr>
        <p:spPr bwMode="auto">
          <a:xfrm rot="5400000" flipH="1" flipV="1">
            <a:off x="8285940" y="2089339"/>
            <a:ext cx="135227" cy="127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AutoShape 186"/>
          <p:cNvCxnSpPr>
            <a:cxnSpLocks noChangeShapeType="1"/>
            <a:stCxn id="10253" idx="7"/>
            <a:endCxn id="68" idx="2"/>
          </p:cNvCxnSpPr>
          <p:nvPr/>
        </p:nvCxnSpPr>
        <p:spPr bwMode="auto">
          <a:xfrm rot="16200000" flipV="1">
            <a:off x="8251359" y="2467573"/>
            <a:ext cx="211439" cy="705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186"/>
          <p:cNvCxnSpPr>
            <a:cxnSpLocks noChangeShapeType="1"/>
            <a:stCxn id="10260" idx="1"/>
            <a:endCxn id="10247" idx="3"/>
          </p:cNvCxnSpPr>
          <p:nvPr/>
        </p:nvCxnSpPr>
        <p:spPr bwMode="auto">
          <a:xfrm flipH="1">
            <a:off x="6436649" y="1837059"/>
            <a:ext cx="1350960" cy="441"/>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30"/>
          <p:cNvCxnSpPr>
            <a:cxnSpLocks noChangeShapeType="1"/>
            <a:stCxn id="10254" idx="0"/>
            <a:endCxn id="10247" idx="0"/>
          </p:cNvCxnSpPr>
          <p:nvPr/>
        </p:nvCxnSpPr>
        <p:spPr bwMode="auto">
          <a:xfrm rot="16200000" flipH="1">
            <a:off x="4773536" y="1286783"/>
            <a:ext cx="604123" cy="3564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54"/>
          <p:cNvCxnSpPr>
            <a:cxnSpLocks noChangeShapeType="1"/>
            <a:stCxn id="174" idx="0"/>
            <a:endCxn id="10259" idx="2"/>
          </p:cNvCxnSpPr>
          <p:nvPr/>
        </p:nvCxnSpPr>
        <p:spPr bwMode="auto">
          <a:xfrm flipH="1" flipV="1">
            <a:off x="6313598" y="3270377"/>
            <a:ext cx="2457" cy="20016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9" name="AutoShape 56"/>
          <p:cNvSpPr>
            <a:spLocks noChangeArrowheads="1"/>
          </p:cNvSpPr>
          <p:nvPr/>
        </p:nvSpPr>
        <p:spPr bwMode="auto">
          <a:xfrm>
            <a:off x="5729398" y="3074647"/>
            <a:ext cx="1168400" cy="1957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30000_RDGU_AUTRE</a:t>
            </a:r>
          </a:p>
        </p:txBody>
      </p: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98" name="Rectangle 2"/>
          <p:cNvSpPr txBox="1">
            <a:spLocks noGrp="1" noChangeArrowheads="1"/>
          </p:cNvSpPr>
          <p:nvPr>
            <p:ph type="title"/>
          </p:nvPr>
        </p:nvSpPr>
        <p:spPr bwMode="auto">
          <a:xfrm>
            <a:off x="2735753" y="24200"/>
            <a:ext cx="4019550" cy="29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RDGU</a:t>
            </a:r>
          </a:p>
        </p:txBody>
      </p:sp>
      <p:sp>
        <p:nvSpPr>
          <p:cNvPr id="76" name="AutoShape 52"/>
          <p:cNvSpPr>
            <a:spLocks noChangeArrowheads="1"/>
          </p:cNvSpPr>
          <p:nvPr/>
        </p:nvSpPr>
        <p:spPr bwMode="auto">
          <a:xfrm>
            <a:off x="2428452" y="3199514"/>
            <a:ext cx="1168400" cy="1866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20000_RDGU_TECHNIQUE</a:t>
            </a:r>
          </a:p>
        </p:txBody>
      </p:sp>
      <p:cxnSp>
        <p:nvCxnSpPr>
          <p:cNvPr id="115" name="Connecteur en angle 114"/>
          <p:cNvCxnSpPr>
            <a:stCxn id="10248" idx="1"/>
            <a:endCxn id="126" idx="6"/>
          </p:cNvCxnSpPr>
          <p:nvPr/>
        </p:nvCxnSpPr>
        <p:spPr bwMode="auto">
          <a:xfrm rot="10800000" flipV="1">
            <a:off x="599664" y="2646402"/>
            <a:ext cx="4314802" cy="14243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17"/>
          <p:cNvSpPr>
            <a:spLocks noChangeArrowheads="1"/>
          </p:cNvSpPr>
          <p:nvPr/>
        </p:nvSpPr>
        <p:spPr bwMode="auto">
          <a:xfrm>
            <a:off x="492457" y="2788838"/>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128" name="AutoShape 18"/>
          <p:cNvCxnSpPr>
            <a:cxnSpLocks noChangeShapeType="1"/>
            <a:stCxn id="129" idx="2"/>
            <a:endCxn id="130" idx="2"/>
          </p:cNvCxnSpPr>
          <p:nvPr/>
        </p:nvCxnSpPr>
        <p:spPr bwMode="auto">
          <a:xfrm rot="16200000" flipH="1">
            <a:off x="404816" y="3555439"/>
            <a:ext cx="390956" cy="1263"/>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41"/>
          <p:cNvSpPr>
            <a:spLocks noChangeArrowheads="1"/>
          </p:cNvSpPr>
          <p:nvPr/>
        </p:nvSpPr>
        <p:spPr bwMode="auto">
          <a:xfrm>
            <a:off x="48019" y="3197937"/>
            <a:ext cx="1103288" cy="16265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10000_RDGU_SELFCARE</a:t>
            </a:r>
          </a:p>
        </p:txBody>
      </p:sp>
      <p:sp>
        <p:nvSpPr>
          <p:cNvPr id="130" name="AutoShape 46">
            <a:hlinkClick r:id="rId4" action="ppaction://hlinksldjump"/>
          </p:cNvPr>
          <p:cNvSpPr>
            <a:spLocks noChangeArrowheads="1"/>
          </p:cNvSpPr>
          <p:nvPr/>
        </p:nvSpPr>
        <p:spPr bwMode="auto">
          <a:xfrm rot="10800000">
            <a:off x="60926" y="3751549"/>
            <a:ext cx="1080000" cy="360000"/>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SELFCARE</a:t>
            </a:r>
          </a:p>
        </p:txBody>
      </p:sp>
      <p:cxnSp>
        <p:nvCxnSpPr>
          <p:cNvPr id="131" name="AutoShape 47"/>
          <p:cNvCxnSpPr>
            <a:cxnSpLocks noChangeShapeType="1"/>
            <a:stCxn id="126" idx="2"/>
            <a:endCxn id="129" idx="0"/>
          </p:cNvCxnSpPr>
          <p:nvPr/>
        </p:nvCxnSpPr>
        <p:spPr bwMode="auto">
          <a:xfrm rot="5400000">
            <a:off x="495921" y="3094194"/>
            <a:ext cx="207486"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droit 8"/>
          <p:cNvCxnSpPr>
            <a:stCxn id="10250" idx="2"/>
            <a:endCxn id="76" idx="0"/>
          </p:cNvCxnSpPr>
          <p:nvPr/>
        </p:nvCxnSpPr>
        <p:spPr bwMode="auto">
          <a:xfrm flipH="1">
            <a:off x="3012652" y="3014701"/>
            <a:ext cx="681" cy="1848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12"/>
          <p:cNvCxnSpPr>
            <a:stCxn id="95" idx="2"/>
            <a:endCxn id="109" idx="0"/>
          </p:cNvCxnSpPr>
          <p:nvPr/>
        </p:nvCxnSpPr>
        <p:spPr bwMode="auto">
          <a:xfrm flipH="1">
            <a:off x="3018603" y="3921020"/>
            <a:ext cx="147" cy="47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AutoShape 73"/>
          <p:cNvSpPr>
            <a:spLocks noChangeArrowheads="1"/>
          </p:cNvSpPr>
          <p:nvPr/>
        </p:nvSpPr>
        <p:spPr bwMode="auto">
          <a:xfrm>
            <a:off x="2579501" y="3537406"/>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grpSp>
        <p:nvGrpSpPr>
          <p:cNvPr id="96" name="Groupe 95"/>
          <p:cNvGrpSpPr/>
          <p:nvPr/>
        </p:nvGrpSpPr>
        <p:grpSpPr>
          <a:xfrm>
            <a:off x="3711584" y="3871670"/>
            <a:ext cx="1070409" cy="571864"/>
            <a:chOff x="5821998" y="3652840"/>
            <a:chExt cx="1070409" cy="571864"/>
          </a:xfrm>
          <a:effectLst/>
        </p:grpSpPr>
        <p:sp>
          <p:nvSpPr>
            <p:cNvPr id="99" name="AutoShape 14"/>
            <p:cNvSpPr>
              <a:spLocks noChangeArrowheads="1"/>
            </p:cNvSpPr>
            <p:nvPr/>
          </p:nvSpPr>
          <p:spPr bwMode="auto">
            <a:xfrm>
              <a:off x="5821998" y="3652840"/>
              <a:ext cx="1070409" cy="19481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20000_RDGU_TECH_HNO</a:t>
              </a:r>
            </a:p>
          </p:txBody>
        </p:sp>
        <p:cxnSp>
          <p:nvCxnSpPr>
            <p:cNvPr id="101" name="Connecteur droit 100"/>
            <p:cNvCxnSpPr>
              <a:stCxn id="99" idx="2"/>
              <a:endCxn id="104" idx="2"/>
            </p:cNvCxnSpPr>
            <p:nvPr/>
          </p:nvCxnSpPr>
          <p:spPr bwMode="auto">
            <a:xfrm flipH="1">
              <a:off x="6357200" y="3847655"/>
              <a:ext cx="3" cy="138959"/>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1">
              <a:hlinkClick r:id="rId5" action="ppaction://hlinksldjump"/>
            </p:cNvPr>
            <p:cNvSpPr>
              <a:spLocks noChangeArrowheads="1"/>
            </p:cNvSpPr>
            <p:nvPr/>
          </p:nvSpPr>
          <p:spPr bwMode="auto">
            <a:xfrm rot="10800000">
              <a:off x="6021634" y="3986614"/>
              <a:ext cx="671133" cy="23809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grpSp>
      <p:cxnSp>
        <p:nvCxnSpPr>
          <p:cNvPr id="106" name="Connecteur en angle 105"/>
          <p:cNvCxnSpPr>
            <a:stCxn id="95" idx="3"/>
            <a:endCxn id="99" idx="0"/>
          </p:cNvCxnSpPr>
          <p:nvPr/>
        </p:nvCxnSpPr>
        <p:spPr bwMode="auto">
          <a:xfrm>
            <a:off x="3457998" y="3729213"/>
            <a:ext cx="788791" cy="14245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AutoShape 14"/>
          <p:cNvSpPr>
            <a:spLocks noChangeArrowheads="1"/>
          </p:cNvSpPr>
          <p:nvPr/>
        </p:nvSpPr>
        <p:spPr bwMode="auto">
          <a:xfrm>
            <a:off x="2499218" y="3968638"/>
            <a:ext cx="1038770" cy="1398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20000_RDGU_TECH_HO</a:t>
            </a:r>
          </a:p>
        </p:txBody>
      </p:sp>
      <p:cxnSp>
        <p:nvCxnSpPr>
          <p:cNvPr id="17" name="Connecteur droit 16"/>
          <p:cNvCxnSpPr>
            <a:cxnSpLocks/>
            <a:stCxn id="76" idx="2"/>
            <a:endCxn id="95" idx="0"/>
          </p:cNvCxnSpPr>
          <p:nvPr/>
        </p:nvCxnSpPr>
        <p:spPr bwMode="auto">
          <a:xfrm>
            <a:off x="3012652" y="3386123"/>
            <a:ext cx="6098" cy="15128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p:cNvCxnSpPr>
            <a:cxnSpLocks/>
            <a:stCxn id="109" idx="2"/>
            <a:endCxn id="183" idx="0"/>
          </p:cNvCxnSpPr>
          <p:nvPr/>
        </p:nvCxnSpPr>
        <p:spPr bwMode="auto">
          <a:xfrm flipH="1">
            <a:off x="3017395" y="4108464"/>
            <a:ext cx="1208" cy="3389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Connecteur droit 172">
            <a:extLst>
              <a:ext uri="{FF2B5EF4-FFF2-40B4-BE49-F238E27FC236}">
                <a16:creationId xmlns:a16="http://schemas.microsoft.com/office/drawing/2014/main" id="{BA15FB27-C092-414F-A54F-3D787424F944}"/>
              </a:ext>
            </a:extLst>
          </p:cNvPr>
          <p:cNvCxnSpPr>
            <a:stCxn id="174" idx="2"/>
            <a:endCxn id="180" idx="0"/>
          </p:cNvCxnSpPr>
          <p:nvPr/>
        </p:nvCxnSpPr>
        <p:spPr bwMode="auto">
          <a:xfrm flipH="1">
            <a:off x="6315908" y="3854151"/>
            <a:ext cx="147" cy="47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73">
            <a:extLst>
              <a:ext uri="{FF2B5EF4-FFF2-40B4-BE49-F238E27FC236}">
                <a16:creationId xmlns:a16="http://schemas.microsoft.com/office/drawing/2014/main" id="{98B2E10D-9F57-44DC-8689-75C06D7D3B31}"/>
              </a:ext>
            </a:extLst>
          </p:cNvPr>
          <p:cNvSpPr>
            <a:spLocks noChangeArrowheads="1"/>
          </p:cNvSpPr>
          <p:nvPr/>
        </p:nvSpPr>
        <p:spPr bwMode="auto">
          <a:xfrm>
            <a:off x="5876806" y="3470537"/>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175" name="Groupe 174">
            <a:extLst>
              <a:ext uri="{FF2B5EF4-FFF2-40B4-BE49-F238E27FC236}">
                <a16:creationId xmlns:a16="http://schemas.microsoft.com/office/drawing/2014/main" id="{0E6B04F5-32BE-4F52-A6EF-75B9FF8FF5BA}"/>
              </a:ext>
            </a:extLst>
          </p:cNvPr>
          <p:cNvGrpSpPr/>
          <p:nvPr/>
        </p:nvGrpSpPr>
        <p:grpSpPr>
          <a:xfrm>
            <a:off x="6965497" y="3890783"/>
            <a:ext cx="1070409" cy="571864"/>
            <a:chOff x="5821998" y="3652840"/>
            <a:chExt cx="1070409" cy="571864"/>
          </a:xfrm>
          <a:effectLst/>
        </p:grpSpPr>
        <p:sp>
          <p:nvSpPr>
            <p:cNvPr id="176" name="AutoShape 14">
              <a:extLst>
                <a:ext uri="{FF2B5EF4-FFF2-40B4-BE49-F238E27FC236}">
                  <a16:creationId xmlns:a16="http://schemas.microsoft.com/office/drawing/2014/main" id="{6AB5C896-047D-4CF0-BF09-925214B1D30A}"/>
                </a:ext>
              </a:extLst>
            </p:cNvPr>
            <p:cNvSpPr>
              <a:spLocks noChangeArrowheads="1"/>
            </p:cNvSpPr>
            <p:nvPr/>
          </p:nvSpPr>
          <p:spPr bwMode="auto">
            <a:xfrm>
              <a:off x="5821998" y="3652840"/>
              <a:ext cx="1070409" cy="19481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30000_RDGU_COM_HNO</a:t>
              </a:r>
            </a:p>
          </p:txBody>
        </p:sp>
        <p:cxnSp>
          <p:nvCxnSpPr>
            <p:cNvPr id="177" name="Connecteur droit 176">
              <a:extLst>
                <a:ext uri="{FF2B5EF4-FFF2-40B4-BE49-F238E27FC236}">
                  <a16:creationId xmlns:a16="http://schemas.microsoft.com/office/drawing/2014/main" id="{A4C7A2A5-2305-4144-947D-AE25393F676F}"/>
                </a:ext>
              </a:extLst>
            </p:cNvPr>
            <p:cNvCxnSpPr>
              <a:stCxn id="176" idx="2"/>
              <a:endCxn id="178" idx="2"/>
            </p:cNvCxnSpPr>
            <p:nvPr/>
          </p:nvCxnSpPr>
          <p:spPr bwMode="auto">
            <a:xfrm flipH="1">
              <a:off x="6357200" y="3847655"/>
              <a:ext cx="3" cy="138959"/>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11">
              <a:hlinkClick r:id="rId6" action="ppaction://hlinksldjump"/>
              <a:extLst>
                <a:ext uri="{FF2B5EF4-FFF2-40B4-BE49-F238E27FC236}">
                  <a16:creationId xmlns:a16="http://schemas.microsoft.com/office/drawing/2014/main" id="{57AFC85F-AA20-4D38-AAC0-B7E6764AA6A7}"/>
                </a:ext>
              </a:extLst>
            </p:cNvPr>
            <p:cNvSpPr>
              <a:spLocks noChangeArrowheads="1"/>
            </p:cNvSpPr>
            <p:nvPr/>
          </p:nvSpPr>
          <p:spPr bwMode="auto">
            <a:xfrm rot="10800000">
              <a:off x="6021634" y="3986614"/>
              <a:ext cx="671133" cy="23809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179" name="Connecteur en angle 105">
            <a:extLst>
              <a:ext uri="{FF2B5EF4-FFF2-40B4-BE49-F238E27FC236}">
                <a16:creationId xmlns:a16="http://schemas.microsoft.com/office/drawing/2014/main" id="{2312F613-93D1-4521-844C-E8110B40DE64}"/>
              </a:ext>
            </a:extLst>
          </p:cNvPr>
          <p:cNvCxnSpPr>
            <a:stCxn id="174" idx="3"/>
            <a:endCxn id="176" idx="0"/>
          </p:cNvCxnSpPr>
          <p:nvPr/>
        </p:nvCxnSpPr>
        <p:spPr bwMode="auto">
          <a:xfrm>
            <a:off x="6755303" y="3662344"/>
            <a:ext cx="745399" cy="22843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AutoShape 14">
            <a:extLst>
              <a:ext uri="{FF2B5EF4-FFF2-40B4-BE49-F238E27FC236}">
                <a16:creationId xmlns:a16="http://schemas.microsoft.com/office/drawing/2014/main" id="{47CE7BDB-CD6A-4824-8006-F87ED9432F97}"/>
              </a:ext>
            </a:extLst>
          </p:cNvPr>
          <p:cNvSpPr>
            <a:spLocks noChangeArrowheads="1"/>
          </p:cNvSpPr>
          <p:nvPr/>
        </p:nvSpPr>
        <p:spPr bwMode="auto">
          <a:xfrm>
            <a:off x="5796523" y="3901769"/>
            <a:ext cx="1038770" cy="1398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30000_RDGU_COM_HO</a:t>
            </a:r>
          </a:p>
        </p:txBody>
      </p:sp>
      <p:cxnSp>
        <p:nvCxnSpPr>
          <p:cNvPr id="181" name="Connecteur droit 180">
            <a:extLst>
              <a:ext uri="{FF2B5EF4-FFF2-40B4-BE49-F238E27FC236}">
                <a16:creationId xmlns:a16="http://schemas.microsoft.com/office/drawing/2014/main" id="{0AF473D4-1A78-468E-9C7D-2EC351441CC8}"/>
              </a:ext>
            </a:extLst>
          </p:cNvPr>
          <p:cNvCxnSpPr>
            <a:cxnSpLocks/>
            <a:stCxn id="180" idx="2"/>
            <a:endCxn id="188" idx="0"/>
          </p:cNvCxnSpPr>
          <p:nvPr/>
        </p:nvCxnSpPr>
        <p:spPr bwMode="auto">
          <a:xfrm flipH="1">
            <a:off x="6313598" y="4041595"/>
            <a:ext cx="2310" cy="2693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AutoShape 54">
            <a:extLst>
              <a:ext uri="{FF2B5EF4-FFF2-40B4-BE49-F238E27FC236}">
                <a16:creationId xmlns:a16="http://schemas.microsoft.com/office/drawing/2014/main" id="{405712FE-F926-4253-A6C8-CFFA58C14636}"/>
              </a:ext>
            </a:extLst>
          </p:cNvPr>
          <p:cNvCxnSpPr>
            <a:cxnSpLocks noChangeShapeType="1"/>
            <a:stCxn id="10259" idx="0"/>
            <a:endCxn id="10251" idx="2"/>
          </p:cNvCxnSpPr>
          <p:nvPr/>
        </p:nvCxnSpPr>
        <p:spPr bwMode="auto">
          <a:xfrm flipV="1">
            <a:off x="6313598" y="2969324"/>
            <a:ext cx="0" cy="10532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3" name="AutoShape 52">
            <a:extLst>
              <a:ext uri="{FF2B5EF4-FFF2-40B4-BE49-F238E27FC236}">
                <a16:creationId xmlns:a16="http://schemas.microsoft.com/office/drawing/2014/main" id="{5B895AC2-A68C-4531-9916-2527AB39CE36}"/>
              </a:ext>
            </a:extLst>
          </p:cNvPr>
          <p:cNvSpPr>
            <a:spLocks noChangeArrowheads="1"/>
          </p:cNvSpPr>
          <p:nvPr/>
        </p:nvSpPr>
        <p:spPr bwMode="auto">
          <a:xfrm>
            <a:off x="2433195" y="4447390"/>
            <a:ext cx="1168400" cy="18195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20000_FTT_PREMIUM_RDGU</a:t>
            </a:r>
          </a:p>
        </p:txBody>
      </p:sp>
      <p:sp>
        <p:nvSpPr>
          <p:cNvPr id="184" name="AutoShape 94">
            <a:extLst>
              <a:ext uri="{FF2B5EF4-FFF2-40B4-BE49-F238E27FC236}">
                <a16:creationId xmlns:a16="http://schemas.microsoft.com/office/drawing/2014/main" id="{499FD424-CC2F-4276-8B6B-02F243653DE5}"/>
              </a:ext>
            </a:extLst>
          </p:cNvPr>
          <p:cNvSpPr>
            <a:spLocks noChangeArrowheads="1"/>
          </p:cNvSpPr>
          <p:nvPr/>
        </p:nvSpPr>
        <p:spPr bwMode="auto">
          <a:xfrm>
            <a:off x="2518732" y="4768761"/>
            <a:ext cx="997325" cy="286970"/>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br>
              <a:rPr lang="fr-FR" sz="600" b="1"/>
            </a:br>
            <a:r>
              <a:rPr lang="fr-FR" sz="600" b="1"/>
              <a:t>ABO FTT PREMIUM RDGU</a:t>
            </a:r>
            <a:endParaRPr lang="fr-FR" sz="600" b="1" i="1"/>
          </a:p>
        </p:txBody>
      </p:sp>
      <p:cxnSp>
        <p:nvCxnSpPr>
          <p:cNvPr id="29" name="Connecteur droit 28">
            <a:extLst>
              <a:ext uri="{FF2B5EF4-FFF2-40B4-BE49-F238E27FC236}">
                <a16:creationId xmlns:a16="http://schemas.microsoft.com/office/drawing/2014/main" id="{9877EF3F-8B24-4AA1-98EA-BA55CF69ABB2}"/>
              </a:ext>
            </a:extLst>
          </p:cNvPr>
          <p:cNvCxnSpPr>
            <a:stCxn id="183" idx="2"/>
            <a:endCxn id="184" idx="0"/>
          </p:cNvCxnSpPr>
          <p:nvPr/>
        </p:nvCxnSpPr>
        <p:spPr bwMode="auto">
          <a:xfrm>
            <a:off x="3017395" y="4629348"/>
            <a:ext cx="0" cy="1394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AutoShape 142">
            <a:extLst>
              <a:ext uri="{FF2B5EF4-FFF2-40B4-BE49-F238E27FC236}">
                <a16:creationId xmlns:a16="http://schemas.microsoft.com/office/drawing/2014/main" id="{2F9797A1-96DE-405F-A616-FBEDD8E1A0FC}"/>
              </a:ext>
            </a:extLst>
          </p:cNvPr>
          <p:cNvSpPr>
            <a:spLocks noChangeArrowheads="1"/>
          </p:cNvSpPr>
          <p:nvPr/>
        </p:nvSpPr>
        <p:spPr bwMode="auto">
          <a:xfrm>
            <a:off x="5810229" y="4795476"/>
            <a:ext cx="1007098"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ABO FCT PREMIUM RDGU</a:t>
            </a:r>
            <a:endParaRPr lang="fr-FR" sz="600" i="1"/>
          </a:p>
        </p:txBody>
      </p:sp>
      <p:sp>
        <p:nvSpPr>
          <p:cNvPr id="188" name="AutoShape 208">
            <a:extLst>
              <a:ext uri="{FF2B5EF4-FFF2-40B4-BE49-F238E27FC236}">
                <a16:creationId xmlns:a16="http://schemas.microsoft.com/office/drawing/2014/main" id="{B04A461E-A69F-4FD1-BBFF-52FE3450429C}"/>
              </a:ext>
            </a:extLst>
          </p:cNvPr>
          <p:cNvSpPr>
            <a:spLocks noChangeArrowheads="1"/>
          </p:cNvSpPr>
          <p:nvPr/>
        </p:nvSpPr>
        <p:spPr bwMode="auto">
          <a:xfrm>
            <a:off x="5677072" y="4310919"/>
            <a:ext cx="1273052" cy="22224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30000_FCT_PREMIUM_RDGU</a:t>
            </a:r>
          </a:p>
        </p:txBody>
      </p:sp>
      <p:cxnSp>
        <p:nvCxnSpPr>
          <p:cNvPr id="189" name="Connecteur droit 188">
            <a:extLst>
              <a:ext uri="{FF2B5EF4-FFF2-40B4-BE49-F238E27FC236}">
                <a16:creationId xmlns:a16="http://schemas.microsoft.com/office/drawing/2014/main" id="{1BCD3A51-3584-4F5F-9113-B110B2A49F24}"/>
              </a:ext>
            </a:extLst>
          </p:cNvPr>
          <p:cNvCxnSpPr>
            <a:stCxn id="188" idx="2"/>
            <a:endCxn id="187" idx="0"/>
          </p:cNvCxnSpPr>
          <p:nvPr/>
        </p:nvCxnSpPr>
        <p:spPr bwMode="auto">
          <a:xfrm>
            <a:off x="6313598" y="4533161"/>
            <a:ext cx="180" cy="2623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Explosion : 14 points 69">
            <a:extLst>
              <a:ext uri="{FF2B5EF4-FFF2-40B4-BE49-F238E27FC236}">
                <a16:creationId xmlns:a16="http://schemas.microsoft.com/office/drawing/2014/main" id="{0CBF669A-0D31-4A74-8FBF-7C5191266754}"/>
              </a:ext>
            </a:extLst>
          </p:cNvPr>
          <p:cNvSpPr/>
          <p:nvPr/>
        </p:nvSpPr>
        <p:spPr bwMode="auto">
          <a:xfrm>
            <a:off x="3516058" y="4579213"/>
            <a:ext cx="1580184" cy="912803"/>
          </a:xfrm>
          <a:prstGeom prst="irregularSeal2">
            <a:avLst/>
          </a:prstGeom>
          <a:solidFill>
            <a:srgbClr val="FFFF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Nœuds de routage </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Identiques  ceux </a:t>
            </a:r>
          </a:p>
          <a:p>
            <a:pPr marL="0" marR="0" indent="0" algn="ctr"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existants</a:t>
            </a:r>
          </a:p>
        </p:txBody>
      </p:sp>
      <p:sp>
        <p:nvSpPr>
          <p:cNvPr id="64" name="AutoShape 50">
            <a:hlinkClick r:id="rId3" action="ppaction://hlinksldjump"/>
            <a:extLst>
              <a:ext uri="{FF2B5EF4-FFF2-40B4-BE49-F238E27FC236}">
                <a16:creationId xmlns:a16="http://schemas.microsoft.com/office/drawing/2014/main" id="{D36A21C7-7ADD-4F94-A19A-FE354596158D}"/>
              </a:ext>
            </a:extLst>
          </p:cNvPr>
          <p:cNvSpPr>
            <a:spLocks noChangeArrowheads="1"/>
          </p:cNvSpPr>
          <p:nvPr/>
        </p:nvSpPr>
        <p:spPr bwMode="auto">
          <a:xfrm rot="10800000">
            <a:off x="3457998" y="654022"/>
            <a:ext cx="971550" cy="35718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dirty="0"/>
              <a:t>BOX 4G/5G</a:t>
            </a:r>
          </a:p>
        </p:txBody>
      </p:sp>
      <p:cxnSp>
        <p:nvCxnSpPr>
          <p:cNvPr id="4" name="Connecteur : en angle 3">
            <a:extLst>
              <a:ext uri="{FF2B5EF4-FFF2-40B4-BE49-F238E27FC236}">
                <a16:creationId xmlns:a16="http://schemas.microsoft.com/office/drawing/2014/main" id="{FCFDF2B9-2000-4B18-8B8A-76853C4F6F4B}"/>
              </a:ext>
            </a:extLst>
          </p:cNvPr>
          <p:cNvCxnSpPr>
            <a:stCxn id="64" idx="0"/>
            <a:endCxn id="10247" idx="0"/>
          </p:cNvCxnSpPr>
          <p:nvPr/>
        </p:nvCxnSpPr>
        <p:spPr bwMode="auto">
          <a:xfrm rot="16200000" flipH="1">
            <a:off x="4220867" y="734115"/>
            <a:ext cx="595458" cy="1149646"/>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37664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bwMode="auto">
          <a:xfrm>
            <a:off x="26675" y="586857"/>
            <a:ext cx="1897517" cy="1784921"/>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800" u="sng"/>
              <a:t>Eligibilité PREMIUM</a:t>
            </a:r>
          </a:p>
          <a:p>
            <a:pPr>
              <a:buClr>
                <a:srgbClr val="D31E05"/>
              </a:buClr>
            </a:pPr>
            <a:r>
              <a:rPr lang="es-ES" altLang="fr-FR" sz="700" b="1" i="1">
                <a:solidFill>
                  <a:srgbClr val="C00000"/>
                </a:solidFill>
              </a:rPr>
              <a:t>C2OL</a:t>
            </a:r>
          </a:p>
          <a:p>
            <a:pPr>
              <a:buClr>
                <a:srgbClr val="D31E05"/>
              </a:buClr>
            </a:pPr>
            <a:r>
              <a:rPr lang="es-ES" altLang="fr-FR" sz="700" i="1" err="1"/>
              <a:t>Marqueur</a:t>
            </a:r>
            <a:r>
              <a:rPr lang="es-ES" altLang="fr-FR" sz="700" i="1"/>
              <a:t> : CELL_PREM </a:t>
            </a:r>
          </a:p>
          <a:p>
            <a:pPr>
              <a:buClr>
                <a:srgbClr val="D31E05"/>
              </a:buClr>
            </a:pPr>
            <a:r>
              <a:rPr lang="es-ES" altLang="fr-FR" sz="700" i="1" err="1"/>
              <a:t>valeur</a:t>
            </a:r>
            <a:r>
              <a:rPr lang="es-ES" altLang="fr-FR" sz="700" i="1"/>
              <a:t> 1 : </a:t>
            </a:r>
            <a:r>
              <a:rPr lang="es-ES" altLang="fr-FR" sz="700" i="1" err="1"/>
              <a:t>commence</a:t>
            </a:r>
            <a:r>
              <a:rPr lang="es-ES" altLang="fr-FR" sz="700" i="1"/>
              <a:t> par </a:t>
            </a:r>
          </a:p>
          <a:p>
            <a:pPr>
              <a:buClr>
                <a:srgbClr val="D31E05"/>
              </a:buClr>
            </a:pPr>
            <a:r>
              <a:rPr lang="es-ES" altLang="fr-FR" sz="700" i="1"/>
              <a:t>“PRE_FID_M”  </a:t>
            </a:r>
          </a:p>
          <a:p>
            <a:pPr>
              <a:buClr>
                <a:srgbClr val="D31E05"/>
              </a:buClr>
            </a:pPr>
            <a:r>
              <a:rPr lang="es-ES" altLang="fr-FR" sz="700" b="1" i="1" err="1"/>
              <a:t>ou</a:t>
            </a:r>
            <a:r>
              <a:rPr lang="es-ES" altLang="fr-FR" sz="700" i="1"/>
              <a:t> PLATINE_00</a:t>
            </a:r>
          </a:p>
          <a:p>
            <a:pPr>
              <a:buClr>
                <a:srgbClr val="D31E05"/>
              </a:buClr>
            </a:pPr>
            <a:r>
              <a:rPr lang="es-ES" altLang="fr-FR" sz="700" i="1" err="1"/>
              <a:t>Ou</a:t>
            </a:r>
            <a:r>
              <a:rPr lang="es-ES" altLang="fr-FR" sz="700" i="1"/>
              <a:t> PACKPRO_M (=</a:t>
            </a:r>
            <a:r>
              <a:rPr lang="es-ES" altLang="fr-FR" sz="700" b="1" i="1">
                <a:solidFill>
                  <a:schemeClr val="tx1"/>
                </a:solidFill>
              </a:rPr>
              <a:t>PACKPRO</a:t>
            </a:r>
            <a:r>
              <a:rPr lang="es-ES" altLang="fr-FR" sz="700" i="1">
                <a:solidFill>
                  <a:schemeClr val="tx1"/>
                </a:solidFill>
              </a:rPr>
              <a:t>)</a:t>
            </a:r>
          </a:p>
          <a:p>
            <a:pPr>
              <a:buClr>
                <a:srgbClr val="D31E05"/>
              </a:buClr>
            </a:pPr>
            <a:endParaRPr lang="es-ES" altLang="fr-FR" sz="700" i="1"/>
          </a:p>
          <a:p>
            <a:pPr>
              <a:buClr>
                <a:srgbClr val="D31E05"/>
              </a:buClr>
            </a:pPr>
            <a:r>
              <a:rPr lang="fr-FR" sz="700" b="1">
                <a:solidFill>
                  <a:srgbClr val="C00000"/>
                </a:solidFill>
              </a:rPr>
              <a:t>AEM</a:t>
            </a:r>
          </a:p>
          <a:p>
            <a:pPr>
              <a:buClr>
                <a:srgbClr val="D31E05"/>
              </a:buClr>
            </a:pPr>
            <a:r>
              <a:rPr lang="es-ES" altLang="fr-FR" sz="700" i="1" err="1"/>
              <a:t>Code</a:t>
            </a:r>
            <a:r>
              <a:rPr lang="es-ES" altLang="fr-FR" sz="700" i="1"/>
              <a:t> PTA = PE9 </a:t>
            </a:r>
            <a:r>
              <a:rPr lang="es-ES" altLang="fr-FR" sz="700" i="1" err="1"/>
              <a:t>ou</a:t>
            </a:r>
            <a:r>
              <a:rPr lang="es-ES" altLang="fr-FR" sz="700" i="1"/>
              <a:t> PG9 (=</a:t>
            </a:r>
            <a:r>
              <a:rPr lang="es-ES" altLang="fr-FR" sz="700" b="1" i="1">
                <a:solidFill>
                  <a:schemeClr val="tx1"/>
                </a:solidFill>
              </a:rPr>
              <a:t>PACKPRO</a:t>
            </a:r>
            <a:r>
              <a:rPr lang="es-ES" altLang="fr-FR" sz="700" i="1">
                <a:solidFill>
                  <a:schemeClr val="tx1"/>
                </a:solidFill>
              </a:rPr>
              <a:t>)</a:t>
            </a:r>
          </a:p>
          <a:p>
            <a:pPr>
              <a:buClr>
                <a:srgbClr val="D31E05"/>
              </a:buClr>
            </a:pPr>
            <a:endParaRPr lang="fr-FR" altLang="fr-FR" sz="700" i="1"/>
          </a:p>
          <a:p>
            <a:r>
              <a:rPr lang="fr-FR" sz="700" b="1">
                <a:solidFill>
                  <a:srgbClr val="FF0000"/>
                </a:solidFill>
              </a:rPr>
              <a:t>SEARCH</a:t>
            </a:r>
          </a:p>
          <a:p>
            <a:r>
              <a:rPr lang="fr-FR" sz="700">
                <a:solidFill>
                  <a:schemeClr val="tx1"/>
                </a:solidFill>
              </a:rPr>
              <a:t>Si </a:t>
            </a:r>
            <a:r>
              <a:rPr lang="fr-FR" sz="700" err="1">
                <a:solidFill>
                  <a:schemeClr val="tx1"/>
                </a:solidFill>
              </a:rPr>
              <a:t>titulaireType</a:t>
            </a:r>
            <a:r>
              <a:rPr lang="fr-FR" sz="700">
                <a:solidFill>
                  <a:schemeClr val="tx1"/>
                </a:solidFill>
              </a:rPr>
              <a:t>=</a:t>
            </a:r>
            <a:r>
              <a:rPr lang="fr-FR" sz="700" err="1">
                <a:solidFill>
                  <a:schemeClr val="tx1"/>
                </a:solidFill>
              </a:rPr>
              <a:t>PersonnePhysique</a:t>
            </a:r>
            <a:r>
              <a:rPr lang="fr-FR" sz="700">
                <a:solidFill>
                  <a:schemeClr val="tx1"/>
                </a:solidFill>
              </a:rPr>
              <a:t> et </a:t>
            </a:r>
          </a:p>
          <a:p>
            <a:r>
              <a:rPr lang="fr-FR" sz="700" err="1">
                <a:solidFill>
                  <a:schemeClr val="tx1"/>
                </a:solidFill>
              </a:rPr>
              <a:t>niveauQualificationPro</a:t>
            </a:r>
            <a:r>
              <a:rPr lang="fr-FR" sz="700">
                <a:solidFill>
                  <a:schemeClr val="tx1"/>
                </a:solidFill>
              </a:rPr>
              <a:t> = 05]</a:t>
            </a:r>
            <a:br>
              <a:rPr lang="fr-FR" sz="700">
                <a:solidFill>
                  <a:schemeClr val="tx1"/>
                </a:solidFill>
              </a:rPr>
            </a:br>
            <a:r>
              <a:rPr lang="fr-FR" sz="700">
                <a:solidFill>
                  <a:schemeClr val="tx1"/>
                </a:solidFill>
              </a:rPr>
              <a:t>OU [si </a:t>
            </a:r>
            <a:r>
              <a:rPr lang="fr-FR" sz="700" err="1">
                <a:solidFill>
                  <a:schemeClr val="tx1"/>
                </a:solidFill>
              </a:rPr>
              <a:t>titulaireType</a:t>
            </a:r>
            <a:r>
              <a:rPr lang="fr-FR" sz="700">
                <a:solidFill>
                  <a:schemeClr val="tx1"/>
                </a:solidFill>
              </a:rPr>
              <a:t>= moral]</a:t>
            </a:r>
            <a:br>
              <a:rPr lang="fr-FR" sz="700">
                <a:solidFill>
                  <a:schemeClr val="tx1"/>
                </a:solidFill>
              </a:rPr>
            </a:br>
            <a:r>
              <a:rPr lang="fr-FR" sz="700">
                <a:solidFill>
                  <a:schemeClr val="tx1"/>
                </a:solidFill>
              </a:rPr>
              <a:t>OU </a:t>
            </a:r>
            <a:r>
              <a:rPr lang="fr-FR" sz="700" err="1">
                <a:solidFill>
                  <a:schemeClr val="tx1"/>
                </a:solidFill>
              </a:rPr>
              <a:t>classeCompteFacturation</a:t>
            </a:r>
            <a:r>
              <a:rPr lang="fr-FR" sz="700">
                <a:solidFill>
                  <a:schemeClr val="tx1"/>
                </a:solidFill>
              </a:rPr>
              <a:t> = S</a:t>
            </a:r>
          </a:p>
          <a:p>
            <a:endParaRPr lang="fr-FR" sz="700" strike="sngStrike"/>
          </a:p>
        </p:txBody>
      </p:sp>
      <p:cxnSp>
        <p:nvCxnSpPr>
          <p:cNvPr id="100" name="AutoShape 4"/>
          <p:cNvCxnSpPr>
            <a:cxnSpLocks noChangeShapeType="1"/>
            <a:endCxn id="10275" idx="3"/>
          </p:cNvCxnSpPr>
          <p:nvPr/>
        </p:nvCxnSpPr>
        <p:spPr bwMode="auto">
          <a:xfrm rot="5400000">
            <a:off x="5372280" y="2004833"/>
            <a:ext cx="2438296" cy="902454"/>
          </a:xfrm>
          <a:prstGeom prst="curvedConnector2">
            <a:avLst/>
          </a:prstGeom>
          <a:noFill/>
          <a:ln w="9525">
            <a:solidFill>
              <a:srgbClr val="0000FF"/>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42"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D818F24-37FC-4EE3-A6A7-315C6E3328C3}" type="slidenum">
              <a:rPr lang="fr-FR" smtClean="0"/>
              <a:pPr eaLnBrk="1" hangingPunct="1"/>
              <a:t>26</a:t>
            </a:fld>
            <a:endParaRPr lang="fr-FR"/>
          </a:p>
        </p:txBody>
      </p:sp>
      <p:sp>
        <p:nvSpPr>
          <p:cNvPr id="10247" name="Rectangle 11"/>
          <p:cNvSpPr>
            <a:spLocks noChangeArrowheads="1"/>
          </p:cNvSpPr>
          <p:nvPr/>
        </p:nvSpPr>
        <p:spPr bwMode="auto">
          <a:xfrm>
            <a:off x="3750189" y="1955941"/>
            <a:ext cx="2686460" cy="461665"/>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600"/>
              <a:t>ABO MENU PRINCIPAL PREMIUM</a:t>
            </a:r>
          </a:p>
          <a:p>
            <a:pPr algn="ctr"/>
            <a:r>
              <a:rPr lang="fr-FR" sz="600">
                <a:ea typeface="ＭＳ Ｐゴシック" pitchFamily="-80" charset="-128"/>
              </a:rPr>
              <a:t>Pour activer, débloquer votre carte SIM ou suspendre votre ligne, tapez 1</a:t>
            </a:r>
          </a:p>
          <a:p>
            <a:pPr algn="ctr"/>
            <a:r>
              <a:rPr lang="fr-FR" sz="600">
                <a:ea typeface="ＭＳ Ｐゴシック" pitchFamily="-80" charset="-128"/>
              </a:rPr>
              <a:t>Pour une assistance technique, tapez 2</a:t>
            </a:r>
          </a:p>
          <a:p>
            <a:pPr algn="ctr"/>
            <a:r>
              <a:rPr lang="fr-FR" sz="600">
                <a:ea typeface="ＭＳ Ｐゴシック" pitchFamily="-80" charset="-128"/>
              </a:rPr>
              <a:t>Pour une demande administrative ou commerciale, tapez 3</a:t>
            </a:r>
            <a:endParaRPr lang="fr-FR" sz="600"/>
          </a:p>
        </p:txBody>
      </p:sp>
      <p:sp>
        <p:nvSpPr>
          <p:cNvPr id="10248" name="AutoShape 13"/>
          <p:cNvSpPr>
            <a:spLocks noChangeArrowheads="1"/>
          </p:cNvSpPr>
          <p:nvPr/>
        </p:nvSpPr>
        <p:spPr bwMode="auto">
          <a:xfrm>
            <a:off x="4916565" y="2493538"/>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cxnSp>
        <p:nvCxnSpPr>
          <p:cNvPr id="10249" name="AutoShape 14"/>
          <p:cNvCxnSpPr>
            <a:cxnSpLocks noChangeShapeType="1"/>
            <a:endCxn id="10253" idx="4"/>
          </p:cNvCxnSpPr>
          <p:nvPr/>
        </p:nvCxnSpPr>
        <p:spPr bwMode="auto">
          <a:xfrm>
            <a:off x="5322580" y="2588463"/>
            <a:ext cx="2793548" cy="365452"/>
          </a:xfrm>
          <a:prstGeom prst="bentConnector3">
            <a:avLst>
              <a:gd name="adj1" fmla="val 6729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0" name="AutoShape 16"/>
          <p:cNvSpPr>
            <a:spLocks noChangeArrowheads="1"/>
          </p:cNvSpPr>
          <p:nvPr/>
        </p:nvSpPr>
        <p:spPr bwMode="auto">
          <a:xfrm>
            <a:off x="2452575" y="2883041"/>
            <a:ext cx="215900" cy="176212"/>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1000"/>
              <a:t>2</a:t>
            </a:r>
          </a:p>
        </p:txBody>
      </p:sp>
      <p:sp>
        <p:nvSpPr>
          <p:cNvPr id="10251" name="AutoShape 20"/>
          <p:cNvSpPr>
            <a:spLocks noChangeArrowheads="1"/>
          </p:cNvSpPr>
          <p:nvPr/>
        </p:nvSpPr>
        <p:spPr bwMode="auto">
          <a:xfrm>
            <a:off x="5358340" y="2940903"/>
            <a:ext cx="215900" cy="199978"/>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1000"/>
              <a:t>3</a:t>
            </a:r>
          </a:p>
        </p:txBody>
      </p:sp>
      <p:cxnSp>
        <p:nvCxnSpPr>
          <p:cNvPr id="10252" name="AutoShape 24"/>
          <p:cNvCxnSpPr>
            <a:cxnSpLocks noChangeShapeType="1"/>
            <a:stCxn id="10251" idx="6"/>
            <a:endCxn id="10248" idx="3"/>
          </p:cNvCxnSpPr>
          <p:nvPr/>
        </p:nvCxnSpPr>
        <p:spPr bwMode="auto">
          <a:xfrm rot="16200000" flipV="1">
            <a:off x="5193568" y="2668180"/>
            <a:ext cx="351321" cy="194125"/>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3" name="AutoShape 48"/>
          <p:cNvSpPr>
            <a:spLocks noChangeArrowheads="1"/>
          </p:cNvSpPr>
          <p:nvPr/>
        </p:nvSpPr>
        <p:spPr bwMode="auto">
          <a:xfrm>
            <a:off x="8116128" y="2865808"/>
            <a:ext cx="48895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latin typeface="Arial"/>
              </a:rPr>
              <a:t>NM NI = 3</a:t>
            </a:r>
          </a:p>
        </p:txBody>
      </p:sp>
      <p:sp>
        <p:nvSpPr>
          <p:cNvPr id="10254" name="AutoShape 50">
            <a:hlinkClick r:id="rId3" action="ppaction://hlinksldjump"/>
          </p:cNvPr>
          <p:cNvSpPr>
            <a:spLocks noChangeArrowheads="1"/>
          </p:cNvSpPr>
          <p:nvPr/>
        </p:nvSpPr>
        <p:spPr bwMode="auto">
          <a:xfrm rot="10800000">
            <a:off x="4617215" y="543761"/>
            <a:ext cx="971550" cy="35718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ENTREE</a:t>
            </a:r>
          </a:p>
        </p:txBody>
      </p:sp>
      <p:cxnSp>
        <p:nvCxnSpPr>
          <p:cNvPr id="10256" name="AutoShape 53"/>
          <p:cNvCxnSpPr>
            <a:cxnSpLocks noChangeShapeType="1"/>
            <a:stCxn id="10250" idx="6"/>
            <a:endCxn id="10248" idx="1"/>
          </p:cNvCxnSpPr>
          <p:nvPr/>
        </p:nvCxnSpPr>
        <p:spPr bwMode="auto">
          <a:xfrm rot="5400000" flipH="1" flipV="1">
            <a:off x="3591816" y="1558292"/>
            <a:ext cx="293459" cy="2356040"/>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57" name="AutoShape 54"/>
          <p:cNvCxnSpPr>
            <a:cxnSpLocks noChangeShapeType="1"/>
            <a:stCxn id="10248" idx="0"/>
            <a:endCxn id="10247" idx="2"/>
          </p:cNvCxnSpPr>
          <p:nvPr/>
        </p:nvCxnSpPr>
        <p:spPr bwMode="auto">
          <a:xfrm flipH="1" flipV="1">
            <a:off x="5093419" y="2417606"/>
            <a:ext cx="946" cy="759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60" name="Rectangle 104"/>
          <p:cNvSpPr>
            <a:spLocks noChangeArrowheads="1"/>
          </p:cNvSpPr>
          <p:nvPr/>
        </p:nvSpPr>
        <p:spPr bwMode="auto">
          <a:xfrm>
            <a:off x="7819404" y="1440632"/>
            <a:ext cx="1131888" cy="369332"/>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SAISIE BIS</a:t>
            </a:r>
          </a:p>
          <a:p>
            <a:pPr algn="ctr" eaLnBrk="0" hangingPunct="0"/>
            <a:r>
              <a:rPr lang="fr-FR" sz="600"/>
              <a:t>Désolé, nous n’avons pas compris votre choix…</a:t>
            </a:r>
          </a:p>
        </p:txBody>
      </p:sp>
      <p:sp>
        <p:nvSpPr>
          <p:cNvPr id="10261" name="AutoShape 105"/>
          <p:cNvSpPr>
            <a:spLocks noChangeArrowheads="1"/>
          </p:cNvSpPr>
          <p:nvPr/>
        </p:nvSpPr>
        <p:spPr bwMode="auto">
          <a:xfrm>
            <a:off x="8288466" y="4194796"/>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10262" name="Rectangle 106"/>
          <p:cNvSpPr>
            <a:spLocks noChangeArrowheads="1"/>
          </p:cNvSpPr>
          <p:nvPr/>
        </p:nvSpPr>
        <p:spPr bwMode="auto">
          <a:xfrm>
            <a:off x="7751795" y="3526229"/>
            <a:ext cx="1217613" cy="46990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D31E05"/>
                </a:solidFill>
              </a:rPr>
              <a:t>QUIT</a:t>
            </a:r>
          </a:p>
          <a:p>
            <a:pPr algn="ctr" eaLnBrk="0" hangingPunct="0"/>
            <a:r>
              <a:rPr lang="fr-FR" sz="600"/>
              <a:t>Désolé, nous n’avons pas compris votre demande. SFR vous remercie de votre appel </a:t>
            </a:r>
          </a:p>
        </p:txBody>
      </p:sp>
      <p:sp>
        <p:nvSpPr>
          <p:cNvPr id="10265" name="AutoShape 110"/>
          <p:cNvSpPr>
            <a:spLocks noChangeArrowheads="1"/>
          </p:cNvSpPr>
          <p:nvPr/>
        </p:nvSpPr>
        <p:spPr bwMode="auto">
          <a:xfrm>
            <a:off x="8270632" y="2048577"/>
            <a:ext cx="855281" cy="1381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b="1"/>
              <a:t>90002_PREMIUM_NMNI_X2</a:t>
            </a:r>
          </a:p>
        </p:txBody>
      </p:sp>
      <p:sp>
        <p:nvSpPr>
          <p:cNvPr id="10276" name="AutoShape 50">
            <a:hlinkClick r:id="rId4" action="ppaction://hlinksldjump"/>
          </p:cNvPr>
          <p:cNvSpPr>
            <a:spLocks noChangeArrowheads="1"/>
          </p:cNvSpPr>
          <p:nvPr/>
        </p:nvSpPr>
        <p:spPr bwMode="auto">
          <a:xfrm rot="10800000">
            <a:off x="4988571" y="6128609"/>
            <a:ext cx="971550" cy="35718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AUTRE</a:t>
            </a:r>
          </a:p>
        </p:txBody>
      </p:sp>
      <p:sp>
        <p:nvSpPr>
          <p:cNvPr id="68" name="AutoShape 110"/>
          <p:cNvSpPr>
            <a:spLocks noChangeArrowheads="1"/>
          </p:cNvSpPr>
          <p:nvPr/>
        </p:nvSpPr>
        <p:spPr bwMode="auto">
          <a:xfrm>
            <a:off x="7174958" y="2033922"/>
            <a:ext cx="902454" cy="14075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90001_PREMIUM_NMNI</a:t>
            </a:r>
          </a:p>
        </p:txBody>
      </p:sp>
      <p:cxnSp>
        <p:nvCxnSpPr>
          <p:cNvPr id="102" name="AutoShape 30"/>
          <p:cNvCxnSpPr>
            <a:cxnSpLocks noChangeShapeType="1"/>
            <a:endCxn id="10247" idx="0"/>
          </p:cNvCxnSpPr>
          <p:nvPr/>
        </p:nvCxnSpPr>
        <p:spPr bwMode="auto">
          <a:xfrm rot="5400000">
            <a:off x="4573292" y="1423789"/>
            <a:ext cx="1052279" cy="1202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54"/>
          <p:cNvCxnSpPr>
            <a:cxnSpLocks noChangeShapeType="1"/>
            <a:stCxn id="10275" idx="0"/>
            <a:endCxn id="10251" idx="2"/>
          </p:cNvCxnSpPr>
          <p:nvPr/>
        </p:nvCxnSpPr>
        <p:spPr bwMode="auto">
          <a:xfrm flipV="1">
            <a:off x="5457298" y="3140881"/>
            <a:ext cx="8992" cy="4239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259" name="AutoShape 56"/>
          <p:cNvSpPr>
            <a:spLocks noChangeArrowheads="1"/>
          </p:cNvSpPr>
          <p:nvPr/>
        </p:nvSpPr>
        <p:spPr bwMode="auto">
          <a:xfrm>
            <a:off x="4894805" y="3268625"/>
            <a:ext cx="1168400" cy="19573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30000_PREMIUM_AUTRE</a:t>
            </a:r>
          </a:p>
        </p:txBody>
      </p:sp>
      <p:sp>
        <p:nvSpPr>
          <p:cNvPr id="10275" name="AutoShape 31">
            <a:hlinkClick r:id="" action="ppaction://noaction"/>
          </p:cNvPr>
          <p:cNvSpPr>
            <a:spLocks noChangeArrowheads="1"/>
          </p:cNvSpPr>
          <p:nvPr/>
        </p:nvSpPr>
        <p:spPr bwMode="auto">
          <a:xfrm>
            <a:off x="4774395" y="3564877"/>
            <a:ext cx="1365806"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D31E05"/>
                </a:solidFill>
              </a:rPr>
              <a:t>ABO_PREMIUM_AUTRE</a:t>
            </a:r>
          </a:p>
        </p:txBody>
      </p:sp>
      <p:sp>
        <p:nvSpPr>
          <p:cNvPr id="85" name="AutoShape 187"/>
          <p:cNvSpPr>
            <a:spLocks noChangeArrowheads="1"/>
          </p:cNvSpPr>
          <p:nvPr/>
        </p:nvSpPr>
        <p:spPr bwMode="auto">
          <a:xfrm>
            <a:off x="4702044" y="987978"/>
            <a:ext cx="784225" cy="350838"/>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r>
              <a:rPr lang="fr-FR" altLang="fr-FR" sz="600">
                <a:solidFill>
                  <a:schemeClr val="bg1"/>
                </a:solidFill>
                <a:ea typeface="ＭＳ Ｐゴシック" charset="0"/>
              </a:rPr>
              <a:t>WCB DIGITAL ?</a:t>
            </a:r>
          </a:p>
        </p:txBody>
      </p:sp>
      <p:sp>
        <p:nvSpPr>
          <p:cNvPr id="105" name="AutoShape 56"/>
          <p:cNvSpPr>
            <a:spLocks noChangeArrowheads="1"/>
          </p:cNvSpPr>
          <p:nvPr/>
        </p:nvSpPr>
        <p:spPr bwMode="auto">
          <a:xfrm>
            <a:off x="6520426" y="1046912"/>
            <a:ext cx="1324415" cy="20737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30000_WCB_PREMIUM_AUTRE</a:t>
            </a:r>
          </a:p>
        </p:txBody>
      </p:sp>
      <p:cxnSp>
        <p:nvCxnSpPr>
          <p:cNvPr id="107" name="AutoShape 4"/>
          <p:cNvCxnSpPr>
            <a:cxnSpLocks noChangeShapeType="1"/>
            <a:stCxn id="85" idx="3"/>
            <a:endCxn id="105" idx="1"/>
          </p:cNvCxnSpPr>
          <p:nvPr/>
        </p:nvCxnSpPr>
        <p:spPr bwMode="auto">
          <a:xfrm flipV="1">
            <a:off x="5486269" y="1150598"/>
            <a:ext cx="1034157" cy="12799"/>
          </a:xfrm>
          <a:prstGeom prst="straightConnector1">
            <a:avLst/>
          </a:prstGeom>
          <a:noFill/>
          <a:ln w="9525">
            <a:solidFill>
              <a:srgbClr val="0000FF"/>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98" name="Rectangle 2"/>
          <p:cNvSpPr txBox="1">
            <a:spLocks noGrp="1" noChangeArrowheads="1"/>
          </p:cNvSpPr>
          <p:nvPr>
            <p:ph type="title"/>
          </p:nvPr>
        </p:nvSpPr>
        <p:spPr bwMode="auto">
          <a:xfrm>
            <a:off x="2735753" y="24200"/>
            <a:ext cx="4019550" cy="29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PREMIUM</a:t>
            </a:r>
          </a:p>
        </p:txBody>
      </p:sp>
      <p:sp>
        <p:nvSpPr>
          <p:cNvPr id="103" name="Text Box 157"/>
          <p:cNvSpPr txBox="1">
            <a:spLocks noChangeArrowheads="1"/>
          </p:cNvSpPr>
          <p:nvPr/>
        </p:nvSpPr>
        <p:spPr bwMode="auto">
          <a:xfrm>
            <a:off x="3084536" y="893406"/>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02</a:t>
            </a:r>
          </a:p>
        </p:txBody>
      </p:sp>
      <p:sp>
        <p:nvSpPr>
          <p:cNvPr id="108" name="Text Box 157"/>
          <p:cNvSpPr txBox="1">
            <a:spLocks noChangeArrowheads="1"/>
          </p:cNvSpPr>
          <p:nvPr/>
        </p:nvSpPr>
        <p:spPr bwMode="auto">
          <a:xfrm>
            <a:off x="5408186" y="951513"/>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01</a:t>
            </a:r>
          </a:p>
        </p:txBody>
      </p:sp>
      <p:sp>
        <p:nvSpPr>
          <p:cNvPr id="127" name="AutoShape 208"/>
          <p:cNvSpPr>
            <a:spLocks noChangeArrowheads="1"/>
          </p:cNvSpPr>
          <p:nvPr/>
        </p:nvSpPr>
        <p:spPr bwMode="auto">
          <a:xfrm>
            <a:off x="2841316" y="1089186"/>
            <a:ext cx="1311728" cy="16509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20000_WCB_PREMIUM_TECH</a:t>
            </a:r>
          </a:p>
        </p:txBody>
      </p:sp>
      <p:sp>
        <p:nvSpPr>
          <p:cNvPr id="135" name="AutoShape 50">
            <a:hlinkClick r:id="rId5" action="ppaction://hlinksldjump"/>
          </p:cNvPr>
          <p:cNvSpPr>
            <a:spLocks noChangeArrowheads="1"/>
          </p:cNvSpPr>
          <p:nvPr/>
        </p:nvSpPr>
        <p:spPr bwMode="auto">
          <a:xfrm rot="10800000">
            <a:off x="2072953" y="6533055"/>
            <a:ext cx="971550" cy="29252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TECH</a:t>
            </a:r>
          </a:p>
        </p:txBody>
      </p:sp>
      <p:sp>
        <p:nvSpPr>
          <p:cNvPr id="76" name="AutoShape 52"/>
          <p:cNvSpPr>
            <a:spLocks noChangeArrowheads="1"/>
          </p:cNvSpPr>
          <p:nvPr/>
        </p:nvSpPr>
        <p:spPr bwMode="auto">
          <a:xfrm>
            <a:off x="1974528" y="3113342"/>
            <a:ext cx="1168400" cy="1866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20000_PREMIUM_TECHNIQUE</a:t>
            </a:r>
          </a:p>
        </p:txBody>
      </p:sp>
      <p:sp>
        <p:nvSpPr>
          <p:cNvPr id="78" name="AutoShape 31">
            <a:hlinkClick r:id="" action="ppaction://noaction"/>
          </p:cNvPr>
          <p:cNvSpPr>
            <a:spLocks noChangeArrowheads="1"/>
          </p:cNvSpPr>
          <p:nvPr/>
        </p:nvSpPr>
        <p:spPr bwMode="auto">
          <a:xfrm>
            <a:off x="2027826" y="3355527"/>
            <a:ext cx="1084262" cy="1239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a:t>
            </a:r>
            <a:r>
              <a:rPr lang="fr-FR" sz="600">
                <a:solidFill>
                  <a:srgbClr val="D31E05"/>
                </a:solidFill>
              </a:rPr>
              <a:t>PREMIUM_TECHNIQUE</a:t>
            </a:r>
          </a:p>
        </p:txBody>
      </p:sp>
      <p:cxnSp>
        <p:nvCxnSpPr>
          <p:cNvPr id="8" name="Connecteur droit 7"/>
          <p:cNvCxnSpPr>
            <a:stCxn id="85" idx="1"/>
            <a:endCxn id="127" idx="3"/>
          </p:cNvCxnSpPr>
          <p:nvPr/>
        </p:nvCxnSpPr>
        <p:spPr bwMode="auto">
          <a:xfrm flipH="1">
            <a:off x="4153044" y="1163397"/>
            <a:ext cx="549000" cy="8338"/>
          </a:xfrm>
          <a:prstGeom prst="line">
            <a:avLst/>
          </a:prstGeom>
          <a:solidFill>
            <a:schemeClr val="accent1"/>
          </a:solidFill>
          <a:ln w="9525" cap="flat" cmpd="sng" algn="ctr">
            <a:solidFill>
              <a:srgbClr val="0070C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en arc 14"/>
          <p:cNvCxnSpPr>
            <a:stCxn id="127" idx="2"/>
            <a:endCxn id="78" idx="1"/>
          </p:cNvCxnSpPr>
          <p:nvPr/>
        </p:nvCxnSpPr>
        <p:spPr bwMode="auto">
          <a:xfrm rot="5400000">
            <a:off x="1680890" y="1601219"/>
            <a:ext cx="2163226" cy="1469354"/>
          </a:xfrm>
          <a:prstGeom prst="curvedConnector4">
            <a:avLst>
              <a:gd name="adj1" fmla="val 48567"/>
              <a:gd name="adj2" fmla="val 115558"/>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Connecteur en angle 114"/>
          <p:cNvCxnSpPr>
            <a:stCxn id="10248" idx="1"/>
            <a:endCxn id="126" idx="6"/>
          </p:cNvCxnSpPr>
          <p:nvPr/>
        </p:nvCxnSpPr>
        <p:spPr bwMode="auto">
          <a:xfrm rot="10800000" flipV="1">
            <a:off x="549199" y="2589582"/>
            <a:ext cx="4367366" cy="29475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AutoShape 17"/>
          <p:cNvSpPr>
            <a:spLocks noChangeArrowheads="1"/>
          </p:cNvSpPr>
          <p:nvPr/>
        </p:nvSpPr>
        <p:spPr bwMode="auto">
          <a:xfrm>
            <a:off x="441992" y="2884332"/>
            <a:ext cx="214413" cy="2016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r>
              <a:rPr lang="fr-FR" sz="800"/>
              <a:t>1</a:t>
            </a:r>
          </a:p>
        </p:txBody>
      </p:sp>
      <p:cxnSp>
        <p:nvCxnSpPr>
          <p:cNvPr id="128" name="AutoShape 18"/>
          <p:cNvCxnSpPr>
            <a:cxnSpLocks noChangeShapeType="1"/>
            <a:stCxn id="132" idx="2"/>
            <a:endCxn id="130" idx="2"/>
          </p:cNvCxnSpPr>
          <p:nvPr/>
        </p:nvCxnSpPr>
        <p:spPr bwMode="auto">
          <a:xfrm rot="16200000" flipH="1">
            <a:off x="471252" y="3767834"/>
            <a:ext cx="157528" cy="889"/>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41"/>
          <p:cNvSpPr>
            <a:spLocks noChangeArrowheads="1"/>
          </p:cNvSpPr>
          <p:nvPr/>
        </p:nvSpPr>
        <p:spPr bwMode="auto">
          <a:xfrm>
            <a:off x="-13350" y="3299951"/>
            <a:ext cx="1103288" cy="16265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10000_PREMIUM_SELFCARE</a:t>
            </a:r>
          </a:p>
        </p:txBody>
      </p:sp>
      <p:sp>
        <p:nvSpPr>
          <p:cNvPr id="130" name="AutoShape 46">
            <a:hlinkClick r:id="rId6" action="ppaction://hlinksldjump"/>
          </p:cNvPr>
          <p:cNvSpPr>
            <a:spLocks noChangeArrowheads="1"/>
          </p:cNvSpPr>
          <p:nvPr/>
        </p:nvSpPr>
        <p:spPr bwMode="auto">
          <a:xfrm rot="10800000">
            <a:off x="10461" y="3847043"/>
            <a:ext cx="1080000" cy="360000"/>
          </a:xfrm>
          <a:prstGeom prst="upArrowCallout">
            <a:avLst>
              <a:gd name="adj1" fmla="val 34532"/>
              <a:gd name="adj2" fmla="val 34532"/>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SELFCARE</a:t>
            </a:r>
          </a:p>
        </p:txBody>
      </p:sp>
      <p:cxnSp>
        <p:nvCxnSpPr>
          <p:cNvPr id="131" name="AutoShape 47"/>
          <p:cNvCxnSpPr>
            <a:cxnSpLocks noChangeShapeType="1"/>
            <a:stCxn id="126" idx="2"/>
          </p:cNvCxnSpPr>
          <p:nvPr/>
        </p:nvCxnSpPr>
        <p:spPr bwMode="auto">
          <a:xfrm rot="5400000">
            <a:off x="445456" y="3189688"/>
            <a:ext cx="207486"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AutoShape 31">
            <a:hlinkClick r:id="" action="ppaction://noaction"/>
          </p:cNvPr>
          <p:cNvSpPr>
            <a:spLocks noChangeArrowheads="1"/>
          </p:cNvSpPr>
          <p:nvPr/>
        </p:nvSpPr>
        <p:spPr bwMode="auto">
          <a:xfrm>
            <a:off x="7441" y="3545515"/>
            <a:ext cx="1084262" cy="14400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b="1">
                <a:solidFill>
                  <a:srgbClr val="00B050"/>
                </a:solidFill>
              </a:rPr>
              <a:t>ABO _SELFCARE</a:t>
            </a:r>
          </a:p>
        </p:txBody>
      </p:sp>
      <p:cxnSp>
        <p:nvCxnSpPr>
          <p:cNvPr id="133" name="AutoShape 62"/>
          <p:cNvCxnSpPr>
            <a:cxnSpLocks noChangeShapeType="1"/>
            <a:endCxn id="132" idx="0"/>
          </p:cNvCxnSpPr>
          <p:nvPr/>
        </p:nvCxnSpPr>
        <p:spPr bwMode="auto">
          <a:xfrm>
            <a:off x="549198" y="3456087"/>
            <a:ext cx="374" cy="8942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droit 8"/>
          <p:cNvCxnSpPr>
            <a:cxnSpLocks/>
            <a:stCxn id="10250" idx="2"/>
            <a:endCxn id="76" idx="0"/>
          </p:cNvCxnSpPr>
          <p:nvPr/>
        </p:nvCxnSpPr>
        <p:spPr bwMode="auto">
          <a:xfrm flipH="1">
            <a:off x="2558728" y="3059253"/>
            <a:ext cx="1797" cy="540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droit 10"/>
          <p:cNvCxnSpPr>
            <a:stCxn id="76" idx="2"/>
            <a:endCxn id="78" idx="0"/>
          </p:cNvCxnSpPr>
          <p:nvPr/>
        </p:nvCxnSpPr>
        <p:spPr bwMode="auto">
          <a:xfrm>
            <a:off x="2558728" y="3299951"/>
            <a:ext cx="11229" cy="555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12"/>
          <p:cNvCxnSpPr>
            <a:stCxn id="95" idx="2"/>
            <a:endCxn id="109" idx="0"/>
          </p:cNvCxnSpPr>
          <p:nvPr/>
        </p:nvCxnSpPr>
        <p:spPr bwMode="auto">
          <a:xfrm flipH="1">
            <a:off x="2569000" y="3935817"/>
            <a:ext cx="147" cy="47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droit 19"/>
          <p:cNvCxnSpPr>
            <a:stCxn id="10275" idx="2"/>
          </p:cNvCxnSpPr>
          <p:nvPr/>
        </p:nvCxnSpPr>
        <p:spPr bwMode="auto">
          <a:xfrm flipH="1">
            <a:off x="5451887" y="3785539"/>
            <a:ext cx="5411" cy="14889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AutoShape 73"/>
          <p:cNvSpPr>
            <a:spLocks noChangeArrowheads="1"/>
          </p:cNvSpPr>
          <p:nvPr/>
        </p:nvSpPr>
        <p:spPr bwMode="auto">
          <a:xfrm>
            <a:off x="2129898" y="3552203"/>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TECH</a:t>
            </a:r>
          </a:p>
        </p:txBody>
      </p:sp>
      <p:grpSp>
        <p:nvGrpSpPr>
          <p:cNvPr id="96" name="Groupe 95"/>
          <p:cNvGrpSpPr/>
          <p:nvPr/>
        </p:nvGrpSpPr>
        <p:grpSpPr>
          <a:xfrm>
            <a:off x="3339573" y="3861856"/>
            <a:ext cx="1070409" cy="571864"/>
            <a:chOff x="5821998" y="3652840"/>
            <a:chExt cx="1070409" cy="571864"/>
          </a:xfrm>
          <a:effectLst/>
        </p:grpSpPr>
        <p:sp>
          <p:nvSpPr>
            <p:cNvPr id="99" name="AutoShape 14"/>
            <p:cNvSpPr>
              <a:spLocks noChangeArrowheads="1"/>
            </p:cNvSpPr>
            <p:nvPr/>
          </p:nvSpPr>
          <p:spPr bwMode="auto">
            <a:xfrm>
              <a:off x="5821998" y="3652840"/>
              <a:ext cx="1070409" cy="19481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20000_PREMIUM_TECH_HNO</a:t>
              </a:r>
            </a:p>
          </p:txBody>
        </p:sp>
        <p:cxnSp>
          <p:nvCxnSpPr>
            <p:cNvPr id="101" name="Connecteur droit 100"/>
            <p:cNvCxnSpPr>
              <a:stCxn id="99" idx="2"/>
              <a:endCxn id="104" idx="2"/>
            </p:cNvCxnSpPr>
            <p:nvPr/>
          </p:nvCxnSpPr>
          <p:spPr bwMode="auto">
            <a:xfrm flipH="1">
              <a:off x="6357200" y="3847655"/>
              <a:ext cx="3" cy="138959"/>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AutoShape 11">
              <a:hlinkClick r:id="rId7" action="ppaction://hlinksldjump"/>
            </p:cNvPr>
            <p:cNvSpPr>
              <a:spLocks noChangeArrowheads="1"/>
            </p:cNvSpPr>
            <p:nvPr/>
          </p:nvSpPr>
          <p:spPr bwMode="auto">
            <a:xfrm rot="10800000">
              <a:off x="6021634" y="3986614"/>
              <a:ext cx="671133" cy="238090"/>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TECH</a:t>
              </a:r>
            </a:p>
          </p:txBody>
        </p:sp>
      </p:grpSp>
      <p:cxnSp>
        <p:nvCxnSpPr>
          <p:cNvPr id="106" name="Connecteur en angle 105"/>
          <p:cNvCxnSpPr>
            <a:stCxn id="95" idx="3"/>
            <a:endCxn id="99" idx="0"/>
          </p:cNvCxnSpPr>
          <p:nvPr/>
        </p:nvCxnSpPr>
        <p:spPr bwMode="auto">
          <a:xfrm>
            <a:off x="3008395" y="3744010"/>
            <a:ext cx="866383" cy="11784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AutoShape 14"/>
          <p:cNvSpPr>
            <a:spLocks noChangeArrowheads="1"/>
          </p:cNvSpPr>
          <p:nvPr/>
        </p:nvSpPr>
        <p:spPr bwMode="auto">
          <a:xfrm>
            <a:off x="2049615" y="3983435"/>
            <a:ext cx="1038770" cy="13982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20000_PREMIUM_TECH_HO</a:t>
            </a:r>
          </a:p>
        </p:txBody>
      </p:sp>
      <p:cxnSp>
        <p:nvCxnSpPr>
          <p:cNvPr id="17" name="Connecteur droit 16"/>
          <p:cNvCxnSpPr>
            <a:stCxn id="78" idx="2"/>
            <a:endCxn id="95" idx="0"/>
          </p:cNvCxnSpPr>
          <p:nvPr/>
        </p:nvCxnSpPr>
        <p:spPr bwMode="auto">
          <a:xfrm flipH="1">
            <a:off x="2569147" y="3479490"/>
            <a:ext cx="810" cy="727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0" name="AutoShape 31">
            <a:hlinkClick r:id="" action="ppaction://noaction"/>
          </p:cNvPr>
          <p:cNvSpPr>
            <a:spLocks noChangeArrowheads="1"/>
          </p:cNvSpPr>
          <p:nvPr/>
        </p:nvSpPr>
        <p:spPr bwMode="auto">
          <a:xfrm>
            <a:off x="1988034" y="4174211"/>
            <a:ext cx="1159515" cy="169188"/>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ABO_PREMIUM_TECH_HO</a:t>
            </a:r>
          </a:p>
        </p:txBody>
      </p:sp>
      <p:sp>
        <p:nvSpPr>
          <p:cNvPr id="111" name="AutoShape 68">
            <a:hlinkClick r:id="" action="ppaction://noaction"/>
          </p:cNvPr>
          <p:cNvSpPr>
            <a:spLocks noChangeArrowheads="1"/>
          </p:cNvSpPr>
          <p:nvPr/>
        </p:nvSpPr>
        <p:spPr bwMode="auto">
          <a:xfrm>
            <a:off x="5158170" y="3891677"/>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a:t>
            </a:r>
          </a:p>
          <a:p>
            <a:pPr algn="ctr" eaLnBrk="0" hangingPunct="0">
              <a:defRPr/>
            </a:pPr>
            <a:r>
              <a:rPr lang="fr-FR" sz="500">
                <a:solidFill>
                  <a:schemeClr val="bg1"/>
                </a:solidFill>
                <a:ea typeface="ＭＳ Ｐゴシック" charset="0"/>
              </a:rPr>
              <a:t>FCT PREMIUM</a:t>
            </a:r>
          </a:p>
        </p:txBody>
      </p:sp>
      <p:sp>
        <p:nvSpPr>
          <p:cNvPr id="112" name="Text Box 156"/>
          <p:cNvSpPr txBox="1">
            <a:spLocks noChangeArrowheads="1"/>
          </p:cNvSpPr>
          <p:nvPr/>
        </p:nvSpPr>
        <p:spPr bwMode="auto">
          <a:xfrm>
            <a:off x="4992490" y="423212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14" name="Connecteur en angle 113"/>
          <p:cNvCxnSpPr>
            <a:stCxn id="111" idx="3"/>
            <a:endCxn id="118" idx="2"/>
          </p:cNvCxnSpPr>
          <p:nvPr/>
        </p:nvCxnSpPr>
        <p:spPr bwMode="auto">
          <a:xfrm>
            <a:off x="5745604" y="4058506"/>
            <a:ext cx="516083" cy="1075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 Box 157"/>
          <p:cNvSpPr txBox="1">
            <a:spLocks noChangeArrowheads="1"/>
          </p:cNvSpPr>
          <p:nvPr/>
        </p:nvSpPr>
        <p:spPr bwMode="auto">
          <a:xfrm>
            <a:off x="5626096" y="3892258"/>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18" name="AutoShape 87">
            <a:hlinkClick r:id="rId8" action="ppaction://hlinksldjump"/>
          </p:cNvPr>
          <p:cNvSpPr>
            <a:spLocks noChangeArrowheads="1"/>
          </p:cNvSpPr>
          <p:nvPr/>
        </p:nvSpPr>
        <p:spPr bwMode="auto">
          <a:xfrm rot="10800000">
            <a:off x="5776883" y="4166018"/>
            <a:ext cx="969609" cy="299998"/>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a:t>
            </a:r>
          </a:p>
          <a:p>
            <a:pPr algn="ctr" eaLnBrk="0" hangingPunct="0"/>
            <a:r>
              <a:rPr lang="fr-FR" sz="600" b="1">
                <a:latin typeface="+mn-lt"/>
                <a:ea typeface="ＭＳ Ｐゴシック" charset="0"/>
              </a:rPr>
              <a:t>FCT PREMIUM</a:t>
            </a:r>
          </a:p>
        </p:txBody>
      </p:sp>
      <p:sp>
        <p:nvSpPr>
          <p:cNvPr id="119" name="AutoShape 68">
            <a:hlinkClick r:id="" action="ppaction://noaction"/>
          </p:cNvPr>
          <p:cNvSpPr>
            <a:spLocks noChangeArrowheads="1"/>
          </p:cNvSpPr>
          <p:nvPr/>
        </p:nvSpPr>
        <p:spPr bwMode="auto">
          <a:xfrm>
            <a:off x="5179580" y="4623237"/>
            <a:ext cx="587434"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2</a:t>
            </a:r>
          </a:p>
          <a:p>
            <a:pPr algn="ctr" eaLnBrk="0" hangingPunct="0">
              <a:defRPr/>
            </a:pPr>
            <a:r>
              <a:rPr lang="fr-FR" sz="500">
                <a:solidFill>
                  <a:schemeClr val="bg1"/>
                </a:solidFill>
                <a:ea typeface="ＭＳ Ｐゴシック" charset="0"/>
              </a:rPr>
              <a:t>FCT PREMIUM</a:t>
            </a:r>
          </a:p>
        </p:txBody>
      </p:sp>
      <p:sp>
        <p:nvSpPr>
          <p:cNvPr id="120" name="Text Box 156"/>
          <p:cNvSpPr txBox="1">
            <a:spLocks noChangeArrowheads="1"/>
          </p:cNvSpPr>
          <p:nvPr/>
        </p:nvSpPr>
        <p:spPr bwMode="auto">
          <a:xfrm>
            <a:off x="4992489" y="500171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21" name="Connecteur en angle 120"/>
          <p:cNvCxnSpPr>
            <a:stCxn id="119" idx="3"/>
            <a:endCxn id="125" idx="2"/>
          </p:cNvCxnSpPr>
          <p:nvPr/>
        </p:nvCxnSpPr>
        <p:spPr bwMode="auto">
          <a:xfrm>
            <a:off x="5767014" y="4817621"/>
            <a:ext cx="541216" cy="994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Text Box 157"/>
          <p:cNvSpPr txBox="1">
            <a:spLocks noChangeArrowheads="1"/>
          </p:cNvSpPr>
          <p:nvPr/>
        </p:nvSpPr>
        <p:spPr bwMode="auto">
          <a:xfrm>
            <a:off x="5739984" y="465054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25" name="AutoShape 87">
            <a:hlinkClick r:id="rId9" action="ppaction://hlinksldjump"/>
          </p:cNvPr>
          <p:cNvSpPr>
            <a:spLocks noChangeArrowheads="1"/>
          </p:cNvSpPr>
          <p:nvPr/>
        </p:nvSpPr>
        <p:spPr bwMode="auto">
          <a:xfrm rot="10800000">
            <a:off x="5823426" y="4917050"/>
            <a:ext cx="969609" cy="290963"/>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2</a:t>
            </a:r>
          </a:p>
          <a:p>
            <a:pPr algn="ctr" eaLnBrk="0" hangingPunct="0"/>
            <a:r>
              <a:rPr lang="fr-FR" sz="600" b="1">
                <a:latin typeface="+mn-lt"/>
                <a:ea typeface="ＭＳ Ｐゴシック" charset="0"/>
              </a:rPr>
              <a:t>FCT PREMIUM</a:t>
            </a:r>
          </a:p>
        </p:txBody>
      </p:sp>
      <p:sp>
        <p:nvSpPr>
          <p:cNvPr id="146" name="AutoShape 68">
            <a:hlinkClick r:id="" action="ppaction://noaction"/>
          </p:cNvPr>
          <p:cNvSpPr>
            <a:spLocks noChangeArrowheads="1"/>
          </p:cNvSpPr>
          <p:nvPr/>
        </p:nvSpPr>
        <p:spPr bwMode="auto">
          <a:xfrm>
            <a:off x="5180629" y="5397277"/>
            <a:ext cx="587434" cy="426959"/>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3</a:t>
            </a:r>
          </a:p>
          <a:p>
            <a:pPr algn="ctr" eaLnBrk="0" hangingPunct="0">
              <a:defRPr/>
            </a:pPr>
            <a:r>
              <a:rPr lang="fr-FR" sz="500">
                <a:solidFill>
                  <a:schemeClr val="bg1"/>
                </a:solidFill>
                <a:ea typeface="ＭＳ Ｐゴシック" charset="0"/>
              </a:rPr>
              <a:t>FCT PREMIUM</a:t>
            </a:r>
          </a:p>
        </p:txBody>
      </p:sp>
      <p:sp>
        <p:nvSpPr>
          <p:cNvPr id="147" name="Text Box 156"/>
          <p:cNvSpPr txBox="1">
            <a:spLocks noChangeArrowheads="1"/>
          </p:cNvSpPr>
          <p:nvPr/>
        </p:nvSpPr>
        <p:spPr bwMode="auto">
          <a:xfrm>
            <a:off x="4925083" y="579164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48" name="Connecteur en angle 147"/>
          <p:cNvCxnSpPr>
            <a:stCxn id="146" idx="3"/>
            <a:endCxn id="151" idx="2"/>
          </p:cNvCxnSpPr>
          <p:nvPr/>
        </p:nvCxnSpPr>
        <p:spPr bwMode="auto">
          <a:xfrm>
            <a:off x="5768063" y="5610757"/>
            <a:ext cx="785372" cy="6609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Text Box 157"/>
          <p:cNvSpPr txBox="1">
            <a:spLocks noChangeArrowheads="1"/>
          </p:cNvSpPr>
          <p:nvPr/>
        </p:nvSpPr>
        <p:spPr bwMode="auto">
          <a:xfrm>
            <a:off x="5733999" y="5442389"/>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51" name="AutoShape 87">
            <a:hlinkClick r:id="rId10" action="ppaction://hlinksldjump"/>
          </p:cNvPr>
          <p:cNvSpPr>
            <a:spLocks noChangeArrowheads="1"/>
          </p:cNvSpPr>
          <p:nvPr/>
        </p:nvSpPr>
        <p:spPr bwMode="auto">
          <a:xfrm rot="10800000">
            <a:off x="6068631" y="5676855"/>
            <a:ext cx="969609" cy="29945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3</a:t>
            </a:r>
          </a:p>
          <a:p>
            <a:pPr algn="ctr" eaLnBrk="0" hangingPunct="0"/>
            <a:r>
              <a:rPr lang="fr-FR" sz="600" b="1">
                <a:latin typeface="+mn-lt"/>
                <a:ea typeface="ＭＳ Ｐゴシック" charset="0"/>
              </a:rPr>
              <a:t>FCT PREMIUM</a:t>
            </a:r>
          </a:p>
        </p:txBody>
      </p:sp>
      <p:cxnSp>
        <p:nvCxnSpPr>
          <p:cNvPr id="152" name="Connecteur droit 151"/>
          <p:cNvCxnSpPr>
            <a:stCxn id="111" idx="2"/>
            <a:endCxn id="119" idx="0"/>
          </p:cNvCxnSpPr>
          <p:nvPr/>
        </p:nvCxnSpPr>
        <p:spPr bwMode="auto">
          <a:xfrm>
            <a:off x="5451887" y="4225335"/>
            <a:ext cx="21410" cy="3979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Connecteur droit 152"/>
          <p:cNvCxnSpPr>
            <a:stCxn id="119" idx="2"/>
            <a:endCxn id="146" idx="0"/>
          </p:cNvCxnSpPr>
          <p:nvPr/>
        </p:nvCxnSpPr>
        <p:spPr bwMode="auto">
          <a:xfrm>
            <a:off x="5473297" y="5012004"/>
            <a:ext cx="1049" cy="3852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en angle 9"/>
          <p:cNvCxnSpPr>
            <a:stCxn id="118" idx="0"/>
            <a:endCxn id="119" idx="0"/>
          </p:cNvCxnSpPr>
          <p:nvPr/>
        </p:nvCxnSpPr>
        <p:spPr bwMode="auto">
          <a:xfrm rot="5400000">
            <a:off x="5788882" y="4150431"/>
            <a:ext cx="157221" cy="788390"/>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Connecteur en angle 22"/>
          <p:cNvCxnSpPr>
            <a:stCxn id="125" idx="0"/>
            <a:endCxn id="146" idx="0"/>
          </p:cNvCxnSpPr>
          <p:nvPr/>
        </p:nvCxnSpPr>
        <p:spPr bwMode="auto">
          <a:xfrm rot="5400000">
            <a:off x="5796656" y="4885703"/>
            <a:ext cx="189264" cy="83388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droit avec flèche 26"/>
          <p:cNvCxnSpPr>
            <a:stCxn id="146" idx="2"/>
            <a:endCxn id="10276" idx="2"/>
          </p:cNvCxnSpPr>
          <p:nvPr/>
        </p:nvCxnSpPr>
        <p:spPr bwMode="auto">
          <a:xfrm>
            <a:off x="5474346" y="5824236"/>
            <a:ext cx="0" cy="30437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Connecteur en angle 64"/>
          <p:cNvCxnSpPr>
            <a:stCxn id="151" idx="0"/>
            <a:endCxn id="10276" idx="2"/>
          </p:cNvCxnSpPr>
          <p:nvPr/>
        </p:nvCxnSpPr>
        <p:spPr bwMode="auto">
          <a:xfrm rot="5400000">
            <a:off x="5937740" y="5512913"/>
            <a:ext cx="152303" cy="107908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AutoShape 68">
            <a:hlinkClick r:id="" action="ppaction://noaction"/>
          </p:cNvPr>
          <p:cNvSpPr>
            <a:spLocks noChangeArrowheads="1"/>
          </p:cNvSpPr>
          <p:nvPr/>
        </p:nvSpPr>
        <p:spPr bwMode="auto">
          <a:xfrm>
            <a:off x="2265011" y="4541572"/>
            <a:ext cx="587434" cy="333658"/>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a:t>
            </a:r>
          </a:p>
          <a:p>
            <a:pPr algn="ctr" eaLnBrk="0" hangingPunct="0">
              <a:defRPr/>
            </a:pPr>
            <a:r>
              <a:rPr lang="fr-FR" sz="500">
                <a:solidFill>
                  <a:schemeClr val="bg1"/>
                </a:solidFill>
                <a:ea typeface="ＭＳ Ｐゴシック" charset="0"/>
              </a:rPr>
              <a:t>TECH PREMIUM</a:t>
            </a:r>
          </a:p>
        </p:txBody>
      </p:sp>
      <p:sp>
        <p:nvSpPr>
          <p:cNvPr id="150" name="Text Box 156"/>
          <p:cNvSpPr txBox="1">
            <a:spLocks noChangeArrowheads="1"/>
          </p:cNvSpPr>
          <p:nvPr/>
        </p:nvSpPr>
        <p:spPr bwMode="auto">
          <a:xfrm>
            <a:off x="2099331" y="4882017"/>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54" name="Connecteur en angle 153"/>
          <p:cNvCxnSpPr>
            <a:stCxn id="123" idx="3"/>
            <a:endCxn id="156" idx="2"/>
          </p:cNvCxnSpPr>
          <p:nvPr/>
        </p:nvCxnSpPr>
        <p:spPr bwMode="auto">
          <a:xfrm>
            <a:off x="2852445" y="4708401"/>
            <a:ext cx="605272" cy="8293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Text Box 157"/>
          <p:cNvSpPr txBox="1">
            <a:spLocks noChangeArrowheads="1"/>
          </p:cNvSpPr>
          <p:nvPr/>
        </p:nvSpPr>
        <p:spPr bwMode="auto">
          <a:xfrm>
            <a:off x="2732937" y="4542153"/>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56" name="AutoShape 87">
            <a:hlinkClick r:id="rId4" action="ppaction://hlinksldjump"/>
          </p:cNvPr>
          <p:cNvSpPr>
            <a:spLocks noChangeArrowheads="1"/>
          </p:cNvSpPr>
          <p:nvPr/>
        </p:nvSpPr>
        <p:spPr bwMode="auto">
          <a:xfrm rot="10800000">
            <a:off x="2972913" y="4791339"/>
            <a:ext cx="969609" cy="299998"/>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a:t>
            </a:r>
          </a:p>
          <a:p>
            <a:pPr algn="ctr" eaLnBrk="0" hangingPunct="0"/>
            <a:r>
              <a:rPr lang="fr-FR" sz="600" b="1">
                <a:latin typeface="+mn-lt"/>
                <a:ea typeface="ＭＳ Ｐゴシック" charset="0"/>
              </a:rPr>
              <a:t>TECH PREMIUM</a:t>
            </a:r>
          </a:p>
        </p:txBody>
      </p:sp>
      <p:sp>
        <p:nvSpPr>
          <p:cNvPr id="157" name="AutoShape 68">
            <a:hlinkClick r:id="" action="ppaction://noaction"/>
          </p:cNvPr>
          <p:cNvSpPr>
            <a:spLocks noChangeArrowheads="1"/>
          </p:cNvSpPr>
          <p:nvPr/>
        </p:nvSpPr>
        <p:spPr bwMode="auto">
          <a:xfrm>
            <a:off x="2265011" y="5159396"/>
            <a:ext cx="587434" cy="388767"/>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2</a:t>
            </a:r>
          </a:p>
          <a:p>
            <a:pPr algn="ctr" eaLnBrk="0" hangingPunct="0">
              <a:defRPr/>
            </a:pPr>
            <a:r>
              <a:rPr lang="fr-FR" sz="500">
                <a:solidFill>
                  <a:schemeClr val="bg1"/>
                </a:solidFill>
                <a:ea typeface="ＭＳ Ｐゴシック" charset="0"/>
              </a:rPr>
              <a:t>TECH PREMIUM</a:t>
            </a:r>
          </a:p>
        </p:txBody>
      </p:sp>
      <p:sp>
        <p:nvSpPr>
          <p:cNvPr id="158" name="Text Box 156"/>
          <p:cNvSpPr txBox="1">
            <a:spLocks noChangeArrowheads="1"/>
          </p:cNvSpPr>
          <p:nvPr/>
        </p:nvSpPr>
        <p:spPr bwMode="auto">
          <a:xfrm>
            <a:off x="2099331" y="5610236"/>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59" name="Connecteur en angle 158"/>
          <p:cNvCxnSpPr>
            <a:stCxn id="157" idx="3"/>
            <a:endCxn id="161" idx="2"/>
          </p:cNvCxnSpPr>
          <p:nvPr/>
        </p:nvCxnSpPr>
        <p:spPr bwMode="auto">
          <a:xfrm>
            <a:off x="2852445" y="5353780"/>
            <a:ext cx="605272" cy="3595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Text Box 157"/>
          <p:cNvSpPr txBox="1">
            <a:spLocks noChangeArrowheads="1"/>
          </p:cNvSpPr>
          <p:nvPr/>
        </p:nvSpPr>
        <p:spPr bwMode="auto">
          <a:xfrm>
            <a:off x="2760421" y="5170300"/>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61" name="AutoShape 87">
            <a:hlinkClick r:id="rId11" action="ppaction://hlinksldjump"/>
          </p:cNvPr>
          <p:cNvSpPr>
            <a:spLocks noChangeArrowheads="1"/>
          </p:cNvSpPr>
          <p:nvPr/>
        </p:nvSpPr>
        <p:spPr bwMode="auto">
          <a:xfrm rot="10800000">
            <a:off x="2972913" y="5389735"/>
            <a:ext cx="969609" cy="290963"/>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2</a:t>
            </a:r>
          </a:p>
          <a:p>
            <a:pPr algn="ctr" eaLnBrk="0" hangingPunct="0"/>
            <a:r>
              <a:rPr lang="fr-FR" sz="600" b="1">
                <a:latin typeface="+mn-lt"/>
                <a:ea typeface="ＭＳ Ｐゴシック" charset="0"/>
              </a:rPr>
              <a:t>TECH PREMIUM</a:t>
            </a:r>
          </a:p>
        </p:txBody>
      </p:sp>
      <p:sp>
        <p:nvSpPr>
          <p:cNvPr id="162" name="AutoShape 68">
            <a:hlinkClick r:id="" action="ppaction://noaction"/>
          </p:cNvPr>
          <p:cNvSpPr>
            <a:spLocks noChangeArrowheads="1"/>
          </p:cNvSpPr>
          <p:nvPr/>
        </p:nvSpPr>
        <p:spPr bwMode="auto">
          <a:xfrm>
            <a:off x="2261324" y="5834618"/>
            <a:ext cx="613579" cy="341653"/>
          </a:xfrm>
          <a:prstGeom prst="diamond">
            <a:avLst/>
          </a:prstGeom>
          <a:solidFill>
            <a:srgbClr val="3366FF"/>
          </a:solidFill>
          <a:ln w="9525">
            <a:solidFill>
              <a:schemeClr val="tx1"/>
            </a:solid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500">
                <a:solidFill>
                  <a:schemeClr val="bg1"/>
                </a:solidFill>
                <a:ea typeface="ＭＳ Ｐゴシック" charset="0"/>
              </a:rPr>
              <a:t>CHOIX FLASH 3</a:t>
            </a:r>
          </a:p>
          <a:p>
            <a:pPr algn="ctr" eaLnBrk="0" hangingPunct="0">
              <a:defRPr/>
            </a:pPr>
            <a:r>
              <a:rPr lang="fr-FR" sz="500">
                <a:solidFill>
                  <a:schemeClr val="bg1"/>
                </a:solidFill>
                <a:ea typeface="ＭＳ Ｐゴシック" charset="0"/>
              </a:rPr>
              <a:t>TECH PREMIUM</a:t>
            </a:r>
          </a:p>
        </p:txBody>
      </p:sp>
      <p:sp>
        <p:nvSpPr>
          <p:cNvPr id="163" name="Text Box 156"/>
          <p:cNvSpPr txBox="1">
            <a:spLocks noChangeArrowheads="1"/>
          </p:cNvSpPr>
          <p:nvPr/>
        </p:nvSpPr>
        <p:spPr bwMode="auto">
          <a:xfrm>
            <a:off x="2040738" y="6193983"/>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164" name="Connecteur en angle 163"/>
          <p:cNvCxnSpPr>
            <a:stCxn id="162" idx="3"/>
            <a:endCxn id="166" idx="2"/>
          </p:cNvCxnSpPr>
          <p:nvPr/>
        </p:nvCxnSpPr>
        <p:spPr bwMode="auto">
          <a:xfrm>
            <a:off x="2874903" y="6005445"/>
            <a:ext cx="536583" cy="6052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Text Box 157"/>
          <p:cNvSpPr txBox="1">
            <a:spLocks noChangeArrowheads="1"/>
          </p:cNvSpPr>
          <p:nvPr/>
        </p:nvSpPr>
        <p:spPr bwMode="auto">
          <a:xfrm>
            <a:off x="2810702" y="5836222"/>
            <a:ext cx="39465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Activé</a:t>
            </a:r>
          </a:p>
        </p:txBody>
      </p:sp>
      <p:sp>
        <p:nvSpPr>
          <p:cNvPr id="166" name="AutoShape 87">
            <a:hlinkClick r:id="rId10" action="ppaction://hlinksldjump"/>
          </p:cNvPr>
          <p:cNvSpPr>
            <a:spLocks noChangeArrowheads="1"/>
          </p:cNvSpPr>
          <p:nvPr/>
        </p:nvSpPr>
        <p:spPr bwMode="auto">
          <a:xfrm rot="10800000">
            <a:off x="2926682" y="6065973"/>
            <a:ext cx="969609" cy="299451"/>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r>
              <a:rPr lang="fr-FR" sz="600" b="1">
                <a:latin typeface="+mn-lt"/>
                <a:ea typeface="ＭＳ Ｐゴシック" charset="0"/>
              </a:rPr>
              <a:t>CHOIX FLASH 3</a:t>
            </a:r>
          </a:p>
          <a:p>
            <a:pPr algn="ctr" eaLnBrk="0" hangingPunct="0"/>
            <a:r>
              <a:rPr lang="fr-FR" sz="600" b="1">
                <a:latin typeface="+mn-lt"/>
                <a:ea typeface="ＭＳ Ｐゴシック" charset="0"/>
              </a:rPr>
              <a:t>TECH PREMIUM</a:t>
            </a:r>
          </a:p>
        </p:txBody>
      </p:sp>
      <p:cxnSp>
        <p:nvCxnSpPr>
          <p:cNvPr id="167" name="Connecteur droit 166"/>
          <p:cNvCxnSpPr>
            <a:stCxn id="123" idx="2"/>
            <a:endCxn id="157" idx="0"/>
          </p:cNvCxnSpPr>
          <p:nvPr/>
        </p:nvCxnSpPr>
        <p:spPr bwMode="auto">
          <a:xfrm>
            <a:off x="2558728" y="4875230"/>
            <a:ext cx="0" cy="2841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Connecteur droit 167"/>
          <p:cNvCxnSpPr>
            <a:stCxn id="157" idx="2"/>
            <a:endCxn id="162" idx="0"/>
          </p:cNvCxnSpPr>
          <p:nvPr/>
        </p:nvCxnSpPr>
        <p:spPr bwMode="auto">
          <a:xfrm>
            <a:off x="2558728" y="5548163"/>
            <a:ext cx="9386" cy="286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Connecteur en angle 168"/>
          <p:cNvCxnSpPr>
            <a:stCxn id="156" idx="0"/>
            <a:endCxn id="157" idx="0"/>
          </p:cNvCxnSpPr>
          <p:nvPr/>
        </p:nvCxnSpPr>
        <p:spPr bwMode="auto">
          <a:xfrm rot="5400000">
            <a:off x="2974194" y="4675872"/>
            <a:ext cx="68059" cy="898989"/>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Connecteur en angle 169"/>
          <p:cNvCxnSpPr>
            <a:stCxn id="161" idx="0"/>
            <a:endCxn id="162" idx="0"/>
          </p:cNvCxnSpPr>
          <p:nvPr/>
        </p:nvCxnSpPr>
        <p:spPr bwMode="auto">
          <a:xfrm rot="5400000">
            <a:off x="2935956" y="5312857"/>
            <a:ext cx="153920" cy="88960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Connecteur droit avec flèche 170"/>
          <p:cNvCxnSpPr>
            <a:stCxn id="162" idx="2"/>
            <a:endCxn id="135" idx="2"/>
          </p:cNvCxnSpPr>
          <p:nvPr/>
        </p:nvCxnSpPr>
        <p:spPr bwMode="auto">
          <a:xfrm flipH="1">
            <a:off x="2558728" y="6176271"/>
            <a:ext cx="9386" cy="35678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Connecteur en angle 171"/>
          <p:cNvCxnSpPr>
            <a:stCxn id="166" idx="0"/>
            <a:endCxn id="135" idx="2"/>
          </p:cNvCxnSpPr>
          <p:nvPr/>
        </p:nvCxnSpPr>
        <p:spPr bwMode="auto">
          <a:xfrm rot="5400000">
            <a:off x="2901292" y="6022860"/>
            <a:ext cx="167631" cy="852758"/>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droit 11"/>
          <p:cNvCxnSpPr>
            <a:stCxn id="109" idx="2"/>
            <a:endCxn id="110" idx="0"/>
          </p:cNvCxnSpPr>
          <p:nvPr/>
        </p:nvCxnSpPr>
        <p:spPr bwMode="auto">
          <a:xfrm flipH="1">
            <a:off x="2567792" y="4123261"/>
            <a:ext cx="1208" cy="5095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Connecteur droit 83"/>
          <p:cNvCxnSpPr>
            <a:stCxn id="110" idx="2"/>
            <a:endCxn id="123" idx="0"/>
          </p:cNvCxnSpPr>
          <p:nvPr/>
        </p:nvCxnSpPr>
        <p:spPr bwMode="auto">
          <a:xfrm flipH="1">
            <a:off x="2558728" y="4343399"/>
            <a:ext cx="9064" cy="1981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Connecteur droit avec flèche 43">
            <a:extLst>
              <a:ext uri="{FF2B5EF4-FFF2-40B4-BE49-F238E27FC236}">
                <a16:creationId xmlns:a16="http://schemas.microsoft.com/office/drawing/2014/main" id="{E079FE03-9A06-4CD0-9EB2-89FDED96B70D}"/>
              </a:ext>
            </a:extLst>
          </p:cNvPr>
          <p:cNvCxnSpPr>
            <a:stCxn id="10262" idx="2"/>
            <a:endCxn id="10261" idx="0"/>
          </p:cNvCxnSpPr>
          <p:nvPr/>
        </p:nvCxnSpPr>
        <p:spPr bwMode="auto">
          <a:xfrm flipH="1">
            <a:off x="8359904" y="3996129"/>
            <a:ext cx="698" cy="1986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 en angle 4">
            <a:extLst>
              <a:ext uri="{FF2B5EF4-FFF2-40B4-BE49-F238E27FC236}">
                <a16:creationId xmlns:a16="http://schemas.microsoft.com/office/drawing/2014/main" id="{1C37BC28-C6E2-1890-9D3E-61DB979F574A}"/>
              </a:ext>
            </a:extLst>
          </p:cNvPr>
          <p:cNvCxnSpPr>
            <a:stCxn id="10260" idx="1"/>
            <a:endCxn id="10247" idx="3"/>
          </p:cNvCxnSpPr>
          <p:nvPr/>
        </p:nvCxnSpPr>
        <p:spPr bwMode="auto">
          <a:xfrm rot="10800000" flipV="1">
            <a:off x="6436650" y="1625298"/>
            <a:ext cx="1382755" cy="561476"/>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 en angle 20">
            <a:extLst>
              <a:ext uri="{FF2B5EF4-FFF2-40B4-BE49-F238E27FC236}">
                <a16:creationId xmlns:a16="http://schemas.microsoft.com/office/drawing/2014/main" id="{B05016F3-CCBC-046D-B4CF-54477588C331}"/>
              </a:ext>
            </a:extLst>
          </p:cNvPr>
          <p:cNvCxnSpPr>
            <a:stCxn id="10253" idx="6"/>
            <a:endCxn id="68" idx="2"/>
          </p:cNvCxnSpPr>
          <p:nvPr/>
        </p:nvCxnSpPr>
        <p:spPr bwMode="auto">
          <a:xfrm rot="16200000" flipV="1">
            <a:off x="7647829" y="2153034"/>
            <a:ext cx="691130" cy="73441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Connecteur : en angle 23">
            <a:extLst>
              <a:ext uri="{FF2B5EF4-FFF2-40B4-BE49-F238E27FC236}">
                <a16:creationId xmlns:a16="http://schemas.microsoft.com/office/drawing/2014/main" id="{677A0CB1-BCED-238E-14F4-FDC44A5DD2FD}"/>
              </a:ext>
            </a:extLst>
          </p:cNvPr>
          <p:cNvCxnSpPr>
            <a:stCxn id="10253" idx="6"/>
            <a:endCxn id="10265" idx="2"/>
          </p:cNvCxnSpPr>
          <p:nvPr/>
        </p:nvCxnSpPr>
        <p:spPr bwMode="auto">
          <a:xfrm rot="5400000" flipH="1" flipV="1">
            <a:off x="8189921" y="2357456"/>
            <a:ext cx="679035" cy="33767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0EF385D0-8277-5B4B-7349-966E994CAF5C}"/>
              </a:ext>
            </a:extLst>
          </p:cNvPr>
          <p:cNvCxnSpPr>
            <a:stCxn id="68" idx="0"/>
            <a:endCxn id="10260" idx="2"/>
          </p:cNvCxnSpPr>
          <p:nvPr/>
        </p:nvCxnSpPr>
        <p:spPr bwMode="auto">
          <a:xfrm rot="5400000" flipH="1" flipV="1">
            <a:off x="7893787" y="1542362"/>
            <a:ext cx="223958" cy="75916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 en angle 29">
            <a:extLst>
              <a:ext uri="{FF2B5EF4-FFF2-40B4-BE49-F238E27FC236}">
                <a16:creationId xmlns:a16="http://schemas.microsoft.com/office/drawing/2014/main" id="{2B9CB77A-4199-6390-55ED-8428FB4B5341}"/>
              </a:ext>
            </a:extLst>
          </p:cNvPr>
          <p:cNvCxnSpPr>
            <a:stCxn id="10265" idx="0"/>
            <a:endCxn id="10260" idx="2"/>
          </p:cNvCxnSpPr>
          <p:nvPr/>
        </p:nvCxnSpPr>
        <p:spPr bwMode="auto">
          <a:xfrm rot="16200000" flipV="1">
            <a:off x="8422505" y="1772808"/>
            <a:ext cx="238613" cy="31292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AutoShape 110">
            <a:extLst>
              <a:ext uri="{FF2B5EF4-FFF2-40B4-BE49-F238E27FC236}">
                <a16:creationId xmlns:a16="http://schemas.microsoft.com/office/drawing/2014/main" id="{005DC0BD-08B4-EB1D-39E0-F9F57CF4C586}"/>
              </a:ext>
            </a:extLst>
          </p:cNvPr>
          <p:cNvSpPr>
            <a:spLocks noChangeArrowheads="1"/>
          </p:cNvSpPr>
          <p:nvPr/>
        </p:nvSpPr>
        <p:spPr bwMode="auto">
          <a:xfrm>
            <a:off x="7932962" y="3180219"/>
            <a:ext cx="855281" cy="138196"/>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500" b="1"/>
              <a:t>90003_PREMIUM_NMNI_X3</a:t>
            </a:r>
          </a:p>
        </p:txBody>
      </p:sp>
      <p:cxnSp>
        <p:nvCxnSpPr>
          <p:cNvPr id="39" name="Connecteur droit 38">
            <a:extLst>
              <a:ext uri="{FF2B5EF4-FFF2-40B4-BE49-F238E27FC236}">
                <a16:creationId xmlns:a16="http://schemas.microsoft.com/office/drawing/2014/main" id="{A76964ED-D215-9690-B568-AE6825FC1B49}"/>
              </a:ext>
            </a:extLst>
          </p:cNvPr>
          <p:cNvCxnSpPr>
            <a:stCxn id="10253" idx="2"/>
            <a:endCxn id="34" idx="0"/>
          </p:cNvCxnSpPr>
          <p:nvPr/>
        </p:nvCxnSpPr>
        <p:spPr bwMode="auto">
          <a:xfrm>
            <a:off x="8360603" y="3042021"/>
            <a:ext cx="0" cy="13819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avec flèche 42">
            <a:extLst>
              <a:ext uri="{FF2B5EF4-FFF2-40B4-BE49-F238E27FC236}">
                <a16:creationId xmlns:a16="http://schemas.microsoft.com/office/drawing/2014/main" id="{682637B9-B363-1EEA-64F5-BD45D1D0478F}"/>
              </a:ext>
            </a:extLst>
          </p:cNvPr>
          <p:cNvCxnSpPr>
            <a:stCxn id="34" idx="2"/>
            <a:endCxn id="10262" idx="0"/>
          </p:cNvCxnSpPr>
          <p:nvPr/>
        </p:nvCxnSpPr>
        <p:spPr bwMode="auto">
          <a:xfrm flipH="1">
            <a:off x="8360602" y="3318415"/>
            <a:ext cx="1" cy="20781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 Box 157">
            <a:extLst>
              <a:ext uri="{FF2B5EF4-FFF2-40B4-BE49-F238E27FC236}">
                <a16:creationId xmlns:a16="http://schemas.microsoft.com/office/drawing/2014/main" id="{893E7761-BDD1-CB2B-AE33-B777E3C2E08E}"/>
              </a:ext>
            </a:extLst>
          </p:cNvPr>
          <p:cNvSpPr txBox="1">
            <a:spLocks noChangeArrowheads="1"/>
          </p:cNvSpPr>
          <p:nvPr/>
        </p:nvSpPr>
        <p:spPr bwMode="auto">
          <a:xfrm>
            <a:off x="8343192" y="3025158"/>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48" name="Text Box 156">
            <a:extLst>
              <a:ext uri="{FF2B5EF4-FFF2-40B4-BE49-F238E27FC236}">
                <a16:creationId xmlns:a16="http://schemas.microsoft.com/office/drawing/2014/main" id="{79EDF560-2044-57E9-B699-C708B2310769}"/>
              </a:ext>
            </a:extLst>
          </p:cNvPr>
          <p:cNvSpPr txBox="1">
            <a:spLocks noChangeArrowheads="1"/>
          </p:cNvSpPr>
          <p:nvPr/>
        </p:nvSpPr>
        <p:spPr bwMode="auto">
          <a:xfrm>
            <a:off x="8321401" y="2677748"/>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49" name="Text Box 157">
            <a:extLst>
              <a:ext uri="{FF2B5EF4-FFF2-40B4-BE49-F238E27FC236}">
                <a16:creationId xmlns:a16="http://schemas.microsoft.com/office/drawing/2014/main" id="{16A3DE50-7403-09AE-122F-406FD668D58A}"/>
              </a:ext>
            </a:extLst>
          </p:cNvPr>
          <p:cNvSpPr txBox="1">
            <a:spLocks noChangeArrowheads="1"/>
          </p:cNvSpPr>
          <p:nvPr/>
        </p:nvSpPr>
        <p:spPr bwMode="auto">
          <a:xfrm>
            <a:off x="8474995" y="2496948"/>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=2</a:t>
            </a:r>
          </a:p>
        </p:txBody>
      </p:sp>
      <p:sp>
        <p:nvSpPr>
          <p:cNvPr id="50" name="Text Box 157">
            <a:extLst>
              <a:ext uri="{FF2B5EF4-FFF2-40B4-BE49-F238E27FC236}">
                <a16:creationId xmlns:a16="http://schemas.microsoft.com/office/drawing/2014/main" id="{05205389-800D-6E21-5861-86A6E23D7A6A}"/>
              </a:ext>
            </a:extLst>
          </p:cNvPr>
          <p:cNvSpPr txBox="1">
            <a:spLocks noChangeArrowheads="1"/>
          </p:cNvSpPr>
          <p:nvPr/>
        </p:nvSpPr>
        <p:spPr bwMode="auto">
          <a:xfrm>
            <a:off x="7492146" y="2496948"/>
            <a:ext cx="511679"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t>NM NI =1</a:t>
            </a:r>
          </a:p>
        </p:txBody>
      </p:sp>
    </p:spTree>
    <p:extLst>
      <p:ext uri="{BB962C8B-B14F-4D97-AF65-F5344CB8AC3E}">
        <p14:creationId xmlns:p14="http://schemas.microsoft.com/office/powerpoint/2010/main" val="736150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27</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TECH</a:t>
            </a:r>
          </a:p>
        </p:txBody>
      </p:sp>
      <p:sp>
        <p:nvSpPr>
          <p:cNvPr id="36" name="Rectangle 5"/>
          <p:cNvSpPr>
            <a:spLocks noChangeArrowheads="1"/>
          </p:cNvSpPr>
          <p:nvPr/>
        </p:nvSpPr>
        <p:spPr bwMode="auto">
          <a:xfrm>
            <a:off x="3927430" y="2199145"/>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 TECH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258" idx="0"/>
          </p:cNvCxnSpPr>
          <p:nvPr/>
        </p:nvCxnSpPr>
        <p:spPr bwMode="auto">
          <a:xfrm>
            <a:off x="3524324" y="1827968"/>
            <a:ext cx="999786" cy="9903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ABO_CHOIX_FLASH_TECH_PREMIUM</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20011_CHOIX_FLASH_TECH_PREM1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20021_CHOIX_FLASH_TECH_PREM2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20031_CHOIX_FLASH_TECH_PREM3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20021_CHOIX_FLASH_TECH_PREM2_OK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TECH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20031_CHOIX_FLASH_TECH_PREM3_OK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20021_CHOIX_FLASH_TECH_PREM2_NOK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20031_CHOIX_FLASH_TECH_PREM3_NOK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78463" y="1187648"/>
            <a:ext cx="264818" cy="302647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5584" y="1890643"/>
            <a:ext cx="260692" cy="161636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0406" y="2622181"/>
            <a:ext cx="262388" cy="15498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4325" y="948262"/>
            <a:ext cx="119282" cy="33597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30001_CHOIX_FLASH_TECH_PREM_NOK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20001_CHOIX_FLASH_TECH_PREM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20091_CHOIX_FLASH_TECH_PREMI_NMNI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258" idx="0"/>
          </p:cNvCxnSpPr>
          <p:nvPr/>
        </p:nvCxnSpPr>
        <p:spPr bwMode="auto">
          <a:xfrm rot="10800000" flipV="1">
            <a:off x="4524111" y="1829997"/>
            <a:ext cx="1561867" cy="9700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72253" y="433049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TECH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325318" y="4998065"/>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20091_CHOIX_FLASH_TECH_PREM_NMNI2</a:t>
            </a:r>
          </a:p>
        </p:txBody>
      </p:sp>
      <p:sp>
        <p:nvSpPr>
          <p:cNvPr id="223" name="Rectangle 55"/>
          <p:cNvSpPr>
            <a:spLocks noChangeArrowheads="1"/>
          </p:cNvSpPr>
          <p:nvPr/>
        </p:nvSpPr>
        <p:spPr bwMode="auto">
          <a:xfrm>
            <a:off x="7490621" y="5250305"/>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108763" y="5551088"/>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95855" y="5605808"/>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43511" y="4789150"/>
            <a:ext cx="19971" cy="2089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63482" y="5140347"/>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20091_CHOIX_FLASH_TECH_PREM_NMNI2B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59820"/>
            <a:ext cx="963329" cy="112511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1602" y="478264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05328" y="434186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258" name="AutoShape 208"/>
          <p:cNvSpPr>
            <a:spLocks noChangeArrowheads="1"/>
          </p:cNvSpPr>
          <p:nvPr/>
        </p:nvSpPr>
        <p:spPr bwMode="auto">
          <a:xfrm>
            <a:off x="3758598" y="1927001"/>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20001_CHOIX_FLASH_TECH_PREM_OK</a:t>
            </a:r>
          </a:p>
        </p:txBody>
      </p:sp>
      <p:cxnSp>
        <p:nvCxnSpPr>
          <p:cNvPr id="240" name="Connecteur droit 239"/>
          <p:cNvCxnSpPr>
            <a:stCxn id="258" idx="2"/>
            <a:endCxn id="36" idx="0"/>
          </p:cNvCxnSpPr>
          <p:nvPr/>
        </p:nvCxnSpPr>
        <p:spPr bwMode="auto">
          <a:xfrm>
            <a:off x="4524110" y="2094778"/>
            <a:ext cx="0" cy="1043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1607" cy="5267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93662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28</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TECH</a:t>
            </a:r>
          </a:p>
        </p:txBody>
      </p:sp>
      <p:sp>
        <p:nvSpPr>
          <p:cNvPr id="36" name="Rectangle 5"/>
          <p:cNvSpPr>
            <a:spLocks noChangeArrowheads="1"/>
          </p:cNvSpPr>
          <p:nvPr/>
        </p:nvSpPr>
        <p:spPr bwMode="auto">
          <a:xfrm>
            <a:off x="3927377" y="2206452"/>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FLASH2 TECH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99733" cy="9863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ABO_CHOIX_FLASH2_TECH_PRE1M</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20012_CHOIX_FLASH2_TECH_PREM1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20022_CHOIX_FLASH2_TECH_PREM2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20032_CHOIX_FLASH2_TECH_PREM3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TECH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20022_CHOIX_FLASH2_TECH_PREM2_OK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TECH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20032_CHOIX_FLASH2_TECH_PREM3_OK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20022_CHOIX_FLASH2_TECH_PREM2_NOK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20032_CHOIX_FLASH2_TECH_PREM3_NOK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2090" y="1191327"/>
            <a:ext cx="257511" cy="302642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9211" y="1894322"/>
            <a:ext cx="253385" cy="161630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4033" y="2625807"/>
            <a:ext cx="255081" cy="15503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7952" y="951888"/>
            <a:ext cx="111975" cy="33597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20002_CHOIX_FLASH2_TECH_PREM_NOK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20002_CHOIX_FLASH2_TECH_PREM</a:t>
            </a:r>
          </a:p>
        </p:txBody>
      </p:sp>
      <p:cxnSp>
        <p:nvCxnSpPr>
          <p:cNvPr id="15411" name="Connecteur droit 15410"/>
          <p:cNvCxnSpPr>
            <a:cxnSpLocks/>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20092_CHOIX_FLASH2_TECH_PREMI_NMNI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24057" y="1829997"/>
            <a:ext cx="1561920" cy="9660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60647" y="431616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TECH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293741" y="4984194"/>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20092_CHOIX_FLASH2_TECH_PREM_NMNI2</a:t>
            </a:r>
          </a:p>
        </p:txBody>
      </p:sp>
      <p:sp>
        <p:nvSpPr>
          <p:cNvPr id="223" name="Rectangle 55"/>
          <p:cNvSpPr>
            <a:spLocks noChangeArrowheads="1"/>
          </p:cNvSpPr>
          <p:nvPr/>
        </p:nvSpPr>
        <p:spPr bwMode="auto">
          <a:xfrm>
            <a:off x="7459044" y="5236434"/>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537217"/>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591937"/>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31905" y="4774820"/>
            <a:ext cx="0" cy="2093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126476"/>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20092_CHOIX_FLASH2_TECH_PREM_NMNI2B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45490"/>
            <a:ext cx="951723" cy="11394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6831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2753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58545" y="192659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20002_CHOIX_FLASH2_TECH_PREM_OK</a:t>
            </a:r>
          </a:p>
        </p:txBody>
      </p:sp>
      <p:cxnSp>
        <p:nvCxnSpPr>
          <p:cNvPr id="12" name="Connecteur droit 11"/>
          <p:cNvCxnSpPr>
            <a:stCxn id="96" idx="2"/>
            <a:endCxn id="36" idx="0"/>
          </p:cNvCxnSpPr>
          <p:nvPr/>
        </p:nvCxnSpPr>
        <p:spPr bwMode="auto">
          <a:xfrm>
            <a:off x="4524057" y="2094376"/>
            <a:ext cx="0" cy="1120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 cy="5124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6858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29</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TECH</a:t>
            </a:r>
          </a:p>
        </p:txBody>
      </p:sp>
      <p:sp>
        <p:nvSpPr>
          <p:cNvPr id="36" name="Rectangle 5"/>
          <p:cNvSpPr>
            <a:spLocks noChangeArrowheads="1"/>
          </p:cNvSpPr>
          <p:nvPr/>
        </p:nvSpPr>
        <p:spPr bwMode="auto">
          <a:xfrm>
            <a:off x="3950023" y="2197880"/>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FLASH3 TECH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6998" cy="11556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TECH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20013_CHOIX_FLASH3_TECH_PREM1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20023_CHOIX_FLASH3_TECH_PREM2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ABO_CHOIX_FLASH3_TECH_PREM3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20033_CHOIX_FLASH3_TECH_PREM3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TECH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20023_CHOIX_FLASH3_TECH_PREM2_OK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TECH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20033_CHOIX_FLASH3_TECH_PREM3_OK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20023_CHOIX_FLASH3_TECH_PREM2_NOK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20033_CHOIX_FLASH3_TECH_PREM3_NOK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9127" y="1175718"/>
            <a:ext cx="266083" cy="304907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96248" y="1878713"/>
            <a:ext cx="261957" cy="16389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81070" y="2632844"/>
            <a:ext cx="263653" cy="1323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54989" y="958925"/>
            <a:ext cx="120547" cy="333711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30003_CHOIX_FLASH3_TECH_PREM_NOK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20003_CHOIX_FLASH3_TECH_PREM</a:t>
            </a:r>
          </a:p>
        </p:txBody>
      </p:sp>
      <p:cxnSp>
        <p:nvCxnSpPr>
          <p:cNvPr id="15411" name="Connecteur droit 15410"/>
          <p:cNvCxnSpPr>
            <a:cxnSpLocks/>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cxnSpLocks/>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20093_CHOIX_FLASH3_TECH_PREMI_NMNI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323" y="1829998"/>
            <a:ext cx="1544655" cy="11353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74420" y="436757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TECH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311428" y="502202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20093_CHOIX_FLASH3_TECH_PREM_NMNI2</a:t>
            </a:r>
          </a:p>
        </p:txBody>
      </p:sp>
      <p:sp>
        <p:nvSpPr>
          <p:cNvPr id="223" name="Rectangle 55"/>
          <p:cNvSpPr>
            <a:spLocks noChangeArrowheads="1"/>
          </p:cNvSpPr>
          <p:nvPr/>
        </p:nvSpPr>
        <p:spPr bwMode="auto">
          <a:xfrm>
            <a:off x="7476731" y="527426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94873" y="557504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81965" y="562976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45678" y="4826239"/>
            <a:ext cx="3914" cy="19578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49592" y="516430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20093_CHOIX_FLASH3_TECH_PREM_NMNI2B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596908"/>
            <a:ext cx="965496" cy="10880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3769" y="481973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07495" y="437895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810" y="1943534"/>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20003_CHOIX_FLASH3_TECH_PREM_OK</a:t>
            </a:r>
          </a:p>
        </p:txBody>
      </p:sp>
      <p:cxnSp>
        <p:nvCxnSpPr>
          <p:cNvPr id="13" name="Connecteur droit 12"/>
          <p:cNvCxnSpPr>
            <a:stCxn id="36" idx="0"/>
            <a:endCxn id="96" idx="2"/>
          </p:cNvCxnSpPr>
          <p:nvPr/>
        </p:nvCxnSpPr>
        <p:spPr bwMode="auto">
          <a:xfrm flipH="1" flipV="1">
            <a:off x="4541322" y="2111311"/>
            <a:ext cx="5381" cy="865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3774" cy="5638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16157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D818F24-37FC-4EE3-A6A7-315C6E3328C3}" type="slidenum">
              <a:rPr lang="fr-FR" smtClean="0"/>
              <a:pPr eaLnBrk="1" hangingPunct="1"/>
              <a:t>30</a:t>
            </a:fld>
            <a:endParaRPr lang="fr-FR"/>
          </a:p>
        </p:txBody>
      </p:sp>
      <p:sp>
        <p:nvSpPr>
          <p:cNvPr id="10254" name="AutoShape 50">
            <a:hlinkClick r:id="rId3" action="ppaction://hlinksldjump"/>
          </p:cNvPr>
          <p:cNvSpPr>
            <a:spLocks noChangeArrowheads="1"/>
          </p:cNvSpPr>
          <p:nvPr/>
        </p:nvSpPr>
        <p:spPr bwMode="auto">
          <a:xfrm rot="10800000">
            <a:off x="3489290" y="709337"/>
            <a:ext cx="971550" cy="357187"/>
          </a:xfrm>
          <a:prstGeom prst="upArrowCallout">
            <a:avLst>
              <a:gd name="adj1" fmla="val 56440"/>
              <a:gd name="adj2" fmla="val 56453"/>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a:t>
            </a:r>
          </a:p>
        </p:txBody>
      </p:sp>
      <p:sp>
        <p:nvSpPr>
          <p:cNvPr id="10304" name="AutoShape 94"/>
          <p:cNvSpPr>
            <a:spLocks noChangeArrowheads="1"/>
          </p:cNvSpPr>
          <p:nvPr/>
        </p:nvSpPr>
        <p:spPr bwMode="auto">
          <a:xfrm>
            <a:off x="7919175" y="6020663"/>
            <a:ext cx="963751" cy="245157"/>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FTT_PREMIUM FIDE</a:t>
            </a:r>
            <a:endParaRPr lang="fr-FR" sz="600" i="1"/>
          </a:p>
        </p:txBody>
      </p:sp>
      <p:cxnSp>
        <p:nvCxnSpPr>
          <p:cNvPr id="10305" name="AutoShape 185"/>
          <p:cNvCxnSpPr>
            <a:cxnSpLocks noChangeShapeType="1"/>
            <a:stCxn id="125" idx="2"/>
            <a:endCxn id="10304" idx="1"/>
          </p:cNvCxnSpPr>
          <p:nvPr/>
        </p:nvCxnSpPr>
        <p:spPr bwMode="auto">
          <a:xfrm rot="16200000" flipH="1">
            <a:off x="6746590" y="4970657"/>
            <a:ext cx="593510" cy="175166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98" name="Rectangle 2"/>
          <p:cNvSpPr txBox="1">
            <a:spLocks noGrp="1" noChangeArrowheads="1"/>
          </p:cNvSpPr>
          <p:nvPr>
            <p:ph type="title"/>
          </p:nvPr>
        </p:nvSpPr>
        <p:spPr bwMode="auto">
          <a:xfrm>
            <a:off x="2735753" y="24200"/>
            <a:ext cx="4019550" cy="295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kern="0">
                <a:effectLst>
                  <a:outerShdw blurRad="38100" dist="38100" dir="2700000" algn="tl">
                    <a:srgbClr val="000000">
                      <a:alpha val="43137"/>
                    </a:srgbClr>
                  </a:outerShdw>
                </a:effectLst>
                <a:latin typeface="SFR Thin" panose="020B0203040504020204" pitchFamily="34" charset="0"/>
              </a:rPr>
              <a:t>PREMIUM TECH</a:t>
            </a:r>
          </a:p>
        </p:txBody>
      </p:sp>
      <p:sp>
        <p:nvSpPr>
          <p:cNvPr id="125" name="AutoShape 131"/>
          <p:cNvSpPr>
            <a:spLocks noChangeArrowheads="1"/>
          </p:cNvSpPr>
          <p:nvPr/>
        </p:nvSpPr>
        <p:spPr bwMode="auto">
          <a:xfrm>
            <a:off x="5934152" y="5111582"/>
            <a:ext cx="466725" cy="438150"/>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client ?</a:t>
            </a:r>
          </a:p>
        </p:txBody>
      </p:sp>
      <p:sp>
        <p:nvSpPr>
          <p:cNvPr id="126" name="AutoShape 94"/>
          <p:cNvSpPr>
            <a:spLocks noChangeArrowheads="1"/>
          </p:cNvSpPr>
          <p:nvPr/>
        </p:nvSpPr>
        <p:spPr bwMode="auto">
          <a:xfrm>
            <a:off x="8029430" y="6396961"/>
            <a:ext cx="804032" cy="259717"/>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FTT_PREMIUM</a:t>
            </a:r>
            <a:endParaRPr lang="fr-FR" sz="600" i="1"/>
          </a:p>
        </p:txBody>
      </p:sp>
      <p:cxnSp>
        <p:nvCxnSpPr>
          <p:cNvPr id="15" name="Connecteur en angle 14"/>
          <p:cNvCxnSpPr>
            <a:stCxn id="125" idx="2"/>
            <a:endCxn id="126" idx="1"/>
          </p:cNvCxnSpPr>
          <p:nvPr/>
        </p:nvCxnSpPr>
        <p:spPr bwMode="auto">
          <a:xfrm rot="16200000" flipH="1">
            <a:off x="6609928" y="5107318"/>
            <a:ext cx="977088" cy="186191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208"/>
          <p:cNvSpPr>
            <a:spLocks noChangeArrowheads="1"/>
          </p:cNvSpPr>
          <p:nvPr/>
        </p:nvSpPr>
        <p:spPr bwMode="auto">
          <a:xfrm>
            <a:off x="6477543" y="6427364"/>
            <a:ext cx="1276731" cy="22123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20000_FTT_PREMIUM</a:t>
            </a:r>
          </a:p>
        </p:txBody>
      </p:sp>
      <p:cxnSp>
        <p:nvCxnSpPr>
          <p:cNvPr id="28" name="Connecteur en angle 27"/>
          <p:cNvCxnSpPr>
            <a:stCxn id="125" idx="0"/>
            <a:endCxn id="120" idx="3"/>
          </p:cNvCxnSpPr>
          <p:nvPr/>
        </p:nvCxnSpPr>
        <p:spPr bwMode="auto">
          <a:xfrm rot="16200000" flipV="1">
            <a:off x="5681023" y="4625090"/>
            <a:ext cx="358253" cy="61473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AutoShape 208"/>
          <p:cNvSpPr>
            <a:spLocks noChangeArrowheads="1"/>
          </p:cNvSpPr>
          <p:nvPr/>
        </p:nvSpPr>
        <p:spPr bwMode="auto">
          <a:xfrm>
            <a:off x="6524433" y="6049230"/>
            <a:ext cx="1168260" cy="17328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20000_FTT_PREMIUM_FIDE</a:t>
            </a:r>
          </a:p>
        </p:txBody>
      </p:sp>
      <p:sp>
        <p:nvSpPr>
          <p:cNvPr id="76" name="ZoneTexte 75"/>
          <p:cNvSpPr txBox="1"/>
          <p:nvPr/>
        </p:nvSpPr>
        <p:spPr>
          <a:xfrm>
            <a:off x="6167513" y="6258452"/>
            <a:ext cx="2160199" cy="184666"/>
          </a:xfrm>
          <a:prstGeom prst="rect">
            <a:avLst/>
          </a:prstGeom>
          <a:noFill/>
        </p:spPr>
        <p:txBody>
          <a:bodyPr wrap="square" rtlCol="0">
            <a:spAutoFit/>
          </a:bodyPr>
          <a:lstStyle/>
          <a:p>
            <a:pPr algn="ctr"/>
            <a:r>
              <a:rPr lang="fr-FR" sz="600"/>
              <a:t>AUTRE OU valeur1 = PLATINE_00 </a:t>
            </a:r>
            <a:r>
              <a:rPr lang="fr-FR" sz="600" b="1"/>
              <a:t>OU Catégorie = S </a:t>
            </a:r>
          </a:p>
        </p:txBody>
      </p:sp>
      <p:sp>
        <p:nvSpPr>
          <p:cNvPr id="77" name="ZoneTexte 76"/>
          <p:cNvSpPr txBox="1"/>
          <p:nvPr/>
        </p:nvSpPr>
        <p:spPr>
          <a:xfrm>
            <a:off x="6477543" y="5907035"/>
            <a:ext cx="1176271" cy="184666"/>
          </a:xfrm>
          <a:prstGeom prst="rect">
            <a:avLst/>
          </a:prstGeom>
          <a:noFill/>
        </p:spPr>
        <p:txBody>
          <a:bodyPr wrap="square" rtlCol="0">
            <a:spAutoFit/>
          </a:bodyPr>
          <a:lstStyle/>
          <a:p>
            <a:pPr algn="ctr"/>
            <a:r>
              <a:rPr lang="fr-FR" sz="600"/>
              <a:t>Valeur1 = PRE_FID_M</a:t>
            </a:r>
            <a:endParaRPr lang="fr-FR" sz="600">
              <a:solidFill>
                <a:srgbClr val="FF0000"/>
              </a:solidFill>
            </a:endParaRPr>
          </a:p>
        </p:txBody>
      </p:sp>
      <p:sp>
        <p:nvSpPr>
          <p:cNvPr id="120" name="AutoShape 73"/>
          <p:cNvSpPr>
            <a:spLocks noChangeArrowheads="1"/>
          </p:cNvSpPr>
          <p:nvPr/>
        </p:nvSpPr>
        <p:spPr bwMode="auto">
          <a:xfrm>
            <a:off x="4674286" y="4561522"/>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WCB DIGITAL</a:t>
            </a:r>
          </a:p>
        </p:txBody>
      </p:sp>
      <p:sp>
        <p:nvSpPr>
          <p:cNvPr id="121" name="Text Box 54"/>
          <p:cNvSpPr txBox="1">
            <a:spLocks noChangeArrowheads="1"/>
          </p:cNvSpPr>
          <p:nvPr/>
        </p:nvSpPr>
        <p:spPr bwMode="auto">
          <a:xfrm>
            <a:off x="5381758" y="4562348"/>
            <a:ext cx="35618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NON</a:t>
            </a:r>
          </a:p>
        </p:txBody>
      </p:sp>
      <p:sp>
        <p:nvSpPr>
          <p:cNvPr id="124" name="Text Box 54"/>
          <p:cNvSpPr txBox="1">
            <a:spLocks noChangeArrowheads="1"/>
          </p:cNvSpPr>
          <p:nvPr/>
        </p:nvSpPr>
        <p:spPr bwMode="auto">
          <a:xfrm>
            <a:off x="4374144" y="4556371"/>
            <a:ext cx="31908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OUI</a:t>
            </a:r>
          </a:p>
        </p:txBody>
      </p:sp>
      <p:sp>
        <p:nvSpPr>
          <p:cNvPr id="130" name="AutoShape 94"/>
          <p:cNvSpPr>
            <a:spLocks noChangeArrowheads="1"/>
          </p:cNvSpPr>
          <p:nvPr/>
        </p:nvSpPr>
        <p:spPr bwMode="auto">
          <a:xfrm>
            <a:off x="454221" y="5984732"/>
            <a:ext cx="1055264" cy="288649"/>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WCB FTT PREMIUM FIDE</a:t>
            </a:r>
            <a:endParaRPr lang="fr-FR" sz="600" i="1"/>
          </a:p>
        </p:txBody>
      </p:sp>
      <p:sp>
        <p:nvSpPr>
          <p:cNvPr id="131" name="AutoShape 131"/>
          <p:cNvSpPr>
            <a:spLocks noChangeArrowheads="1"/>
          </p:cNvSpPr>
          <p:nvPr/>
        </p:nvSpPr>
        <p:spPr bwMode="auto">
          <a:xfrm>
            <a:off x="3694524" y="5291227"/>
            <a:ext cx="411409" cy="336896"/>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solidFill>
                  <a:srgbClr val="000000"/>
                </a:solidFill>
              </a:rPr>
              <a:t>Type</a:t>
            </a:r>
          </a:p>
          <a:p>
            <a:pPr algn="ctr" eaLnBrk="0" hangingPunct="0"/>
            <a:r>
              <a:rPr lang="fr-FR" sz="600">
                <a:solidFill>
                  <a:srgbClr val="000000"/>
                </a:solidFill>
              </a:rPr>
              <a:t>client ?</a:t>
            </a:r>
          </a:p>
        </p:txBody>
      </p:sp>
      <p:cxnSp>
        <p:nvCxnSpPr>
          <p:cNvPr id="132" name="Connecteur en angle 131"/>
          <p:cNvCxnSpPr>
            <a:stCxn id="131" idx="2"/>
            <a:endCxn id="130" idx="3"/>
          </p:cNvCxnSpPr>
          <p:nvPr/>
        </p:nvCxnSpPr>
        <p:spPr bwMode="auto">
          <a:xfrm rot="5400000">
            <a:off x="2454390" y="4683218"/>
            <a:ext cx="500934" cy="2390744"/>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AutoShape 94"/>
          <p:cNvSpPr>
            <a:spLocks noChangeArrowheads="1"/>
          </p:cNvSpPr>
          <p:nvPr/>
        </p:nvSpPr>
        <p:spPr bwMode="auto">
          <a:xfrm>
            <a:off x="475578" y="6437860"/>
            <a:ext cx="1055264" cy="265168"/>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WCB FTT PREMIUM</a:t>
            </a:r>
            <a:endParaRPr lang="fr-FR" sz="600" i="1"/>
          </a:p>
        </p:txBody>
      </p:sp>
      <p:cxnSp>
        <p:nvCxnSpPr>
          <p:cNvPr id="144" name="Connecteur en angle 143"/>
          <p:cNvCxnSpPr>
            <a:stCxn id="131" idx="2"/>
            <a:endCxn id="136" idx="3"/>
          </p:cNvCxnSpPr>
          <p:nvPr/>
        </p:nvCxnSpPr>
        <p:spPr bwMode="auto">
          <a:xfrm rot="5400000">
            <a:off x="2244376" y="4914590"/>
            <a:ext cx="942321" cy="2369387"/>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AutoShape 208"/>
          <p:cNvSpPr>
            <a:spLocks noChangeArrowheads="1"/>
          </p:cNvSpPr>
          <p:nvPr/>
        </p:nvSpPr>
        <p:spPr bwMode="auto">
          <a:xfrm>
            <a:off x="1720401" y="6056289"/>
            <a:ext cx="1787975" cy="1541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20000_WCB_FTT_PREMIUM_FIDE</a:t>
            </a:r>
          </a:p>
        </p:txBody>
      </p:sp>
      <p:sp>
        <p:nvSpPr>
          <p:cNvPr id="146" name="AutoShape 208"/>
          <p:cNvSpPr>
            <a:spLocks noChangeArrowheads="1"/>
          </p:cNvSpPr>
          <p:nvPr/>
        </p:nvSpPr>
        <p:spPr bwMode="auto">
          <a:xfrm>
            <a:off x="1756254" y="6495476"/>
            <a:ext cx="1663356" cy="16120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30000_WCB_FTT_PREMIUM</a:t>
            </a:r>
          </a:p>
        </p:txBody>
      </p:sp>
      <p:sp>
        <p:nvSpPr>
          <p:cNvPr id="147" name="ZoneTexte 146"/>
          <p:cNvSpPr txBox="1"/>
          <p:nvPr/>
        </p:nvSpPr>
        <p:spPr>
          <a:xfrm>
            <a:off x="1940298" y="5899754"/>
            <a:ext cx="1176271" cy="184666"/>
          </a:xfrm>
          <a:prstGeom prst="rect">
            <a:avLst/>
          </a:prstGeom>
          <a:noFill/>
        </p:spPr>
        <p:txBody>
          <a:bodyPr wrap="square" rtlCol="0">
            <a:spAutoFit/>
          </a:bodyPr>
          <a:lstStyle/>
          <a:p>
            <a:pPr algn="ctr"/>
            <a:r>
              <a:rPr lang="fr-FR" sz="600"/>
              <a:t>Valeur1 = PRE_FID_M </a:t>
            </a:r>
            <a:endParaRPr lang="fr-FR" sz="600">
              <a:solidFill>
                <a:srgbClr val="FF0000"/>
              </a:solidFill>
            </a:endParaRPr>
          </a:p>
        </p:txBody>
      </p:sp>
      <p:cxnSp>
        <p:nvCxnSpPr>
          <p:cNvPr id="148" name="Connecteur en angle 147"/>
          <p:cNvCxnSpPr>
            <a:stCxn id="120" idx="1"/>
            <a:endCxn id="131" idx="0"/>
          </p:cNvCxnSpPr>
          <p:nvPr/>
        </p:nvCxnSpPr>
        <p:spPr bwMode="auto">
          <a:xfrm rot="10800000" flipV="1">
            <a:off x="3900230" y="4753329"/>
            <a:ext cx="774057" cy="537898"/>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ZoneTexte 148"/>
          <p:cNvSpPr txBox="1"/>
          <p:nvPr/>
        </p:nvSpPr>
        <p:spPr>
          <a:xfrm>
            <a:off x="1647013" y="6298121"/>
            <a:ext cx="2093365" cy="184666"/>
          </a:xfrm>
          <a:prstGeom prst="rect">
            <a:avLst/>
          </a:prstGeom>
          <a:noFill/>
        </p:spPr>
        <p:txBody>
          <a:bodyPr wrap="square" rtlCol="0">
            <a:spAutoFit/>
          </a:bodyPr>
          <a:lstStyle/>
          <a:p>
            <a:pPr algn="ctr"/>
            <a:r>
              <a:rPr lang="fr-FR" sz="600"/>
              <a:t>AUTRE OU Valeur1 = PLATINE_00 </a:t>
            </a:r>
            <a:r>
              <a:rPr lang="fr-FR" sz="600" b="1"/>
              <a:t>OU Catégorie = S</a:t>
            </a:r>
          </a:p>
        </p:txBody>
      </p:sp>
      <p:sp>
        <p:nvSpPr>
          <p:cNvPr id="150" name="AutoShape 31">
            <a:hlinkClick r:id="" action="ppaction://noaction"/>
          </p:cNvPr>
          <p:cNvSpPr>
            <a:spLocks noChangeArrowheads="1"/>
          </p:cNvSpPr>
          <p:nvPr/>
        </p:nvSpPr>
        <p:spPr bwMode="auto">
          <a:xfrm>
            <a:off x="3155809" y="5080005"/>
            <a:ext cx="1462767" cy="16092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ABO_WCB_PREM_TECH_PRIMO</a:t>
            </a:r>
          </a:p>
        </p:txBody>
      </p:sp>
      <p:sp>
        <p:nvSpPr>
          <p:cNvPr id="110" name="AutoShape 31">
            <a:hlinkClick r:id="" action="ppaction://noaction"/>
          </p:cNvPr>
          <p:cNvSpPr>
            <a:spLocks noChangeArrowheads="1"/>
          </p:cNvSpPr>
          <p:nvPr/>
        </p:nvSpPr>
        <p:spPr bwMode="auto">
          <a:xfrm>
            <a:off x="5602586" y="4916631"/>
            <a:ext cx="1193800" cy="14385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D31E05"/>
                </a:solidFill>
              </a:rPr>
              <a:t>ABO_PREMIUM_TECH_PRIMO</a:t>
            </a:r>
          </a:p>
        </p:txBody>
      </p:sp>
      <p:cxnSp>
        <p:nvCxnSpPr>
          <p:cNvPr id="6" name="Connecteur en angle 5"/>
          <p:cNvCxnSpPr>
            <a:stCxn id="10254" idx="0"/>
            <a:endCxn id="158" idx="0"/>
          </p:cNvCxnSpPr>
          <p:nvPr/>
        </p:nvCxnSpPr>
        <p:spPr bwMode="auto">
          <a:xfrm rot="16200000" flipH="1">
            <a:off x="3787049" y="1254539"/>
            <a:ext cx="513548" cy="13751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AutoShape 282"/>
          <p:cNvSpPr>
            <a:spLocks noChangeArrowheads="1"/>
          </p:cNvSpPr>
          <p:nvPr/>
        </p:nvSpPr>
        <p:spPr bwMode="auto">
          <a:xfrm>
            <a:off x="3731582" y="1580072"/>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FFFFFF"/>
                </a:solidFill>
              </a:rPr>
              <a:t>BEB MOB TECH </a:t>
            </a:r>
          </a:p>
        </p:txBody>
      </p:sp>
      <p:grpSp>
        <p:nvGrpSpPr>
          <p:cNvPr id="159" name="Group 188"/>
          <p:cNvGrpSpPr>
            <a:grpSpLocks/>
          </p:cNvGrpSpPr>
          <p:nvPr/>
        </p:nvGrpSpPr>
        <p:grpSpPr bwMode="auto">
          <a:xfrm rot="1150259">
            <a:off x="3495356" y="1596545"/>
            <a:ext cx="279400" cy="130175"/>
            <a:chOff x="1920" y="715"/>
            <a:chExt cx="270" cy="139"/>
          </a:xfrm>
          <a:effectLst>
            <a:outerShdw blurRad="50800" dist="38100" dir="2700000" algn="tl" rotWithShape="0">
              <a:prstClr val="black">
                <a:alpha val="40000"/>
              </a:prstClr>
            </a:outerShdw>
          </a:effectLst>
        </p:grpSpPr>
        <p:sp>
          <p:nvSpPr>
            <p:cNvPr id="160"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61"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62" name="AutoShape 191"/>
          <p:cNvSpPr>
            <a:spLocks noChangeArrowheads="1"/>
          </p:cNvSpPr>
          <p:nvPr/>
        </p:nvSpPr>
        <p:spPr bwMode="auto">
          <a:xfrm>
            <a:off x="2923466" y="1341156"/>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63" name="AutoShape 46">
            <a:hlinkClick r:id="rId4" action="ppaction://hlinksldjump"/>
          </p:cNvPr>
          <p:cNvSpPr>
            <a:spLocks noChangeArrowheads="1"/>
          </p:cNvSpPr>
          <p:nvPr/>
        </p:nvSpPr>
        <p:spPr bwMode="auto">
          <a:xfrm rot="10800000">
            <a:off x="1447588" y="4375300"/>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TECH</a:t>
            </a:r>
          </a:p>
        </p:txBody>
      </p:sp>
      <p:cxnSp>
        <p:nvCxnSpPr>
          <p:cNvPr id="164" name="Connecteur en angle 163"/>
          <p:cNvCxnSpPr>
            <a:stCxn id="158" idx="1"/>
            <a:endCxn id="165" idx="0"/>
          </p:cNvCxnSpPr>
          <p:nvPr/>
        </p:nvCxnSpPr>
        <p:spPr bwMode="auto">
          <a:xfrm rot="10800000" flipV="1">
            <a:off x="1905350" y="1833955"/>
            <a:ext cx="1826232" cy="13193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14"/>
          <p:cNvSpPr>
            <a:spLocks noChangeArrowheads="1"/>
          </p:cNvSpPr>
          <p:nvPr/>
        </p:nvSpPr>
        <p:spPr bwMode="auto">
          <a:xfrm>
            <a:off x="1280276" y="1965889"/>
            <a:ext cx="1250147" cy="22622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20000_BEB_TECH_PREMIUM_OK</a:t>
            </a:r>
          </a:p>
        </p:txBody>
      </p:sp>
      <p:cxnSp>
        <p:nvCxnSpPr>
          <p:cNvPr id="10315" name="Connecteur en angle 10314"/>
          <p:cNvCxnSpPr>
            <a:stCxn id="158" idx="2"/>
            <a:endCxn id="166" idx="0"/>
          </p:cNvCxnSpPr>
          <p:nvPr/>
        </p:nvCxnSpPr>
        <p:spPr bwMode="auto">
          <a:xfrm rot="16200000" flipH="1">
            <a:off x="4246337" y="1954082"/>
            <a:ext cx="757850" cy="102536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6" name="AutoShape 14"/>
          <p:cNvSpPr>
            <a:spLocks noChangeArrowheads="1"/>
          </p:cNvSpPr>
          <p:nvPr/>
        </p:nvSpPr>
        <p:spPr bwMode="auto">
          <a:xfrm>
            <a:off x="4480655" y="2845687"/>
            <a:ext cx="1314574" cy="2764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20000_BEB_TECH_PREMIUM_NOK</a:t>
            </a:r>
          </a:p>
        </p:txBody>
      </p:sp>
      <p:sp>
        <p:nvSpPr>
          <p:cNvPr id="167" name="AutoShape 31">
            <a:hlinkClick r:id="" action="ppaction://noaction"/>
          </p:cNvPr>
          <p:cNvSpPr>
            <a:spLocks noChangeArrowheads="1"/>
          </p:cNvSpPr>
          <p:nvPr/>
        </p:nvSpPr>
        <p:spPr bwMode="auto">
          <a:xfrm>
            <a:off x="1291396" y="3919414"/>
            <a:ext cx="119380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ABO_PREMIUM_</a:t>
            </a:r>
            <a:r>
              <a:rPr lang="fr-FR" sz="600">
                <a:solidFill>
                  <a:srgbClr val="D31E05"/>
                </a:solidFill>
              </a:rPr>
              <a:t>BEB_TECH</a:t>
            </a:r>
          </a:p>
        </p:txBody>
      </p:sp>
      <p:sp>
        <p:nvSpPr>
          <p:cNvPr id="170" name="AutoShape 31">
            <a:hlinkClick r:id="" action="ppaction://noaction"/>
          </p:cNvPr>
          <p:cNvSpPr>
            <a:spLocks noChangeArrowheads="1"/>
          </p:cNvSpPr>
          <p:nvPr/>
        </p:nvSpPr>
        <p:spPr bwMode="auto">
          <a:xfrm>
            <a:off x="4529222" y="4109931"/>
            <a:ext cx="119380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a:solidFill>
                  <a:srgbClr val="D31E05"/>
                </a:solidFill>
              </a:rPr>
              <a:t>ABO_PREMIUM_TECH</a:t>
            </a:r>
          </a:p>
        </p:txBody>
      </p:sp>
      <p:sp>
        <p:nvSpPr>
          <p:cNvPr id="70" name="AutoShape 14"/>
          <p:cNvSpPr>
            <a:spLocks noChangeArrowheads="1"/>
          </p:cNvSpPr>
          <p:nvPr/>
        </p:nvSpPr>
        <p:spPr bwMode="auto">
          <a:xfrm>
            <a:off x="5584023" y="4672681"/>
            <a:ext cx="1314574" cy="1570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20000_PREMIUM_TECH_PRIMO</a:t>
            </a:r>
          </a:p>
        </p:txBody>
      </p:sp>
      <p:sp>
        <p:nvSpPr>
          <p:cNvPr id="71" name="AutoShape 14"/>
          <p:cNvSpPr>
            <a:spLocks noChangeArrowheads="1"/>
          </p:cNvSpPr>
          <p:nvPr/>
        </p:nvSpPr>
        <p:spPr bwMode="auto">
          <a:xfrm>
            <a:off x="3177676" y="4838581"/>
            <a:ext cx="1419031" cy="14327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20000_WCB_PREMIUM_TECH_PRIMO</a:t>
            </a:r>
          </a:p>
        </p:txBody>
      </p:sp>
      <p:sp>
        <p:nvSpPr>
          <p:cNvPr id="57" name="AutoShape 14"/>
          <p:cNvSpPr>
            <a:spLocks noChangeArrowheads="1"/>
          </p:cNvSpPr>
          <p:nvPr/>
        </p:nvSpPr>
        <p:spPr bwMode="auto">
          <a:xfrm>
            <a:off x="1278286" y="3595279"/>
            <a:ext cx="1250147" cy="22622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20000_BEB_TECH_PREMIUM_HO</a:t>
            </a:r>
          </a:p>
        </p:txBody>
      </p:sp>
      <p:sp>
        <p:nvSpPr>
          <p:cNvPr id="58" name="AutoShape 14"/>
          <p:cNvSpPr>
            <a:spLocks noChangeArrowheads="1"/>
          </p:cNvSpPr>
          <p:nvPr/>
        </p:nvSpPr>
        <p:spPr bwMode="auto">
          <a:xfrm>
            <a:off x="2794536" y="3202252"/>
            <a:ext cx="1250147" cy="22622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20000_BEB_TECH_PREMIUM_HNO</a:t>
            </a:r>
          </a:p>
        </p:txBody>
      </p:sp>
      <p:sp>
        <p:nvSpPr>
          <p:cNvPr id="59" name="AutoShape 282"/>
          <p:cNvSpPr>
            <a:spLocks noChangeArrowheads="1"/>
          </p:cNvSpPr>
          <p:nvPr/>
        </p:nvSpPr>
        <p:spPr bwMode="auto">
          <a:xfrm>
            <a:off x="1530842" y="2399338"/>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TECH</a:t>
            </a:r>
          </a:p>
          <a:p>
            <a:pPr algn="ctr" eaLnBrk="0" hangingPunct="0"/>
            <a:r>
              <a:rPr lang="fr-FR" sz="600">
                <a:solidFill>
                  <a:srgbClr val="FFFFFF"/>
                </a:solidFill>
              </a:rPr>
              <a:t>Flux HO </a:t>
            </a:r>
          </a:p>
          <a:p>
            <a:pPr algn="ctr" eaLnBrk="0" hangingPunct="0"/>
            <a:endParaRPr lang="fr-FR" sz="600">
              <a:solidFill>
                <a:srgbClr val="FFFFFF"/>
              </a:solidFill>
            </a:endParaRPr>
          </a:p>
        </p:txBody>
      </p:sp>
      <p:cxnSp>
        <p:nvCxnSpPr>
          <p:cNvPr id="10" name="Connecteur droit avec flèche 9"/>
          <p:cNvCxnSpPr>
            <a:stCxn id="165" idx="2"/>
            <a:endCxn id="59" idx="0"/>
          </p:cNvCxnSpPr>
          <p:nvPr/>
        </p:nvCxnSpPr>
        <p:spPr bwMode="auto">
          <a:xfrm>
            <a:off x="1905350" y="2192114"/>
            <a:ext cx="6492" cy="20722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Connecteur droit 12"/>
          <p:cNvCxnSpPr>
            <a:stCxn id="59" idx="2"/>
            <a:endCxn id="57" idx="0"/>
          </p:cNvCxnSpPr>
          <p:nvPr/>
        </p:nvCxnSpPr>
        <p:spPr bwMode="auto">
          <a:xfrm flipH="1">
            <a:off x="1903360" y="2907103"/>
            <a:ext cx="8482" cy="6881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p:cNvCxnSpPr>
            <a:stCxn id="57" idx="2"/>
            <a:endCxn id="167" idx="0"/>
          </p:cNvCxnSpPr>
          <p:nvPr/>
        </p:nvCxnSpPr>
        <p:spPr bwMode="auto">
          <a:xfrm flipH="1">
            <a:off x="1888296" y="3821504"/>
            <a:ext cx="15064" cy="979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a:stCxn id="167" idx="2"/>
            <a:endCxn id="163" idx="2"/>
          </p:cNvCxnSpPr>
          <p:nvPr/>
        </p:nvCxnSpPr>
        <p:spPr bwMode="auto">
          <a:xfrm flipH="1">
            <a:off x="1887885" y="4140076"/>
            <a:ext cx="411" cy="23522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Connecteur en angle 19"/>
          <p:cNvCxnSpPr>
            <a:stCxn id="59" idx="3"/>
            <a:endCxn id="58" idx="0"/>
          </p:cNvCxnSpPr>
          <p:nvPr/>
        </p:nvCxnSpPr>
        <p:spPr bwMode="auto">
          <a:xfrm>
            <a:off x="2292842" y="2653221"/>
            <a:ext cx="1126768" cy="54903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en angle 21"/>
          <p:cNvCxnSpPr>
            <a:stCxn id="58" idx="2"/>
            <a:endCxn id="170" idx="1"/>
          </p:cNvCxnSpPr>
          <p:nvPr/>
        </p:nvCxnSpPr>
        <p:spPr bwMode="auto">
          <a:xfrm rot="16200000" flipH="1">
            <a:off x="3578524" y="3269563"/>
            <a:ext cx="791785" cy="1109612"/>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AutoShape 14"/>
          <p:cNvSpPr>
            <a:spLocks noChangeArrowheads="1"/>
          </p:cNvSpPr>
          <p:nvPr/>
        </p:nvSpPr>
        <p:spPr bwMode="auto">
          <a:xfrm>
            <a:off x="6199486" y="2157481"/>
            <a:ext cx="1314574" cy="27649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20000_BEB_TECH_PREMIUM_OFF</a:t>
            </a:r>
          </a:p>
        </p:txBody>
      </p:sp>
      <p:cxnSp>
        <p:nvCxnSpPr>
          <p:cNvPr id="10311" name="Connecteur droit 10310"/>
          <p:cNvCxnSpPr>
            <a:stCxn id="166" idx="2"/>
            <a:endCxn id="170" idx="0"/>
          </p:cNvCxnSpPr>
          <p:nvPr/>
        </p:nvCxnSpPr>
        <p:spPr bwMode="auto">
          <a:xfrm flipH="1">
            <a:off x="5126122" y="3122177"/>
            <a:ext cx="11820" cy="98775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13" name="Connecteur droit avec flèche 10312"/>
          <p:cNvCxnSpPr>
            <a:stCxn id="170" idx="2"/>
            <a:endCxn id="120" idx="0"/>
          </p:cNvCxnSpPr>
          <p:nvPr/>
        </p:nvCxnSpPr>
        <p:spPr bwMode="auto">
          <a:xfrm flipH="1">
            <a:off x="5113535" y="4330593"/>
            <a:ext cx="12587" cy="23092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17" name="Connecteur en angle 10316"/>
          <p:cNvCxnSpPr>
            <a:stCxn id="85" idx="2"/>
            <a:endCxn id="170" idx="3"/>
          </p:cNvCxnSpPr>
          <p:nvPr/>
        </p:nvCxnSpPr>
        <p:spPr bwMode="auto">
          <a:xfrm rot="5400000">
            <a:off x="5396753" y="2760241"/>
            <a:ext cx="1786291" cy="113375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19" name="Connecteur en angle 10318"/>
          <p:cNvCxnSpPr>
            <a:stCxn id="158" idx="3"/>
            <a:endCxn id="85" idx="0"/>
          </p:cNvCxnSpPr>
          <p:nvPr/>
        </p:nvCxnSpPr>
        <p:spPr bwMode="auto">
          <a:xfrm>
            <a:off x="4493582" y="1833955"/>
            <a:ext cx="2363191" cy="32352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Text Box 54"/>
          <p:cNvSpPr txBox="1">
            <a:spLocks noChangeArrowheads="1"/>
          </p:cNvSpPr>
          <p:nvPr/>
        </p:nvSpPr>
        <p:spPr bwMode="auto">
          <a:xfrm>
            <a:off x="4152110" y="2102232"/>
            <a:ext cx="35618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NON</a:t>
            </a:r>
          </a:p>
        </p:txBody>
      </p:sp>
      <p:sp>
        <p:nvSpPr>
          <p:cNvPr id="100" name="Text Box 54"/>
          <p:cNvSpPr txBox="1">
            <a:spLocks noChangeArrowheads="1"/>
          </p:cNvSpPr>
          <p:nvPr/>
        </p:nvSpPr>
        <p:spPr bwMode="auto">
          <a:xfrm>
            <a:off x="3412163" y="1851483"/>
            <a:ext cx="31908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OUI</a:t>
            </a:r>
          </a:p>
        </p:txBody>
      </p:sp>
      <p:sp>
        <p:nvSpPr>
          <p:cNvPr id="101" name="Text Box 54"/>
          <p:cNvSpPr txBox="1">
            <a:spLocks noChangeArrowheads="1"/>
          </p:cNvSpPr>
          <p:nvPr/>
        </p:nvSpPr>
        <p:spPr bwMode="auto">
          <a:xfrm>
            <a:off x="2389228" y="2455866"/>
            <a:ext cx="82426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NON ou Désactivé</a:t>
            </a:r>
          </a:p>
        </p:txBody>
      </p:sp>
      <p:sp>
        <p:nvSpPr>
          <p:cNvPr id="102" name="Text Box 54"/>
          <p:cNvSpPr txBox="1">
            <a:spLocks noChangeArrowheads="1"/>
          </p:cNvSpPr>
          <p:nvPr/>
        </p:nvSpPr>
        <p:spPr bwMode="auto">
          <a:xfrm>
            <a:off x="1531720" y="2868713"/>
            <a:ext cx="319087"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OUI</a:t>
            </a:r>
          </a:p>
        </p:txBody>
      </p:sp>
      <p:sp>
        <p:nvSpPr>
          <p:cNvPr id="103" name="Text Box 54"/>
          <p:cNvSpPr txBox="1">
            <a:spLocks noChangeArrowheads="1"/>
          </p:cNvSpPr>
          <p:nvPr/>
        </p:nvSpPr>
        <p:spPr bwMode="auto">
          <a:xfrm>
            <a:off x="4585984" y="1624292"/>
            <a:ext cx="524503"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fr-FR" sz="600"/>
              <a:t>Désactivé</a:t>
            </a:r>
          </a:p>
        </p:txBody>
      </p:sp>
      <p:sp>
        <p:nvSpPr>
          <p:cNvPr id="72" name="AutoShape 94">
            <a:extLst>
              <a:ext uri="{FF2B5EF4-FFF2-40B4-BE49-F238E27FC236}">
                <a16:creationId xmlns:a16="http://schemas.microsoft.com/office/drawing/2014/main" id="{C2E23BB1-E079-4888-BAD0-D7A5DAB4F067}"/>
              </a:ext>
            </a:extLst>
          </p:cNvPr>
          <p:cNvSpPr>
            <a:spLocks noChangeArrowheads="1"/>
          </p:cNvSpPr>
          <p:nvPr/>
        </p:nvSpPr>
        <p:spPr bwMode="auto">
          <a:xfrm>
            <a:off x="454221" y="5656954"/>
            <a:ext cx="1055264" cy="288649"/>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WCB FTT PACKPRO</a:t>
            </a:r>
            <a:endParaRPr lang="fr-FR" sz="600" i="1"/>
          </a:p>
        </p:txBody>
      </p:sp>
      <p:sp>
        <p:nvSpPr>
          <p:cNvPr id="73" name="AutoShape 208">
            <a:extLst>
              <a:ext uri="{FF2B5EF4-FFF2-40B4-BE49-F238E27FC236}">
                <a16:creationId xmlns:a16="http://schemas.microsoft.com/office/drawing/2014/main" id="{4776DA5E-FEED-4FEE-8F2A-B94333CEEEB8}"/>
              </a:ext>
            </a:extLst>
          </p:cNvPr>
          <p:cNvSpPr>
            <a:spLocks noChangeArrowheads="1"/>
          </p:cNvSpPr>
          <p:nvPr/>
        </p:nvSpPr>
        <p:spPr bwMode="auto">
          <a:xfrm>
            <a:off x="1720401" y="5728511"/>
            <a:ext cx="1787975" cy="15417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20000_WCB_FTT_PACKPRO</a:t>
            </a:r>
          </a:p>
        </p:txBody>
      </p:sp>
      <p:sp>
        <p:nvSpPr>
          <p:cNvPr id="74" name="ZoneTexte 73">
            <a:extLst>
              <a:ext uri="{FF2B5EF4-FFF2-40B4-BE49-F238E27FC236}">
                <a16:creationId xmlns:a16="http://schemas.microsoft.com/office/drawing/2014/main" id="{66B13844-D932-49CE-A353-84002872C836}"/>
              </a:ext>
            </a:extLst>
          </p:cNvPr>
          <p:cNvSpPr txBox="1"/>
          <p:nvPr/>
        </p:nvSpPr>
        <p:spPr>
          <a:xfrm>
            <a:off x="1940298" y="5571976"/>
            <a:ext cx="1176271" cy="184666"/>
          </a:xfrm>
          <a:prstGeom prst="rect">
            <a:avLst/>
          </a:prstGeom>
          <a:noFill/>
        </p:spPr>
        <p:txBody>
          <a:bodyPr wrap="square" rtlCol="0">
            <a:spAutoFit/>
          </a:bodyPr>
          <a:lstStyle/>
          <a:p>
            <a:pPr algn="ctr"/>
            <a:r>
              <a:rPr lang="fr-FR" sz="600"/>
              <a:t>Valeur1 = PACKPRO_M </a:t>
            </a:r>
            <a:endParaRPr lang="fr-FR" sz="600">
              <a:solidFill>
                <a:srgbClr val="FF0000"/>
              </a:solidFill>
            </a:endParaRPr>
          </a:p>
        </p:txBody>
      </p:sp>
      <p:cxnSp>
        <p:nvCxnSpPr>
          <p:cNvPr id="3" name="Connecteur : en angle 2">
            <a:extLst>
              <a:ext uri="{FF2B5EF4-FFF2-40B4-BE49-F238E27FC236}">
                <a16:creationId xmlns:a16="http://schemas.microsoft.com/office/drawing/2014/main" id="{641E2643-80AA-4F72-934C-6DD001DA7FCA}"/>
              </a:ext>
            </a:extLst>
          </p:cNvPr>
          <p:cNvCxnSpPr>
            <a:stCxn id="73" idx="3"/>
            <a:endCxn id="131" idx="2"/>
          </p:cNvCxnSpPr>
          <p:nvPr/>
        </p:nvCxnSpPr>
        <p:spPr bwMode="auto">
          <a:xfrm flipV="1">
            <a:off x="3508376" y="5628123"/>
            <a:ext cx="391853" cy="177476"/>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droit avec flèche 4">
            <a:extLst>
              <a:ext uri="{FF2B5EF4-FFF2-40B4-BE49-F238E27FC236}">
                <a16:creationId xmlns:a16="http://schemas.microsoft.com/office/drawing/2014/main" id="{CA5FD44D-5DE8-4EB9-BF8F-577A13F615D0}"/>
              </a:ext>
            </a:extLst>
          </p:cNvPr>
          <p:cNvCxnSpPr>
            <a:stCxn id="73" idx="1"/>
            <a:endCxn id="72" idx="3"/>
          </p:cNvCxnSpPr>
          <p:nvPr/>
        </p:nvCxnSpPr>
        <p:spPr bwMode="auto">
          <a:xfrm flipH="1" flipV="1">
            <a:off x="1509485" y="5801279"/>
            <a:ext cx="210916" cy="4320"/>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AutoShape 94">
            <a:extLst>
              <a:ext uri="{FF2B5EF4-FFF2-40B4-BE49-F238E27FC236}">
                <a16:creationId xmlns:a16="http://schemas.microsoft.com/office/drawing/2014/main" id="{941B7FAB-DAF8-4309-A0BD-2EC347A15C1A}"/>
              </a:ext>
            </a:extLst>
          </p:cNvPr>
          <p:cNvSpPr>
            <a:spLocks noChangeArrowheads="1"/>
          </p:cNvSpPr>
          <p:nvPr/>
        </p:nvSpPr>
        <p:spPr bwMode="auto">
          <a:xfrm>
            <a:off x="7961753" y="5654597"/>
            <a:ext cx="963751" cy="245157"/>
          </a:xfrm>
          <a:prstGeom prst="flowChartProcess">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br>
              <a:rPr lang="fr-FR" sz="600"/>
            </a:br>
            <a:r>
              <a:rPr lang="fr-FR" sz="600"/>
              <a:t>ABO FTT_PACKPRO</a:t>
            </a:r>
            <a:endParaRPr lang="fr-FR" sz="600" i="1"/>
          </a:p>
        </p:txBody>
      </p:sp>
      <p:sp>
        <p:nvSpPr>
          <p:cNvPr id="87" name="AutoShape 208">
            <a:extLst>
              <a:ext uri="{FF2B5EF4-FFF2-40B4-BE49-F238E27FC236}">
                <a16:creationId xmlns:a16="http://schemas.microsoft.com/office/drawing/2014/main" id="{8E9D2D3C-C211-4688-965B-F494660394A8}"/>
              </a:ext>
            </a:extLst>
          </p:cNvPr>
          <p:cNvSpPr>
            <a:spLocks noChangeArrowheads="1"/>
          </p:cNvSpPr>
          <p:nvPr/>
        </p:nvSpPr>
        <p:spPr bwMode="auto">
          <a:xfrm>
            <a:off x="6567011" y="5683164"/>
            <a:ext cx="1168260" cy="173285"/>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a:t>20000_FTT_PACKPRO</a:t>
            </a:r>
          </a:p>
        </p:txBody>
      </p:sp>
      <p:sp>
        <p:nvSpPr>
          <p:cNvPr id="88" name="ZoneTexte 87">
            <a:extLst>
              <a:ext uri="{FF2B5EF4-FFF2-40B4-BE49-F238E27FC236}">
                <a16:creationId xmlns:a16="http://schemas.microsoft.com/office/drawing/2014/main" id="{1F2E479E-5AF5-4BE7-84FB-4D353AA95102}"/>
              </a:ext>
            </a:extLst>
          </p:cNvPr>
          <p:cNvSpPr txBox="1"/>
          <p:nvPr/>
        </p:nvSpPr>
        <p:spPr>
          <a:xfrm>
            <a:off x="6556970" y="5484199"/>
            <a:ext cx="1176271" cy="184666"/>
          </a:xfrm>
          <a:prstGeom prst="rect">
            <a:avLst/>
          </a:prstGeom>
          <a:noFill/>
        </p:spPr>
        <p:txBody>
          <a:bodyPr wrap="square" rtlCol="0">
            <a:spAutoFit/>
          </a:bodyPr>
          <a:lstStyle/>
          <a:p>
            <a:pPr algn="ctr"/>
            <a:r>
              <a:rPr lang="fr-FR" sz="600"/>
              <a:t>Valeur1 = PACKPRO_M</a:t>
            </a:r>
            <a:endParaRPr lang="fr-FR" sz="600">
              <a:solidFill>
                <a:srgbClr val="FF0000"/>
              </a:solidFill>
            </a:endParaRPr>
          </a:p>
        </p:txBody>
      </p:sp>
      <p:cxnSp>
        <p:nvCxnSpPr>
          <p:cNvPr id="24" name="Connecteur droit avec flèche 23">
            <a:extLst>
              <a:ext uri="{FF2B5EF4-FFF2-40B4-BE49-F238E27FC236}">
                <a16:creationId xmlns:a16="http://schemas.microsoft.com/office/drawing/2014/main" id="{B67C3479-E896-45FD-B4CC-9E7FB78F4734}"/>
              </a:ext>
            </a:extLst>
          </p:cNvPr>
          <p:cNvCxnSpPr>
            <a:stCxn id="87" idx="3"/>
            <a:endCxn id="86" idx="1"/>
          </p:cNvCxnSpPr>
          <p:nvPr/>
        </p:nvCxnSpPr>
        <p:spPr bwMode="auto">
          <a:xfrm>
            <a:off x="7735271" y="5769807"/>
            <a:ext cx="226482" cy="73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Connecteur : en angle 25">
            <a:extLst>
              <a:ext uri="{FF2B5EF4-FFF2-40B4-BE49-F238E27FC236}">
                <a16:creationId xmlns:a16="http://schemas.microsoft.com/office/drawing/2014/main" id="{CAD7DF64-0880-4FB6-9418-952692186F45}"/>
              </a:ext>
            </a:extLst>
          </p:cNvPr>
          <p:cNvCxnSpPr>
            <a:stCxn id="125" idx="2"/>
            <a:endCxn id="87" idx="1"/>
          </p:cNvCxnSpPr>
          <p:nvPr/>
        </p:nvCxnSpPr>
        <p:spPr bwMode="auto">
          <a:xfrm rot="16200000" flipH="1">
            <a:off x="6257226" y="5460021"/>
            <a:ext cx="220075" cy="39949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87491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31</a:t>
            </a:fld>
            <a:endParaRPr lang="fr-FR"/>
          </a:p>
        </p:txBody>
      </p:sp>
      <p:sp>
        <p:nvSpPr>
          <p:cNvPr id="217" name="Rectangle 5"/>
          <p:cNvSpPr>
            <a:spLocks noChangeArrowheads="1"/>
          </p:cNvSpPr>
          <p:nvPr/>
        </p:nvSpPr>
        <p:spPr bwMode="auto">
          <a:xfrm>
            <a:off x="2834410" y="2312673"/>
            <a:ext cx="2134850" cy="461665"/>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a:r>
              <a:rPr lang="fr-FR" sz="600" b="1">
                <a:solidFill>
                  <a:srgbClr val="D31E05"/>
                </a:solidFill>
              </a:rPr>
              <a:t>MENU PREMIUM AUTRE</a:t>
            </a:r>
            <a:br>
              <a:rPr lang="fr-FR" sz="600" b="1">
                <a:solidFill>
                  <a:schemeClr val="accent2"/>
                </a:solidFill>
              </a:rPr>
            </a:br>
            <a:r>
              <a:rPr lang="fr-FR" sz="600">
                <a:ea typeface="ＭＳ Ｐゴシック" pitchFamily="-80" charset="-128"/>
              </a:rPr>
              <a:t>Pour régler votre facture par carte bancaire, Tapez 1</a:t>
            </a:r>
          </a:p>
          <a:p>
            <a:pPr algn="ctr"/>
            <a:r>
              <a:rPr lang="fr-FR" sz="600">
                <a:ea typeface="ＭＳ Ｐゴシック" pitchFamily="-80" charset="-128"/>
              </a:rPr>
              <a:t>Pour une résiliation, Tapez 2</a:t>
            </a:r>
          </a:p>
          <a:p>
            <a:pPr algn="ctr"/>
            <a:r>
              <a:rPr lang="fr-FR" sz="600">
                <a:ea typeface="ＭＳ Ｐゴシック" pitchFamily="-80" charset="-128"/>
              </a:rPr>
              <a:t>Pour toute autre demande, Tapez 3</a:t>
            </a:r>
          </a:p>
        </p:txBody>
      </p:sp>
      <p:sp>
        <p:nvSpPr>
          <p:cNvPr id="219" name="AutoShape 17"/>
          <p:cNvSpPr>
            <a:spLocks noChangeArrowheads="1"/>
          </p:cNvSpPr>
          <p:nvPr/>
        </p:nvSpPr>
        <p:spPr bwMode="auto">
          <a:xfrm>
            <a:off x="594441" y="3581743"/>
            <a:ext cx="215900" cy="176213"/>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1</a:t>
            </a:r>
          </a:p>
        </p:txBody>
      </p:sp>
      <p:sp>
        <p:nvSpPr>
          <p:cNvPr id="228" name="AutoShape 17"/>
          <p:cNvSpPr>
            <a:spLocks noChangeArrowheads="1"/>
          </p:cNvSpPr>
          <p:nvPr/>
        </p:nvSpPr>
        <p:spPr bwMode="auto">
          <a:xfrm>
            <a:off x="1951093" y="3584608"/>
            <a:ext cx="215900" cy="176213"/>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2</a:t>
            </a:r>
          </a:p>
        </p:txBody>
      </p:sp>
      <p:sp>
        <p:nvSpPr>
          <p:cNvPr id="245" name="AutoShape 208"/>
          <p:cNvSpPr>
            <a:spLocks noChangeArrowheads="1"/>
          </p:cNvSpPr>
          <p:nvPr/>
        </p:nvSpPr>
        <p:spPr bwMode="auto">
          <a:xfrm>
            <a:off x="1477143" y="3954554"/>
            <a:ext cx="1166577" cy="16755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32000_PREMIUM_RESILIATION</a:t>
            </a:r>
          </a:p>
        </p:txBody>
      </p:sp>
      <p:sp>
        <p:nvSpPr>
          <p:cNvPr id="246" name="AutoShape 208"/>
          <p:cNvSpPr>
            <a:spLocks noChangeArrowheads="1"/>
          </p:cNvSpPr>
          <p:nvPr/>
        </p:nvSpPr>
        <p:spPr bwMode="auto">
          <a:xfrm>
            <a:off x="4663999" y="5017399"/>
            <a:ext cx="960447"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33000_PREMIUM_AUTRE</a:t>
            </a:r>
          </a:p>
        </p:txBody>
      </p:sp>
      <p:cxnSp>
        <p:nvCxnSpPr>
          <p:cNvPr id="253" name="AutoShape 10"/>
          <p:cNvCxnSpPr>
            <a:cxnSpLocks noChangeShapeType="1"/>
            <a:stCxn id="228" idx="2"/>
            <a:endCxn id="245" idx="0"/>
          </p:cNvCxnSpPr>
          <p:nvPr/>
        </p:nvCxnSpPr>
        <p:spPr bwMode="auto">
          <a:xfrm rot="16200000" flipH="1">
            <a:off x="1962871" y="3856992"/>
            <a:ext cx="193733" cy="138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259" name="AutoShape 10"/>
          <p:cNvCxnSpPr>
            <a:cxnSpLocks noChangeShapeType="1"/>
            <a:stCxn id="235" idx="2"/>
            <a:endCxn id="246" idx="1"/>
          </p:cNvCxnSpPr>
          <p:nvPr/>
        </p:nvCxnSpPr>
        <p:spPr bwMode="auto">
          <a:xfrm rot="16200000" flipH="1">
            <a:off x="3792642" y="4218274"/>
            <a:ext cx="1419782" cy="32293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263" name="AutoShape 10"/>
          <p:cNvCxnSpPr>
            <a:cxnSpLocks noChangeShapeType="1"/>
            <a:stCxn id="246" idx="3"/>
            <a:endCxn id="140" idx="0"/>
          </p:cNvCxnSpPr>
          <p:nvPr/>
        </p:nvCxnSpPr>
        <p:spPr bwMode="auto">
          <a:xfrm>
            <a:off x="5624446" y="5089631"/>
            <a:ext cx="1403784" cy="15703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sp>
        <p:nvSpPr>
          <p:cNvPr id="170" name="AutoShape 52"/>
          <p:cNvSpPr>
            <a:spLocks noChangeArrowheads="1"/>
          </p:cNvSpPr>
          <p:nvPr/>
        </p:nvSpPr>
        <p:spPr bwMode="auto">
          <a:xfrm>
            <a:off x="3291638" y="3302215"/>
            <a:ext cx="522287" cy="249237"/>
          </a:xfrm>
          <a:prstGeom prst="flowChartDecision">
            <a:avLst/>
          </a:prstGeom>
          <a:solidFill>
            <a:schemeClr val="hlink"/>
          </a:solidFill>
          <a:ln w="9525">
            <a:noFill/>
            <a:miter lim="800000"/>
            <a:headEnd/>
            <a:tailEnd/>
          </a:ln>
          <a:effectLst>
            <a:outerShdw blurRad="63500" dist="38099" dir="2700000" algn="ctr" rotWithShape="0">
              <a:schemeClr val="bg2">
                <a:alpha val="74998"/>
              </a:schemeClr>
            </a:outerShdw>
          </a:effectLst>
        </p:spPr>
        <p:txBody>
          <a:bodyPr wrap="none" lIns="37874" tIns="18937" rIns="37874" bIns="18937" anchor="ctr"/>
          <a:lstStyle/>
          <a:p>
            <a:pPr algn="ctr" defTabSz="379413" eaLnBrk="0" hangingPunct="0">
              <a:defRPr/>
            </a:pPr>
            <a:r>
              <a:rPr lang="fr-FR" sz="600">
                <a:ea typeface="ＭＳ Ｐゴシック" charset="0"/>
              </a:rPr>
              <a:t>Choix</a:t>
            </a:r>
          </a:p>
        </p:txBody>
      </p:sp>
      <p:cxnSp>
        <p:nvCxnSpPr>
          <p:cNvPr id="198" name="AutoShape 10"/>
          <p:cNvCxnSpPr>
            <a:cxnSpLocks noChangeShapeType="1"/>
            <a:stCxn id="217" idx="2"/>
            <a:endCxn id="170" idx="0"/>
          </p:cNvCxnSpPr>
          <p:nvPr/>
        </p:nvCxnSpPr>
        <p:spPr bwMode="auto">
          <a:xfrm rot="5400000">
            <a:off x="3463371" y="2863750"/>
            <a:ext cx="527877" cy="349053"/>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AutoShape 10"/>
          <p:cNvCxnSpPr>
            <a:cxnSpLocks noChangeShapeType="1"/>
            <a:stCxn id="170" idx="1"/>
            <a:endCxn id="219" idx="6"/>
          </p:cNvCxnSpPr>
          <p:nvPr/>
        </p:nvCxnSpPr>
        <p:spPr bwMode="auto">
          <a:xfrm rot="10800000" flipV="1">
            <a:off x="702392" y="3426833"/>
            <a:ext cx="2589247" cy="15490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AutoShape 10"/>
          <p:cNvCxnSpPr>
            <a:cxnSpLocks noChangeShapeType="1"/>
            <a:stCxn id="170" idx="1"/>
            <a:endCxn id="228" idx="6"/>
          </p:cNvCxnSpPr>
          <p:nvPr/>
        </p:nvCxnSpPr>
        <p:spPr bwMode="auto">
          <a:xfrm rot="10800000" flipV="1">
            <a:off x="2059044" y="3426834"/>
            <a:ext cx="1232595" cy="15777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AutoShape 10"/>
          <p:cNvCxnSpPr>
            <a:cxnSpLocks noChangeShapeType="1"/>
            <a:stCxn id="170" idx="3"/>
            <a:endCxn id="235" idx="7"/>
          </p:cNvCxnSpPr>
          <p:nvPr/>
        </p:nvCxnSpPr>
        <p:spPr bwMode="auto">
          <a:xfrm>
            <a:off x="3813925" y="3426834"/>
            <a:ext cx="527143" cy="8882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208"/>
          <p:cNvSpPr>
            <a:spLocks noChangeArrowheads="1"/>
          </p:cNvSpPr>
          <p:nvPr/>
        </p:nvSpPr>
        <p:spPr bwMode="auto">
          <a:xfrm>
            <a:off x="111135" y="3890822"/>
            <a:ext cx="1182512" cy="16138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eaLnBrk="0" hangingPunct="0"/>
            <a:r>
              <a:rPr lang="fr-FR" sz="600"/>
              <a:t>31000_PREMIUM_FACTURE</a:t>
            </a:r>
          </a:p>
        </p:txBody>
      </p:sp>
      <p:sp>
        <p:nvSpPr>
          <p:cNvPr id="354" name="AutoShape 27"/>
          <p:cNvSpPr>
            <a:spLocks noChangeArrowheads="1"/>
          </p:cNvSpPr>
          <p:nvPr/>
        </p:nvSpPr>
        <p:spPr bwMode="auto">
          <a:xfrm>
            <a:off x="6724431" y="3326027"/>
            <a:ext cx="660400"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 NI &gt; 1</a:t>
            </a:r>
          </a:p>
        </p:txBody>
      </p:sp>
      <p:cxnSp>
        <p:nvCxnSpPr>
          <p:cNvPr id="359" name="AutoShape 69"/>
          <p:cNvCxnSpPr>
            <a:cxnSpLocks noChangeShapeType="1"/>
            <a:stCxn id="354" idx="5"/>
            <a:endCxn id="170" idx="3"/>
          </p:cNvCxnSpPr>
          <p:nvPr/>
        </p:nvCxnSpPr>
        <p:spPr bwMode="auto">
          <a:xfrm rot="10800000" flipV="1">
            <a:off x="3813925" y="3426832"/>
            <a:ext cx="2935708"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6" name="Text Box 157"/>
          <p:cNvSpPr txBox="1">
            <a:spLocks noChangeArrowheads="1"/>
          </p:cNvSpPr>
          <p:nvPr/>
        </p:nvSpPr>
        <p:spPr bwMode="auto">
          <a:xfrm>
            <a:off x="7416615" y="3466564"/>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367" name="AutoShape 55"/>
          <p:cNvSpPr>
            <a:spLocks noChangeArrowheads="1"/>
          </p:cNvSpPr>
          <p:nvPr/>
        </p:nvSpPr>
        <p:spPr bwMode="auto">
          <a:xfrm>
            <a:off x="6685039" y="2885326"/>
            <a:ext cx="731576"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39001_PRO_NMNI</a:t>
            </a:r>
          </a:p>
        </p:txBody>
      </p:sp>
      <p:cxnSp>
        <p:nvCxnSpPr>
          <p:cNvPr id="368" name="AutoShape 69"/>
          <p:cNvCxnSpPr>
            <a:cxnSpLocks noChangeShapeType="1"/>
            <a:stCxn id="108" idx="0"/>
            <a:endCxn id="354" idx="2"/>
          </p:cNvCxnSpPr>
          <p:nvPr/>
        </p:nvCxnSpPr>
        <p:spPr bwMode="auto">
          <a:xfrm rot="5400000" flipH="1" flipV="1">
            <a:off x="6805337" y="3758653"/>
            <a:ext cx="480308" cy="1828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1" name="AutoShape 69"/>
          <p:cNvCxnSpPr>
            <a:cxnSpLocks noChangeShapeType="1"/>
            <a:stCxn id="367" idx="2"/>
            <a:endCxn id="354" idx="6"/>
          </p:cNvCxnSpPr>
          <p:nvPr/>
        </p:nvCxnSpPr>
        <p:spPr bwMode="auto">
          <a:xfrm rot="16200000" flipH="1">
            <a:off x="6904610" y="3176005"/>
            <a:ext cx="296239" cy="3804"/>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4" name="Rectangle 68"/>
          <p:cNvSpPr>
            <a:spLocks noChangeArrowheads="1"/>
          </p:cNvSpPr>
          <p:nvPr/>
        </p:nvSpPr>
        <p:spPr bwMode="auto">
          <a:xfrm>
            <a:off x="6429125" y="2315647"/>
            <a:ext cx="1239520" cy="446276"/>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500" b="1">
                <a:solidFill>
                  <a:srgbClr val="CC3300"/>
                </a:solidFill>
              </a:rPr>
              <a:t>ERREUR_SAISIE_NOUVEAU</a:t>
            </a:r>
          </a:p>
          <a:p>
            <a:pPr algn="ctr" eaLnBrk="0" hangingPunct="0"/>
            <a:r>
              <a:rPr lang="fr-FR" sz="600">
                <a:ea typeface="ＭＳ Ｐゴシック" pitchFamily="-80" charset="-128"/>
              </a:rPr>
              <a:t>Désolé, nous n’avons pas compris votre choix.</a:t>
            </a:r>
          </a:p>
          <a:p>
            <a:pPr algn="ctr" eaLnBrk="0" hangingPunct="0"/>
            <a:r>
              <a:rPr lang="fr-FR" sz="600">
                <a:ea typeface="ＭＳ Ｐゴシック" pitchFamily="-80" charset="-128"/>
              </a:rPr>
              <a:t>De nouveau :</a:t>
            </a:r>
          </a:p>
        </p:txBody>
      </p:sp>
      <p:sp>
        <p:nvSpPr>
          <p:cNvPr id="375" name="Text Box 156"/>
          <p:cNvSpPr txBox="1">
            <a:spLocks noChangeArrowheads="1"/>
          </p:cNvSpPr>
          <p:nvPr/>
        </p:nvSpPr>
        <p:spPr bwMode="auto">
          <a:xfrm>
            <a:off x="6597103" y="3021811"/>
            <a:ext cx="45372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cxnSp>
        <p:nvCxnSpPr>
          <p:cNvPr id="376" name="AutoShape 69"/>
          <p:cNvCxnSpPr>
            <a:cxnSpLocks noChangeShapeType="1"/>
            <a:endCxn id="367" idx="0"/>
          </p:cNvCxnSpPr>
          <p:nvPr/>
        </p:nvCxnSpPr>
        <p:spPr bwMode="auto">
          <a:xfrm rot="16200000" flipH="1">
            <a:off x="6995969" y="2830468"/>
            <a:ext cx="107774" cy="194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 name="AutoShape 132"/>
          <p:cNvCxnSpPr>
            <a:cxnSpLocks noChangeShapeType="1"/>
            <a:stCxn id="374" idx="1"/>
            <a:endCxn id="217" idx="3"/>
          </p:cNvCxnSpPr>
          <p:nvPr/>
        </p:nvCxnSpPr>
        <p:spPr bwMode="auto">
          <a:xfrm rot="10800000" flipV="1">
            <a:off x="4969261" y="2538784"/>
            <a:ext cx="1459865" cy="4721"/>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 name="AutoShape 132"/>
          <p:cNvCxnSpPr>
            <a:cxnSpLocks noChangeShapeType="1"/>
            <a:stCxn id="245" idx="2"/>
            <a:endCxn id="148" idx="0"/>
          </p:cNvCxnSpPr>
          <p:nvPr/>
        </p:nvCxnSpPr>
        <p:spPr bwMode="auto">
          <a:xfrm rot="5400000">
            <a:off x="1837995" y="4341607"/>
            <a:ext cx="441941" cy="293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 name="AutoShape 10"/>
          <p:cNvCxnSpPr>
            <a:cxnSpLocks noChangeShapeType="1"/>
            <a:stCxn id="219" idx="2"/>
            <a:endCxn id="221" idx="0"/>
          </p:cNvCxnSpPr>
          <p:nvPr/>
        </p:nvCxnSpPr>
        <p:spPr bwMode="auto">
          <a:xfrm>
            <a:off x="702391" y="3757956"/>
            <a:ext cx="0" cy="13286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cxnSp>
        <p:nvCxnSpPr>
          <p:cNvPr id="462" name="AutoShape 10"/>
          <p:cNvCxnSpPr>
            <a:cxnSpLocks noChangeShapeType="1"/>
            <a:stCxn id="221" idx="2"/>
            <a:endCxn id="106" idx="0"/>
          </p:cNvCxnSpPr>
          <p:nvPr/>
        </p:nvCxnSpPr>
        <p:spPr bwMode="auto">
          <a:xfrm rot="16200000" flipH="1">
            <a:off x="514407" y="4240186"/>
            <a:ext cx="382136" cy="616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Lst>
        </p:spPr>
      </p:cxnSp>
      <p:sp>
        <p:nvSpPr>
          <p:cNvPr id="212" name="AutoShape 127">
            <a:hlinkClick r:id="rId3" action="ppaction://hlinksldjump"/>
          </p:cNvPr>
          <p:cNvSpPr>
            <a:spLocks noChangeArrowheads="1"/>
          </p:cNvSpPr>
          <p:nvPr/>
        </p:nvSpPr>
        <p:spPr bwMode="auto">
          <a:xfrm rot="10800000">
            <a:off x="3371467" y="581794"/>
            <a:ext cx="1071562" cy="379730"/>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t>PREMIUM</a:t>
            </a:r>
          </a:p>
        </p:txBody>
      </p:sp>
      <p:sp>
        <p:nvSpPr>
          <p:cNvPr id="57" name="Text Box 156"/>
          <p:cNvSpPr txBox="1">
            <a:spLocks noChangeArrowheads="1"/>
          </p:cNvSpPr>
          <p:nvPr/>
        </p:nvSpPr>
        <p:spPr bwMode="auto">
          <a:xfrm>
            <a:off x="3965897" y="1826652"/>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60" name="Text Box 157"/>
          <p:cNvSpPr txBox="1">
            <a:spLocks noChangeArrowheads="1"/>
          </p:cNvSpPr>
          <p:nvPr/>
        </p:nvSpPr>
        <p:spPr bwMode="auto">
          <a:xfrm>
            <a:off x="4233118" y="1281237"/>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cxnSp>
        <p:nvCxnSpPr>
          <p:cNvPr id="65" name="AutoShape 10"/>
          <p:cNvCxnSpPr>
            <a:cxnSpLocks noChangeShapeType="1"/>
            <a:stCxn id="217" idx="0"/>
            <a:endCxn id="166" idx="2"/>
          </p:cNvCxnSpPr>
          <p:nvPr/>
        </p:nvCxnSpPr>
        <p:spPr bwMode="auto">
          <a:xfrm rot="16200000" flipV="1">
            <a:off x="3443968" y="1854805"/>
            <a:ext cx="915734" cy="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 name="AutoShape 17"/>
          <p:cNvSpPr>
            <a:spLocks noChangeArrowheads="1"/>
          </p:cNvSpPr>
          <p:nvPr/>
        </p:nvSpPr>
        <p:spPr bwMode="auto">
          <a:xfrm>
            <a:off x="4233118" y="3493636"/>
            <a:ext cx="215900" cy="176213"/>
          </a:xfrm>
          <a:prstGeom prst="bevel">
            <a:avLst>
              <a:gd name="adj" fmla="val 12500"/>
            </a:avLst>
          </a:prstGeom>
          <a:solidFill>
            <a:schemeClr val="hlink"/>
          </a:solidFill>
          <a:ln w="9525">
            <a:no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3</a:t>
            </a:r>
          </a:p>
        </p:txBody>
      </p:sp>
      <p:sp>
        <p:nvSpPr>
          <p:cNvPr id="355" name="AutoShape 55"/>
          <p:cNvSpPr>
            <a:spLocks noChangeArrowheads="1"/>
          </p:cNvSpPr>
          <p:nvPr/>
        </p:nvSpPr>
        <p:spPr bwMode="auto">
          <a:xfrm>
            <a:off x="6547848" y="3621665"/>
            <a:ext cx="1047312"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39002_PREMIUM_NMNI_X2</a:t>
            </a:r>
          </a:p>
        </p:txBody>
      </p:sp>
      <p:sp>
        <p:nvSpPr>
          <p:cNvPr id="81" name="AutoShape 208"/>
          <p:cNvSpPr>
            <a:spLocks noChangeArrowheads="1"/>
          </p:cNvSpPr>
          <p:nvPr/>
        </p:nvSpPr>
        <p:spPr bwMode="auto">
          <a:xfrm>
            <a:off x="3170673" y="2032201"/>
            <a:ext cx="1758805" cy="160309"/>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eaLnBrk="0" hangingPunct="0"/>
            <a:r>
              <a:rPr lang="fr-FR" sz="600" b="1"/>
              <a:t>30000_SOUS_MENU_PREMIUM</a:t>
            </a:r>
          </a:p>
        </p:txBody>
      </p:sp>
      <p:sp>
        <p:nvSpPr>
          <p:cNvPr id="85" name="AutoShape 31">
            <a:hlinkClick r:id="" action="ppaction://noaction"/>
          </p:cNvPr>
          <p:cNvSpPr>
            <a:spLocks noChangeArrowheads="1"/>
          </p:cNvSpPr>
          <p:nvPr/>
        </p:nvSpPr>
        <p:spPr bwMode="auto">
          <a:xfrm>
            <a:off x="199914" y="4170132"/>
            <a:ext cx="1004954" cy="197954"/>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ABO_REGLER_FACTURE</a:t>
            </a:r>
          </a:p>
        </p:txBody>
      </p:sp>
      <p:sp>
        <p:nvSpPr>
          <p:cNvPr id="102"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4" name="Rectangle 2"/>
          <p:cNvSpPr txBox="1">
            <a:spLocks noGrp="1" noChangeArrowheads="1"/>
          </p:cNvSpPr>
          <p:nvPr>
            <p:ph type="title"/>
          </p:nvPr>
        </p:nvSpPr>
        <p:spPr bwMode="auto">
          <a:xfrm>
            <a:off x="2727356" y="40297"/>
            <a:ext cx="4019550" cy="286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a:effectLst>
                  <a:outerShdw blurRad="38100" dist="38100" dir="2700000" algn="tl">
                    <a:srgbClr val="000000">
                      <a:alpha val="43137"/>
                    </a:srgbClr>
                  </a:outerShdw>
                </a:effectLst>
                <a:latin typeface="SFR Thin" panose="020B0203040504020204" pitchFamily="34" charset="0"/>
              </a:rPr>
              <a:t>PREMIUM AUTRE</a:t>
            </a:r>
            <a:endParaRPr lang="fr-FR" sz="1400" b="1" kern="0">
              <a:effectLst>
                <a:outerShdw blurRad="38100" dist="38100" dir="2700000" algn="tl">
                  <a:srgbClr val="000000">
                    <a:alpha val="43137"/>
                  </a:srgbClr>
                </a:outerShdw>
              </a:effectLst>
              <a:latin typeface="SFR Thin" panose="020B0203040504020204" pitchFamily="34" charset="0"/>
            </a:endParaRPr>
          </a:p>
        </p:txBody>
      </p:sp>
      <p:sp>
        <p:nvSpPr>
          <p:cNvPr id="105" name="Text Box 157"/>
          <p:cNvSpPr txBox="1">
            <a:spLocks noChangeArrowheads="1"/>
          </p:cNvSpPr>
          <p:nvPr/>
        </p:nvSpPr>
        <p:spPr bwMode="auto">
          <a:xfrm>
            <a:off x="4539115" y="1076118"/>
            <a:ext cx="12763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FF"/>
                </a:solidFill>
              </a:rPr>
              <a:t>WCBDIGITAL = 1 ET MOTIF 01</a:t>
            </a:r>
          </a:p>
        </p:txBody>
      </p:sp>
      <p:sp>
        <p:nvSpPr>
          <p:cNvPr id="166" name="AutoShape 187"/>
          <p:cNvSpPr>
            <a:spLocks noChangeArrowheads="1"/>
          </p:cNvSpPr>
          <p:nvPr/>
        </p:nvSpPr>
        <p:spPr bwMode="auto">
          <a:xfrm>
            <a:off x="3509721" y="1046101"/>
            <a:ext cx="784225" cy="350838"/>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r>
              <a:rPr lang="fr-FR" altLang="fr-FR" sz="600">
                <a:solidFill>
                  <a:schemeClr val="bg1"/>
                </a:solidFill>
                <a:ea typeface="ＭＳ Ｐゴシック" charset="0"/>
              </a:rPr>
              <a:t>WCB DIGITAL ?</a:t>
            </a:r>
          </a:p>
        </p:txBody>
      </p:sp>
      <p:sp>
        <p:nvSpPr>
          <p:cNvPr id="97" name="AutoShape 208"/>
          <p:cNvSpPr>
            <a:spLocks noChangeArrowheads="1"/>
          </p:cNvSpPr>
          <p:nvPr/>
        </p:nvSpPr>
        <p:spPr bwMode="auto">
          <a:xfrm>
            <a:off x="7498560" y="1134564"/>
            <a:ext cx="1281414" cy="1444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33000_WCB_PREMIUM_AUTRE</a:t>
            </a:r>
          </a:p>
        </p:txBody>
      </p:sp>
      <p:sp>
        <p:nvSpPr>
          <p:cNvPr id="106" name="AutoShape 143"/>
          <p:cNvSpPr>
            <a:spLocks noChangeArrowheads="1"/>
          </p:cNvSpPr>
          <p:nvPr/>
        </p:nvSpPr>
        <p:spPr bwMode="auto">
          <a:xfrm>
            <a:off x="278027" y="4434339"/>
            <a:ext cx="861066"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2C842C"/>
                </a:solidFill>
              </a:rPr>
              <a:t>PCB</a:t>
            </a:r>
          </a:p>
          <a:p>
            <a:pPr algn="ctr" eaLnBrk="0" hangingPunct="0"/>
            <a:r>
              <a:rPr lang="fr-FR" sz="600"/>
              <a:t>03 69 18 58 75</a:t>
            </a:r>
            <a:endParaRPr lang="fr-FR" sz="600" b="1"/>
          </a:p>
        </p:txBody>
      </p:sp>
      <p:sp>
        <p:nvSpPr>
          <p:cNvPr id="140" name="AutoShape 73"/>
          <p:cNvSpPr>
            <a:spLocks noChangeArrowheads="1"/>
          </p:cNvSpPr>
          <p:nvPr/>
        </p:nvSpPr>
        <p:spPr bwMode="auto">
          <a:xfrm>
            <a:off x="6588981" y="5246663"/>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COM</a:t>
            </a:r>
          </a:p>
        </p:txBody>
      </p:sp>
      <p:grpSp>
        <p:nvGrpSpPr>
          <p:cNvPr id="141" name="Groupe 140"/>
          <p:cNvGrpSpPr/>
          <p:nvPr/>
        </p:nvGrpSpPr>
        <p:grpSpPr>
          <a:xfrm>
            <a:off x="7204344" y="6007054"/>
            <a:ext cx="1280172" cy="797314"/>
            <a:chOff x="5821998" y="3723175"/>
            <a:chExt cx="1280172" cy="797314"/>
          </a:xfrm>
          <a:effectLst/>
        </p:grpSpPr>
        <p:sp>
          <p:nvSpPr>
            <p:cNvPr id="142" name="AutoShape 14"/>
            <p:cNvSpPr>
              <a:spLocks noChangeArrowheads="1"/>
            </p:cNvSpPr>
            <p:nvPr/>
          </p:nvSpPr>
          <p:spPr bwMode="auto">
            <a:xfrm>
              <a:off x="5821998" y="3723175"/>
              <a:ext cx="1280172" cy="255215"/>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33001_PREM_AUTRE_HNO_COM</a:t>
              </a:r>
            </a:p>
          </p:txBody>
        </p:sp>
        <p:cxnSp>
          <p:nvCxnSpPr>
            <p:cNvPr id="143" name="Connecteur droit 142"/>
            <p:cNvCxnSpPr>
              <a:stCxn id="142" idx="2"/>
              <a:endCxn id="146" idx="2"/>
            </p:cNvCxnSpPr>
            <p:nvPr/>
          </p:nvCxnSpPr>
          <p:spPr bwMode="auto">
            <a:xfrm>
              <a:off x="6462084" y="3978390"/>
              <a:ext cx="0" cy="20462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6" name="AutoShape 11">
              <a:hlinkClick r:id="rId4" action="ppaction://hlinksldjump"/>
            </p:cNvPr>
            <p:cNvSpPr>
              <a:spLocks noChangeArrowheads="1"/>
            </p:cNvSpPr>
            <p:nvPr/>
          </p:nvSpPr>
          <p:spPr bwMode="auto">
            <a:xfrm rot="10800000">
              <a:off x="6137403" y="4183010"/>
              <a:ext cx="649362" cy="33747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COM</a:t>
              </a:r>
            </a:p>
          </p:txBody>
        </p:sp>
      </p:grpSp>
      <p:cxnSp>
        <p:nvCxnSpPr>
          <p:cNvPr id="147" name="Connecteur en angle 146"/>
          <p:cNvCxnSpPr>
            <a:stCxn id="140" idx="2"/>
            <a:endCxn id="142" idx="0"/>
          </p:cNvCxnSpPr>
          <p:nvPr/>
        </p:nvCxnSpPr>
        <p:spPr bwMode="auto">
          <a:xfrm rot="16200000" flipH="1">
            <a:off x="7247942" y="5410565"/>
            <a:ext cx="376777" cy="81620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5" name="Rectangle 264"/>
          <p:cNvSpPr/>
          <p:nvPr/>
        </p:nvSpPr>
        <p:spPr bwMode="auto">
          <a:xfrm>
            <a:off x="179327" y="598613"/>
            <a:ext cx="2017666" cy="1937117"/>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800" u="sng"/>
              <a:t>Eligibilité PREMIUM</a:t>
            </a:r>
          </a:p>
          <a:p>
            <a:pPr>
              <a:buClr>
                <a:srgbClr val="D31E05"/>
              </a:buClr>
            </a:pPr>
            <a:r>
              <a:rPr lang="es-ES" altLang="fr-FR" sz="700" b="1" i="1">
                <a:solidFill>
                  <a:srgbClr val="C00000"/>
                </a:solidFill>
              </a:rPr>
              <a:t>C2OL</a:t>
            </a:r>
          </a:p>
          <a:p>
            <a:pPr>
              <a:buClr>
                <a:srgbClr val="D31E05"/>
              </a:buClr>
            </a:pPr>
            <a:r>
              <a:rPr lang="es-ES" altLang="fr-FR" sz="700" i="1" err="1"/>
              <a:t>Marqueur</a:t>
            </a:r>
            <a:r>
              <a:rPr lang="es-ES" altLang="fr-FR" sz="700" i="1"/>
              <a:t> : CELL_PREM </a:t>
            </a:r>
          </a:p>
          <a:p>
            <a:pPr>
              <a:buClr>
                <a:srgbClr val="D31E05"/>
              </a:buClr>
            </a:pPr>
            <a:r>
              <a:rPr lang="es-ES" altLang="fr-FR" sz="700" i="1" err="1"/>
              <a:t>valeur</a:t>
            </a:r>
            <a:r>
              <a:rPr lang="es-ES" altLang="fr-FR" sz="700" i="1"/>
              <a:t> 1 : </a:t>
            </a:r>
            <a:r>
              <a:rPr lang="es-ES" altLang="fr-FR" sz="700" i="1" err="1"/>
              <a:t>commence</a:t>
            </a:r>
            <a:r>
              <a:rPr lang="es-ES" altLang="fr-FR" sz="700" i="1"/>
              <a:t> par </a:t>
            </a:r>
          </a:p>
          <a:p>
            <a:pPr>
              <a:buClr>
                <a:srgbClr val="D31E05"/>
              </a:buClr>
            </a:pPr>
            <a:r>
              <a:rPr lang="es-ES" altLang="fr-FR" sz="700" i="1"/>
              <a:t>“PRE_FID_M”  </a:t>
            </a:r>
          </a:p>
          <a:p>
            <a:pPr>
              <a:buClr>
                <a:srgbClr val="D31E05"/>
              </a:buClr>
            </a:pPr>
            <a:r>
              <a:rPr lang="es-ES" altLang="fr-FR" sz="700" b="1" i="1" err="1"/>
              <a:t>ou</a:t>
            </a:r>
            <a:r>
              <a:rPr lang="es-ES" altLang="fr-FR" sz="700" i="1"/>
              <a:t> PLATINE_00</a:t>
            </a:r>
          </a:p>
          <a:p>
            <a:pPr>
              <a:buClr>
                <a:srgbClr val="D31E05"/>
              </a:buClr>
            </a:pPr>
            <a:r>
              <a:rPr lang="es-ES" altLang="fr-FR" sz="700" i="1" err="1"/>
              <a:t>Ou</a:t>
            </a:r>
            <a:r>
              <a:rPr lang="es-ES" altLang="fr-FR" sz="700" i="1"/>
              <a:t> PACKPRO_M (=</a:t>
            </a:r>
            <a:r>
              <a:rPr lang="es-ES" altLang="fr-FR" sz="700" b="1" i="1">
                <a:solidFill>
                  <a:schemeClr val="tx1"/>
                </a:solidFill>
              </a:rPr>
              <a:t>PACKPRO</a:t>
            </a:r>
            <a:r>
              <a:rPr lang="es-ES" altLang="fr-FR" sz="700" i="1">
                <a:solidFill>
                  <a:schemeClr val="tx1"/>
                </a:solidFill>
              </a:rPr>
              <a:t>)</a:t>
            </a:r>
          </a:p>
          <a:p>
            <a:pPr>
              <a:buClr>
                <a:srgbClr val="D31E05"/>
              </a:buClr>
            </a:pPr>
            <a:endParaRPr lang="es-ES" altLang="fr-FR" sz="700" i="1"/>
          </a:p>
          <a:p>
            <a:pPr>
              <a:buClr>
                <a:srgbClr val="D31E05"/>
              </a:buClr>
            </a:pPr>
            <a:r>
              <a:rPr lang="es-ES" altLang="fr-FR" sz="700" i="1"/>
              <a:t>OU</a:t>
            </a:r>
          </a:p>
          <a:p>
            <a:pPr>
              <a:buClr>
                <a:srgbClr val="D31E05"/>
              </a:buClr>
            </a:pPr>
            <a:r>
              <a:rPr lang="fr-FR" sz="700" b="1">
                <a:solidFill>
                  <a:srgbClr val="C00000"/>
                </a:solidFill>
              </a:rPr>
              <a:t>AEM</a:t>
            </a:r>
          </a:p>
          <a:p>
            <a:pPr>
              <a:buClr>
                <a:srgbClr val="D31E05"/>
              </a:buClr>
            </a:pPr>
            <a:r>
              <a:rPr lang="es-ES" altLang="fr-FR" sz="700" i="1" err="1"/>
              <a:t>Code</a:t>
            </a:r>
            <a:r>
              <a:rPr lang="es-ES" altLang="fr-FR" sz="700" i="1"/>
              <a:t> PTA = PE9 </a:t>
            </a:r>
            <a:r>
              <a:rPr lang="es-ES" altLang="fr-FR" sz="700" i="1" err="1"/>
              <a:t>ou</a:t>
            </a:r>
            <a:r>
              <a:rPr lang="es-ES" altLang="fr-FR" sz="700" i="1"/>
              <a:t> PG9 (=</a:t>
            </a:r>
            <a:r>
              <a:rPr lang="es-ES" altLang="fr-FR" sz="700" b="1" i="1">
                <a:solidFill>
                  <a:schemeClr val="tx1"/>
                </a:solidFill>
              </a:rPr>
              <a:t>PACKPRO</a:t>
            </a:r>
            <a:r>
              <a:rPr lang="es-ES" altLang="fr-FR" sz="700" i="1">
                <a:solidFill>
                  <a:schemeClr val="tx1"/>
                </a:solidFill>
              </a:rPr>
              <a:t>)</a:t>
            </a:r>
          </a:p>
          <a:p>
            <a:endParaRPr lang="fr-FR" sz="700"/>
          </a:p>
          <a:p>
            <a:r>
              <a:rPr lang="fr-FR" sz="700" b="1">
                <a:solidFill>
                  <a:srgbClr val="FF0000"/>
                </a:solidFill>
              </a:rPr>
              <a:t>SEARCH</a:t>
            </a:r>
          </a:p>
          <a:p>
            <a:r>
              <a:rPr lang="fr-FR" sz="700">
                <a:solidFill>
                  <a:schemeClr val="tx1"/>
                </a:solidFill>
              </a:rPr>
              <a:t>Si </a:t>
            </a:r>
            <a:r>
              <a:rPr lang="fr-FR" sz="700" err="1">
                <a:solidFill>
                  <a:schemeClr val="tx1"/>
                </a:solidFill>
              </a:rPr>
              <a:t>titulaireType</a:t>
            </a:r>
            <a:r>
              <a:rPr lang="fr-FR" sz="700">
                <a:solidFill>
                  <a:schemeClr val="tx1"/>
                </a:solidFill>
              </a:rPr>
              <a:t>=</a:t>
            </a:r>
            <a:r>
              <a:rPr lang="fr-FR" sz="700" err="1">
                <a:solidFill>
                  <a:schemeClr val="tx1"/>
                </a:solidFill>
              </a:rPr>
              <a:t>PersonnePhysique</a:t>
            </a:r>
            <a:r>
              <a:rPr lang="fr-FR" sz="700">
                <a:solidFill>
                  <a:schemeClr val="tx1"/>
                </a:solidFill>
              </a:rPr>
              <a:t> et </a:t>
            </a:r>
          </a:p>
          <a:p>
            <a:r>
              <a:rPr lang="fr-FR" sz="700" err="1">
                <a:solidFill>
                  <a:schemeClr val="tx1"/>
                </a:solidFill>
              </a:rPr>
              <a:t>niveauQualificationPro</a:t>
            </a:r>
            <a:r>
              <a:rPr lang="fr-FR" sz="700">
                <a:solidFill>
                  <a:schemeClr val="tx1"/>
                </a:solidFill>
              </a:rPr>
              <a:t> = 05]</a:t>
            </a:r>
            <a:br>
              <a:rPr lang="fr-FR" sz="700">
                <a:solidFill>
                  <a:schemeClr val="tx1"/>
                </a:solidFill>
              </a:rPr>
            </a:br>
            <a:r>
              <a:rPr lang="fr-FR" sz="700">
                <a:solidFill>
                  <a:schemeClr val="tx1"/>
                </a:solidFill>
              </a:rPr>
              <a:t>OU [si </a:t>
            </a:r>
            <a:r>
              <a:rPr lang="fr-FR" sz="700" err="1">
                <a:solidFill>
                  <a:schemeClr val="tx1"/>
                </a:solidFill>
              </a:rPr>
              <a:t>titulaireType</a:t>
            </a:r>
            <a:r>
              <a:rPr lang="fr-FR" sz="700">
                <a:solidFill>
                  <a:schemeClr val="tx1"/>
                </a:solidFill>
              </a:rPr>
              <a:t>= moral]</a:t>
            </a:r>
            <a:br>
              <a:rPr lang="fr-FR" sz="700">
                <a:solidFill>
                  <a:schemeClr val="tx1"/>
                </a:solidFill>
              </a:rPr>
            </a:br>
            <a:r>
              <a:rPr lang="fr-FR" sz="700">
                <a:solidFill>
                  <a:schemeClr val="tx1"/>
                </a:solidFill>
              </a:rPr>
              <a:t>OU </a:t>
            </a:r>
            <a:r>
              <a:rPr lang="fr-FR" sz="700" err="1">
                <a:solidFill>
                  <a:schemeClr val="tx1"/>
                </a:solidFill>
              </a:rPr>
              <a:t>classeCompteFacturation</a:t>
            </a:r>
            <a:r>
              <a:rPr lang="fr-FR" sz="700">
                <a:solidFill>
                  <a:schemeClr val="tx1"/>
                </a:solidFill>
              </a:rPr>
              <a:t> = S</a:t>
            </a:r>
          </a:p>
          <a:p>
            <a:endParaRPr lang="fr-FR" sz="700"/>
          </a:p>
        </p:txBody>
      </p:sp>
      <p:sp>
        <p:nvSpPr>
          <p:cNvPr id="144" name="AutoShape 11">
            <a:hlinkClick r:id="rId5" action="ppaction://hlinksldjump"/>
          </p:cNvPr>
          <p:cNvSpPr>
            <a:spLocks noChangeArrowheads="1"/>
          </p:cNvSpPr>
          <p:nvPr/>
        </p:nvSpPr>
        <p:spPr bwMode="auto">
          <a:xfrm rot="10800000">
            <a:off x="5537038" y="6344635"/>
            <a:ext cx="966753" cy="33747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ADMIN</a:t>
            </a:r>
          </a:p>
        </p:txBody>
      </p:sp>
      <p:cxnSp>
        <p:nvCxnSpPr>
          <p:cNvPr id="12" name="Connecteur en angle 11"/>
          <p:cNvCxnSpPr>
            <a:stCxn id="140" idx="1"/>
            <a:endCxn id="144" idx="2"/>
          </p:cNvCxnSpPr>
          <p:nvPr/>
        </p:nvCxnSpPr>
        <p:spPr bwMode="auto">
          <a:xfrm rot="10800000" flipV="1">
            <a:off x="6020415" y="5438469"/>
            <a:ext cx="568567" cy="906165"/>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14"/>
          <p:cNvSpPr>
            <a:spLocks noChangeArrowheads="1"/>
          </p:cNvSpPr>
          <p:nvPr/>
        </p:nvSpPr>
        <p:spPr bwMode="auto">
          <a:xfrm>
            <a:off x="5393627" y="5541288"/>
            <a:ext cx="1280172" cy="15826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33001_PREM_AUTRE_HO_COM</a:t>
            </a:r>
          </a:p>
        </p:txBody>
      </p:sp>
      <p:sp>
        <p:nvSpPr>
          <p:cNvPr id="148" name="AutoShape 73"/>
          <p:cNvSpPr>
            <a:spLocks noChangeArrowheads="1"/>
          </p:cNvSpPr>
          <p:nvPr/>
        </p:nvSpPr>
        <p:spPr bwMode="auto">
          <a:xfrm>
            <a:off x="1618249" y="4564045"/>
            <a:ext cx="878497" cy="383614"/>
          </a:xfrm>
          <a:prstGeom prst="flowChartDecision">
            <a:avLst/>
          </a:prstGeom>
          <a:solidFill>
            <a:srgbClr val="3333FF"/>
          </a:solidFill>
          <a:ln w="9525">
            <a:noFill/>
            <a:miter lim="800000"/>
            <a:headEnd/>
            <a:tailEnd/>
          </a:ln>
          <a:effectLst>
            <a:outerShdw blurRad="50800" dist="38100" dir="2700000" algn="tl" rotWithShape="0">
              <a:prstClr val="black">
                <a:alpha val="40000"/>
              </a:prstClr>
            </a:outerShdw>
          </a:effectLst>
        </p:spPr>
        <p:txBody>
          <a:bodyPr lIns="37874" tIns="18937" rIns="37874" bIns="18937" anchor="ctr"/>
          <a:lstStyle/>
          <a:p>
            <a:pPr algn="ctr" defTabSz="379413" eaLnBrk="0" hangingPunct="0"/>
            <a:r>
              <a:rPr lang="fr-FR" sz="600">
                <a:solidFill>
                  <a:schemeClr val="bg1"/>
                </a:solidFill>
              </a:rPr>
              <a:t>HO / HNO</a:t>
            </a:r>
          </a:p>
          <a:p>
            <a:pPr algn="ctr" defTabSz="379413" eaLnBrk="0" hangingPunct="0"/>
            <a:r>
              <a:rPr lang="fr-FR" sz="600">
                <a:solidFill>
                  <a:schemeClr val="bg1"/>
                </a:solidFill>
              </a:rPr>
              <a:t>RET</a:t>
            </a:r>
          </a:p>
        </p:txBody>
      </p:sp>
      <p:grpSp>
        <p:nvGrpSpPr>
          <p:cNvPr id="149" name="Groupe 148"/>
          <p:cNvGrpSpPr/>
          <p:nvPr/>
        </p:nvGrpSpPr>
        <p:grpSpPr>
          <a:xfrm>
            <a:off x="2827466" y="5047609"/>
            <a:ext cx="1230725" cy="593909"/>
            <a:chOff x="5822287" y="3511057"/>
            <a:chExt cx="1230725" cy="593909"/>
          </a:xfrm>
          <a:effectLst/>
        </p:grpSpPr>
        <p:sp>
          <p:nvSpPr>
            <p:cNvPr id="150" name="AutoShape 14"/>
            <p:cNvSpPr>
              <a:spLocks noChangeArrowheads="1"/>
            </p:cNvSpPr>
            <p:nvPr/>
          </p:nvSpPr>
          <p:spPr bwMode="auto">
            <a:xfrm>
              <a:off x="5822287" y="3511057"/>
              <a:ext cx="1230725" cy="14114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 _PREM_RESIL_HNO_RET</a:t>
              </a:r>
            </a:p>
          </p:txBody>
        </p:sp>
        <p:cxnSp>
          <p:nvCxnSpPr>
            <p:cNvPr id="152" name="Connecteur droit 151"/>
            <p:cNvCxnSpPr>
              <a:stCxn id="150" idx="2"/>
              <a:endCxn id="153" idx="2"/>
            </p:cNvCxnSpPr>
            <p:nvPr/>
          </p:nvCxnSpPr>
          <p:spPr bwMode="auto">
            <a:xfrm flipH="1">
              <a:off x="6437649" y="3652200"/>
              <a:ext cx="1" cy="115287"/>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 name="AutoShape 11">
              <a:hlinkClick r:id="rId6" action="ppaction://hlinksldjump"/>
            </p:cNvPr>
            <p:cNvSpPr>
              <a:spLocks noChangeArrowheads="1"/>
            </p:cNvSpPr>
            <p:nvPr/>
          </p:nvSpPr>
          <p:spPr bwMode="auto">
            <a:xfrm rot="10800000">
              <a:off x="6112968" y="3767487"/>
              <a:ext cx="649362" cy="33747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HNO RET</a:t>
              </a:r>
            </a:p>
          </p:txBody>
        </p:sp>
      </p:grpSp>
      <p:cxnSp>
        <p:nvCxnSpPr>
          <p:cNvPr id="154" name="Connecteur en angle 153"/>
          <p:cNvCxnSpPr>
            <a:stCxn id="148" idx="3"/>
            <a:endCxn id="150" idx="0"/>
          </p:cNvCxnSpPr>
          <p:nvPr/>
        </p:nvCxnSpPr>
        <p:spPr bwMode="auto">
          <a:xfrm>
            <a:off x="2496746" y="4755852"/>
            <a:ext cx="946083" cy="29175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Connecteur en angle 175"/>
          <p:cNvCxnSpPr>
            <a:stCxn id="148" idx="2"/>
            <a:endCxn id="177" idx="0"/>
          </p:cNvCxnSpPr>
          <p:nvPr/>
        </p:nvCxnSpPr>
        <p:spPr bwMode="auto">
          <a:xfrm rot="16200000" flipH="1">
            <a:off x="1722126" y="5283031"/>
            <a:ext cx="673678" cy="293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7" name="AutoShape 31">
            <a:hlinkClick r:id="" action="ppaction://noaction"/>
          </p:cNvPr>
          <p:cNvSpPr>
            <a:spLocks noChangeArrowheads="1"/>
          </p:cNvSpPr>
          <p:nvPr/>
        </p:nvSpPr>
        <p:spPr bwMode="auto">
          <a:xfrm>
            <a:off x="1503620" y="5621337"/>
            <a:ext cx="1113624" cy="192928"/>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C00000"/>
                </a:solidFill>
              </a:rPr>
              <a:t>ABO_PREMIUM_RESIL_HO</a:t>
            </a:r>
            <a:endParaRPr lang="fr-FR" sz="600">
              <a:solidFill>
                <a:srgbClr val="C00000"/>
              </a:solidFill>
            </a:endParaRPr>
          </a:p>
        </p:txBody>
      </p:sp>
      <p:sp>
        <p:nvSpPr>
          <p:cNvPr id="178" name="AutoShape 14"/>
          <p:cNvSpPr>
            <a:spLocks noChangeArrowheads="1"/>
          </p:cNvSpPr>
          <p:nvPr/>
        </p:nvSpPr>
        <p:spPr bwMode="auto">
          <a:xfrm>
            <a:off x="1485817" y="5232854"/>
            <a:ext cx="1112682" cy="14221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32000</a:t>
            </a:r>
            <a:r>
              <a:rPr lang="fr-FR" sz="600" b="1"/>
              <a:t> </a:t>
            </a:r>
            <a:r>
              <a:rPr lang="fr-FR" sz="600"/>
              <a:t>_PREM_RESIL_HO_RET</a:t>
            </a:r>
          </a:p>
        </p:txBody>
      </p:sp>
      <p:cxnSp>
        <p:nvCxnSpPr>
          <p:cNvPr id="22" name="Connecteur en angle 21"/>
          <p:cNvCxnSpPr>
            <a:stCxn id="177" idx="2"/>
            <a:endCxn id="179" idx="2"/>
          </p:cNvCxnSpPr>
          <p:nvPr/>
        </p:nvCxnSpPr>
        <p:spPr bwMode="auto">
          <a:xfrm rot="5400000">
            <a:off x="1935108" y="5936653"/>
            <a:ext cx="247712" cy="293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9" name="AutoShape 11">
            <a:hlinkClick r:id="rId7" action="ppaction://hlinksldjump"/>
          </p:cNvPr>
          <p:cNvSpPr>
            <a:spLocks noChangeArrowheads="1"/>
          </p:cNvSpPr>
          <p:nvPr/>
        </p:nvSpPr>
        <p:spPr bwMode="auto">
          <a:xfrm rot="10800000">
            <a:off x="1578639" y="6061977"/>
            <a:ext cx="957715" cy="337479"/>
          </a:xfrm>
          <a:prstGeom prst="upArrowCallout">
            <a:avLst>
              <a:gd name="adj1" fmla="val 65918"/>
              <a:gd name="adj2" fmla="val 6591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PREMIUM RESILIATION</a:t>
            </a:r>
          </a:p>
        </p:txBody>
      </p:sp>
      <p:sp>
        <p:nvSpPr>
          <p:cNvPr id="180" name="AutoShape 31">
            <a:hlinkClick r:id="" action="ppaction://noaction"/>
          </p:cNvPr>
          <p:cNvSpPr>
            <a:spLocks noChangeArrowheads="1"/>
          </p:cNvSpPr>
          <p:nvPr/>
        </p:nvSpPr>
        <p:spPr bwMode="auto">
          <a:xfrm>
            <a:off x="5470322" y="5889631"/>
            <a:ext cx="1126781" cy="172346"/>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C00000"/>
                </a:solidFill>
              </a:rPr>
              <a:t>ABO_PREMIUM_AUTRE_HO</a:t>
            </a:r>
            <a:endParaRPr lang="fr-FR" sz="600">
              <a:solidFill>
                <a:srgbClr val="C00000"/>
              </a:solidFill>
            </a:endParaRPr>
          </a:p>
        </p:txBody>
      </p:sp>
      <p:sp>
        <p:nvSpPr>
          <p:cNvPr id="193" name="AutoShape 31">
            <a:hlinkClick r:id="" action="ppaction://noaction"/>
          </p:cNvPr>
          <p:cNvSpPr>
            <a:spLocks noChangeArrowheads="1"/>
          </p:cNvSpPr>
          <p:nvPr/>
        </p:nvSpPr>
        <p:spPr bwMode="auto">
          <a:xfrm>
            <a:off x="1496863" y="4198714"/>
            <a:ext cx="1113624" cy="161130"/>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C00000"/>
                </a:solidFill>
              </a:rPr>
              <a:t>ABO_PREMIUM_RESILIATION</a:t>
            </a:r>
            <a:endParaRPr lang="fr-FR" sz="600">
              <a:solidFill>
                <a:srgbClr val="C00000"/>
              </a:solidFill>
            </a:endParaRPr>
          </a:p>
        </p:txBody>
      </p:sp>
      <p:cxnSp>
        <p:nvCxnSpPr>
          <p:cNvPr id="63" name="Connecteur en angle 62"/>
          <p:cNvCxnSpPr>
            <a:stCxn id="97" idx="3"/>
            <a:endCxn id="140" idx="3"/>
          </p:cNvCxnSpPr>
          <p:nvPr/>
        </p:nvCxnSpPr>
        <p:spPr bwMode="auto">
          <a:xfrm flipH="1">
            <a:off x="7467478" y="1206796"/>
            <a:ext cx="1312496" cy="4231674"/>
          </a:xfrm>
          <a:prstGeom prst="bentConnector3">
            <a:avLst>
              <a:gd name="adj1" fmla="val -17417"/>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Connecteur droit avec flèche 67"/>
          <p:cNvCxnSpPr>
            <a:stCxn id="166" idx="3"/>
            <a:endCxn id="97" idx="1"/>
          </p:cNvCxnSpPr>
          <p:nvPr/>
        </p:nvCxnSpPr>
        <p:spPr bwMode="auto">
          <a:xfrm flipV="1">
            <a:off x="4293946" y="1206796"/>
            <a:ext cx="3204614" cy="14724"/>
          </a:xfrm>
          <a:prstGeom prst="straightConnector1">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Rectangle 224"/>
          <p:cNvSpPr>
            <a:spLocks noChangeArrowheads="1"/>
          </p:cNvSpPr>
          <p:nvPr/>
        </p:nvSpPr>
        <p:spPr bwMode="auto">
          <a:xfrm>
            <a:off x="6470407" y="4007947"/>
            <a:ext cx="1131888" cy="6463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anchor="ctr">
            <a:spAutoFit/>
          </a:bodyPr>
          <a:lstStyle/>
          <a:p>
            <a:pPr algn="ctr" eaLnBrk="0" hangingPunct="0"/>
            <a:r>
              <a:rPr lang="fr-FR" sz="600" b="1">
                <a:solidFill>
                  <a:srgbClr val="CC3300"/>
                </a:solidFill>
              </a:rPr>
              <a:t>NMNI</a:t>
            </a:r>
          </a:p>
          <a:p>
            <a:pPr algn="ctr" eaLnBrk="0" hangingPunct="0"/>
            <a:r>
              <a:rPr lang="fr-FR" sz="600"/>
              <a:t>Désolé, nous n'avons pas compris votre choix. Veuillez patienter, un conseiller va prendre votre appel.</a:t>
            </a:r>
          </a:p>
        </p:txBody>
      </p:sp>
      <p:cxnSp>
        <p:nvCxnSpPr>
          <p:cNvPr id="6" name="Connecteur droit 5"/>
          <p:cNvCxnSpPr>
            <a:stCxn id="108" idx="2"/>
          </p:cNvCxnSpPr>
          <p:nvPr/>
        </p:nvCxnSpPr>
        <p:spPr bwMode="auto">
          <a:xfrm>
            <a:off x="7036351" y="4654278"/>
            <a:ext cx="8883" cy="5795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92736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32</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AUTRE</a:t>
            </a:r>
          </a:p>
        </p:txBody>
      </p:sp>
      <p:sp>
        <p:nvSpPr>
          <p:cNvPr id="36" name="Rectangle 5"/>
          <p:cNvSpPr>
            <a:spLocks noChangeArrowheads="1"/>
          </p:cNvSpPr>
          <p:nvPr/>
        </p:nvSpPr>
        <p:spPr bwMode="auto">
          <a:xfrm>
            <a:off x="3927430" y="2199145"/>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 FCT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258" idx="0"/>
          </p:cNvCxnSpPr>
          <p:nvPr/>
        </p:nvCxnSpPr>
        <p:spPr bwMode="auto">
          <a:xfrm>
            <a:off x="3524324" y="1827968"/>
            <a:ext cx="999786" cy="9903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ABO_CHOIX_FLASH_FCT_PREMIUM</a:t>
            </a:r>
          </a:p>
        </p:txBody>
      </p:sp>
      <p:sp>
        <p:nvSpPr>
          <p:cNvPr id="54" name="Text Box 157"/>
          <p:cNvSpPr txBox="1">
            <a:spLocks noChangeArrowheads="1"/>
          </p:cNvSpPr>
          <p:nvPr/>
        </p:nvSpPr>
        <p:spPr bwMode="auto">
          <a:xfrm>
            <a:off x="3482493" y="1610214"/>
            <a:ext cx="1744387"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CHPOIX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30011_CHOIX_FLASH_FCT_PREM1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 FCT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30021_CHOIX_FLASH_FCT_PREM2_NOK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30031_CHOIX_FLASH_FCT_PREM3_NOK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78463" y="1187648"/>
            <a:ext cx="264818" cy="302647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5584" y="1890643"/>
            <a:ext cx="260692" cy="161636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0406" y="2622181"/>
            <a:ext cx="262388" cy="15498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4325" y="948262"/>
            <a:ext cx="119282" cy="335971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30001_CHOIX_FLASH_FCT_PREM_NOK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30001_CHOIX_FLASH_FCT_PREM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258" idx="0"/>
          </p:cNvCxnSpPr>
          <p:nvPr/>
        </p:nvCxnSpPr>
        <p:spPr bwMode="auto">
          <a:xfrm rot="10800000" flipV="1">
            <a:off x="4524111" y="1829997"/>
            <a:ext cx="1561867" cy="9700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72253" y="433049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a:t>
            </a:r>
          </a:p>
          <a:p>
            <a:pPr algn="ctr" eaLnBrk="0" hangingPunct="0">
              <a:defRPr/>
            </a:pPr>
            <a:r>
              <a:rPr lang="fr-FR" sz="600">
                <a:solidFill>
                  <a:srgbClr val="FFFFFF"/>
                </a:solidFill>
                <a:ea typeface="ＭＳ Ｐゴシック" charset="0"/>
              </a:rPr>
              <a:t>FCT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325318" y="4998065"/>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30091_CHOIX_FLASH_FCT_PREM_NMNI2</a:t>
            </a:r>
          </a:p>
        </p:txBody>
      </p:sp>
      <p:sp>
        <p:nvSpPr>
          <p:cNvPr id="223" name="Rectangle 55"/>
          <p:cNvSpPr>
            <a:spLocks noChangeArrowheads="1"/>
          </p:cNvSpPr>
          <p:nvPr/>
        </p:nvSpPr>
        <p:spPr bwMode="auto">
          <a:xfrm>
            <a:off x="7490621" y="5250305"/>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108763" y="5551088"/>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95855" y="5605808"/>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43511" y="4789150"/>
            <a:ext cx="19971" cy="20891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63482" y="5140347"/>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30091_CHOIX_FLASH_FCT_PREM_NMNI2B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59820"/>
            <a:ext cx="963329" cy="112511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1602" y="478264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05328" y="434186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258" name="AutoShape 208"/>
          <p:cNvSpPr>
            <a:spLocks noChangeArrowheads="1"/>
          </p:cNvSpPr>
          <p:nvPr/>
        </p:nvSpPr>
        <p:spPr bwMode="auto">
          <a:xfrm>
            <a:off x="3758598" y="1927001"/>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30001_CHOIX_FLASH_FCT_PREM_OK</a:t>
            </a:r>
          </a:p>
        </p:txBody>
      </p:sp>
      <p:cxnSp>
        <p:nvCxnSpPr>
          <p:cNvPr id="240" name="Connecteur droit 239"/>
          <p:cNvCxnSpPr>
            <a:stCxn id="258" idx="2"/>
            <a:endCxn id="36" idx="0"/>
          </p:cNvCxnSpPr>
          <p:nvPr/>
        </p:nvCxnSpPr>
        <p:spPr bwMode="auto">
          <a:xfrm>
            <a:off x="4524110" y="2094778"/>
            <a:ext cx="0" cy="10436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1607" cy="5267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14500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33</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AUTRE</a:t>
            </a:r>
          </a:p>
        </p:txBody>
      </p:sp>
      <p:sp>
        <p:nvSpPr>
          <p:cNvPr id="36" name="Rectangle 5"/>
          <p:cNvSpPr>
            <a:spLocks noChangeArrowheads="1"/>
          </p:cNvSpPr>
          <p:nvPr/>
        </p:nvSpPr>
        <p:spPr bwMode="auto">
          <a:xfrm>
            <a:off x="3927377" y="2206452"/>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FLASH2 FCT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999733" cy="98631"/>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2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30012_CHOIX_FLASH2_FCT_PREM1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ABO_CHOIX_FLASH2_FCT_PREM3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FLASH2 FCT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30022_CHOIX_FLASH2_FCT_PREM2_NOK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30032_CHOIX_FLASH2_FCT_PREM3_NOK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2090" y="1191327"/>
            <a:ext cx="257511" cy="302642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89211" y="1894322"/>
            <a:ext cx="253385" cy="1616308"/>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74033" y="2625807"/>
            <a:ext cx="255081" cy="15503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47952" y="951888"/>
            <a:ext cx="111975" cy="335976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30002_CHOIX_FLASH2_FCT_PREM_NOK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30002_CHOIX_FLASH2_FCT_PREM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24057" y="1829997"/>
            <a:ext cx="1561920" cy="96601"/>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60647" y="4316160"/>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2 </a:t>
            </a:r>
          </a:p>
          <a:p>
            <a:pPr algn="ctr" eaLnBrk="0" hangingPunct="0">
              <a:defRPr/>
            </a:pPr>
            <a:r>
              <a:rPr lang="fr-FR" sz="600">
                <a:solidFill>
                  <a:srgbClr val="FFFFFF"/>
                </a:solidFill>
                <a:ea typeface="ＭＳ Ｐゴシック" charset="0"/>
              </a:rPr>
              <a:t>FCT PREMIUM </a:t>
            </a:r>
          </a:p>
          <a:p>
            <a:pPr algn="ctr" eaLnBrk="0" hangingPunct="0">
              <a:defRPr/>
            </a:pPr>
            <a:r>
              <a:rPr lang="fr-FR" sz="600">
                <a:solidFill>
                  <a:srgbClr val="FFFFFF"/>
                </a:solidFill>
                <a:ea typeface="ＭＳ Ｐゴシック" charset="0"/>
              </a:rPr>
              <a:t>NMNI</a:t>
            </a:r>
          </a:p>
        </p:txBody>
      </p:sp>
      <p:sp>
        <p:nvSpPr>
          <p:cNvPr id="222" name="AutoShape 55"/>
          <p:cNvSpPr>
            <a:spLocks noChangeArrowheads="1"/>
          </p:cNvSpPr>
          <p:nvPr/>
        </p:nvSpPr>
        <p:spPr bwMode="auto">
          <a:xfrm>
            <a:off x="7293741" y="4984194"/>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30092_CHOIX_FLASH2_FCT_PREM_NMNI2</a:t>
            </a:r>
          </a:p>
        </p:txBody>
      </p:sp>
      <p:sp>
        <p:nvSpPr>
          <p:cNvPr id="223" name="Rectangle 55"/>
          <p:cNvSpPr>
            <a:spLocks noChangeArrowheads="1"/>
          </p:cNvSpPr>
          <p:nvPr/>
        </p:nvSpPr>
        <p:spPr bwMode="auto">
          <a:xfrm>
            <a:off x="7459044" y="5236434"/>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77186" y="5537217"/>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64278" y="5591937"/>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31905" y="4774820"/>
            <a:ext cx="0" cy="20937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31905" y="5126476"/>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30092_CHOIX_FLASH2_FCT_PREM_NMNI2B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5" y="4545490"/>
            <a:ext cx="951723" cy="113944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19996" y="476831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193722" y="4327531"/>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58545" y="192659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30002_CHOIX_FLASH2_FCT_PREM_OK</a:t>
            </a:r>
          </a:p>
        </p:txBody>
      </p:sp>
      <p:cxnSp>
        <p:nvCxnSpPr>
          <p:cNvPr id="12" name="Connecteur droit 11"/>
          <p:cNvCxnSpPr>
            <a:stCxn id="96" idx="2"/>
            <a:endCxn id="36" idx="0"/>
          </p:cNvCxnSpPr>
          <p:nvPr/>
        </p:nvCxnSpPr>
        <p:spPr bwMode="auto">
          <a:xfrm>
            <a:off x="4524057" y="2094376"/>
            <a:ext cx="0" cy="11207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0" name="Connecteur droit 9"/>
          <p:cNvCxnSpPr>
            <a:stCxn id="100" idx="2"/>
            <a:endCxn id="221" idx="0"/>
          </p:cNvCxnSpPr>
          <p:nvPr/>
        </p:nvCxnSpPr>
        <p:spPr bwMode="auto">
          <a:xfrm>
            <a:off x="8131904" y="3803716"/>
            <a:ext cx="1" cy="5124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81002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Espace réservé du numéro de diapositive 3"/>
          <p:cNvSpPr>
            <a:spLocks noGrp="1"/>
          </p:cNvSpPr>
          <p:nvPr>
            <p:ph type="sldNum" sz="quarter" idx="10"/>
          </p:nvPr>
        </p:nvSpPr>
        <p:spPr>
          <a:xfrm>
            <a:off x="8638932" y="349250"/>
            <a:ext cx="476250" cy="135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5FA78153-262F-4F39-9F51-FB395D170A10}" type="slidenum">
              <a:rPr lang="fr-FR" smtClean="0">
                <a:solidFill>
                  <a:srgbClr val="000000"/>
                </a:solidFill>
              </a:rPr>
              <a:pPr eaLnBrk="1" hangingPunct="1"/>
              <a:t>34</a:t>
            </a:fld>
            <a:endParaRPr lang="fr-FR">
              <a:solidFill>
                <a:srgbClr val="000000"/>
              </a:solidFill>
            </a:endParaRPr>
          </a:p>
        </p:txBody>
      </p:sp>
      <p:sp>
        <p:nvSpPr>
          <p:cNvPr id="33" name="AutoShape 77">
            <a:hlinkClick r:id="rId3" action="ppaction://hlinksldjump"/>
          </p:cNvPr>
          <p:cNvSpPr>
            <a:spLocks noChangeArrowheads="1"/>
          </p:cNvSpPr>
          <p:nvPr/>
        </p:nvSpPr>
        <p:spPr bwMode="auto">
          <a:xfrm rot="10800000">
            <a:off x="2724817" y="655198"/>
            <a:ext cx="1080000"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a:t>
            </a:r>
          </a:p>
        </p:txBody>
      </p:sp>
      <p:sp>
        <p:nvSpPr>
          <p:cNvPr id="34" name="AutoShape 77">
            <a:hlinkClick r:id="rId4" action="ppaction://hlinksldjump"/>
          </p:cNvPr>
          <p:cNvSpPr>
            <a:spLocks noChangeArrowheads="1"/>
          </p:cNvSpPr>
          <p:nvPr/>
        </p:nvSpPr>
        <p:spPr bwMode="auto">
          <a:xfrm rot="10800000">
            <a:off x="376194" y="6370487"/>
            <a:ext cx="778635" cy="360000"/>
          </a:xfrm>
          <a:prstGeom prst="upArrowCallout">
            <a:avLst>
              <a:gd name="adj1" fmla="val 56438"/>
              <a:gd name="adj2" fmla="val 56438"/>
              <a:gd name="adj3" fmla="val 16667"/>
              <a:gd name="adj4" fmla="val 66667"/>
            </a:avLst>
          </a:prstGeom>
          <a:solidFill>
            <a:srgbClr val="00FFFF"/>
          </a:solidFill>
          <a:ln w="9525">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defRPr/>
            </a:pPr>
            <a:r>
              <a:rPr lang="fr-FR" sz="600">
                <a:solidFill>
                  <a:srgbClr val="000000"/>
                </a:solidFill>
                <a:ea typeface="ＭＳ Ｐゴシック" charset="0"/>
              </a:rPr>
              <a:t>PREMIUM AUTRE</a:t>
            </a:r>
          </a:p>
        </p:txBody>
      </p:sp>
      <p:sp>
        <p:nvSpPr>
          <p:cNvPr id="36" name="Rectangle 5"/>
          <p:cNvSpPr>
            <a:spLocks noChangeArrowheads="1"/>
          </p:cNvSpPr>
          <p:nvPr/>
        </p:nvSpPr>
        <p:spPr bwMode="auto">
          <a:xfrm>
            <a:off x="3950023" y="2197880"/>
            <a:ext cx="1193360" cy="369332"/>
          </a:xfrm>
          <a:prstGeom prst="rect">
            <a:avLst/>
          </a:prstGeom>
          <a:solidFill>
            <a:srgbClr val="FD8E7F"/>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a:r>
              <a:rPr lang="fr-FR" sz="600">
                <a:solidFill>
                  <a:srgbClr val="D31E05"/>
                </a:solidFill>
                <a:ea typeface="ＭＳ Ｐゴシック" pitchFamily="1" charset="-128"/>
              </a:rPr>
              <a:t>MENU CHOIX FLASH3 FCT PREMIUM</a:t>
            </a:r>
            <a:endParaRPr lang="fr-FR" sz="700">
              <a:solidFill>
                <a:srgbClr val="000000"/>
              </a:solidFill>
              <a:ea typeface="ＭＳ Ｐゴシック" pitchFamily="-80" charset="-128"/>
            </a:endParaRPr>
          </a:p>
          <a:p>
            <a:pPr algn="ctr"/>
            <a:r>
              <a:rPr lang="fr-FR" sz="600">
                <a:solidFill>
                  <a:srgbClr val="000000"/>
                </a:solidFill>
                <a:ea typeface="ＭＳ Ｐゴシック" pitchFamily="1" charset="-128"/>
              </a:rPr>
              <a:t>MESSAGE VIDE</a:t>
            </a:r>
          </a:p>
        </p:txBody>
      </p:sp>
      <p:sp>
        <p:nvSpPr>
          <p:cNvPr id="37" name="AutoShape 52"/>
          <p:cNvSpPr>
            <a:spLocks noChangeArrowheads="1"/>
          </p:cNvSpPr>
          <p:nvPr/>
        </p:nvSpPr>
        <p:spPr bwMode="auto">
          <a:xfrm>
            <a:off x="2646605" y="2829169"/>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cxnSp>
        <p:nvCxnSpPr>
          <p:cNvPr id="52" name="AutoShape 132"/>
          <p:cNvCxnSpPr>
            <a:cxnSpLocks noChangeShapeType="1"/>
            <a:stCxn id="58" idx="3"/>
            <a:endCxn id="96" idx="0"/>
          </p:cNvCxnSpPr>
          <p:nvPr/>
        </p:nvCxnSpPr>
        <p:spPr bwMode="auto">
          <a:xfrm>
            <a:off x="3524324" y="1827968"/>
            <a:ext cx="1016998" cy="115566"/>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AutoShape 31">
            <a:hlinkClick r:id="" action="ppaction://noaction"/>
          </p:cNvPr>
          <p:cNvSpPr>
            <a:spLocks noChangeArrowheads="1"/>
          </p:cNvSpPr>
          <p:nvPr/>
        </p:nvSpPr>
        <p:spPr bwMode="auto">
          <a:xfrm>
            <a:off x="2666365" y="1337125"/>
            <a:ext cx="1200972" cy="142615"/>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ABO_CHOIX_FLASH3_FCT_PREMIUM</a:t>
            </a:r>
          </a:p>
        </p:txBody>
      </p:sp>
      <p:sp>
        <p:nvSpPr>
          <p:cNvPr id="54" name="Text Box 157"/>
          <p:cNvSpPr txBox="1">
            <a:spLocks noChangeArrowheads="1"/>
          </p:cNvSpPr>
          <p:nvPr/>
        </p:nvSpPr>
        <p:spPr bwMode="auto">
          <a:xfrm>
            <a:off x="3529781" y="1610214"/>
            <a:ext cx="1649811"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ELIGIBLE AUX CRITERES CHOIX FLASH</a:t>
            </a:r>
          </a:p>
        </p:txBody>
      </p:sp>
      <p:sp>
        <p:nvSpPr>
          <p:cNvPr id="55" name="Text Box 157"/>
          <p:cNvSpPr txBox="1">
            <a:spLocks noChangeArrowheads="1"/>
          </p:cNvSpPr>
          <p:nvPr/>
        </p:nvSpPr>
        <p:spPr bwMode="auto">
          <a:xfrm>
            <a:off x="943332" y="1474703"/>
            <a:ext cx="1842171" cy="369332"/>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NON ELIGIBLE AUX CRITERES CHOIX FLASH</a:t>
            </a:r>
          </a:p>
          <a:p>
            <a:pPr algn="ctr" eaLnBrk="1" hangingPunct="1">
              <a:defRPr/>
            </a:pPr>
            <a:r>
              <a:rPr lang="fr-FR" sz="600">
                <a:solidFill>
                  <a:srgbClr val="000000"/>
                </a:solidFill>
              </a:rPr>
              <a:t>OU AUCUN FLASH</a:t>
            </a:r>
          </a:p>
          <a:p>
            <a:pPr algn="ctr" eaLnBrk="1" hangingPunct="1">
              <a:defRPr/>
            </a:pPr>
            <a:r>
              <a:rPr lang="fr-FR" sz="600">
                <a:solidFill>
                  <a:srgbClr val="000000"/>
                </a:solidFill>
              </a:rPr>
              <a:t>OU AUCUN CRITERE</a:t>
            </a:r>
          </a:p>
        </p:txBody>
      </p:sp>
      <p:sp>
        <p:nvSpPr>
          <p:cNvPr id="32" name="Espace réservé du texte 4"/>
          <p:cNvSpPr>
            <a:spLocks noGrp="1"/>
          </p:cNvSpPr>
          <p:nvPr>
            <p:ph type="body" sz="quarter" idx="11"/>
          </p:nvPr>
        </p:nvSpPr>
        <p:spPr>
          <a:xfrm>
            <a:off x="43815" y="42863"/>
            <a:ext cx="2622550" cy="261937"/>
          </a:xfrm>
        </p:spPr>
        <p:txBody>
          <a:bodyPr/>
          <a:lstStyle/>
          <a:p>
            <a:r>
              <a:rPr lang="fr-FR"/>
              <a:t>ABO</a:t>
            </a:r>
          </a:p>
        </p:txBody>
      </p:sp>
      <p:sp>
        <p:nvSpPr>
          <p:cNvPr id="2" name="Titre 1"/>
          <p:cNvSpPr>
            <a:spLocks noGrp="1"/>
          </p:cNvSpPr>
          <p:nvPr>
            <p:ph type="title"/>
          </p:nvPr>
        </p:nvSpPr>
        <p:spPr/>
        <p:txBody>
          <a:bodyPr>
            <a:normAutofit/>
          </a:bodyPr>
          <a:lstStyle/>
          <a:p>
            <a:r>
              <a:rPr lang="fr-FR" sz="1400">
                <a:effectLst>
                  <a:outerShdw blurRad="38100" dist="38100" dir="2700000" algn="tl">
                    <a:srgbClr val="000000">
                      <a:alpha val="43137"/>
                    </a:srgbClr>
                  </a:outerShdw>
                </a:effectLst>
              </a:rPr>
              <a:t>CHOIX FLASH 3 FCT PREMIUM</a:t>
            </a:r>
          </a:p>
        </p:txBody>
      </p:sp>
      <p:sp>
        <p:nvSpPr>
          <p:cNvPr id="58" name="AutoShape 131"/>
          <p:cNvSpPr>
            <a:spLocks noChangeArrowheads="1"/>
          </p:cNvSpPr>
          <p:nvPr/>
        </p:nvSpPr>
        <p:spPr bwMode="auto">
          <a:xfrm>
            <a:off x="3002047" y="1625798"/>
            <a:ext cx="522277" cy="40434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Eligibilité</a:t>
            </a:r>
          </a:p>
          <a:p>
            <a:pPr algn="ctr" eaLnBrk="0" hangingPunct="0"/>
            <a:r>
              <a:rPr lang="fr-FR" sz="600">
                <a:solidFill>
                  <a:srgbClr val="000000"/>
                </a:solidFill>
                <a:ea typeface="ＭＳ Ｐゴシック" pitchFamily="1" charset="-128"/>
              </a:rPr>
              <a:t>flash</a:t>
            </a:r>
          </a:p>
        </p:txBody>
      </p:sp>
      <p:sp>
        <p:nvSpPr>
          <p:cNvPr id="59" name="Text Box 157"/>
          <p:cNvSpPr txBox="1">
            <a:spLocks noChangeArrowheads="1"/>
          </p:cNvSpPr>
          <p:nvPr/>
        </p:nvSpPr>
        <p:spPr bwMode="auto">
          <a:xfrm>
            <a:off x="-53890" y="1254586"/>
            <a:ext cx="2698175"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FLASH « CONTINUER » </a:t>
            </a:r>
            <a:r>
              <a:rPr lang="fr-FR" sz="600" b="1">
                <a:solidFill>
                  <a:srgbClr val="000000"/>
                </a:solidFill>
              </a:rPr>
              <a:t>SANS</a:t>
            </a:r>
            <a:r>
              <a:rPr lang="fr-FR" sz="600">
                <a:solidFill>
                  <a:srgbClr val="000000"/>
                </a:solidFill>
              </a:rPr>
              <a:t> MESSAGE AUDIO POUR MENU FLASH</a:t>
            </a:r>
          </a:p>
        </p:txBody>
      </p:sp>
      <p:sp>
        <p:nvSpPr>
          <p:cNvPr id="63" name="AutoShape 52"/>
          <p:cNvSpPr>
            <a:spLocks noChangeArrowheads="1"/>
          </p:cNvSpPr>
          <p:nvPr/>
        </p:nvSpPr>
        <p:spPr bwMode="auto">
          <a:xfrm>
            <a:off x="4417946" y="283086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64" name="AutoShape 52"/>
          <p:cNvSpPr>
            <a:spLocks noChangeArrowheads="1"/>
          </p:cNvSpPr>
          <p:nvPr/>
        </p:nvSpPr>
        <p:spPr bwMode="auto">
          <a:xfrm>
            <a:off x="1236489" y="2833295"/>
            <a:ext cx="522287" cy="249237"/>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hangingPunct="0">
              <a:defRPr/>
            </a:pPr>
            <a:r>
              <a:rPr lang="fr-FR" sz="600">
                <a:solidFill>
                  <a:srgbClr val="000000"/>
                </a:solidFill>
                <a:ea typeface="ＭＳ Ｐゴシック" charset="0"/>
              </a:rPr>
              <a:t>CTRL SC</a:t>
            </a:r>
          </a:p>
        </p:txBody>
      </p:sp>
      <p:sp>
        <p:nvSpPr>
          <p:cNvPr id="81" name="AutoShape 142"/>
          <p:cNvSpPr>
            <a:spLocks noChangeArrowheads="1"/>
          </p:cNvSpPr>
          <p:nvPr/>
        </p:nvSpPr>
        <p:spPr bwMode="auto">
          <a:xfrm>
            <a:off x="880560" y="4244660"/>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 PREMIUM</a:t>
            </a:r>
            <a:endParaRPr lang="fr-FR" sz="600" i="1">
              <a:solidFill>
                <a:srgbClr val="000000"/>
              </a:solidFill>
              <a:ea typeface="ＭＳ Ｐゴシック" pitchFamily="1" charset="-128"/>
            </a:endParaRPr>
          </a:p>
        </p:txBody>
      </p:sp>
      <p:sp>
        <p:nvSpPr>
          <p:cNvPr id="82" name="AutoShape 31">
            <a:hlinkClick r:id="" action="ppaction://noaction"/>
          </p:cNvPr>
          <p:cNvSpPr>
            <a:spLocks noChangeArrowheads="1"/>
          </p:cNvSpPr>
          <p:nvPr/>
        </p:nvSpPr>
        <p:spPr bwMode="auto">
          <a:xfrm>
            <a:off x="880560" y="3839738"/>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ABO_CHOIX_FLASH3_FCT_PREM1</a:t>
            </a:r>
          </a:p>
        </p:txBody>
      </p:sp>
      <p:cxnSp>
        <p:nvCxnSpPr>
          <p:cNvPr id="83" name="AutoShape 58"/>
          <p:cNvCxnSpPr>
            <a:cxnSpLocks noChangeShapeType="1"/>
            <a:stCxn id="82" idx="2"/>
            <a:endCxn id="81" idx="0"/>
          </p:cNvCxnSpPr>
          <p:nvPr/>
        </p:nvCxnSpPr>
        <p:spPr bwMode="auto">
          <a:xfrm>
            <a:off x="1515097" y="4006540"/>
            <a:ext cx="0" cy="2381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84" name="AutoShape 208"/>
          <p:cNvSpPr>
            <a:spLocks noChangeArrowheads="1"/>
          </p:cNvSpPr>
          <p:nvPr/>
        </p:nvSpPr>
        <p:spPr bwMode="auto">
          <a:xfrm>
            <a:off x="849774" y="3460600"/>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30013_CHOIX_FLASH3_FCT_PREM1</a:t>
            </a:r>
          </a:p>
        </p:txBody>
      </p:sp>
      <p:sp>
        <p:nvSpPr>
          <p:cNvPr id="86" name="AutoShape 142"/>
          <p:cNvSpPr>
            <a:spLocks noChangeArrowheads="1"/>
          </p:cNvSpPr>
          <p:nvPr/>
        </p:nvSpPr>
        <p:spPr bwMode="auto">
          <a:xfrm>
            <a:off x="2741860"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 PREMIUM2</a:t>
            </a:r>
            <a:endParaRPr lang="fr-FR" sz="600" i="1">
              <a:solidFill>
                <a:srgbClr val="000000"/>
              </a:solidFill>
              <a:ea typeface="ＭＳ Ｐゴシック" pitchFamily="1" charset="-128"/>
            </a:endParaRPr>
          </a:p>
        </p:txBody>
      </p:sp>
      <p:sp>
        <p:nvSpPr>
          <p:cNvPr id="87" name="AutoShape 31">
            <a:hlinkClick r:id="" action="ppaction://noaction"/>
          </p:cNvPr>
          <p:cNvSpPr>
            <a:spLocks noChangeArrowheads="1"/>
          </p:cNvSpPr>
          <p:nvPr/>
        </p:nvSpPr>
        <p:spPr bwMode="auto">
          <a:xfrm>
            <a:off x="2273128" y="3844649"/>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ABO_CHOIX_FLASH3_FCT_PREM2</a:t>
            </a:r>
          </a:p>
        </p:txBody>
      </p:sp>
      <p:sp>
        <p:nvSpPr>
          <p:cNvPr id="89" name="AutoShape 208"/>
          <p:cNvSpPr>
            <a:spLocks noChangeArrowheads="1"/>
          </p:cNvSpPr>
          <p:nvPr/>
        </p:nvSpPr>
        <p:spPr bwMode="auto">
          <a:xfrm>
            <a:off x="2242342" y="3465511"/>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30023_CHOIX_FLASH3_FCT_PREM2</a:t>
            </a:r>
          </a:p>
        </p:txBody>
      </p:sp>
      <p:sp>
        <p:nvSpPr>
          <p:cNvPr id="97" name="AutoShape 31">
            <a:hlinkClick r:id="" action="ppaction://noaction"/>
          </p:cNvPr>
          <p:cNvSpPr>
            <a:spLocks noChangeArrowheads="1"/>
          </p:cNvSpPr>
          <p:nvPr/>
        </p:nvSpPr>
        <p:spPr bwMode="auto">
          <a:xfrm>
            <a:off x="4046515" y="3846941"/>
            <a:ext cx="1269073" cy="16680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D31E05"/>
                </a:solidFill>
                <a:ea typeface="ＭＳ Ｐゴシック" pitchFamily="1" charset="-128"/>
              </a:rPr>
              <a:t>ABO_CHOIX_FLASH3_FCT_PREM3</a:t>
            </a:r>
          </a:p>
        </p:txBody>
      </p:sp>
      <p:sp>
        <p:nvSpPr>
          <p:cNvPr id="99" name="AutoShape 208"/>
          <p:cNvSpPr>
            <a:spLocks noChangeArrowheads="1"/>
          </p:cNvSpPr>
          <p:nvPr/>
        </p:nvSpPr>
        <p:spPr bwMode="auto">
          <a:xfrm>
            <a:off x="4015729" y="3467803"/>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30033_CHOIX_FLASH3_FCT_PREM3</a:t>
            </a:r>
          </a:p>
        </p:txBody>
      </p:sp>
      <p:sp>
        <p:nvSpPr>
          <p:cNvPr id="101" name="AutoShape 68">
            <a:hlinkClick r:id="" action="ppaction://noaction"/>
          </p:cNvPr>
          <p:cNvSpPr>
            <a:spLocks noChangeArrowheads="1"/>
          </p:cNvSpPr>
          <p:nvPr/>
        </p:nvSpPr>
        <p:spPr bwMode="auto">
          <a:xfrm>
            <a:off x="2483768"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a:t>
            </a:r>
          </a:p>
          <a:p>
            <a:pPr algn="ctr" eaLnBrk="0" hangingPunct="0">
              <a:defRPr/>
            </a:pPr>
            <a:r>
              <a:rPr lang="fr-FR" sz="600">
                <a:solidFill>
                  <a:srgbClr val="FFFFFF"/>
                </a:solidFill>
                <a:ea typeface="ＭＳ Ｐゴシック" charset="0"/>
              </a:rPr>
              <a:t>FCT PREMIUM 2</a:t>
            </a:r>
          </a:p>
        </p:txBody>
      </p:sp>
      <p:sp>
        <p:nvSpPr>
          <p:cNvPr id="102" name="AutoShape 17"/>
          <p:cNvSpPr>
            <a:spLocks noChangeArrowheads="1"/>
          </p:cNvSpPr>
          <p:nvPr/>
        </p:nvSpPr>
        <p:spPr bwMode="auto">
          <a:xfrm>
            <a:off x="1389682" y="3150121"/>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1</a:t>
            </a:r>
          </a:p>
        </p:txBody>
      </p:sp>
      <p:sp>
        <p:nvSpPr>
          <p:cNvPr id="104" name="AutoShape 17"/>
          <p:cNvSpPr>
            <a:spLocks noChangeArrowheads="1"/>
          </p:cNvSpPr>
          <p:nvPr/>
        </p:nvSpPr>
        <p:spPr bwMode="auto">
          <a:xfrm>
            <a:off x="4571139" y="3150120"/>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b="1">
                <a:solidFill>
                  <a:srgbClr val="000000"/>
                </a:solidFill>
                <a:latin typeface="Arial"/>
                <a:ea typeface="ＭＳ Ｐゴシック" pitchFamily="1" charset="-128"/>
              </a:rPr>
              <a:t>3</a:t>
            </a:r>
          </a:p>
        </p:txBody>
      </p:sp>
      <p:sp>
        <p:nvSpPr>
          <p:cNvPr id="105" name="AutoShape 17"/>
          <p:cNvSpPr>
            <a:spLocks noChangeArrowheads="1"/>
          </p:cNvSpPr>
          <p:nvPr/>
        </p:nvSpPr>
        <p:spPr bwMode="auto">
          <a:xfrm>
            <a:off x="2794879" y="3152024"/>
            <a:ext cx="215900" cy="1762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800" b="1">
                <a:solidFill>
                  <a:srgbClr val="000000"/>
                </a:solidFill>
                <a:ea typeface="ＭＳ Ｐゴシック" pitchFamily="1" charset="-128"/>
              </a:rPr>
              <a:t>2</a:t>
            </a:r>
          </a:p>
        </p:txBody>
      </p:sp>
      <p:sp>
        <p:nvSpPr>
          <p:cNvPr id="106" name="AutoShape 208"/>
          <p:cNvSpPr>
            <a:spLocks noChangeArrowheads="1"/>
          </p:cNvSpPr>
          <p:nvPr/>
        </p:nvSpPr>
        <p:spPr bwMode="auto">
          <a:xfrm>
            <a:off x="2717424"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30023_CHOIX_FLASH3_FCT_PREM2_OK</a:t>
            </a:r>
          </a:p>
        </p:txBody>
      </p:sp>
      <p:cxnSp>
        <p:nvCxnSpPr>
          <p:cNvPr id="19" name="Connecteur droit 18"/>
          <p:cNvCxnSpPr>
            <a:stCxn id="106" idx="2"/>
            <a:endCxn id="86" idx="0"/>
          </p:cNvCxnSpPr>
          <p:nvPr/>
        </p:nvCxnSpPr>
        <p:spPr bwMode="auto">
          <a:xfrm>
            <a:off x="3376397"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en angle 20"/>
          <p:cNvCxnSpPr>
            <a:stCxn id="101" idx="3"/>
            <a:endCxn id="106" idx="0"/>
          </p:cNvCxnSpPr>
          <p:nvPr/>
        </p:nvCxnSpPr>
        <p:spPr bwMode="auto">
          <a:xfrm>
            <a:off x="3264818"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42"/>
          <p:cNvSpPr>
            <a:spLocks noChangeArrowheads="1"/>
          </p:cNvSpPr>
          <p:nvPr/>
        </p:nvSpPr>
        <p:spPr bwMode="auto">
          <a:xfrm>
            <a:off x="4571139" y="4813301"/>
            <a:ext cx="1269073" cy="36000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TRANSFERT</a:t>
            </a:r>
            <a:br>
              <a:rPr lang="fr-FR" sz="600">
                <a:solidFill>
                  <a:srgbClr val="000000"/>
                </a:solidFill>
                <a:ea typeface="ＭＳ Ｐゴシック" pitchFamily="1" charset="-128"/>
              </a:rPr>
            </a:br>
            <a:r>
              <a:rPr lang="fr-FR" sz="600">
                <a:solidFill>
                  <a:srgbClr val="000000"/>
                </a:solidFill>
                <a:ea typeface="ＭＳ Ｐゴシック" pitchFamily="1" charset="-128"/>
              </a:rPr>
              <a:t>CHOIX FLASH3 FCT PREMIUM3</a:t>
            </a:r>
            <a:endParaRPr lang="fr-FR" sz="600" i="1">
              <a:solidFill>
                <a:srgbClr val="000000"/>
              </a:solidFill>
              <a:ea typeface="ＭＳ Ｐゴシック" pitchFamily="1" charset="-128"/>
            </a:endParaRPr>
          </a:p>
        </p:txBody>
      </p:sp>
      <p:sp>
        <p:nvSpPr>
          <p:cNvPr id="108" name="AutoShape 68">
            <a:hlinkClick r:id="" action="ppaction://noaction"/>
          </p:cNvPr>
          <p:cNvSpPr>
            <a:spLocks noChangeArrowheads="1"/>
          </p:cNvSpPr>
          <p:nvPr/>
        </p:nvSpPr>
        <p:spPr bwMode="auto">
          <a:xfrm>
            <a:off x="4313047" y="4075952"/>
            <a:ext cx="781050" cy="320675"/>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rgbClr val="FFFFFF"/>
                </a:solidFill>
                <a:ea typeface="ＭＳ Ｐゴシック" charset="0"/>
              </a:rPr>
              <a:t>CHOIX FLASH 3 </a:t>
            </a:r>
          </a:p>
          <a:p>
            <a:pPr algn="ctr" eaLnBrk="0" hangingPunct="0">
              <a:defRPr/>
            </a:pPr>
            <a:r>
              <a:rPr lang="fr-FR" sz="600">
                <a:solidFill>
                  <a:srgbClr val="FFFFFF"/>
                </a:solidFill>
                <a:ea typeface="ＭＳ Ｐゴシック" charset="0"/>
              </a:rPr>
              <a:t>FCT PREMIUM 3</a:t>
            </a:r>
          </a:p>
        </p:txBody>
      </p:sp>
      <p:sp>
        <p:nvSpPr>
          <p:cNvPr id="109" name="AutoShape 208"/>
          <p:cNvSpPr>
            <a:spLocks noChangeArrowheads="1"/>
          </p:cNvSpPr>
          <p:nvPr/>
        </p:nvSpPr>
        <p:spPr bwMode="auto">
          <a:xfrm>
            <a:off x="4546703" y="4530294"/>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ea typeface="ＭＳ Ｐゴシック" pitchFamily="1" charset="-128"/>
              </a:rPr>
              <a:t>30033_CHOIX_FLASH3_FCT_PREM3_OK</a:t>
            </a:r>
          </a:p>
        </p:txBody>
      </p:sp>
      <p:cxnSp>
        <p:nvCxnSpPr>
          <p:cNvPr id="110" name="Connecteur droit 109"/>
          <p:cNvCxnSpPr>
            <a:stCxn id="109" idx="2"/>
            <a:endCxn id="107" idx="0"/>
          </p:cNvCxnSpPr>
          <p:nvPr/>
        </p:nvCxnSpPr>
        <p:spPr bwMode="auto">
          <a:xfrm>
            <a:off x="5205676" y="4693432"/>
            <a:ext cx="0" cy="1198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Connecteur en angle 110"/>
          <p:cNvCxnSpPr>
            <a:stCxn id="108" idx="3"/>
            <a:endCxn id="109" idx="0"/>
          </p:cNvCxnSpPr>
          <p:nvPr/>
        </p:nvCxnSpPr>
        <p:spPr bwMode="auto">
          <a:xfrm>
            <a:off x="5094097" y="4236290"/>
            <a:ext cx="111579" cy="29400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AutoShape 208"/>
          <p:cNvSpPr>
            <a:spLocks noChangeArrowheads="1"/>
          </p:cNvSpPr>
          <p:nvPr/>
        </p:nvSpPr>
        <p:spPr bwMode="auto">
          <a:xfrm>
            <a:off x="1758776" y="5319359"/>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30023_CHOIX_FLASH3_FCT_PREM2_NOK</a:t>
            </a:r>
          </a:p>
        </p:txBody>
      </p:sp>
      <p:sp>
        <p:nvSpPr>
          <p:cNvPr id="118" name="AutoShape 208"/>
          <p:cNvSpPr>
            <a:spLocks noChangeArrowheads="1"/>
          </p:cNvSpPr>
          <p:nvPr/>
        </p:nvSpPr>
        <p:spPr bwMode="auto">
          <a:xfrm>
            <a:off x="3469093" y="5520325"/>
            <a:ext cx="1317946" cy="163138"/>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30033_CHOIX_FLASH3_FCT_PREM3_NOK</a:t>
            </a:r>
          </a:p>
        </p:txBody>
      </p:sp>
      <p:cxnSp>
        <p:nvCxnSpPr>
          <p:cNvPr id="25" name="Connecteur en angle 24"/>
          <p:cNvCxnSpPr>
            <a:stCxn id="108" idx="1"/>
            <a:endCxn id="118" idx="0"/>
          </p:cNvCxnSpPr>
          <p:nvPr/>
        </p:nvCxnSpPr>
        <p:spPr bwMode="auto">
          <a:xfrm rot="10800000" flipV="1">
            <a:off x="4128067" y="4236289"/>
            <a:ext cx="184981" cy="1284035"/>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101" idx="1"/>
            <a:endCxn id="117" idx="0"/>
          </p:cNvCxnSpPr>
          <p:nvPr/>
        </p:nvCxnSpPr>
        <p:spPr bwMode="auto">
          <a:xfrm rot="10800000" flipV="1">
            <a:off x="2417750" y="4236289"/>
            <a:ext cx="66019" cy="108306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Connecteur en angle 28"/>
          <p:cNvCxnSpPr>
            <a:stCxn id="117" idx="2"/>
            <a:endCxn id="34" idx="2"/>
          </p:cNvCxnSpPr>
          <p:nvPr/>
        </p:nvCxnSpPr>
        <p:spPr bwMode="auto">
          <a:xfrm rot="5400000">
            <a:off x="1147635" y="5100373"/>
            <a:ext cx="887990" cy="1652238"/>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Connecteur en angle 119"/>
          <p:cNvCxnSpPr>
            <a:stCxn id="118" idx="2"/>
            <a:endCxn id="34" idx="2"/>
          </p:cNvCxnSpPr>
          <p:nvPr/>
        </p:nvCxnSpPr>
        <p:spPr bwMode="auto">
          <a:xfrm rot="5400000">
            <a:off x="2103277" y="4345698"/>
            <a:ext cx="687024" cy="3362555"/>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2" name="Connecteur droit 15361"/>
          <p:cNvCxnSpPr>
            <a:stCxn id="84" idx="2"/>
            <a:endCxn id="82" idx="0"/>
          </p:cNvCxnSpPr>
          <p:nvPr/>
        </p:nvCxnSpPr>
        <p:spPr bwMode="auto">
          <a:xfrm>
            <a:off x="1508747" y="3623738"/>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5" name="Connecteur droit 15364"/>
          <p:cNvCxnSpPr>
            <a:stCxn id="102" idx="2"/>
            <a:endCxn id="84" idx="0"/>
          </p:cNvCxnSpPr>
          <p:nvPr/>
        </p:nvCxnSpPr>
        <p:spPr bwMode="auto">
          <a:xfrm>
            <a:off x="1497632" y="3326334"/>
            <a:ext cx="11115" cy="13426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7" name="Connecteur droit 15366"/>
          <p:cNvCxnSpPr>
            <a:stCxn id="64" idx="2"/>
            <a:endCxn id="102" idx="7"/>
          </p:cNvCxnSpPr>
          <p:nvPr/>
        </p:nvCxnSpPr>
        <p:spPr bwMode="auto">
          <a:xfrm flipH="1">
            <a:off x="1497632" y="3082532"/>
            <a:ext cx="1" cy="896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69" name="Connecteur en angle 15368"/>
          <p:cNvCxnSpPr>
            <a:stCxn id="36" idx="2"/>
            <a:endCxn id="64" idx="0"/>
          </p:cNvCxnSpPr>
          <p:nvPr/>
        </p:nvCxnSpPr>
        <p:spPr bwMode="auto">
          <a:xfrm rot="5400000">
            <a:off x="2889127" y="1175718"/>
            <a:ext cx="266083" cy="3049070"/>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1" name="Connecteur en angle 15370"/>
          <p:cNvCxnSpPr>
            <a:stCxn id="36" idx="2"/>
            <a:endCxn id="37" idx="0"/>
          </p:cNvCxnSpPr>
          <p:nvPr/>
        </p:nvCxnSpPr>
        <p:spPr bwMode="auto">
          <a:xfrm rot="5400000">
            <a:off x="3596248" y="1878713"/>
            <a:ext cx="261957" cy="163895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3" name="Connecteur en angle 15372"/>
          <p:cNvCxnSpPr>
            <a:stCxn id="36" idx="2"/>
            <a:endCxn id="63" idx="0"/>
          </p:cNvCxnSpPr>
          <p:nvPr/>
        </p:nvCxnSpPr>
        <p:spPr bwMode="auto">
          <a:xfrm rot="16200000" flipH="1">
            <a:off x="4481070" y="2632844"/>
            <a:ext cx="263653" cy="1323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5" name="Connecteur en angle 15374"/>
          <p:cNvCxnSpPr>
            <a:stCxn id="36" idx="2"/>
            <a:endCxn id="196" idx="4"/>
          </p:cNvCxnSpPr>
          <p:nvPr/>
        </p:nvCxnSpPr>
        <p:spPr bwMode="auto">
          <a:xfrm rot="16200000" flipH="1">
            <a:off x="6154989" y="958925"/>
            <a:ext cx="120547" cy="333711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7" name="Connecteur droit 15376"/>
          <p:cNvCxnSpPr>
            <a:stCxn id="37" idx="2"/>
            <a:endCxn id="105" idx="6"/>
          </p:cNvCxnSpPr>
          <p:nvPr/>
        </p:nvCxnSpPr>
        <p:spPr bwMode="auto">
          <a:xfrm flipH="1">
            <a:off x="2902829" y="3078406"/>
            <a:ext cx="4920" cy="736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0" name="Connecteur droit 15379"/>
          <p:cNvCxnSpPr>
            <a:stCxn id="105" idx="2"/>
            <a:endCxn id="89" idx="0"/>
          </p:cNvCxnSpPr>
          <p:nvPr/>
        </p:nvCxnSpPr>
        <p:spPr bwMode="auto">
          <a:xfrm flipH="1">
            <a:off x="2901315" y="3328237"/>
            <a:ext cx="1514" cy="1372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6" name="Connecteur droit 15385"/>
          <p:cNvCxnSpPr>
            <a:stCxn id="63" idx="2"/>
            <a:endCxn id="104" idx="6"/>
          </p:cNvCxnSpPr>
          <p:nvPr/>
        </p:nvCxnSpPr>
        <p:spPr bwMode="auto">
          <a:xfrm flipH="1">
            <a:off x="4679089" y="3080102"/>
            <a:ext cx="1" cy="700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88" name="Connecteur droit 15387"/>
          <p:cNvCxnSpPr>
            <a:stCxn id="104" idx="2"/>
            <a:endCxn id="99" idx="0"/>
          </p:cNvCxnSpPr>
          <p:nvPr/>
        </p:nvCxnSpPr>
        <p:spPr bwMode="auto">
          <a:xfrm flipH="1">
            <a:off x="4674702" y="3326333"/>
            <a:ext cx="4387" cy="1414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6" name="Connecteur droit 15395"/>
          <p:cNvCxnSpPr>
            <a:stCxn id="89" idx="2"/>
            <a:endCxn id="87" idx="0"/>
          </p:cNvCxnSpPr>
          <p:nvPr/>
        </p:nvCxnSpPr>
        <p:spPr bwMode="auto">
          <a:xfrm>
            <a:off x="2901315" y="3628649"/>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98" name="Connecteur droit 15397"/>
          <p:cNvCxnSpPr>
            <a:stCxn id="99" idx="2"/>
            <a:endCxn id="97" idx="0"/>
          </p:cNvCxnSpPr>
          <p:nvPr/>
        </p:nvCxnSpPr>
        <p:spPr bwMode="auto">
          <a:xfrm>
            <a:off x="4674702" y="3630941"/>
            <a:ext cx="6350" cy="216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Text Box 157"/>
          <p:cNvSpPr txBox="1">
            <a:spLocks noChangeArrowheads="1"/>
          </p:cNvSpPr>
          <p:nvPr/>
        </p:nvSpPr>
        <p:spPr bwMode="auto">
          <a:xfrm>
            <a:off x="3202768" y="4046262"/>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0" name="Text Box 157"/>
          <p:cNvSpPr txBox="1">
            <a:spLocks noChangeArrowheads="1"/>
          </p:cNvSpPr>
          <p:nvPr/>
        </p:nvSpPr>
        <p:spPr bwMode="auto">
          <a:xfrm>
            <a:off x="5013069" y="4050024"/>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172" name="Text Box 157"/>
          <p:cNvSpPr txBox="1">
            <a:spLocks noChangeArrowheads="1"/>
          </p:cNvSpPr>
          <p:nvPr/>
        </p:nvSpPr>
        <p:spPr bwMode="auto">
          <a:xfrm>
            <a:off x="2080771" y="4042429"/>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3" name="Text Box 157"/>
          <p:cNvSpPr txBox="1">
            <a:spLocks noChangeArrowheads="1"/>
          </p:cNvSpPr>
          <p:nvPr/>
        </p:nvSpPr>
        <p:spPr bwMode="auto">
          <a:xfrm>
            <a:off x="3965706" y="4046262"/>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175" name="AutoShape 208"/>
          <p:cNvSpPr>
            <a:spLocks noChangeArrowheads="1"/>
          </p:cNvSpPr>
          <p:nvPr/>
        </p:nvSpPr>
        <p:spPr bwMode="auto">
          <a:xfrm>
            <a:off x="0" y="2088419"/>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30003_CHOIX_FLASH3_FCT_PREM_NOK</a:t>
            </a:r>
          </a:p>
        </p:txBody>
      </p:sp>
      <p:cxnSp>
        <p:nvCxnSpPr>
          <p:cNvPr id="15402" name="Connecteur en angle 15401"/>
          <p:cNvCxnSpPr>
            <a:stCxn id="58" idx="1"/>
            <a:endCxn id="175" idx="0"/>
          </p:cNvCxnSpPr>
          <p:nvPr/>
        </p:nvCxnSpPr>
        <p:spPr bwMode="auto">
          <a:xfrm rot="10800000" flipV="1">
            <a:off x="765513" y="1827967"/>
            <a:ext cx="2236535" cy="26045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06" name="Connecteur droit avec flèche 15405"/>
          <p:cNvCxnSpPr>
            <a:stCxn id="175" idx="2"/>
            <a:endCxn id="34" idx="2"/>
          </p:cNvCxnSpPr>
          <p:nvPr/>
        </p:nvCxnSpPr>
        <p:spPr bwMode="auto">
          <a:xfrm flipH="1">
            <a:off x="765511" y="2256196"/>
            <a:ext cx="1" cy="411429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5" name="AutoShape 42"/>
          <p:cNvSpPr>
            <a:spLocks noChangeArrowheads="1"/>
          </p:cNvSpPr>
          <p:nvPr/>
        </p:nvSpPr>
        <p:spPr bwMode="auto">
          <a:xfrm>
            <a:off x="2613471" y="1121744"/>
            <a:ext cx="1296286" cy="13369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30003_CHOIX_FLASH3_FCT_PREM</a:t>
            </a:r>
          </a:p>
        </p:txBody>
      </p:sp>
      <p:cxnSp>
        <p:nvCxnSpPr>
          <p:cNvPr id="15411" name="Connecteur droit 15410"/>
          <p:cNvCxnSpPr>
            <a:stCxn id="33" idx="0"/>
            <a:endCxn id="185" idx="0"/>
          </p:cNvCxnSpPr>
          <p:nvPr/>
        </p:nvCxnSpPr>
        <p:spPr bwMode="auto">
          <a:xfrm flipH="1">
            <a:off x="3261614" y="1015198"/>
            <a:ext cx="3203" cy="1065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3" name="Connecteur droit 15412"/>
          <p:cNvCxnSpPr>
            <a:stCxn id="185" idx="2"/>
            <a:endCxn id="53" idx="0"/>
          </p:cNvCxnSpPr>
          <p:nvPr/>
        </p:nvCxnSpPr>
        <p:spPr bwMode="auto">
          <a:xfrm>
            <a:off x="3261614" y="1255434"/>
            <a:ext cx="5237" cy="8169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15" name="Connecteur droit avec flèche 15414"/>
          <p:cNvCxnSpPr>
            <a:stCxn id="53" idx="2"/>
            <a:endCxn id="58" idx="0"/>
          </p:cNvCxnSpPr>
          <p:nvPr/>
        </p:nvCxnSpPr>
        <p:spPr bwMode="auto">
          <a:xfrm flipH="1">
            <a:off x="3263186" y="1479740"/>
            <a:ext cx="3665" cy="1460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AutoShape 27"/>
          <p:cNvSpPr>
            <a:spLocks noChangeArrowheads="1"/>
          </p:cNvSpPr>
          <p:nvPr/>
        </p:nvSpPr>
        <p:spPr bwMode="auto">
          <a:xfrm>
            <a:off x="7883822" y="2586953"/>
            <a:ext cx="496168" cy="201612"/>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solidFill>
                  <a:srgbClr val="000000"/>
                </a:solidFill>
                <a:ea typeface="ＭＳ Ｐゴシック" pitchFamily="1" charset="-128"/>
              </a:rPr>
              <a:t>NM NI &gt; 1</a:t>
            </a:r>
          </a:p>
        </p:txBody>
      </p:sp>
      <p:sp>
        <p:nvSpPr>
          <p:cNvPr id="198" name="AutoShape 37"/>
          <p:cNvSpPr>
            <a:spLocks noChangeArrowheads="1"/>
          </p:cNvSpPr>
          <p:nvPr/>
        </p:nvSpPr>
        <p:spPr bwMode="auto">
          <a:xfrm>
            <a:off x="7331872" y="2145389"/>
            <a:ext cx="1600067" cy="20408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30093_CHOIX_FLASH3_FCT_PREMI_NMNI</a:t>
            </a:r>
          </a:p>
        </p:txBody>
      </p:sp>
      <p:sp>
        <p:nvSpPr>
          <p:cNvPr id="199" name="Text Box 157"/>
          <p:cNvSpPr txBox="1">
            <a:spLocks noChangeArrowheads="1"/>
          </p:cNvSpPr>
          <p:nvPr/>
        </p:nvSpPr>
        <p:spPr bwMode="auto">
          <a:xfrm>
            <a:off x="8159496" y="2852793"/>
            <a:ext cx="320675"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OUI</a:t>
            </a:r>
          </a:p>
        </p:txBody>
      </p:sp>
      <p:sp>
        <p:nvSpPr>
          <p:cNvPr id="200" name="Text Box 156"/>
          <p:cNvSpPr txBox="1">
            <a:spLocks noChangeArrowheads="1"/>
          </p:cNvSpPr>
          <p:nvPr/>
        </p:nvSpPr>
        <p:spPr bwMode="auto">
          <a:xfrm>
            <a:off x="8209288" y="2396821"/>
            <a:ext cx="355600" cy="18509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effectLst>
                  <a:outerShdw blurRad="38100" dist="38100" dir="2700000" algn="tl">
                    <a:srgbClr val="C0C0C0"/>
                  </a:outerShdw>
                </a:effectLst>
              </a:rPr>
              <a:t>NON</a:t>
            </a:r>
          </a:p>
        </p:txBody>
      </p:sp>
      <p:sp>
        <p:nvSpPr>
          <p:cNvPr id="208" name="Rectangle 68"/>
          <p:cNvSpPr>
            <a:spLocks noChangeArrowheads="1"/>
          </p:cNvSpPr>
          <p:nvPr/>
        </p:nvSpPr>
        <p:spPr bwMode="auto">
          <a:xfrm>
            <a:off x="6085977" y="1576082"/>
            <a:ext cx="1245895" cy="507831"/>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ea typeface="ＭＳ Ｐゴシック" pitchFamily="1" charset="-128"/>
              </a:rPr>
              <a:t>ERREUR_SAISIE_NOUVEAU</a:t>
            </a:r>
          </a:p>
          <a:p>
            <a:pPr algn="ctr" eaLnBrk="0" hangingPunct="0"/>
            <a:r>
              <a:rPr lang="fr-FR" sz="700">
                <a:solidFill>
                  <a:srgbClr val="000000"/>
                </a:solidFill>
                <a:ea typeface="ＭＳ Ｐゴシック" pitchFamily="-80" charset="-128"/>
              </a:rPr>
              <a:t>Désolé, nous n’avons pas compris votre choix.</a:t>
            </a:r>
          </a:p>
          <a:p>
            <a:pPr algn="ctr" eaLnBrk="0" hangingPunct="0"/>
            <a:r>
              <a:rPr lang="fr-FR" sz="700">
                <a:solidFill>
                  <a:srgbClr val="000000"/>
                </a:solidFill>
                <a:ea typeface="ＭＳ Ｐゴシック" pitchFamily="-80" charset="-128"/>
              </a:rPr>
              <a:t>De nouveau :</a:t>
            </a:r>
          </a:p>
        </p:txBody>
      </p:sp>
      <p:cxnSp>
        <p:nvCxnSpPr>
          <p:cNvPr id="160" name="Connecteur droit 159"/>
          <p:cNvCxnSpPr>
            <a:stCxn id="198" idx="2"/>
            <a:endCxn id="196" idx="7"/>
          </p:cNvCxnSpPr>
          <p:nvPr/>
        </p:nvCxnSpPr>
        <p:spPr bwMode="auto">
          <a:xfrm>
            <a:off x="8131906" y="2349473"/>
            <a:ext cx="0" cy="26268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Connecteur droit 161"/>
          <p:cNvCxnSpPr>
            <a:stCxn id="196" idx="2"/>
            <a:endCxn id="100" idx="0"/>
          </p:cNvCxnSpPr>
          <p:nvPr/>
        </p:nvCxnSpPr>
        <p:spPr bwMode="auto">
          <a:xfrm flipH="1">
            <a:off x="8131904" y="2788565"/>
            <a:ext cx="2" cy="6150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Connecteur en angle 163"/>
          <p:cNvCxnSpPr>
            <a:stCxn id="208" idx="1"/>
            <a:endCxn id="96" idx="0"/>
          </p:cNvCxnSpPr>
          <p:nvPr/>
        </p:nvCxnSpPr>
        <p:spPr bwMode="auto">
          <a:xfrm rot="10800000" flipV="1">
            <a:off x="4541323" y="1829998"/>
            <a:ext cx="1544655" cy="11353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Connecteur en angle 166"/>
          <p:cNvCxnSpPr>
            <a:stCxn id="198" idx="0"/>
            <a:endCxn id="208" idx="3"/>
          </p:cNvCxnSpPr>
          <p:nvPr/>
        </p:nvCxnSpPr>
        <p:spPr bwMode="auto">
          <a:xfrm rot="16200000" flipV="1">
            <a:off x="7574194" y="1587677"/>
            <a:ext cx="315391" cy="80003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AutoShape 68">
            <a:hlinkClick r:id="" action="ppaction://noaction"/>
          </p:cNvPr>
          <p:cNvSpPr>
            <a:spLocks noChangeArrowheads="1"/>
          </p:cNvSpPr>
          <p:nvPr/>
        </p:nvSpPr>
        <p:spPr bwMode="auto">
          <a:xfrm>
            <a:off x="7674420" y="4367579"/>
            <a:ext cx="942515" cy="458660"/>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defRPr/>
            </a:pPr>
            <a:r>
              <a:rPr lang="fr-FR" sz="600">
                <a:solidFill>
                  <a:schemeClr val="bg1"/>
                </a:solidFill>
                <a:ea typeface="ＭＳ Ｐゴシック" charset="0"/>
              </a:rPr>
              <a:t>CHOIX FLASH 3 </a:t>
            </a:r>
          </a:p>
          <a:p>
            <a:pPr algn="ctr" eaLnBrk="0" hangingPunct="0">
              <a:defRPr/>
            </a:pPr>
            <a:r>
              <a:rPr lang="fr-FR" sz="600">
                <a:solidFill>
                  <a:schemeClr val="bg1"/>
                </a:solidFill>
                <a:ea typeface="ＭＳ Ｐゴシック" charset="0"/>
              </a:rPr>
              <a:t>FCT PREMIUM </a:t>
            </a:r>
          </a:p>
          <a:p>
            <a:pPr algn="ctr" eaLnBrk="0" hangingPunct="0">
              <a:defRPr/>
            </a:pPr>
            <a:r>
              <a:rPr lang="fr-FR" sz="600">
                <a:solidFill>
                  <a:schemeClr val="bg1"/>
                </a:solidFill>
                <a:ea typeface="ＭＳ Ｐゴシック" charset="0"/>
              </a:rPr>
              <a:t>NMNI</a:t>
            </a:r>
          </a:p>
        </p:txBody>
      </p:sp>
      <p:sp>
        <p:nvSpPr>
          <p:cNvPr id="222" name="AutoShape 55"/>
          <p:cNvSpPr>
            <a:spLocks noChangeArrowheads="1"/>
          </p:cNvSpPr>
          <p:nvPr/>
        </p:nvSpPr>
        <p:spPr bwMode="auto">
          <a:xfrm>
            <a:off x="7311428" y="5022022"/>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30093_CHOIX_FLASH3_FCT_PREM_NMNI2</a:t>
            </a:r>
          </a:p>
        </p:txBody>
      </p:sp>
      <p:sp>
        <p:nvSpPr>
          <p:cNvPr id="223" name="Rectangle 55"/>
          <p:cNvSpPr>
            <a:spLocks noChangeArrowheads="1"/>
          </p:cNvSpPr>
          <p:nvPr/>
        </p:nvSpPr>
        <p:spPr bwMode="auto">
          <a:xfrm>
            <a:off x="7476731" y="5274262"/>
            <a:ext cx="1345724" cy="246063"/>
          </a:xfrm>
          <a:prstGeom prst="rect">
            <a:avLst/>
          </a:prstGeom>
          <a:solidFill>
            <a:schemeClr val="bg1">
              <a:lumMod val="65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anchor="ctr"/>
          <a:lstStyle/>
          <a:p>
            <a:pPr algn="ctr">
              <a:defRPr/>
            </a:pPr>
            <a:r>
              <a:rPr lang="fr-FR" sz="600" b="1">
                <a:solidFill>
                  <a:srgbClr val="D31E05"/>
                </a:solidFill>
                <a:ea typeface="ＭＳ Ｐゴシック" pitchFamily="1" charset="-128"/>
              </a:rPr>
              <a:t>QUIT</a:t>
            </a:r>
          </a:p>
          <a:p>
            <a:pPr algn="ctr">
              <a:defRPr/>
            </a:pPr>
            <a:r>
              <a:rPr lang="fr-FR" sz="600">
                <a:solidFill>
                  <a:srgbClr val="000000"/>
                </a:solidFill>
                <a:ea typeface="ＭＳ Ｐゴシック" charset="0"/>
              </a:rPr>
              <a:t>SFR vous remercie de votre appel</a:t>
            </a:r>
          </a:p>
        </p:txBody>
      </p:sp>
      <p:cxnSp>
        <p:nvCxnSpPr>
          <p:cNvPr id="224" name="AutoShape 56"/>
          <p:cNvCxnSpPr>
            <a:cxnSpLocks noChangeShapeType="1"/>
            <a:stCxn id="223" idx="2"/>
            <a:endCxn id="225" idx="0"/>
          </p:cNvCxnSpPr>
          <p:nvPr/>
        </p:nvCxnSpPr>
        <p:spPr bwMode="auto">
          <a:xfrm rot="5400000">
            <a:off x="8094873" y="5575045"/>
            <a:ext cx="109440" cy="1"/>
          </a:xfrm>
          <a:prstGeom prst="bentConnector3">
            <a:avLst>
              <a:gd name="adj1" fmla="val 50000"/>
            </a:avLst>
          </a:prstGeom>
          <a:noFill/>
          <a:ln w="635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5" name="AutoShape 19"/>
          <p:cNvSpPr>
            <a:spLocks noChangeArrowheads="1"/>
          </p:cNvSpPr>
          <p:nvPr/>
        </p:nvSpPr>
        <p:spPr bwMode="auto">
          <a:xfrm>
            <a:off x="8081965" y="5629765"/>
            <a:ext cx="135253"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solidFill>
                <a:srgbClr val="000000"/>
              </a:solidFill>
              <a:ea typeface="ＭＳ Ｐゴシック" pitchFamily="1" charset="-128"/>
            </a:endParaRPr>
          </a:p>
        </p:txBody>
      </p:sp>
      <p:cxnSp>
        <p:nvCxnSpPr>
          <p:cNvPr id="178" name="Connecteur droit avec flèche 177"/>
          <p:cNvCxnSpPr>
            <a:stCxn id="221" idx="2"/>
            <a:endCxn id="222" idx="0"/>
          </p:cNvCxnSpPr>
          <p:nvPr/>
        </p:nvCxnSpPr>
        <p:spPr bwMode="auto">
          <a:xfrm>
            <a:off x="8145678" y="4826239"/>
            <a:ext cx="3914" cy="195783"/>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droit avec flèche 225"/>
          <p:cNvCxnSpPr>
            <a:stCxn id="222" idx="2"/>
            <a:endCxn id="223" idx="0"/>
          </p:cNvCxnSpPr>
          <p:nvPr/>
        </p:nvCxnSpPr>
        <p:spPr bwMode="auto">
          <a:xfrm>
            <a:off x="8149592" y="5164304"/>
            <a:ext cx="1" cy="10995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3" name="AutoShape 55"/>
          <p:cNvSpPr>
            <a:spLocks noChangeArrowheads="1"/>
          </p:cNvSpPr>
          <p:nvPr/>
        </p:nvSpPr>
        <p:spPr bwMode="auto">
          <a:xfrm>
            <a:off x="5870760" y="5684938"/>
            <a:ext cx="1676328" cy="14228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solidFill>
                  <a:srgbClr val="000000"/>
                </a:solidFill>
                <a:ea typeface="ＭＳ Ｐゴシック" pitchFamily="1" charset="-128"/>
              </a:rPr>
              <a:t>30093_CHOIX_FLASH3_FCT_PREM_NMNI2B</a:t>
            </a:r>
          </a:p>
        </p:txBody>
      </p:sp>
      <p:cxnSp>
        <p:nvCxnSpPr>
          <p:cNvPr id="228" name="Connecteur en angle 227"/>
          <p:cNvCxnSpPr>
            <a:stCxn id="243" idx="2"/>
            <a:endCxn id="34" idx="2"/>
          </p:cNvCxnSpPr>
          <p:nvPr/>
        </p:nvCxnSpPr>
        <p:spPr bwMode="auto">
          <a:xfrm rot="5400000">
            <a:off x="3465585" y="3127147"/>
            <a:ext cx="543267" cy="594341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Connecteur en angle 229"/>
          <p:cNvCxnSpPr>
            <a:stCxn id="221" idx="1"/>
            <a:endCxn id="243" idx="0"/>
          </p:cNvCxnSpPr>
          <p:nvPr/>
        </p:nvCxnSpPr>
        <p:spPr bwMode="auto">
          <a:xfrm rot="10800000" flipV="1">
            <a:off x="6708924" y="4596908"/>
            <a:ext cx="965496" cy="108802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57"/>
          <p:cNvSpPr txBox="1">
            <a:spLocks noChangeArrowheads="1"/>
          </p:cNvSpPr>
          <p:nvPr/>
        </p:nvSpPr>
        <p:spPr bwMode="auto">
          <a:xfrm>
            <a:off x="8233769" y="4819731"/>
            <a:ext cx="394660"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Activé</a:t>
            </a:r>
          </a:p>
        </p:txBody>
      </p:sp>
      <p:sp>
        <p:nvSpPr>
          <p:cNvPr id="250" name="Text Box 157"/>
          <p:cNvSpPr txBox="1">
            <a:spLocks noChangeArrowheads="1"/>
          </p:cNvSpPr>
          <p:nvPr/>
        </p:nvSpPr>
        <p:spPr bwMode="auto">
          <a:xfrm>
            <a:off x="7207495" y="4378950"/>
            <a:ext cx="524503" cy="184666"/>
          </a:xfrm>
          <a:prstGeom prst="rect">
            <a:avLst/>
          </a:prstGeom>
          <a:noFill/>
          <a:ln>
            <a:noFill/>
          </a:ln>
          <a:effectLst/>
        </p:spPr>
        <p:txBody>
          <a:bodyPr wrap="non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solidFill>
                  <a:srgbClr val="000000"/>
                </a:solidFill>
              </a:rPr>
              <a:t>Désactivé</a:t>
            </a:r>
          </a:p>
        </p:txBody>
      </p:sp>
      <p:sp>
        <p:nvSpPr>
          <p:cNvPr id="96" name="AutoShape 208"/>
          <p:cNvSpPr>
            <a:spLocks noChangeArrowheads="1"/>
          </p:cNvSpPr>
          <p:nvPr/>
        </p:nvSpPr>
        <p:spPr bwMode="auto">
          <a:xfrm>
            <a:off x="3775810" y="1943534"/>
            <a:ext cx="1531024" cy="16777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ea typeface="ＭＳ Ｐゴシック" pitchFamily="1" charset="-128"/>
              </a:rPr>
              <a:t>30003_CHOIX_FLASH3_FCT_PREM_OK</a:t>
            </a:r>
          </a:p>
        </p:txBody>
      </p:sp>
      <p:cxnSp>
        <p:nvCxnSpPr>
          <p:cNvPr id="13" name="Connecteur droit 12"/>
          <p:cNvCxnSpPr>
            <a:stCxn id="36" idx="0"/>
            <a:endCxn id="96" idx="2"/>
          </p:cNvCxnSpPr>
          <p:nvPr/>
        </p:nvCxnSpPr>
        <p:spPr bwMode="auto">
          <a:xfrm flipH="1" flipV="1">
            <a:off x="4541322" y="2111311"/>
            <a:ext cx="5381" cy="8656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 name="Rectangle 68"/>
          <p:cNvSpPr>
            <a:spLocks noChangeArrowheads="1"/>
          </p:cNvSpPr>
          <p:nvPr/>
        </p:nvSpPr>
        <p:spPr bwMode="auto">
          <a:xfrm>
            <a:off x="7508956" y="3403606"/>
            <a:ext cx="1245895" cy="400110"/>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wrap="square" anchor="ctr">
            <a:spAutoFit/>
          </a:bodyPr>
          <a:lstStyle/>
          <a:p>
            <a:pPr algn="ctr" eaLnBrk="0" hangingPunct="0"/>
            <a:r>
              <a:rPr lang="fr-FR" sz="600" b="1">
                <a:solidFill>
                  <a:srgbClr val="CC3300"/>
                </a:solidFill>
              </a:rPr>
              <a:t>ERREUR_SAISIE_2</a:t>
            </a:r>
          </a:p>
          <a:p>
            <a:pPr algn="ctr" eaLnBrk="0" hangingPunct="0"/>
            <a:r>
              <a:rPr lang="fr-FR" sz="700">
                <a:solidFill>
                  <a:srgbClr val="000000"/>
                </a:solidFill>
                <a:ea typeface="ＭＳ Ｐゴシック" pitchFamily="-80" charset="-128"/>
              </a:rPr>
              <a:t>Désolé, nous n’avons pas compris votre choix.</a:t>
            </a:r>
          </a:p>
        </p:txBody>
      </p:sp>
      <p:cxnSp>
        <p:nvCxnSpPr>
          <p:cNvPr id="11" name="Connecteur droit 10"/>
          <p:cNvCxnSpPr>
            <a:stCxn id="100" idx="2"/>
            <a:endCxn id="221" idx="0"/>
          </p:cNvCxnSpPr>
          <p:nvPr/>
        </p:nvCxnSpPr>
        <p:spPr bwMode="auto">
          <a:xfrm>
            <a:off x="8131904" y="3803716"/>
            <a:ext cx="13774" cy="56386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87793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35</a:t>
            </a:fld>
            <a:endParaRPr lang="fr-FR"/>
          </a:p>
        </p:txBody>
      </p:sp>
      <p:sp>
        <p:nvSpPr>
          <p:cNvPr id="86" name="AutoShape 131"/>
          <p:cNvSpPr>
            <a:spLocks noChangeArrowheads="1"/>
          </p:cNvSpPr>
          <p:nvPr/>
        </p:nvSpPr>
        <p:spPr bwMode="auto">
          <a:xfrm>
            <a:off x="4806604" y="4595115"/>
            <a:ext cx="535698" cy="438150"/>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Type</a:t>
            </a:r>
          </a:p>
          <a:p>
            <a:pPr algn="ctr" eaLnBrk="0" hangingPunct="0"/>
            <a:r>
              <a:rPr lang="fr-FR" sz="600"/>
              <a:t>client ?</a:t>
            </a:r>
          </a:p>
        </p:txBody>
      </p:sp>
      <p:sp>
        <p:nvSpPr>
          <p:cNvPr id="77" name="AutoShape 142"/>
          <p:cNvSpPr>
            <a:spLocks noChangeArrowheads="1"/>
          </p:cNvSpPr>
          <p:nvPr/>
        </p:nvSpPr>
        <p:spPr bwMode="auto">
          <a:xfrm>
            <a:off x="1136342" y="5600516"/>
            <a:ext cx="868559"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p>
          <a:p>
            <a:pPr algn="ctr" eaLnBrk="0" hangingPunct="0"/>
            <a:r>
              <a:rPr lang="fr-FR" sz="600" b="1" i="1"/>
              <a:t>ABO RET PREMIUM</a:t>
            </a:r>
            <a:endParaRPr lang="fr-FR" sz="600" i="1"/>
          </a:p>
        </p:txBody>
      </p:sp>
      <p:cxnSp>
        <p:nvCxnSpPr>
          <p:cNvPr id="78" name="AutoShape 13"/>
          <p:cNvCxnSpPr>
            <a:cxnSpLocks noChangeShapeType="1"/>
            <a:stCxn id="86" idx="2"/>
            <a:endCxn id="77" idx="3"/>
          </p:cNvCxnSpPr>
          <p:nvPr/>
        </p:nvCxnSpPr>
        <p:spPr bwMode="auto">
          <a:xfrm rot="5400000">
            <a:off x="3193504" y="3844662"/>
            <a:ext cx="692346" cy="3069552"/>
          </a:xfrm>
          <a:prstGeom prst="bentConnector2">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92" name="AutoShape 208"/>
          <p:cNvSpPr>
            <a:spLocks noChangeArrowheads="1"/>
          </p:cNvSpPr>
          <p:nvPr/>
        </p:nvSpPr>
        <p:spPr bwMode="auto">
          <a:xfrm>
            <a:off x="3595565" y="5122274"/>
            <a:ext cx="1104701" cy="21910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32000_RET_COLLAB</a:t>
            </a:r>
          </a:p>
        </p:txBody>
      </p:sp>
      <p:sp>
        <p:nvSpPr>
          <p:cNvPr id="93" name="AutoShape 208"/>
          <p:cNvSpPr>
            <a:spLocks noChangeArrowheads="1"/>
          </p:cNvSpPr>
          <p:nvPr/>
        </p:nvSpPr>
        <p:spPr bwMode="auto">
          <a:xfrm>
            <a:off x="3515211" y="5600516"/>
            <a:ext cx="1263840" cy="23074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32000_RET_PREMIUM _AUTRE</a:t>
            </a:r>
          </a:p>
        </p:txBody>
      </p:sp>
      <p:sp>
        <p:nvSpPr>
          <p:cNvPr id="102"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4" name="Rectangle 2"/>
          <p:cNvSpPr txBox="1">
            <a:spLocks noGrp="1" noChangeArrowheads="1"/>
          </p:cNvSpPr>
          <p:nvPr>
            <p:ph type="title"/>
          </p:nvPr>
        </p:nvSpPr>
        <p:spPr bwMode="auto">
          <a:xfrm>
            <a:off x="2727356" y="40297"/>
            <a:ext cx="4019550" cy="28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a:effectLst>
                  <a:outerShdw blurRad="38100" dist="38100" dir="2700000" algn="tl">
                    <a:srgbClr val="000000">
                      <a:alpha val="43137"/>
                    </a:srgbClr>
                  </a:outerShdw>
                </a:effectLst>
                <a:latin typeface="SFR Thin" panose="020B0203040504020204" pitchFamily="34" charset="0"/>
              </a:rPr>
              <a:t>PREMIUM RESILIATION</a:t>
            </a:r>
            <a:endParaRPr lang="fr-FR" sz="1400" b="1" kern="0">
              <a:effectLst>
                <a:outerShdw blurRad="38100" dist="38100" dir="2700000" algn="tl">
                  <a:srgbClr val="000000">
                    <a:alpha val="43137"/>
                  </a:srgbClr>
                </a:outerShdw>
              </a:effectLst>
              <a:latin typeface="SFR Thin" panose="020B0203040504020204" pitchFamily="34" charset="0"/>
            </a:endParaRPr>
          </a:p>
        </p:txBody>
      </p:sp>
      <p:sp>
        <p:nvSpPr>
          <p:cNvPr id="265" name="Rectangle 264"/>
          <p:cNvSpPr/>
          <p:nvPr/>
        </p:nvSpPr>
        <p:spPr bwMode="auto">
          <a:xfrm>
            <a:off x="116985" y="571679"/>
            <a:ext cx="2065164" cy="2010737"/>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800" u="sng"/>
              <a:t>Eligibilité PREMIUM</a:t>
            </a:r>
          </a:p>
          <a:p>
            <a:pPr>
              <a:buClr>
                <a:srgbClr val="D31E05"/>
              </a:buClr>
            </a:pPr>
            <a:r>
              <a:rPr lang="es-ES" altLang="fr-FR" sz="700" b="1" i="1">
                <a:solidFill>
                  <a:srgbClr val="C00000"/>
                </a:solidFill>
              </a:rPr>
              <a:t>C2OL</a:t>
            </a:r>
          </a:p>
          <a:p>
            <a:pPr>
              <a:buClr>
                <a:srgbClr val="D31E05"/>
              </a:buClr>
            </a:pPr>
            <a:r>
              <a:rPr lang="es-ES" altLang="fr-FR" sz="700" i="1" err="1"/>
              <a:t>Marqueur</a:t>
            </a:r>
            <a:r>
              <a:rPr lang="es-ES" altLang="fr-FR" sz="700" i="1"/>
              <a:t> : CELL_PREM </a:t>
            </a:r>
          </a:p>
          <a:p>
            <a:pPr>
              <a:buClr>
                <a:srgbClr val="D31E05"/>
              </a:buClr>
            </a:pPr>
            <a:r>
              <a:rPr lang="es-ES" altLang="fr-FR" sz="700" i="1" err="1"/>
              <a:t>valeur</a:t>
            </a:r>
            <a:r>
              <a:rPr lang="es-ES" altLang="fr-FR" sz="700" i="1"/>
              <a:t> 1 : </a:t>
            </a:r>
            <a:r>
              <a:rPr lang="es-ES" altLang="fr-FR" sz="700" i="1" err="1"/>
              <a:t>commence</a:t>
            </a:r>
            <a:r>
              <a:rPr lang="es-ES" altLang="fr-FR" sz="700" i="1"/>
              <a:t> par </a:t>
            </a:r>
          </a:p>
          <a:p>
            <a:pPr>
              <a:buClr>
                <a:srgbClr val="D31E05"/>
              </a:buClr>
            </a:pPr>
            <a:r>
              <a:rPr lang="es-ES" altLang="fr-FR" sz="700" i="1"/>
              <a:t>“PRE_FID_M”  </a:t>
            </a:r>
          </a:p>
          <a:p>
            <a:pPr>
              <a:buClr>
                <a:srgbClr val="D31E05"/>
              </a:buClr>
            </a:pPr>
            <a:r>
              <a:rPr lang="es-ES" altLang="fr-FR" sz="700" b="1" i="1" err="1"/>
              <a:t>ou</a:t>
            </a:r>
            <a:r>
              <a:rPr lang="es-ES" altLang="fr-FR" sz="700" i="1"/>
              <a:t> PLATINE_00</a:t>
            </a:r>
          </a:p>
          <a:p>
            <a:pPr>
              <a:buClr>
                <a:srgbClr val="D31E05"/>
              </a:buClr>
            </a:pPr>
            <a:r>
              <a:rPr lang="es-ES" altLang="fr-FR" sz="700" i="1" err="1"/>
              <a:t>Ou</a:t>
            </a:r>
            <a:r>
              <a:rPr lang="es-ES" altLang="fr-FR" sz="700" i="1"/>
              <a:t> PACKPRO_M (=</a:t>
            </a:r>
            <a:r>
              <a:rPr lang="es-ES" altLang="fr-FR" sz="700" b="1" i="1">
                <a:solidFill>
                  <a:schemeClr val="tx1"/>
                </a:solidFill>
              </a:rPr>
              <a:t>PACKPRO</a:t>
            </a:r>
            <a:r>
              <a:rPr lang="es-ES" altLang="fr-FR" sz="700" i="1">
                <a:solidFill>
                  <a:schemeClr val="tx1"/>
                </a:solidFill>
              </a:rPr>
              <a:t>)</a:t>
            </a:r>
          </a:p>
          <a:p>
            <a:pPr>
              <a:buClr>
                <a:srgbClr val="D31E05"/>
              </a:buClr>
            </a:pPr>
            <a:endParaRPr lang="es-ES" altLang="fr-FR" sz="700" i="1"/>
          </a:p>
          <a:p>
            <a:pPr>
              <a:buClr>
                <a:srgbClr val="D31E05"/>
              </a:buClr>
            </a:pPr>
            <a:r>
              <a:rPr lang="es-ES" altLang="fr-FR" sz="700" i="1"/>
              <a:t>OU</a:t>
            </a:r>
          </a:p>
          <a:p>
            <a:pPr>
              <a:buClr>
                <a:srgbClr val="D31E05"/>
              </a:buClr>
            </a:pPr>
            <a:r>
              <a:rPr lang="fr-FR" sz="700" b="1">
                <a:solidFill>
                  <a:srgbClr val="C00000"/>
                </a:solidFill>
              </a:rPr>
              <a:t>AEM</a:t>
            </a:r>
          </a:p>
          <a:p>
            <a:pPr>
              <a:buClr>
                <a:srgbClr val="D31E05"/>
              </a:buClr>
            </a:pPr>
            <a:r>
              <a:rPr lang="es-ES" altLang="fr-FR" sz="700" i="1" err="1"/>
              <a:t>Code</a:t>
            </a:r>
            <a:r>
              <a:rPr lang="es-ES" altLang="fr-FR" sz="700" i="1"/>
              <a:t> PTA = PE9 </a:t>
            </a:r>
            <a:r>
              <a:rPr lang="es-ES" altLang="fr-FR" sz="700" i="1" err="1"/>
              <a:t>ou</a:t>
            </a:r>
            <a:r>
              <a:rPr lang="es-ES" altLang="fr-FR" sz="700" i="1"/>
              <a:t> PG9 (=</a:t>
            </a:r>
            <a:r>
              <a:rPr lang="es-ES" altLang="fr-FR" sz="700" b="1" i="1">
                <a:solidFill>
                  <a:schemeClr val="tx1"/>
                </a:solidFill>
              </a:rPr>
              <a:t>PACKPRO</a:t>
            </a:r>
            <a:r>
              <a:rPr lang="es-ES" altLang="fr-FR" sz="700" i="1">
                <a:solidFill>
                  <a:schemeClr val="tx1"/>
                </a:solidFill>
              </a:rPr>
              <a:t>)</a:t>
            </a:r>
          </a:p>
          <a:p>
            <a:endParaRPr lang="fr-FR" sz="700"/>
          </a:p>
          <a:p>
            <a:r>
              <a:rPr lang="fr-FR" sz="700" b="1">
                <a:solidFill>
                  <a:srgbClr val="C00000"/>
                </a:solidFill>
              </a:rPr>
              <a:t>SEARCH</a:t>
            </a:r>
          </a:p>
          <a:p>
            <a:r>
              <a:rPr lang="fr-FR" sz="700">
                <a:solidFill>
                  <a:schemeClr val="tx1"/>
                </a:solidFill>
              </a:rPr>
              <a:t>Si </a:t>
            </a:r>
            <a:r>
              <a:rPr lang="fr-FR" sz="700" err="1">
                <a:solidFill>
                  <a:schemeClr val="tx1"/>
                </a:solidFill>
              </a:rPr>
              <a:t>titulaireType</a:t>
            </a:r>
            <a:r>
              <a:rPr lang="fr-FR" sz="700">
                <a:solidFill>
                  <a:schemeClr val="tx1"/>
                </a:solidFill>
              </a:rPr>
              <a:t>=</a:t>
            </a:r>
            <a:r>
              <a:rPr lang="fr-FR" sz="700" err="1">
                <a:solidFill>
                  <a:schemeClr val="tx1"/>
                </a:solidFill>
              </a:rPr>
              <a:t>PersonnePhysique</a:t>
            </a:r>
            <a:r>
              <a:rPr lang="fr-FR" sz="700">
                <a:solidFill>
                  <a:schemeClr val="tx1"/>
                </a:solidFill>
              </a:rPr>
              <a:t> et </a:t>
            </a:r>
          </a:p>
          <a:p>
            <a:r>
              <a:rPr lang="fr-FR" sz="700" err="1">
                <a:solidFill>
                  <a:schemeClr val="tx1"/>
                </a:solidFill>
              </a:rPr>
              <a:t>niveauQualificationPro</a:t>
            </a:r>
            <a:r>
              <a:rPr lang="fr-FR" sz="700">
                <a:solidFill>
                  <a:schemeClr val="tx1"/>
                </a:solidFill>
              </a:rPr>
              <a:t> = 05]</a:t>
            </a:r>
            <a:br>
              <a:rPr lang="fr-FR" sz="700">
                <a:solidFill>
                  <a:schemeClr val="tx1"/>
                </a:solidFill>
              </a:rPr>
            </a:br>
            <a:r>
              <a:rPr lang="fr-FR" sz="700">
                <a:solidFill>
                  <a:schemeClr val="tx1"/>
                </a:solidFill>
              </a:rPr>
              <a:t>OU [si </a:t>
            </a:r>
            <a:r>
              <a:rPr lang="fr-FR" sz="700" err="1">
                <a:solidFill>
                  <a:schemeClr val="tx1"/>
                </a:solidFill>
              </a:rPr>
              <a:t>titulaireType</a:t>
            </a:r>
            <a:r>
              <a:rPr lang="fr-FR" sz="700">
                <a:solidFill>
                  <a:schemeClr val="tx1"/>
                </a:solidFill>
              </a:rPr>
              <a:t>= moral]</a:t>
            </a:r>
            <a:br>
              <a:rPr lang="fr-FR" sz="700">
                <a:solidFill>
                  <a:schemeClr val="tx1"/>
                </a:solidFill>
              </a:rPr>
            </a:br>
            <a:r>
              <a:rPr lang="fr-FR" sz="700">
                <a:solidFill>
                  <a:schemeClr val="tx1"/>
                </a:solidFill>
              </a:rPr>
              <a:t>OU </a:t>
            </a:r>
            <a:r>
              <a:rPr lang="fr-FR" sz="700" err="1">
                <a:solidFill>
                  <a:schemeClr val="tx1"/>
                </a:solidFill>
              </a:rPr>
              <a:t>classeCompteFacturation</a:t>
            </a:r>
            <a:r>
              <a:rPr lang="fr-FR" sz="700">
                <a:solidFill>
                  <a:schemeClr val="tx1"/>
                </a:solidFill>
              </a:rPr>
              <a:t> = S</a:t>
            </a:r>
          </a:p>
          <a:p>
            <a:endParaRPr lang="fr-FR" sz="700"/>
          </a:p>
        </p:txBody>
      </p:sp>
      <p:sp>
        <p:nvSpPr>
          <p:cNvPr id="156" name="AutoShape 282"/>
          <p:cNvSpPr>
            <a:spLocks noChangeArrowheads="1"/>
          </p:cNvSpPr>
          <p:nvPr/>
        </p:nvSpPr>
        <p:spPr bwMode="auto">
          <a:xfrm>
            <a:off x="4408414" y="2239561"/>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err="1">
                <a:solidFill>
                  <a:srgbClr val="FFFFFF"/>
                </a:solidFill>
              </a:rPr>
              <a:t>BeB</a:t>
            </a:r>
            <a:r>
              <a:rPr lang="fr-FR" sz="600">
                <a:solidFill>
                  <a:srgbClr val="FFFFFF"/>
                </a:solidFill>
              </a:rPr>
              <a:t> MOB RET </a:t>
            </a:r>
          </a:p>
          <a:p>
            <a:pPr algn="ctr" eaLnBrk="0" hangingPunct="0"/>
            <a:endParaRPr lang="fr-FR" sz="600">
              <a:solidFill>
                <a:srgbClr val="FFFFFF"/>
              </a:solidFill>
            </a:endParaRPr>
          </a:p>
        </p:txBody>
      </p:sp>
      <p:grpSp>
        <p:nvGrpSpPr>
          <p:cNvPr id="157" name="Group 188"/>
          <p:cNvGrpSpPr>
            <a:grpSpLocks/>
          </p:cNvGrpSpPr>
          <p:nvPr/>
        </p:nvGrpSpPr>
        <p:grpSpPr bwMode="auto">
          <a:xfrm rot="20438298">
            <a:off x="5088131" y="2256223"/>
            <a:ext cx="279400" cy="130175"/>
            <a:chOff x="1920" y="715"/>
            <a:chExt cx="270" cy="139"/>
          </a:xfrm>
          <a:effectLst>
            <a:outerShdw blurRad="50800" dist="38100" dir="2700000" algn="tl" rotWithShape="0">
              <a:prstClr val="black">
                <a:alpha val="40000"/>
              </a:prstClr>
            </a:outerShdw>
          </a:effectLst>
        </p:grpSpPr>
        <p:sp>
          <p:nvSpPr>
            <p:cNvPr id="158"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63"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64" name="AutoShape 191"/>
          <p:cNvSpPr>
            <a:spLocks noChangeArrowheads="1"/>
          </p:cNvSpPr>
          <p:nvPr/>
        </p:nvSpPr>
        <p:spPr bwMode="auto">
          <a:xfrm>
            <a:off x="5455452" y="2069258"/>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65" name="AutoShape 46">
            <a:hlinkClick r:id="rId3" action="ppaction://hlinksldjump"/>
          </p:cNvPr>
          <p:cNvSpPr>
            <a:spLocks noChangeArrowheads="1"/>
          </p:cNvSpPr>
          <p:nvPr/>
        </p:nvSpPr>
        <p:spPr bwMode="auto">
          <a:xfrm rot="10800000">
            <a:off x="8070164" y="4280798"/>
            <a:ext cx="880594"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RET</a:t>
            </a:r>
          </a:p>
        </p:txBody>
      </p:sp>
      <p:cxnSp>
        <p:nvCxnSpPr>
          <p:cNvPr id="169" name="Connecteur en angle 168"/>
          <p:cNvCxnSpPr>
            <a:cxnSpLocks/>
            <a:stCxn id="156" idx="3"/>
            <a:endCxn id="172" idx="0"/>
          </p:cNvCxnSpPr>
          <p:nvPr/>
        </p:nvCxnSpPr>
        <p:spPr bwMode="auto">
          <a:xfrm>
            <a:off x="5170414" y="2493444"/>
            <a:ext cx="2018150" cy="11654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Connecteur en angle 170"/>
          <p:cNvCxnSpPr>
            <a:stCxn id="99" idx="2"/>
            <a:endCxn id="86" idx="0"/>
          </p:cNvCxnSpPr>
          <p:nvPr/>
        </p:nvCxnSpPr>
        <p:spPr bwMode="auto">
          <a:xfrm rot="16200000" flipH="1">
            <a:off x="4730632" y="4251293"/>
            <a:ext cx="396529" cy="291114"/>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AutoShape 14"/>
          <p:cNvSpPr>
            <a:spLocks noChangeArrowheads="1"/>
          </p:cNvSpPr>
          <p:nvPr/>
        </p:nvSpPr>
        <p:spPr bwMode="auto">
          <a:xfrm>
            <a:off x="6610405" y="2609988"/>
            <a:ext cx="1156318" cy="12804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32000_PREMIUM_BEB_RET_OK</a:t>
            </a:r>
          </a:p>
        </p:txBody>
      </p:sp>
      <p:sp>
        <p:nvSpPr>
          <p:cNvPr id="173" name="AutoShape 14"/>
          <p:cNvSpPr>
            <a:spLocks noChangeArrowheads="1"/>
          </p:cNvSpPr>
          <p:nvPr/>
        </p:nvSpPr>
        <p:spPr bwMode="auto">
          <a:xfrm>
            <a:off x="4199950" y="2969859"/>
            <a:ext cx="1189311" cy="14742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32000_PREMIUM_BEB_RET_NOK</a:t>
            </a:r>
          </a:p>
        </p:txBody>
      </p:sp>
      <p:cxnSp>
        <p:nvCxnSpPr>
          <p:cNvPr id="176" name="Connecteur en angle 175"/>
          <p:cNvCxnSpPr>
            <a:stCxn id="88" idx="0"/>
            <a:endCxn id="156" idx="0"/>
          </p:cNvCxnSpPr>
          <p:nvPr/>
        </p:nvCxnSpPr>
        <p:spPr bwMode="auto">
          <a:xfrm rot="16200000" flipH="1">
            <a:off x="4097121" y="1547267"/>
            <a:ext cx="1230599" cy="153988"/>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AutoShape 98">
            <a:hlinkClick r:id="rId4" action="ppaction://hlinksldjump"/>
          </p:cNvPr>
          <p:cNvSpPr>
            <a:spLocks noChangeArrowheads="1"/>
          </p:cNvSpPr>
          <p:nvPr/>
        </p:nvSpPr>
        <p:spPr bwMode="auto">
          <a:xfrm rot="10800000">
            <a:off x="4100439" y="534300"/>
            <a:ext cx="1069975" cy="474662"/>
          </a:xfrm>
          <a:prstGeom prst="upArrowCallout">
            <a:avLst>
              <a:gd name="adj1" fmla="val 56355"/>
              <a:gd name="adj2" fmla="val 56355"/>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t>PREMIIUM AUTRE</a:t>
            </a:r>
          </a:p>
        </p:txBody>
      </p:sp>
      <p:sp>
        <p:nvSpPr>
          <p:cNvPr id="98" name="AutoShape 31">
            <a:hlinkClick r:id="" action="ppaction://noaction"/>
          </p:cNvPr>
          <p:cNvSpPr>
            <a:spLocks noChangeArrowheads="1"/>
          </p:cNvSpPr>
          <p:nvPr/>
        </p:nvSpPr>
        <p:spPr bwMode="auto">
          <a:xfrm>
            <a:off x="7913561" y="3810467"/>
            <a:ext cx="119380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ABO_PREMIUM_</a:t>
            </a:r>
            <a:r>
              <a:rPr lang="fr-FR" sz="600">
                <a:solidFill>
                  <a:srgbClr val="D31E05"/>
                </a:solidFill>
              </a:rPr>
              <a:t>BEB_RET</a:t>
            </a:r>
          </a:p>
        </p:txBody>
      </p:sp>
      <p:sp>
        <p:nvSpPr>
          <p:cNvPr id="99" name="AutoShape 31">
            <a:hlinkClick r:id="" action="ppaction://noaction"/>
          </p:cNvPr>
          <p:cNvSpPr>
            <a:spLocks noChangeArrowheads="1"/>
          </p:cNvSpPr>
          <p:nvPr/>
        </p:nvSpPr>
        <p:spPr bwMode="auto">
          <a:xfrm>
            <a:off x="4186439" y="3977924"/>
            <a:ext cx="119380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ABO_PREMIUM</a:t>
            </a:r>
            <a:r>
              <a:rPr lang="fr-FR" sz="600">
                <a:solidFill>
                  <a:srgbClr val="D31E05"/>
                </a:solidFill>
              </a:rPr>
              <a:t>_RET</a:t>
            </a:r>
          </a:p>
        </p:txBody>
      </p:sp>
      <p:sp>
        <p:nvSpPr>
          <p:cNvPr id="30" name="Text Box 157"/>
          <p:cNvSpPr txBox="1">
            <a:spLocks noChangeArrowheads="1"/>
          </p:cNvSpPr>
          <p:nvPr/>
        </p:nvSpPr>
        <p:spPr bwMode="auto">
          <a:xfrm>
            <a:off x="3479606" y="4933141"/>
            <a:ext cx="115582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Si Catégorie = S</a:t>
            </a:r>
          </a:p>
        </p:txBody>
      </p:sp>
      <p:sp>
        <p:nvSpPr>
          <p:cNvPr id="31" name="Text Box 156"/>
          <p:cNvSpPr txBox="1">
            <a:spLocks noChangeArrowheads="1"/>
          </p:cNvSpPr>
          <p:nvPr/>
        </p:nvSpPr>
        <p:spPr bwMode="auto">
          <a:xfrm>
            <a:off x="4163405" y="2592995"/>
            <a:ext cx="45372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a:t>
            </a:r>
          </a:p>
        </p:txBody>
      </p:sp>
      <p:sp>
        <p:nvSpPr>
          <p:cNvPr id="32" name="AutoShape 142"/>
          <p:cNvSpPr>
            <a:spLocks noChangeArrowheads="1"/>
          </p:cNvSpPr>
          <p:nvPr/>
        </p:nvSpPr>
        <p:spPr bwMode="auto">
          <a:xfrm>
            <a:off x="1154903" y="5117807"/>
            <a:ext cx="831436" cy="250190"/>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p>
          <a:p>
            <a:pPr algn="ctr" eaLnBrk="0" hangingPunct="0"/>
            <a:r>
              <a:rPr lang="fr-FR" sz="600" b="1" i="1">
                <a:solidFill>
                  <a:srgbClr val="00B050"/>
                </a:solidFill>
              </a:rPr>
              <a:t>ABO FCT PREMIUM</a:t>
            </a:r>
            <a:endParaRPr lang="fr-FR" sz="600" i="1">
              <a:solidFill>
                <a:srgbClr val="00B050"/>
              </a:solidFill>
            </a:endParaRPr>
          </a:p>
        </p:txBody>
      </p:sp>
      <p:cxnSp>
        <p:nvCxnSpPr>
          <p:cNvPr id="3" name="Connecteur en angle 2"/>
          <p:cNvCxnSpPr>
            <a:stCxn id="92" idx="1"/>
            <a:endCxn id="32" idx="3"/>
          </p:cNvCxnSpPr>
          <p:nvPr/>
        </p:nvCxnSpPr>
        <p:spPr bwMode="auto">
          <a:xfrm rot="10800000" flipV="1">
            <a:off x="1986339" y="5231828"/>
            <a:ext cx="1609226" cy="11074"/>
          </a:xfrm>
          <a:prstGeom prst="bentConnector3">
            <a:avLst/>
          </a:prstGeom>
          <a:solidFill>
            <a:schemeClr val="accent1"/>
          </a:solidFill>
          <a:ln w="127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AutoShape 31">
            <a:hlinkClick r:id="" action="ppaction://noaction"/>
          </p:cNvPr>
          <p:cNvSpPr>
            <a:spLocks noChangeArrowheads="1"/>
          </p:cNvSpPr>
          <p:nvPr/>
        </p:nvSpPr>
        <p:spPr bwMode="auto">
          <a:xfrm>
            <a:off x="2352185" y="5099585"/>
            <a:ext cx="97704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a:t>
            </a:r>
            <a:r>
              <a:rPr lang="fr-FR" sz="600">
                <a:solidFill>
                  <a:srgbClr val="D31E05"/>
                </a:solidFill>
              </a:rPr>
              <a:t>RET_COLLAB</a:t>
            </a:r>
          </a:p>
        </p:txBody>
      </p:sp>
      <p:sp>
        <p:nvSpPr>
          <p:cNvPr id="45" name="AutoShape 31">
            <a:hlinkClick r:id="" action="ppaction://noaction"/>
          </p:cNvPr>
          <p:cNvSpPr>
            <a:spLocks noChangeArrowheads="1"/>
          </p:cNvSpPr>
          <p:nvPr/>
        </p:nvSpPr>
        <p:spPr bwMode="auto">
          <a:xfrm>
            <a:off x="2347274" y="5618253"/>
            <a:ext cx="977040" cy="220662"/>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ABO_</a:t>
            </a:r>
            <a:r>
              <a:rPr lang="fr-FR" sz="600">
                <a:solidFill>
                  <a:srgbClr val="D31E05"/>
                </a:solidFill>
              </a:rPr>
              <a:t>RET_PREMIUM</a:t>
            </a:r>
          </a:p>
        </p:txBody>
      </p:sp>
      <p:cxnSp>
        <p:nvCxnSpPr>
          <p:cNvPr id="6" name="Connecteur droit 5"/>
          <p:cNvCxnSpPr>
            <a:stCxn id="156" idx="2"/>
            <a:endCxn id="173" idx="0"/>
          </p:cNvCxnSpPr>
          <p:nvPr/>
        </p:nvCxnSpPr>
        <p:spPr bwMode="auto">
          <a:xfrm>
            <a:off x="4789414" y="2747326"/>
            <a:ext cx="5192" cy="22253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droit 7"/>
          <p:cNvCxnSpPr>
            <a:stCxn id="173" idx="2"/>
            <a:endCxn id="99" idx="0"/>
          </p:cNvCxnSpPr>
          <p:nvPr/>
        </p:nvCxnSpPr>
        <p:spPr bwMode="auto">
          <a:xfrm flipH="1">
            <a:off x="4783339" y="3117281"/>
            <a:ext cx="11267" cy="8606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AutoShape 14"/>
          <p:cNvSpPr>
            <a:spLocks noChangeArrowheads="1"/>
          </p:cNvSpPr>
          <p:nvPr/>
        </p:nvSpPr>
        <p:spPr bwMode="auto">
          <a:xfrm>
            <a:off x="7913561" y="3496774"/>
            <a:ext cx="1156318" cy="12804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32000_PREMIUM_BEB_RET_HO</a:t>
            </a:r>
          </a:p>
        </p:txBody>
      </p:sp>
      <p:sp>
        <p:nvSpPr>
          <p:cNvPr id="38" name="AutoShape 14"/>
          <p:cNvSpPr>
            <a:spLocks noChangeArrowheads="1"/>
          </p:cNvSpPr>
          <p:nvPr/>
        </p:nvSpPr>
        <p:spPr bwMode="auto">
          <a:xfrm>
            <a:off x="5556606" y="3467647"/>
            <a:ext cx="1216133" cy="157174"/>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32000_PREMIUM_BEB_RET_HNO</a:t>
            </a:r>
          </a:p>
        </p:txBody>
      </p:sp>
      <p:sp>
        <p:nvSpPr>
          <p:cNvPr id="39" name="AutoShape 282"/>
          <p:cNvSpPr>
            <a:spLocks noChangeArrowheads="1"/>
          </p:cNvSpPr>
          <p:nvPr/>
        </p:nvSpPr>
        <p:spPr bwMode="auto">
          <a:xfrm>
            <a:off x="6806203" y="2858592"/>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err="1">
                <a:solidFill>
                  <a:srgbClr val="FFFFFF"/>
                </a:solidFill>
              </a:rPr>
              <a:t>BeB</a:t>
            </a:r>
            <a:r>
              <a:rPr lang="fr-FR" sz="600">
                <a:solidFill>
                  <a:srgbClr val="FFFFFF"/>
                </a:solidFill>
              </a:rPr>
              <a:t> MOB RET </a:t>
            </a:r>
          </a:p>
          <a:p>
            <a:pPr algn="ctr" eaLnBrk="0" hangingPunct="0"/>
            <a:r>
              <a:rPr lang="fr-FR" sz="600">
                <a:solidFill>
                  <a:srgbClr val="FFFFFF"/>
                </a:solidFill>
              </a:rPr>
              <a:t>Flux HO</a:t>
            </a:r>
          </a:p>
        </p:txBody>
      </p:sp>
      <p:cxnSp>
        <p:nvCxnSpPr>
          <p:cNvPr id="10" name="Connecteur droit 9"/>
          <p:cNvCxnSpPr>
            <a:cxnSpLocks/>
            <a:stCxn id="39" idx="0"/>
            <a:endCxn id="172" idx="2"/>
          </p:cNvCxnSpPr>
          <p:nvPr/>
        </p:nvCxnSpPr>
        <p:spPr bwMode="auto">
          <a:xfrm flipV="1">
            <a:off x="7187203" y="2738035"/>
            <a:ext cx="1361" cy="1205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Connecteur en angle 11"/>
          <p:cNvCxnSpPr>
            <a:stCxn id="39" idx="3"/>
            <a:endCxn id="37" idx="0"/>
          </p:cNvCxnSpPr>
          <p:nvPr/>
        </p:nvCxnSpPr>
        <p:spPr bwMode="auto">
          <a:xfrm>
            <a:off x="7568203" y="3112475"/>
            <a:ext cx="923517" cy="384299"/>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Connecteur en angle 13"/>
          <p:cNvCxnSpPr>
            <a:stCxn id="39" idx="1"/>
            <a:endCxn id="38" idx="0"/>
          </p:cNvCxnSpPr>
          <p:nvPr/>
        </p:nvCxnSpPr>
        <p:spPr bwMode="auto">
          <a:xfrm rot="10800000" flipV="1">
            <a:off x="6164673" y="3112475"/>
            <a:ext cx="641530" cy="355172"/>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Connecteur droit 15"/>
          <p:cNvCxnSpPr>
            <a:stCxn id="37" idx="2"/>
            <a:endCxn id="98" idx="0"/>
          </p:cNvCxnSpPr>
          <p:nvPr/>
        </p:nvCxnSpPr>
        <p:spPr bwMode="auto">
          <a:xfrm>
            <a:off x="8491720" y="3624821"/>
            <a:ext cx="18741" cy="1856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avec flèche 17"/>
          <p:cNvCxnSpPr>
            <a:stCxn id="98" idx="2"/>
            <a:endCxn id="165" idx="2"/>
          </p:cNvCxnSpPr>
          <p:nvPr/>
        </p:nvCxnSpPr>
        <p:spPr bwMode="auto">
          <a:xfrm>
            <a:off x="8510461" y="4031129"/>
            <a:ext cx="0" cy="2496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Connecteur en angle 21"/>
          <p:cNvCxnSpPr>
            <a:stCxn id="38" idx="2"/>
            <a:endCxn id="99" idx="3"/>
          </p:cNvCxnSpPr>
          <p:nvPr/>
        </p:nvCxnSpPr>
        <p:spPr bwMode="auto">
          <a:xfrm rot="5400000">
            <a:off x="5540739" y="3464321"/>
            <a:ext cx="463434" cy="784434"/>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AutoShape 14"/>
          <p:cNvSpPr>
            <a:spLocks noChangeArrowheads="1"/>
          </p:cNvSpPr>
          <p:nvPr/>
        </p:nvSpPr>
        <p:spPr bwMode="auto">
          <a:xfrm>
            <a:off x="2755787" y="2959827"/>
            <a:ext cx="1189311" cy="147422"/>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000000"/>
                </a:solidFill>
              </a:rPr>
              <a:t>32000_PREMIUM_BEB_RET_OFF</a:t>
            </a:r>
          </a:p>
        </p:txBody>
      </p:sp>
      <p:cxnSp>
        <p:nvCxnSpPr>
          <p:cNvPr id="24" name="Connecteur en angle 23"/>
          <p:cNvCxnSpPr>
            <a:stCxn id="156" idx="1"/>
            <a:endCxn id="54" idx="0"/>
          </p:cNvCxnSpPr>
          <p:nvPr/>
        </p:nvCxnSpPr>
        <p:spPr bwMode="auto">
          <a:xfrm rot="10800000" flipV="1">
            <a:off x="3350444" y="2493443"/>
            <a:ext cx="1057971" cy="46638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Connecteur en angle 26"/>
          <p:cNvCxnSpPr>
            <a:stCxn id="54" idx="2"/>
            <a:endCxn id="99" idx="1"/>
          </p:cNvCxnSpPr>
          <p:nvPr/>
        </p:nvCxnSpPr>
        <p:spPr bwMode="auto">
          <a:xfrm rot="16200000" flipH="1">
            <a:off x="3277938" y="3179754"/>
            <a:ext cx="981006" cy="83599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156"/>
          <p:cNvSpPr txBox="1">
            <a:spLocks noChangeArrowheads="1"/>
          </p:cNvSpPr>
          <p:nvPr/>
        </p:nvSpPr>
        <p:spPr bwMode="auto">
          <a:xfrm>
            <a:off x="6033111" y="2918852"/>
            <a:ext cx="858210"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NON ou Désactivé</a:t>
            </a:r>
          </a:p>
        </p:txBody>
      </p:sp>
      <p:sp>
        <p:nvSpPr>
          <p:cNvPr id="61" name="Text Box 156"/>
          <p:cNvSpPr txBox="1">
            <a:spLocks noChangeArrowheads="1"/>
          </p:cNvSpPr>
          <p:nvPr/>
        </p:nvSpPr>
        <p:spPr bwMode="auto">
          <a:xfrm>
            <a:off x="6140839" y="2336270"/>
            <a:ext cx="45372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62" name="Text Box 156"/>
          <p:cNvSpPr txBox="1">
            <a:spLocks noChangeArrowheads="1"/>
          </p:cNvSpPr>
          <p:nvPr/>
        </p:nvSpPr>
        <p:spPr bwMode="auto">
          <a:xfrm>
            <a:off x="7557372" y="2926829"/>
            <a:ext cx="453725"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OUI</a:t>
            </a:r>
          </a:p>
        </p:txBody>
      </p:sp>
      <p:sp>
        <p:nvSpPr>
          <p:cNvPr id="63" name="Text Box 156"/>
          <p:cNvSpPr txBox="1">
            <a:spLocks noChangeArrowheads="1"/>
          </p:cNvSpPr>
          <p:nvPr/>
        </p:nvSpPr>
        <p:spPr bwMode="auto">
          <a:xfrm>
            <a:off x="3491373" y="2316132"/>
            <a:ext cx="557551" cy="184666"/>
          </a:xfrm>
          <a:prstGeom prst="rect">
            <a:avLst/>
          </a:prstGeom>
          <a:noFill/>
          <a:ln>
            <a:noFill/>
          </a:ln>
          <a:effectLst/>
        </p:spPr>
        <p:txBody>
          <a:bodyPr wrap="square">
            <a:spAutoFit/>
          </a:bodyPr>
          <a:lstStyle>
            <a:lvl1pPr eaLnBrk="0" hangingPunct="0">
              <a:defRPr sz="2400">
                <a:solidFill>
                  <a:schemeClr val="tx1"/>
                </a:solidFill>
                <a:latin typeface="Arial" pitchFamily="34" charset="0"/>
                <a:ea typeface="ＭＳ Ｐゴシック" charset="-128"/>
              </a:defRPr>
            </a:lvl1pPr>
            <a:lvl2pPr marL="742950" indent="-285750" eaLnBrk="0" hangingPunct="0">
              <a:defRPr sz="2400">
                <a:solidFill>
                  <a:schemeClr val="tx1"/>
                </a:solidFill>
                <a:latin typeface="Arial" pitchFamily="34" charset="0"/>
                <a:ea typeface="ＭＳ Ｐゴシック" charset="-128"/>
              </a:defRPr>
            </a:lvl2pPr>
            <a:lvl3pPr marL="1143000" indent="-228600" eaLnBrk="0" hangingPunct="0">
              <a:defRPr sz="2400">
                <a:solidFill>
                  <a:schemeClr val="tx1"/>
                </a:solidFill>
                <a:latin typeface="Arial" pitchFamily="34" charset="0"/>
                <a:ea typeface="ＭＳ Ｐゴシック" charset="-128"/>
              </a:defRPr>
            </a:lvl3pPr>
            <a:lvl4pPr marL="1600200" indent="-228600" eaLnBrk="0" hangingPunct="0">
              <a:defRPr sz="2400">
                <a:solidFill>
                  <a:schemeClr val="tx1"/>
                </a:solidFill>
                <a:latin typeface="Arial" pitchFamily="34" charset="0"/>
                <a:ea typeface="ＭＳ Ｐゴシック" charset="-128"/>
              </a:defRPr>
            </a:lvl4pPr>
            <a:lvl5pPr marL="2057400" indent="-228600" eaLnBrk="0" hangingPunct="0">
              <a:defRPr sz="2400">
                <a:solidFill>
                  <a:schemeClr val="tx1"/>
                </a:solidFill>
                <a:latin typeface="Arial" pitchFamily="34" charset="0"/>
                <a:ea typeface="ＭＳ Ｐゴシック"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charset="-128"/>
              </a:defRPr>
            </a:lvl9pPr>
          </a:lstStyle>
          <a:p>
            <a:pPr algn="ctr" eaLnBrk="1" hangingPunct="1">
              <a:defRPr/>
            </a:pPr>
            <a:r>
              <a:rPr lang="fr-FR" sz="600">
                <a:effectLst>
                  <a:outerShdw blurRad="38100" dist="38100" dir="2700000" algn="tl">
                    <a:srgbClr val="C0C0C0"/>
                  </a:outerShdw>
                </a:effectLst>
              </a:rPr>
              <a:t>Désactivé</a:t>
            </a:r>
          </a:p>
        </p:txBody>
      </p:sp>
      <p:cxnSp>
        <p:nvCxnSpPr>
          <p:cNvPr id="257" name="Connecteur en angle 256"/>
          <p:cNvCxnSpPr>
            <a:stCxn id="86" idx="2"/>
            <a:endCxn id="92" idx="3"/>
          </p:cNvCxnSpPr>
          <p:nvPr/>
        </p:nvCxnSpPr>
        <p:spPr bwMode="auto">
          <a:xfrm rot="5400000">
            <a:off x="4788079" y="4945453"/>
            <a:ext cx="198563" cy="374187"/>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36577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Espace réservé du numéro de diapositive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1" charset="-128"/>
              </a:defRPr>
            </a:lvl1pPr>
            <a:lvl2pPr marL="742950" indent="-285750" eaLnBrk="0" hangingPunct="0">
              <a:defRPr>
                <a:solidFill>
                  <a:schemeClr val="tx1"/>
                </a:solidFill>
                <a:latin typeface="Arial" charset="0"/>
                <a:ea typeface="ＭＳ Ｐゴシック" pitchFamily="1" charset="-128"/>
              </a:defRPr>
            </a:lvl2pPr>
            <a:lvl3pPr marL="1143000" indent="-228600" eaLnBrk="0" hangingPunct="0">
              <a:defRPr>
                <a:solidFill>
                  <a:schemeClr val="tx1"/>
                </a:solidFill>
                <a:latin typeface="Arial" charset="0"/>
                <a:ea typeface="ＭＳ Ｐゴシック" pitchFamily="1" charset="-128"/>
              </a:defRPr>
            </a:lvl3pPr>
            <a:lvl4pPr marL="1600200" indent="-228600" eaLnBrk="0" hangingPunct="0">
              <a:defRPr>
                <a:solidFill>
                  <a:schemeClr val="tx1"/>
                </a:solidFill>
                <a:latin typeface="Arial" charset="0"/>
                <a:ea typeface="ＭＳ Ｐゴシック" pitchFamily="1" charset="-128"/>
              </a:defRPr>
            </a:lvl4pPr>
            <a:lvl5pPr marL="2057400" indent="-228600" eaLnBrk="0" hangingPunct="0">
              <a:defRPr>
                <a:solidFill>
                  <a:schemeClr val="tx1"/>
                </a:solidFill>
                <a:latin typeface="Arial" charset="0"/>
                <a:ea typeface="ＭＳ Ｐゴシック" pitchFamily="1"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1"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1"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1"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1" charset="-128"/>
              </a:defRPr>
            </a:lvl9pPr>
          </a:lstStyle>
          <a:p>
            <a:pPr eaLnBrk="1" hangingPunct="1"/>
            <a:fld id="{A7142708-35FD-45F1-A368-0A549DD17949}" type="slidenum">
              <a:rPr lang="fr-FR" smtClean="0"/>
              <a:pPr eaLnBrk="1" hangingPunct="1"/>
              <a:t>36</a:t>
            </a:fld>
            <a:endParaRPr lang="fr-FR"/>
          </a:p>
        </p:txBody>
      </p:sp>
      <p:sp>
        <p:nvSpPr>
          <p:cNvPr id="212" name="AutoShape 127">
            <a:hlinkClick r:id="rId3" action="ppaction://hlinksldjump"/>
          </p:cNvPr>
          <p:cNvSpPr>
            <a:spLocks noChangeArrowheads="1"/>
          </p:cNvSpPr>
          <p:nvPr/>
        </p:nvSpPr>
        <p:spPr bwMode="auto">
          <a:xfrm rot="10800000">
            <a:off x="5820011" y="548292"/>
            <a:ext cx="1071562" cy="379730"/>
          </a:xfrm>
          <a:prstGeom prst="upArrowCallout">
            <a:avLst>
              <a:gd name="adj1" fmla="val 56438"/>
              <a:gd name="adj2" fmla="val 56438"/>
              <a:gd name="adj3" fmla="val 16667"/>
              <a:gd name="adj4" fmla="val 66667"/>
            </a:avLst>
          </a:prstGeom>
          <a:solidFill>
            <a:srgbClr val="00FFFF"/>
          </a:solidFill>
          <a:ln w="9525">
            <a:solidFill>
              <a:schemeClr val="tx1"/>
            </a:solidFill>
            <a:miter lim="800000"/>
            <a:headEnd/>
            <a:tailEnd/>
          </a:ln>
          <a:effectLst>
            <a:outerShdw blurRad="63500" dist="38099" dir="2700000" algn="ctr" rotWithShape="0">
              <a:schemeClr val="bg2">
                <a:alpha val="74998"/>
              </a:schemeClr>
            </a:outerShdw>
          </a:effectLst>
        </p:spPr>
        <p:txBody>
          <a:bodyPr rot="10800000" wrap="none" anchor="ctr"/>
          <a:lstStyle/>
          <a:p>
            <a:pPr algn="ctr" eaLnBrk="0" hangingPunct="0">
              <a:defRPr/>
            </a:pPr>
            <a:r>
              <a:rPr lang="fr-FR" sz="600" b="1"/>
              <a:t>PREMIUM AUTRE</a:t>
            </a:r>
          </a:p>
        </p:txBody>
      </p:sp>
      <p:sp>
        <p:nvSpPr>
          <p:cNvPr id="102"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4" name="Rectangle 2"/>
          <p:cNvSpPr txBox="1">
            <a:spLocks noGrp="1" noChangeArrowheads="1"/>
          </p:cNvSpPr>
          <p:nvPr>
            <p:ph type="title"/>
          </p:nvPr>
        </p:nvSpPr>
        <p:spPr bwMode="auto">
          <a:xfrm>
            <a:off x="2727356" y="40297"/>
            <a:ext cx="4019550" cy="266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b="1" kern="0">
                <a:effectLst>
                  <a:outerShdw blurRad="38100" dist="38100" dir="2700000" algn="tl">
                    <a:srgbClr val="000000">
                      <a:alpha val="43137"/>
                    </a:srgbClr>
                  </a:outerShdw>
                </a:effectLst>
                <a:latin typeface="SFR Thin" panose="020B0203040504020204" pitchFamily="34" charset="0"/>
              </a:rPr>
              <a:t>PREMIUM ADMIN</a:t>
            </a:r>
          </a:p>
        </p:txBody>
      </p:sp>
      <p:sp>
        <p:nvSpPr>
          <p:cNvPr id="75" name="AutoShape 142"/>
          <p:cNvSpPr>
            <a:spLocks noChangeArrowheads="1"/>
          </p:cNvSpPr>
          <p:nvPr/>
        </p:nvSpPr>
        <p:spPr bwMode="auto">
          <a:xfrm>
            <a:off x="7857786" y="6145020"/>
            <a:ext cx="835890" cy="299176"/>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solidFill>
                  <a:srgbClr val="00B050"/>
                </a:solidFill>
              </a:rPr>
              <a:t>ABO FCT PREMIUM</a:t>
            </a:r>
            <a:endParaRPr lang="fr-FR" sz="600" i="1">
              <a:solidFill>
                <a:srgbClr val="00B050"/>
              </a:solidFill>
            </a:endParaRPr>
          </a:p>
        </p:txBody>
      </p:sp>
      <p:cxnSp>
        <p:nvCxnSpPr>
          <p:cNvPr id="79" name="AutoShape 13"/>
          <p:cNvCxnSpPr>
            <a:cxnSpLocks noChangeShapeType="1"/>
            <a:stCxn id="84" idx="3"/>
            <a:endCxn id="75" idx="1"/>
          </p:cNvCxnSpPr>
          <p:nvPr/>
        </p:nvCxnSpPr>
        <p:spPr bwMode="auto">
          <a:xfrm>
            <a:off x="7519064" y="6291283"/>
            <a:ext cx="338722" cy="3325"/>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80" name="ZoneTexte 79"/>
          <p:cNvSpPr txBox="1"/>
          <p:nvPr/>
        </p:nvSpPr>
        <p:spPr>
          <a:xfrm>
            <a:off x="6012937" y="6021860"/>
            <a:ext cx="2088062" cy="184666"/>
          </a:xfrm>
          <a:prstGeom prst="rect">
            <a:avLst/>
          </a:prstGeom>
          <a:noFill/>
        </p:spPr>
        <p:txBody>
          <a:bodyPr wrap="square" rtlCol="0">
            <a:spAutoFit/>
          </a:bodyPr>
          <a:lstStyle/>
          <a:p>
            <a:pPr algn="ctr"/>
            <a:r>
              <a:rPr lang="fr-FR" sz="600"/>
              <a:t>AUTRE OU valeur1 = PLATINE_00  </a:t>
            </a:r>
            <a:r>
              <a:rPr lang="fr-FR" sz="600" b="1"/>
              <a:t>OU Catégorie=S</a:t>
            </a:r>
          </a:p>
        </p:txBody>
      </p:sp>
      <p:sp>
        <p:nvSpPr>
          <p:cNvPr id="84" name="AutoShape 208"/>
          <p:cNvSpPr>
            <a:spLocks noChangeArrowheads="1"/>
          </p:cNvSpPr>
          <p:nvPr/>
        </p:nvSpPr>
        <p:spPr bwMode="auto">
          <a:xfrm>
            <a:off x="6264030" y="6224018"/>
            <a:ext cx="1255034" cy="13452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33000_FCT_PREMIUM_AUTRE</a:t>
            </a:r>
          </a:p>
        </p:txBody>
      </p:sp>
      <p:cxnSp>
        <p:nvCxnSpPr>
          <p:cNvPr id="88" name="AutoShape 13"/>
          <p:cNvCxnSpPr>
            <a:cxnSpLocks noChangeShapeType="1"/>
            <a:stCxn id="110" idx="2"/>
            <a:endCxn id="84" idx="1"/>
          </p:cNvCxnSpPr>
          <p:nvPr/>
        </p:nvCxnSpPr>
        <p:spPr bwMode="auto">
          <a:xfrm rot="16200000" flipH="1">
            <a:off x="5532612" y="5559864"/>
            <a:ext cx="1226125" cy="236712"/>
          </a:xfrm>
          <a:prstGeom prst="bentConnector2">
            <a:avLst/>
          </a:prstGeom>
          <a:noFill/>
          <a:ln w="3175">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94" name="AutoShape 131"/>
          <p:cNvSpPr>
            <a:spLocks noChangeArrowheads="1"/>
          </p:cNvSpPr>
          <p:nvPr/>
        </p:nvSpPr>
        <p:spPr bwMode="auto">
          <a:xfrm>
            <a:off x="776912" y="4713626"/>
            <a:ext cx="816249" cy="4381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sp>
        <p:nvSpPr>
          <p:cNvPr id="95" name="AutoShape 142"/>
          <p:cNvSpPr>
            <a:spLocks noChangeArrowheads="1"/>
          </p:cNvSpPr>
          <p:nvPr/>
        </p:nvSpPr>
        <p:spPr bwMode="auto">
          <a:xfrm>
            <a:off x="2834840" y="6406540"/>
            <a:ext cx="1096264"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ABO WCB FCT PREMIUM</a:t>
            </a:r>
          </a:p>
        </p:txBody>
      </p:sp>
      <p:cxnSp>
        <p:nvCxnSpPr>
          <p:cNvPr id="98" name="AutoShape 13"/>
          <p:cNvCxnSpPr>
            <a:cxnSpLocks noChangeShapeType="1"/>
            <a:stCxn id="107" idx="3"/>
            <a:endCxn id="95" idx="1"/>
          </p:cNvCxnSpPr>
          <p:nvPr/>
        </p:nvCxnSpPr>
        <p:spPr bwMode="auto">
          <a:xfrm>
            <a:off x="2678064" y="6529036"/>
            <a:ext cx="156776" cy="2599"/>
          </a:xfrm>
          <a:prstGeom prst="straightConnector1">
            <a:avLst/>
          </a:prstGeom>
          <a:noFill/>
          <a:ln w="3175">
            <a:solidFill>
              <a:srgbClr val="0000FF"/>
            </a:solidFill>
            <a:miter lim="800000"/>
            <a:headEnd/>
            <a:tailEnd type="triangle" w="med" len="med"/>
          </a:ln>
          <a:extLst>
            <a:ext uri="{909E8E84-426E-40DD-AFC4-6F175D3DCCD1}">
              <a14:hiddenFill xmlns:a14="http://schemas.microsoft.com/office/drawing/2010/main">
                <a:noFill/>
              </a14:hiddenFill>
            </a:ext>
          </a:extLst>
        </p:spPr>
      </p:cxnSp>
      <p:sp>
        <p:nvSpPr>
          <p:cNvPr id="107" name="AutoShape 208"/>
          <p:cNvSpPr>
            <a:spLocks noChangeArrowheads="1"/>
          </p:cNvSpPr>
          <p:nvPr/>
        </p:nvSpPr>
        <p:spPr bwMode="auto">
          <a:xfrm>
            <a:off x="1315417" y="6448062"/>
            <a:ext cx="1362647" cy="16194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33000_WCB_FCT_PREMIUM_AUTRE</a:t>
            </a:r>
          </a:p>
        </p:txBody>
      </p:sp>
      <p:cxnSp>
        <p:nvCxnSpPr>
          <p:cNvPr id="108" name="AutoShape 13"/>
          <p:cNvCxnSpPr>
            <a:cxnSpLocks noChangeShapeType="1"/>
            <a:stCxn id="94" idx="2"/>
            <a:endCxn id="107" idx="1"/>
          </p:cNvCxnSpPr>
          <p:nvPr/>
        </p:nvCxnSpPr>
        <p:spPr bwMode="auto">
          <a:xfrm rot="16200000" flipH="1">
            <a:off x="561597" y="5775216"/>
            <a:ext cx="1377260" cy="130380"/>
          </a:xfrm>
          <a:prstGeom prst="bentConnector2">
            <a:avLst/>
          </a:prstGeom>
          <a:noFill/>
          <a:ln w="3175">
            <a:solidFill>
              <a:srgbClr val="0000FF"/>
            </a:solidFill>
            <a:miter lim="800000"/>
            <a:headEnd/>
            <a:tailEnd type="none" w="med" len="med"/>
          </a:ln>
          <a:extLst>
            <a:ext uri="{909E8E84-426E-40DD-AFC4-6F175D3DCCD1}">
              <a14:hiddenFill xmlns:a14="http://schemas.microsoft.com/office/drawing/2010/main">
                <a:noFill/>
              </a14:hiddenFill>
            </a:ext>
          </a:extLst>
        </p:spPr>
      </p:cxnSp>
      <p:sp>
        <p:nvSpPr>
          <p:cNvPr id="110" name="AutoShape 131"/>
          <p:cNvSpPr>
            <a:spLocks noChangeArrowheads="1"/>
          </p:cNvSpPr>
          <p:nvPr/>
        </p:nvSpPr>
        <p:spPr bwMode="auto">
          <a:xfrm>
            <a:off x="5619193" y="4627008"/>
            <a:ext cx="816249" cy="438150"/>
          </a:xfrm>
          <a:prstGeom prst="diamond">
            <a:avLst/>
          </a:prstGeom>
          <a:solidFill>
            <a:srgbClr val="CCFF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TYPE</a:t>
            </a:r>
          </a:p>
          <a:p>
            <a:pPr algn="ctr" eaLnBrk="0" hangingPunct="0"/>
            <a:r>
              <a:rPr lang="fr-FR" sz="600"/>
              <a:t>CLIENT ?</a:t>
            </a:r>
          </a:p>
        </p:txBody>
      </p:sp>
      <p:cxnSp>
        <p:nvCxnSpPr>
          <p:cNvPr id="111" name="AutoShape 13"/>
          <p:cNvCxnSpPr>
            <a:cxnSpLocks noChangeShapeType="1"/>
          </p:cNvCxnSpPr>
          <p:nvPr/>
        </p:nvCxnSpPr>
        <p:spPr bwMode="auto">
          <a:xfrm rot="10800000" flipV="1">
            <a:off x="1169193" y="3845835"/>
            <a:ext cx="2227097" cy="867791"/>
          </a:xfrm>
          <a:prstGeom prst="bentConnector2">
            <a:avLst/>
          </a:prstGeom>
          <a:noFill/>
          <a:ln w="3175">
            <a:solidFill>
              <a:srgbClr val="0000FF"/>
            </a:solidFill>
            <a:miter lim="800000"/>
            <a:headEnd/>
            <a:tailEnd type="none" w="med" len="med"/>
          </a:ln>
          <a:extLst>
            <a:ext uri="{909E8E84-426E-40DD-AFC4-6F175D3DCCD1}">
              <a14:hiddenFill xmlns:a14="http://schemas.microsoft.com/office/drawing/2010/main">
                <a:noFill/>
              </a14:hiddenFill>
            </a:ext>
          </a:extLst>
        </p:spPr>
      </p:cxnSp>
      <p:sp>
        <p:nvSpPr>
          <p:cNvPr id="113" name="ZoneTexte 112"/>
          <p:cNvSpPr txBox="1"/>
          <p:nvPr/>
        </p:nvSpPr>
        <p:spPr>
          <a:xfrm>
            <a:off x="3849428" y="3604183"/>
            <a:ext cx="540403" cy="184666"/>
          </a:xfrm>
          <a:prstGeom prst="rect">
            <a:avLst/>
          </a:prstGeom>
          <a:noFill/>
        </p:spPr>
        <p:txBody>
          <a:bodyPr wrap="square" rtlCol="0">
            <a:spAutoFit/>
          </a:bodyPr>
          <a:lstStyle/>
          <a:p>
            <a:pPr algn="ctr"/>
            <a:r>
              <a:rPr lang="fr-FR" sz="600"/>
              <a:t>NON</a:t>
            </a:r>
          </a:p>
        </p:txBody>
      </p:sp>
      <p:sp>
        <p:nvSpPr>
          <p:cNvPr id="121" name="AutoShape 142"/>
          <p:cNvSpPr>
            <a:spLocks noChangeArrowheads="1"/>
          </p:cNvSpPr>
          <p:nvPr/>
        </p:nvSpPr>
        <p:spPr bwMode="auto">
          <a:xfrm>
            <a:off x="7695964" y="5675822"/>
            <a:ext cx="99771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ABO FCT PREMIUM FIDE</a:t>
            </a:r>
            <a:endParaRPr lang="fr-FR" sz="600" i="1"/>
          </a:p>
        </p:txBody>
      </p:sp>
      <p:cxnSp>
        <p:nvCxnSpPr>
          <p:cNvPr id="122" name="AutoShape 13"/>
          <p:cNvCxnSpPr>
            <a:cxnSpLocks noChangeShapeType="1"/>
            <a:stCxn id="124" idx="3"/>
            <a:endCxn id="121" idx="1"/>
          </p:cNvCxnSpPr>
          <p:nvPr/>
        </p:nvCxnSpPr>
        <p:spPr bwMode="auto">
          <a:xfrm flipV="1">
            <a:off x="7534145" y="5800917"/>
            <a:ext cx="161819" cy="8570"/>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24" name="AutoShape 208"/>
          <p:cNvSpPr>
            <a:spLocks noChangeArrowheads="1"/>
          </p:cNvSpPr>
          <p:nvPr/>
        </p:nvSpPr>
        <p:spPr bwMode="auto">
          <a:xfrm>
            <a:off x="6163711" y="5743835"/>
            <a:ext cx="1370434" cy="131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33000_FCT_PREMIUM_FIDE</a:t>
            </a:r>
          </a:p>
        </p:txBody>
      </p:sp>
      <p:cxnSp>
        <p:nvCxnSpPr>
          <p:cNvPr id="125" name="AutoShape 13"/>
          <p:cNvCxnSpPr>
            <a:cxnSpLocks noChangeShapeType="1"/>
            <a:stCxn id="110" idx="2"/>
            <a:endCxn id="124" idx="1"/>
          </p:cNvCxnSpPr>
          <p:nvPr/>
        </p:nvCxnSpPr>
        <p:spPr bwMode="auto">
          <a:xfrm rot="16200000" flipH="1">
            <a:off x="5723350" y="5369125"/>
            <a:ext cx="744329" cy="136393"/>
          </a:xfrm>
          <a:prstGeom prst="bentConnector2">
            <a:avLst/>
          </a:prstGeom>
          <a:noFill/>
          <a:ln w="3175">
            <a:solidFill>
              <a:schemeClr val="tx1"/>
            </a:solidFill>
            <a:miter lim="800000"/>
            <a:headEnd/>
            <a:tailEnd type="none" w="med" len="med"/>
          </a:ln>
          <a:extLst>
            <a:ext uri="{909E8E84-426E-40DD-AFC4-6F175D3DCCD1}">
              <a14:hiddenFill xmlns:a14="http://schemas.microsoft.com/office/drawing/2010/main">
                <a:noFill/>
              </a14:hiddenFill>
            </a:ext>
          </a:extLst>
        </p:spPr>
      </p:cxnSp>
      <p:sp>
        <p:nvSpPr>
          <p:cNvPr id="131" name="AutoShape 142"/>
          <p:cNvSpPr>
            <a:spLocks noChangeArrowheads="1"/>
          </p:cNvSpPr>
          <p:nvPr/>
        </p:nvSpPr>
        <p:spPr bwMode="auto">
          <a:xfrm>
            <a:off x="2834840" y="5819338"/>
            <a:ext cx="1186408"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ABO WCB FCT PREMIUM FIDE</a:t>
            </a:r>
          </a:p>
        </p:txBody>
      </p:sp>
      <p:cxnSp>
        <p:nvCxnSpPr>
          <p:cNvPr id="132" name="AutoShape 13"/>
          <p:cNvCxnSpPr>
            <a:cxnSpLocks noChangeShapeType="1"/>
            <a:stCxn id="133" idx="3"/>
            <a:endCxn id="131" idx="1"/>
          </p:cNvCxnSpPr>
          <p:nvPr/>
        </p:nvCxnSpPr>
        <p:spPr bwMode="auto">
          <a:xfrm>
            <a:off x="2684908" y="5936656"/>
            <a:ext cx="149932" cy="7777"/>
          </a:xfrm>
          <a:prstGeom prst="straightConnector1">
            <a:avLst/>
          </a:prstGeom>
          <a:noFill/>
          <a:ln w="3175">
            <a:solidFill>
              <a:srgbClr val="0000FF"/>
            </a:solidFill>
            <a:miter lim="800000"/>
            <a:headEnd/>
            <a:tailEnd type="triangle" w="med" len="med"/>
          </a:ln>
          <a:extLst>
            <a:ext uri="{909E8E84-426E-40DD-AFC4-6F175D3DCCD1}">
              <a14:hiddenFill xmlns:a14="http://schemas.microsoft.com/office/drawing/2010/main">
                <a:noFill/>
              </a14:hiddenFill>
            </a:ext>
          </a:extLst>
        </p:spPr>
      </p:cxnSp>
      <p:sp>
        <p:nvSpPr>
          <p:cNvPr id="133" name="AutoShape 208"/>
          <p:cNvSpPr>
            <a:spLocks noChangeArrowheads="1"/>
          </p:cNvSpPr>
          <p:nvPr/>
        </p:nvSpPr>
        <p:spPr bwMode="auto">
          <a:xfrm>
            <a:off x="1326491" y="5864656"/>
            <a:ext cx="1358417"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33000_WCB_FCT_PREMIUM_FIDE</a:t>
            </a:r>
          </a:p>
        </p:txBody>
      </p:sp>
      <p:cxnSp>
        <p:nvCxnSpPr>
          <p:cNvPr id="134" name="Connecteur en angle 133"/>
          <p:cNvCxnSpPr>
            <a:stCxn id="94" idx="2"/>
            <a:endCxn id="133" idx="1"/>
          </p:cNvCxnSpPr>
          <p:nvPr/>
        </p:nvCxnSpPr>
        <p:spPr bwMode="auto">
          <a:xfrm rot="16200000" flipH="1">
            <a:off x="863324" y="5473489"/>
            <a:ext cx="784880" cy="141454"/>
          </a:xfrm>
          <a:prstGeom prst="bentConnector2">
            <a:avLst/>
          </a:prstGeom>
          <a:solidFill>
            <a:schemeClr val="accent1"/>
          </a:solidFill>
          <a:ln w="9525"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ZoneTexte 134"/>
          <p:cNvSpPr txBox="1"/>
          <p:nvPr/>
        </p:nvSpPr>
        <p:spPr>
          <a:xfrm>
            <a:off x="6325798" y="5593752"/>
            <a:ext cx="1122323" cy="184666"/>
          </a:xfrm>
          <a:prstGeom prst="rect">
            <a:avLst/>
          </a:prstGeom>
          <a:noFill/>
        </p:spPr>
        <p:txBody>
          <a:bodyPr wrap="square" rtlCol="0">
            <a:spAutoFit/>
          </a:bodyPr>
          <a:lstStyle/>
          <a:p>
            <a:pPr algn="ctr"/>
            <a:r>
              <a:rPr lang="fr-FR" sz="600"/>
              <a:t>Valeur1 = PRE_FID_M</a:t>
            </a:r>
            <a:endParaRPr lang="fr-FR" sz="600">
              <a:solidFill>
                <a:srgbClr val="FF0000"/>
              </a:solidFill>
            </a:endParaRPr>
          </a:p>
        </p:txBody>
      </p:sp>
      <p:sp>
        <p:nvSpPr>
          <p:cNvPr id="137" name="AutoShape 187"/>
          <p:cNvSpPr>
            <a:spLocks noChangeArrowheads="1"/>
          </p:cNvSpPr>
          <p:nvPr/>
        </p:nvSpPr>
        <p:spPr bwMode="auto">
          <a:xfrm>
            <a:off x="3412134" y="3670416"/>
            <a:ext cx="784225" cy="350838"/>
          </a:xfrm>
          <a:prstGeom prst="diamond">
            <a:avLst/>
          </a:prstGeom>
          <a:solidFill>
            <a:srgbClr val="3366FF"/>
          </a:solidFill>
          <a:ln w="9525">
            <a:noFill/>
            <a:prstDash val="solid"/>
            <a:miter lim="800000"/>
            <a:headEnd/>
            <a:tailEnd/>
          </a:ln>
          <a:effectLst>
            <a:outerShdw blurRad="63500" dist="38099" dir="2700000" algn="ctr" rotWithShape="0">
              <a:schemeClr val="bg2">
                <a:alpha val="74998"/>
              </a:schemeClr>
            </a:outerShdw>
          </a:effectLst>
        </p:spPr>
        <p:txBody>
          <a:bodyPr wrap="none" anchor="ctr"/>
          <a:lstStyle/>
          <a:p>
            <a:pPr algn="ctr" eaLnBrk="0" hangingPunct="0"/>
            <a:r>
              <a:rPr lang="fr-FR" altLang="fr-FR" sz="600">
                <a:solidFill>
                  <a:schemeClr val="bg1"/>
                </a:solidFill>
                <a:ea typeface="ＭＳ Ｐゴシック" charset="0"/>
              </a:rPr>
              <a:t>WCB DIGITAL ?</a:t>
            </a:r>
          </a:p>
        </p:txBody>
      </p:sp>
      <p:sp>
        <p:nvSpPr>
          <p:cNvPr id="138" name="AutoShape 31">
            <a:hlinkClick r:id="" action="ppaction://noaction"/>
          </p:cNvPr>
          <p:cNvSpPr>
            <a:spLocks noChangeArrowheads="1"/>
          </p:cNvSpPr>
          <p:nvPr/>
        </p:nvSpPr>
        <p:spPr bwMode="auto">
          <a:xfrm>
            <a:off x="462699" y="4353925"/>
            <a:ext cx="1386562" cy="230836"/>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ABO_WCB_PREMIUM_ADMIN</a:t>
            </a:r>
          </a:p>
        </p:txBody>
      </p:sp>
      <p:cxnSp>
        <p:nvCxnSpPr>
          <p:cNvPr id="37" name="Connecteur en angle 36"/>
          <p:cNvCxnSpPr>
            <a:stCxn id="157" idx="1"/>
            <a:endCxn id="105" idx="0"/>
          </p:cNvCxnSpPr>
          <p:nvPr/>
        </p:nvCxnSpPr>
        <p:spPr bwMode="auto">
          <a:xfrm rot="10800000" flipV="1">
            <a:off x="3811754" y="1686695"/>
            <a:ext cx="537032" cy="1568938"/>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ZoneTexte 150"/>
          <p:cNvSpPr txBox="1"/>
          <p:nvPr/>
        </p:nvSpPr>
        <p:spPr>
          <a:xfrm>
            <a:off x="3683036" y="3993264"/>
            <a:ext cx="540403" cy="184666"/>
          </a:xfrm>
          <a:prstGeom prst="rect">
            <a:avLst/>
          </a:prstGeom>
          <a:noFill/>
        </p:spPr>
        <p:txBody>
          <a:bodyPr wrap="square" rtlCol="0">
            <a:spAutoFit/>
          </a:bodyPr>
          <a:lstStyle/>
          <a:p>
            <a:pPr algn="ctr"/>
            <a:r>
              <a:rPr lang="fr-FR" sz="600"/>
              <a:t>OUI</a:t>
            </a:r>
          </a:p>
        </p:txBody>
      </p:sp>
      <p:sp>
        <p:nvSpPr>
          <p:cNvPr id="195" name="ZoneTexte 194"/>
          <p:cNvSpPr txBox="1"/>
          <p:nvPr/>
        </p:nvSpPr>
        <p:spPr>
          <a:xfrm>
            <a:off x="1411339" y="5727731"/>
            <a:ext cx="1122323" cy="184666"/>
          </a:xfrm>
          <a:prstGeom prst="rect">
            <a:avLst/>
          </a:prstGeom>
          <a:noFill/>
        </p:spPr>
        <p:txBody>
          <a:bodyPr wrap="square" rtlCol="0">
            <a:spAutoFit/>
          </a:bodyPr>
          <a:lstStyle/>
          <a:p>
            <a:pPr algn="ctr"/>
            <a:r>
              <a:rPr lang="fr-FR" sz="600"/>
              <a:t>Valeur1 = PRE_FID_M</a:t>
            </a:r>
            <a:endParaRPr lang="fr-FR" sz="600">
              <a:solidFill>
                <a:srgbClr val="FF0000"/>
              </a:solidFill>
            </a:endParaRPr>
          </a:p>
        </p:txBody>
      </p:sp>
      <p:sp>
        <p:nvSpPr>
          <p:cNvPr id="265" name="Rectangle 264"/>
          <p:cNvSpPr/>
          <p:nvPr/>
        </p:nvSpPr>
        <p:spPr bwMode="auto">
          <a:xfrm>
            <a:off x="61540" y="646466"/>
            <a:ext cx="2092234" cy="2116751"/>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r>
              <a:rPr lang="fr-FR" sz="800" u="sng"/>
              <a:t>Eligibilité PREMIUM</a:t>
            </a:r>
          </a:p>
          <a:p>
            <a:pPr>
              <a:buClr>
                <a:srgbClr val="D31E05"/>
              </a:buClr>
            </a:pPr>
            <a:r>
              <a:rPr lang="es-ES" altLang="fr-FR" sz="700" b="1" i="1">
                <a:solidFill>
                  <a:srgbClr val="C00000"/>
                </a:solidFill>
              </a:rPr>
              <a:t>C2OL</a:t>
            </a:r>
          </a:p>
          <a:p>
            <a:pPr>
              <a:buClr>
                <a:srgbClr val="D31E05"/>
              </a:buClr>
            </a:pPr>
            <a:r>
              <a:rPr lang="es-ES" altLang="fr-FR" sz="700" i="1" err="1"/>
              <a:t>Marqueur</a:t>
            </a:r>
            <a:r>
              <a:rPr lang="es-ES" altLang="fr-FR" sz="700" i="1"/>
              <a:t> : CELL_PREM </a:t>
            </a:r>
          </a:p>
          <a:p>
            <a:pPr>
              <a:buClr>
                <a:srgbClr val="D31E05"/>
              </a:buClr>
            </a:pPr>
            <a:r>
              <a:rPr lang="es-ES" altLang="fr-FR" sz="700" i="1" err="1"/>
              <a:t>valeur</a:t>
            </a:r>
            <a:r>
              <a:rPr lang="es-ES" altLang="fr-FR" sz="700" i="1"/>
              <a:t> 1 : </a:t>
            </a:r>
            <a:r>
              <a:rPr lang="es-ES" altLang="fr-FR" sz="700" i="1" err="1"/>
              <a:t>commence</a:t>
            </a:r>
            <a:r>
              <a:rPr lang="es-ES" altLang="fr-FR" sz="700" i="1"/>
              <a:t> par </a:t>
            </a:r>
          </a:p>
          <a:p>
            <a:pPr>
              <a:buClr>
                <a:srgbClr val="D31E05"/>
              </a:buClr>
            </a:pPr>
            <a:r>
              <a:rPr lang="es-ES" altLang="fr-FR" sz="700" i="1"/>
              <a:t>“PRE_FID_M”  </a:t>
            </a:r>
          </a:p>
          <a:p>
            <a:pPr>
              <a:buClr>
                <a:srgbClr val="D31E05"/>
              </a:buClr>
            </a:pPr>
            <a:r>
              <a:rPr lang="es-ES" altLang="fr-FR" sz="700" b="1" i="1" err="1"/>
              <a:t>ou</a:t>
            </a:r>
            <a:r>
              <a:rPr lang="es-ES" altLang="fr-FR" sz="700" i="1"/>
              <a:t> PLATINE_00</a:t>
            </a:r>
          </a:p>
          <a:p>
            <a:pPr>
              <a:buClr>
                <a:srgbClr val="D31E05"/>
              </a:buClr>
            </a:pPr>
            <a:r>
              <a:rPr lang="es-ES" altLang="fr-FR" sz="700" i="1" err="1"/>
              <a:t>Ou</a:t>
            </a:r>
            <a:r>
              <a:rPr lang="es-ES" altLang="fr-FR" sz="700" i="1"/>
              <a:t> PACKPRO_M (=</a:t>
            </a:r>
            <a:r>
              <a:rPr lang="es-ES" altLang="fr-FR" sz="700" b="1" i="1">
                <a:solidFill>
                  <a:schemeClr val="tx1"/>
                </a:solidFill>
              </a:rPr>
              <a:t>PACKPRO</a:t>
            </a:r>
            <a:r>
              <a:rPr lang="es-ES" altLang="fr-FR" sz="700" i="1">
                <a:solidFill>
                  <a:schemeClr val="tx1"/>
                </a:solidFill>
              </a:rPr>
              <a:t>)</a:t>
            </a:r>
          </a:p>
          <a:p>
            <a:pPr>
              <a:buClr>
                <a:srgbClr val="D31E05"/>
              </a:buClr>
            </a:pPr>
            <a:endParaRPr lang="es-ES" altLang="fr-FR" sz="700" i="1"/>
          </a:p>
          <a:p>
            <a:pPr>
              <a:buClr>
                <a:srgbClr val="D31E05"/>
              </a:buClr>
            </a:pPr>
            <a:r>
              <a:rPr lang="es-ES" altLang="fr-FR" sz="700" i="1"/>
              <a:t>OU</a:t>
            </a:r>
          </a:p>
          <a:p>
            <a:pPr>
              <a:buClr>
                <a:srgbClr val="D31E05"/>
              </a:buClr>
            </a:pPr>
            <a:r>
              <a:rPr lang="fr-FR" sz="700" b="1">
                <a:solidFill>
                  <a:srgbClr val="C00000"/>
                </a:solidFill>
              </a:rPr>
              <a:t>AEM</a:t>
            </a:r>
          </a:p>
          <a:p>
            <a:pPr>
              <a:buClr>
                <a:srgbClr val="D31E05"/>
              </a:buClr>
            </a:pPr>
            <a:r>
              <a:rPr lang="es-ES" altLang="fr-FR" sz="700" i="1" err="1"/>
              <a:t>Code</a:t>
            </a:r>
            <a:r>
              <a:rPr lang="es-ES" altLang="fr-FR" sz="700" i="1"/>
              <a:t> PTA = PE9 </a:t>
            </a:r>
            <a:r>
              <a:rPr lang="es-ES" altLang="fr-FR" sz="700" i="1" err="1"/>
              <a:t>ou</a:t>
            </a:r>
            <a:r>
              <a:rPr lang="es-ES" altLang="fr-FR" sz="700" i="1"/>
              <a:t> PG9 (=</a:t>
            </a:r>
            <a:r>
              <a:rPr lang="es-ES" altLang="fr-FR" sz="700" b="1" i="1">
                <a:solidFill>
                  <a:schemeClr val="tx1"/>
                </a:solidFill>
              </a:rPr>
              <a:t>PACKPRO</a:t>
            </a:r>
            <a:r>
              <a:rPr lang="es-ES" altLang="fr-FR" sz="700" i="1">
                <a:solidFill>
                  <a:schemeClr val="tx1"/>
                </a:solidFill>
              </a:rPr>
              <a:t>)</a:t>
            </a:r>
          </a:p>
          <a:p>
            <a:endParaRPr lang="fr-FR" sz="700" i="1"/>
          </a:p>
          <a:p>
            <a:r>
              <a:rPr lang="fr-FR" sz="700" b="1">
                <a:solidFill>
                  <a:srgbClr val="FF0000"/>
                </a:solidFill>
              </a:rPr>
              <a:t>SEARCH</a:t>
            </a:r>
          </a:p>
          <a:p>
            <a:r>
              <a:rPr lang="fr-FR" sz="700">
                <a:solidFill>
                  <a:schemeClr val="tx1"/>
                </a:solidFill>
              </a:rPr>
              <a:t>Si </a:t>
            </a:r>
            <a:r>
              <a:rPr lang="fr-FR" sz="700" err="1">
                <a:solidFill>
                  <a:schemeClr val="tx1"/>
                </a:solidFill>
              </a:rPr>
              <a:t>titulaireType</a:t>
            </a:r>
            <a:r>
              <a:rPr lang="fr-FR" sz="700">
                <a:solidFill>
                  <a:schemeClr val="tx1"/>
                </a:solidFill>
              </a:rPr>
              <a:t>=</a:t>
            </a:r>
            <a:r>
              <a:rPr lang="fr-FR" sz="700" err="1">
                <a:solidFill>
                  <a:schemeClr val="tx1"/>
                </a:solidFill>
              </a:rPr>
              <a:t>PersonnePhysique</a:t>
            </a:r>
            <a:r>
              <a:rPr lang="fr-FR" sz="700">
                <a:solidFill>
                  <a:schemeClr val="tx1"/>
                </a:solidFill>
              </a:rPr>
              <a:t> et </a:t>
            </a:r>
          </a:p>
          <a:p>
            <a:r>
              <a:rPr lang="fr-FR" sz="700" err="1">
                <a:solidFill>
                  <a:schemeClr val="tx1"/>
                </a:solidFill>
              </a:rPr>
              <a:t>niveauQualificationPro</a:t>
            </a:r>
            <a:r>
              <a:rPr lang="fr-FR" sz="700">
                <a:solidFill>
                  <a:schemeClr val="tx1"/>
                </a:solidFill>
              </a:rPr>
              <a:t> = 05]</a:t>
            </a:r>
            <a:br>
              <a:rPr lang="fr-FR" sz="700">
                <a:solidFill>
                  <a:schemeClr val="tx1"/>
                </a:solidFill>
              </a:rPr>
            </a:br>
            <a:r>
              <a:rPr lang="fr-FR" sz="700">
                <a:solidFill>
                  <a:schemeClr val="tx1"/>
                </a:solidFill>
              </a:rPr>
              <a:t>OU [si </a:t>
            </a:r>
            <a:r>
              <a:rPr lang="fr-FR" sz="700" err="1">
                <a:solidFill>
                  <a:schemeClr val="tx1"/>
                </a:solidFill>
              </a:rPr>
              <a:t>titulaireType</a:t>
            </a:r>
            <a:r>
              <a:rPr lang="fr-FR" sz="700">
                <a:solidFill>
                  <a:schemeClr val="tx1"/>
                </a:solidFill>
              </a:rPr>
              <a:t>= moral]</a:t>
            </a:r>
            <a:br>
              <a:rPr lang="fr-FR" sz="700">
                <a:solidFill>
                  <a:schemeClr val="tx1"/>
                </a:solidFill>
              </a:rPr>
            </a:br>
            <a:r>
              <a:rPr lang="fr-FR" sz="700">
                <a:solidFill>
                  <a:schemeClr val="tx1"/>
                </a:solidFill>
              </a:rPr>
              <a:t>OU </a:t>
            </a:r>
            <a:r>
              <a:rPr lang="fr-FR" sz="700" err="1">
                <a:solidFill>
                  <a:schemeClr val="tx1"/>
                </a:solidFill>
              </a:rPr>
              <a:t>classeCompteFacturation</a:t>
            </a:r>
            <a:r>
              <a:rPr lang="fr-FR" sz="700">
                <a:solidFill>
                  <a:schemeClr val="tx1"/>
                </a:solidFill>
              </a:rPr>
              <a:t> = S</a:t>
            </a:r>
          </a:p>
          <a:p>
            <a:endParaRPr lang="fr-FR" sz="700" strike="sngStrike"/>
          </a:p>
        </p:txBody>
      </p:sp>
      <p:sp>
        <p:nvSpPr>
          <p:cNvPr id="148" name="AutoShape 282"/>
          <p:cNvSpPr>
            <a:spLocks noChangeArrowheads="1"/>
          </p:cNvSpPr>
          <p:nvPr/>
        </p:nvSpPr>
        <p:spPr bwMode="auto">
          <a:xfrm>
            <a:off x="6274419" y="1428627"/>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endParaRPr lang="fr-FR" sz="600">
              <a:solidFill>
                <a:srgbClr val="FFFFFF"/>
              </a:solidFill>
            </a:endParaRPr>
          </a:p>
          <a:p>
            <a:pPr algn="ctr" eaLnBrk="0" hangingPunct="0"/>
            <a:r>
              <a:rPr lang="fr-FR" sz="600">
                <a:solidFill>
                  <a:srgbClr val="FFFFFF"/>
                </a:solidFill>
              </a:rPr>
              <a:t>BEB MOB COM </a:t>
            </a:r>
          </a:p>
          <a:p>
            <a:pPr algn="ctr" eaLnBrk="0" hangingPunct="0"/>
            <a:endParaRPr lang="fr-FR" sz="600">
              <a:solidFill>
                <a:srgbClr val="FFFFFF"/>
              </a:solidFill>
            </a:endParaRPr>
          </a:p>
        </p:txBody>
      </p:sp>
      <p:grpSp>
        <p:nvGrpSpPr>
          <p:cNvPr id="149" name="Group 188"/>
          <p:cNvGrpSpPr>
            <a:grpSpLocks/>
          </p:cNvGrpSpPr>
          <p:nvPr/>
        </p:nvGrpSpPr>
        <p:grpSpPr bwMode="auto">
          <a:xfrm rot="1706185">
            <a:off x="6063126" y="1372830"/>
            <a:ext cx="279400" cy="130175"/>
            <a:chOff x="1920" y="715"/>
            <a:chExt cx="270" cy="139"/>
          </a:xfrm>
          <a:effectLst>
            <a:outerShdw blurRad="50800" dist="38100" dir="2700000" algn="tl" rotWithShape="0">
              <a:prstClr val="black">
                <a:alpha val="40000"/>
              </a:prstClr>
            </a:outerShdw>
          </a:effectLst>
        </p:grpSpPr>
        <p:sp>
          <p:nvSpPr>
            <p:cNvPr id="150" name="AutoShape 18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sp>
          <p:nvSpPr>
            <p:cNvPr id="152" name="AutoShape 19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noFill/>
              <a:miter lim="800000"/>
              <a:headEnd/>
              <a:tailEnd/>
            </a:ln>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eaLnBrk="1" hangingPunct="1">
                <a:spcBef>
                  <a:spcPct val="0"/>
                </a:spcBef>
              </a:pPr>
              <a:endParaRPr lang="fr-FR" altLang="fr-FR" sz="600" b="0">
                <a:solidFill>
                  <a:srgbClr val="000000"/>
                </a:solidFill>
              </a:endParaRPr>
            </a:p>
          </p:txBody>
        </p:sp>
      </p:grpSp>
      <p:sp>
        <p:nvSpPr>
          <p:cNvPr id="153" name="AutoShape 191"/>
          <p:cNvSpPr>
            <a:spLocks noChangeArrowheads="1"/>
          </p:cNvSpPr>
          <p:nvPr/>
        </p:nvSpPr>
        <p:spPr bwMode="auto">
          <a:xfrm>
            <a:off x="5430257" y="1065800"/>
            <a:ext cx="473075" cy="295275"/>
          </a:xfrm>
          <a:prstGeom prst="can">
            <a:avLst>
              <a:gd name="adj" fmla="val 25000"/>
            </a:avLst>
          </a:prstGeom>
          <a:solidFill>
            <a:schemeClr val="accent1"/>
          </a:solidFill>
          <a:ln w="9525">
            <a:noFill/>
            <a:round/>
            <a:headEnd/>
            <a:tailEnd/>
          </a:ln>
          <a:effectLst>
            <a:outerShdw blurRad="50800" dist="38100" dir="2700000" algn="tl" rotWithShape="0">
              <a:prstClr val="black">
                <a:alpha val="40000"/>
              </a:prstClr>
            </a:outerShdw>
          </a:effectLst>
        </p:spPr>
        <p:txBody>
          <a:bodyPr wrap="none" anchor="ctr"/>
          <a:lstStyle>
            <a:lvl1pPr eaLnBrk="0" hangingPunct="0">
              <a:spcBef>
                <a:spcPct val="20000"/>
              </a:spcBef>
              <a:defRPr sz="900" b="1">
                <a:solidFill>
                  <a:schemeClr val="tx1"/>
                </a:solidFill>
                <a:latin typeface="Arial" pitchFamily="34" charset="0"/>
              </a:defRPr>
            </a:lvl1pPr>
            <a:lvl2pPr marL="742950" indent="-285750" eaLnBrk="0" hangingPunct="0">
              <a:spcBef>
                <a:spcPct val="20000"/>
              </a:spcBef>
              <a:defRPr sz="800" b="1">
                <a:solidFill>
                  <a:schemeClr val="tx1"/>
                </a:solidFill>
                <a:latin typeface="Arial" pitchFamily="34" charset="0"/>
              </a:defRPr>
            </a:lvl2pPr>
            <a:lvl3pPr marL="1143000" indent="-228600" eaLnBrk="0" hangingPunct="0">
              <a:spcBef>
                <a:spcPct val="20000"/>
              </a:spcBef>
              <a:defRPr sz="800" b="1">
                <a:solidFill>
                  <a:schemeClr val="tx1"/>
                </a:solidFill>
                <a:latin typeface="Arial" pitchFamily="34" charset="0"/>
              </a:defRPr>
            </a:lvl3pPr>
            <a:lvl4pPr marL="1600200" indent="-228600" eaLnBrk="0" hangingPunct="0">
              <a:spcBef>
                <a:spcPct val="20000"/>
              </a:spcBef>
              <a:defRPr sz="800" b="1">
                <a:solidFill>
                  <a:schemeClr val="tx1"/>
                </a:solidFill>
                <a:latin typeface="Arial" pitchFamily="34" charset="0"/>
              </a:defRPr>
            </a:lvl4pPr>
            <a:lvl5pPr marL="2057400" indent="-228600" eaLnBrk="0" hangingPunct="0">
              <a:spcBef>
                <a:spcPct val="20000"/>
              </a:spcBef>
              <a:defRPr sz="800" b="1">
                <a:solidFill>
                  <a:schemeClr val="tx1"/>
                </a:solidFill>
                <a:latin typeface="Arial" pitchFamily="34" charset="0"/>
              </a:defRPr>
            </a:lvl5pPr>
            <a:lvl6pPr marL="2514600" indent="-228600" eaLnBrk="0" fontAlgn="base" hangingPunct="0">
              <a:spcBef>
                <a:spcPct val="20000"/>
              </a:spcBef>
              <a:spcAft>
                <a:spcPct val="0"/>
              </a:spcAft>
              <a:defRPr sz="800" b="1">
                <a:solidFill>
                  <a:schemeClr val="tx1"/>
                </a:solidFill>
                <a:latin typeface="Arial" pitchFamily="34" charset="0"/>
              </a:defRPr>
            </a:lvl6pPr>
            <a:lvl7pPr marL="2971800" indent="-228600" eaLnBrk="0" fontAlgn="base" hangingPunct="0">
              <a:spcBef>
                <a:spcPct val="20000"/>
              </a:spcBef>
              <a:spcAft>
                <a:spcPct val="0"/>
              </a:spcAft>
              <a:defRPr sz="800" b="1">
                <a:solidFill>
                  <a:schemeClr val="tx1"/>
                </a:solidFill>
                <a:latin typeface="Arial" pitchFamily="34" charset="0"/>
              </a:defRPr>
            </a:lvl7pPr>
            <a:lvl8pPr marL="3429000" indent="-228600" eaLnBrk="0" fontAlgn="base" hangingPunct="0">
              <a:spcBef>
                <a:spcPct val="20000"/>
              </a:spcBef>
              <a:spcAft>
                <a:spcPct val="0"/>
              </a:spcAft>
              <a:defRPr sz="800" b="1">
                <a:solidFill>
                  <a:schemeClr val="tx1"/>
                </a:solidFill>
                <a:latin typeface="Arial" pitchFamily="34" charset="0"/>
              </a:defRPr>
            </a:lvl8pPr>
            <a:lvl9pPr marL="3886200" indent="-228600" eaLnBrk="0" fontAlgn="base" hangingPunct="0">
              <a:spcBef>
                <a:spcPct val="20000"/>
              </a:spcBef>
              <a:spcAft>
                <a:spcPct val="0"/>
              </a:spcAft>
              <a:defRPr sz="800" b="1">
                <a:solidFill>
                  <a:schemeClr val="tx1"/>
                </a:solidFill>
                <a:latin typeface="Arial" pitchFamily="34" charset="0"/>
              </a:defRPr>
            </a:lvl9pPr>
          </a:lstStyle>
          <a:p>
            <a:pPr algn="ctr">
              <a:spcBef>
                <a:spcPct val="0"/>
              </a:spcBef>
            </a:pPr>
            <a:r>
              <a:rPr lang="fr-FR" altLang="fr-FR" sz="600" b="0">
                <a:solidFill>
                  <a:srgbClr val="000000"/>
                </a:solidFill>
              </a:rPr>
              <a:t>WS FAST’R</a:t>
            </a:r>
          </a:p>
        </p:txBody>
      </p:sp>
      <p:sp>
        <p:nvSpPr>
          <p:cNvPr id="154" name="AutoShape 46">
            <a:hlinkClick r:id="rId4" action="ppaction://hlinksldjump"/>
          </p:cNvPr>
          <p:cNvSpPr>
            <a:spLocks noChangeArrowheads="1"/>
          </p:cNvSpPr>
          <p:nvPr/>
        </p:nvSpPr>
        <p:spPr bwMode="auto">
          <a:xfrm rot="10800000">
            <a:off x="7670462" y="3934411"/>
            <a:ext cx="824349" cy="360000"/>
          </a:xfrm>
          <a:prstGeom prst="upArrowCallout">
            <a:avLst>
              <a:gd name="adj1" fmla="val 34532"/>
              <a:gd name="adj2" fmla="val 39470"/>
              <a:gd name="adj3" fmla="val 16667"/>
              <a:gd name="adj4" fmla="val 66667"/>
            </a:avLst>
          </a:prstGeom>
          <a:solidFill>
            <a:srgbClr val="2C842C"/>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600">
                <a:solidFill>
                  <a:srgbClr val="000000"/>
                </a:solidFill>
              </a:rPr>
              <a:t>BEB MOB</a:t>
            </a:r>
          </a:p>
          <a:p>
            <a:pPr algn="ctr" eaLnBrk="0" hangingPunct="0"/>
            <a:r>
              <a:rPr lang="fr-FR" sz="600">
                <a:solidFill>
                  <a:srgbClr val="000000"/>
                </a:solidFill>
              </a:rPr>
              <a:t>Page BEB MOB COM</a:t>
            </a:r>
          </a:p>
        </p:txBody>
      </p:sp>
      <p:cxnSp>
        <p:nvCxnSpPr>
          <p:cNvPr id="155" name="Connecteur en angle 154"/>
          <p:cNvCxnSpPr>
            <a:stCxn id="148" idx="3"/>
            <a:endCxn id="156" idx="0"/>
          </p:cNvCxnSpPr>
          <p:nvPr/>
        </p:nvCxnSpPr>
        <p:spPr bwMode="auto">
          <a:xfrm>
            <a:off x="7036419" y="1682510"/>
            <a:ext cx="1046219" cy="21926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AutoShape 219"/>
          <p:cNvSpPr>
            <a:spLocks noChangeArrowheads="1"/>
          </p:cNvSpPr>
          <p:nvPr/>
        </p:nvSpPr>
        <p:spPr bwMode="auto">
          <a:xfrm>
            <a:off x="7361839" y="1901773"/>
            <a:ext cx="1441597" cy="19987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33000_ADMIN_PREM_BEB_COM_OK</a:t>
            </a:r>
          </a:p>
        </p:txBody>
      </p:sp>
      <p:sp>
        <p:nvSpPr>
          <p:cNvPr id="157" name="AutoShape 219"/>
          <p:cNvSpPr>
            <a:spLocks noChangeArrowheads="1"/>
          </p:cNvSpPr>
          <p:nvPr/>
        </p:nvSpPr>
        <p:spPr bwMode="auto">
          <a:xfrm>
            <a:off x="4348786" y="1568716"/>
            <a:ext cx="1471225" cy="23595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33000_ADMIN_PREM_BEB_COM_NOK</a:t>
            </a:r>
          </a:p>
        </p:txBody>
      </p:sp>
      <p:cxnSp>
        <p:nvCxnSpPr>
          <p:cNvPr id="173" name="Connecteur en angle 172"/>
          <p:cNvCxnSpPr>
            <a:stCxn id="212" idx="0"/>
            <a:endCxn id="148" idx="0"/>
          </p:cNvCxnSpPr>
          <p:nvPr/>
        </p:nvCxnSpPr>
        <p:spPr bwMode="auto">
          <a:xfrm rot="16200000" flipH="1">
            <a:off x="6255303" y="1028510"/>
            <a:ext cx="500605" cy="299627"/>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droit 8"/>
          <p:cNvCxnSpPr>
            <a:stCxn id="148" idx="1"/>
            <a:endCxn id="157" idx="3"/>
          </p:cNvCxnSpPr>
          <p:nvPr/>
        </p:nvCxnSpPr>
        <p:spPr bwMode="auto">
          <a:xfrm flipH="1">
            <a:off x="5820011" y="1682510"/>
            <a:ext cx="454408" cy="41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en angle 7"/>
          <p:cNvCxnSpPr>
            <a:stCxn id="137" idx="3"/>
            <a:endCxn id="110" idx="0"/>
          </p:cNvCxnSpPr>
          <p:nvPr/>
        </p:nvCxnSpPr>
        <p:spPr bwMode="auto">
          <a:xfrm>
            <a:off x="4196359" y="3845835"/>
            <a:ext cx="1830959" cy="781173"/>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AutoShape 31">
            <a:hlinkClick r:id="" action="ppaction://noaction"/>
          </p:cNvPr>
          <p:cNvSpPr>
            <a:spLocks noChangeArrowheads="1"/>
          </p:cNvSpPr>
          <p:nvPr/>
        </p:nvSpPr>
        <p:spPr bwMode="auto">
          <a:xfrm>
            <a:off x="5440983" y="4142525"/>
            <a:ext cx="1156154" cy="21757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ABO_PREMIUM_ADMIN</a:t>
            </a:r>
          </a:p>
        </p:txBody>
      </p:sp>
      <p:sp>
        <p:nvSpPr>
          <p:cNvPr id="99" name="AutoShape 219"/>
          <p:cNvSpPr>
            <a:spLocks noChangeArrowheads="1"/>
          </p:cNvSpPr>
          <p:nvPr/>
        </p:nvSpPr>
        <p:spPr bwMode="auto">
          <a:xfrm>
            <a:off x="4542556" y="3773919"/>
            <a:ext cx="1181970" cy="11891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33000_PREMIUM_ADMIN</a:t>
            </a:r>
          </a:p>
        </p:txBody>
      </p:sp>
      <p:sp>
        <p:nvSpPr>
          <p:cNvPr id="103" name="AutoShape 219"/>
          <p:cNvSpPr>
            <a:spLocks noChangeArrowheads="1"/>
          </p:cNvSpPr>
          <p:nvPr/>
        </p:nvSpPr>
        <p:spPr bwMode="auto">
          <a:xfrm>
            <a:off x="462699" y="4076446"/>
            <a:ext cx="1441597" cy="14294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33000_WCB_PREMIUM_ADMIN</a:t>
            </a:r>
          </a:p>
        </p:txBody>
      </p:sp>
      <p:sp>
        <p:nvSpPr>
          <p:cNvPr id="105" name="AutoShape 31">
            <a:hlinkClick r:id="" action="ppaction://noaction"/>
          </p:cNvPr>
          <p:cNvSpPr>
            <a:spLocks noChangeArrowheads="1"/>
          </p:cNvSpPr>
          <p:nvPr/>
        </p:nvSpPr>
        <p:spPr bwMode="auto">
          <a:xfrm>
            <a:off x="3233677" y="3255633"/>
            <a:ext cx="1156154" cy="152051"/>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ABO_PREMIUM_ADM_AUTRE</a:t>
            </a:r>
          </a:p>
        </p:txBody>
      </p:sp>
      <p:sp>
        <p:nvSpPr>
          <p:cNvPr id="106" name="AutoShape 31">
            <a:hlinkClick r:id="" action="ppaction://noaction"/>
          </p:cNvPr>
          <p:cNvSpPr>
            <a:spLocks noChangeArrowheads="1"/>
          </p:cNvSpPr>
          <p:nvPr/>
        </p:nvSpPr>
        <p:spPr bwMode="auto">
          <a:xfrm>
            <a:off x="7559528" y="3569411"/>
            <a:ext cx="1064648" cy="217572"/>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r>
              <a:rPr lang="fr-FR" sz="600">
                <a:solidFill>
                  <a:srgbClr val="FF0000"/>
                </a:solidFill>
              </a:rPr>
              <a:t>ABO_PREM_ADM_BEB_COM</a:t>
            </a:r>
          </a:p>
        </p:txBody>
      </p:sp>
      <p:sp>
        <p:nvSpPr>
          <p:cNvPr id="112" name="ZoneTexte 111"/>
          <p:cNvSpPr txBox="1"/>
          <p:nvPr/>
        </p:nvSpPr>
        <p:spPr>
          <a:xfrm>
            <a:off x="1063825" y="6291506"/>
            <a:ext cx="2088062" cy="184666"/>
          </a:xfrm>
          <a:prstGeom prst="rect">
            <a:avLst/>
          </a:prstGeom>
          <a:noFill/>
        </p:spPr>
        <p:txBody>
          <a:bodyPr wrap="square" rtlCol="0">
            <a:spAutoFit/>
          </a:bodyPr>
          <a:lstStyle/>
          <a:p>
            <a:pPr algn="ctr"/>
            <a:r>
              <a:rPr lang="fr-FR" sz="600"/>
              <a:t>AUTRE OU valeur1 = PLATINE_00  </a:t>
            </a:r>
            <a:r>
              <a:rPr lang="fr-FR" sz="600" b="1"/>
              <a:t>OU Catégorie=S</a:t>
            </a:r>
          </a:p>
        </p:txBody>
      </p:sp>
      <p:sp>
        <p:nvSpPr>
          <p:cNvPr id="117" name="ZoneTexte 116"/>
          <p:cNvSpPr txBox="1"/>
          <p:nvPr/>
        </p:nvSpPr>
        <p:spPr>
          <a:xfrm>
            <a:off x="6939795" y="1520500"/>
            <a:ext cx="540403" cy="184666"/>
          </a:xfrm>
          <a:prstGeom prst="rect">
            <a:avLst/>
          </a:prstGeom>
          <a:noFill/>
        </p:spPr>
        <p:txBody>
          <a:bodyPr wrap="square" rtlCol="0">
            <a:spAutoFit/>
          </a:bodyPr>
          <a:lstStyle/>
          <a:p>
            <a:pPr algn="ctr"/>
            <a:r>
              <a:rPr lang="fr-FR" sz="600"/>
              <a:t>OUI</a:t>
            </a:r>
          </a:p>
        </p:txBody>
      </p:sp>
      <p:sp>
        <p:nvSpPr>
          <p:cNvPr id="123" name="ZoneTexte 122"/>
          <p:cNvSpPr txBox="1"/>
          <p:nvPr/>
        </p:nvSpPr>
        <p:spPr>
          <a:xfrm>
            <a:off x="5753566" y="1503915"/>
            <a:ext cx="540403" cy="184666"/>
          </a:xfrm>
          <a:prstGeom prst="rect">
            <a:avLst/>
          </a:prstGeom>
          <a:noFill/>
        </p:spPr>
        <p:txBody>
          <a:bodyPr wrap="square" rtlCol="0">
            <a:spAutoFit/>
          </a:bodyPr>
          <a:lstStyle/>
          <a:p>
            <a:pPr algn="ctr"/>
            <a:r>
              <a:rPr lang="fr-FR" sz="600"/>
              <a:t>NON</a:t>
            </a:r>
          </a:p>
        </p:txBody>
      </p:sp>
      <p:sp>
        <p:nvSpPr>
          <p:cNvPr id="70" name="AutoShape 282"/>
          <p:cNvSpPr>
            <a:spLocks noChangeArrowheads="1"/>
          </p:cNvSpPr>
          <p:nvPr/>
        </p:nvSpPr>
        <p:spPr bwMode="auto">
          <a:xfrm>
            <a:off x="7701637" y="2314020"/>
            <a:ext cx="762000" cy="507765"/>
          </a:xfrm>
          <a:prstGeom prst="diamond">
            <a:avLst/>
          </a:prstGeom>
          <a:solidFill>
            <a:srgbClr val="3366FF"/>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solidFill>
                  <a:srgbClr val="FFFFFF"/>
                </a:solidFill>
              </a:rPr>
              <a:t>BEB MOB COM</a:t>
            </a:r>
          </a:p>
          <a:p>
            <a:pPr algn="ctr" eaLnBrk="0" hangingPunct="0"/>
            <a:r>
              <a:rPr lang="fr-FR" sz="600">
                <a:solidFill>
                  <a:srgbClr val="FFFFFF"/>
                </a:solidFill>
              </a:rPr>
              <a:t>Flux HO</a:t>
            </a:r>
          </a:p>
        </p:txBody>
      </p:sp>
      <p:cxnSp>
        <p:nvCxnSpPr>
          <p:cNvPr id="16" name="Connecteur droit 15"/>
          <p:cNvCxnSpPr>
            <a:stCxn id="70" idx="0"/>
            <a:endCxn id="156" idx="2"/>
          </p:cNvCxnSpPr>
          <p:nvPr/>
        </p:nvCxnSpPr>
        <p:spPr bwMode="auto">
          <a:xfrm flipV="1">
            <a:off x="8082637" y="2101647"/>
            <a:ext cx="1" cy="21237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droit 17"/>
          <p:cNvCxnSpPr>
            <a:stCxn id="81" idx="2"/>
            <a:endCxn id="106" idx="0"/>
          </p:cNvCxnSpPr>
          <p:nvPr/>
        </p:nvCxnSpPr>
        <p:spPr bwMode="auto">
          <a:xfrm>
            <a:off x="8091852" y="3387267"/>
            <a:ext cx="0" cy="18214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Connecteur droit avec flèche 20"/>
          <p:cNvCxnSpPr>
            <a:stCxn id="106" idx="2"/>
            <a:endCxn id="154" idx="2"/>
          </p:cNvCxnSpPr>
          <p:nvPr/>
        </p:nvCxnSpPr>
        <p:spPr bwMode="auto">
          <a:xfrm flipH="1">
            <a:off x="8082636" y="3786983"/>
            <a:ext cx="9216" cy="14742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AutoShape 219"/>
          <p:cNvSpPr>
            <a:spLocks noChangeArrowheads="1"/>
          </p:cNvSpPr>
          <p:nvPr/>
        </p:nvSpPr>
        <p:spPr bwMode="auto">
          <a:xfrm>
            <a:off x="7371053" y="3187393"/>
            <a:ext cx="1441597" cy="19987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33000_ADMIN_PREM_BEB_COM_HO</a:t>
            </a:r>
          </a:p>
        </p:txBody>
      </p:sp>
      <p:cxnSp>
        <p:nvCxnSpPr>
          <p:cNvPr id="26" name="Connecteur droit 25"/>
          <p:cNvCxnSpPr>
            <a:stCxn id="81" idx="0"/>
            <a:endCxn id="70" idx="2"/>
          </p:cNvCxnSpPr>
          <p:nvPr/>
        </p:nvCxnSpPr>
        <p:spPr bwMode="auto">
          <a:xfrm flipH="1" flipV="1">
            <a:off x="8082637" y="2821785"/>
            <a:ext cx="9215" cy="36560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AutoShape 219"/>
          <p:cNvSpPr>
            <a:spLocks noChangeArrowheads="1"/>
          </p:cNvSpPr>
          <p:nvPr/>
        </p:nvSpPr>
        <p:spPr bwMode="auto">
          <a:xfrm>
            <a:off x="6126235" y="2806984"/>
            <a:ext cx="1441597" cy="199874"/>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33000_ADMIN_PREM_BEB_COM_HNO</a:t>
            </a:r>
          </a:p>
        </p:txBody>
      </p:sp>
      <p:cxnSp>
        <p:nvCxnSpPr>
          <p:cNvPr id="28" name="Connecteur en angle 27"/>
          <p:cNvCxnSpPr>
            <a:stCxn id="70" idx="1"/>
            <a:endCxn id="85" idx="0"/>
          </p:cNvCxnSpPr>
          <p:nvPr/>
        </p:nvCxnSpPr>
        <p:spPr bwMode="auto">
          <a:xfrm rot="10800000" flipV="1">
            <a:off x="6847035" y="2567902"/>
            <a:ext cx="854603" cy="239081"/>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Connecteur en angle 29"/>
          <p:cNvCxnSpPr>
            <a:stCxn id="85" idx="2"/>
            <a:endCxn id="105" idx="3"/>
          </p:cNvCxnSpPr>
          <p:nvPr/>
        </p:nvCxnSpPr>
        <p:spPr bwMode="auto">
          <a:xfrm rot="5400000">
            <a:off x="5456033" y="1940657"/>
            <a:ext cx="324801" cy="2457203"/>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AutoShape 219"/>
          <p:cNvSpPr>
            <a:spLocks noChangeArrowheads="1"/>
          </p:cNvSpPr>
          <p:nvPr/>
        </p:nvSpPr>
        <p:spPr bwMode="auto">
          <a:xfrm>
            <a:off x="4655010" y="2258628"/>
            <a:ext cx="1471225" cy="235958"/>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defTabSz="379413" eaLnBrk="0" hangingPunct="0"/>
            <a:r>
              <a:rPr lang="fr-FR" sz="600">
                <a:solidFill>
                  <a:srgbClr val="000000"/>
                </a:solidFill>
              </a:rPr>
              <a:t>33000_ADMIN_PREM_BEB_COM_OFF</a:t>
            </a:r>
          </a:p>
        </p:txBody>
      </p:sp>
      <p:sp>
        <p:nvSpPr>
          <p:cNvPr id="91" name="ZoneTexte 90"/>
          <p:cNvSpPr txBox="1"/>
          <p:nvPr/>
        </p:nvSpPr>
        <p:spPr>
          <a:xfrm>
            <a:off x="6684278" y="2365394"/>
            <a:ext cx="986184" cy="184666"/>
          </a:xfrm>
          <a:prstGeom prst="rect">
            <a:avLst/>
          </a:prstGeom>
          <a:noFill/>
        </p:spPr>
        <p:txBody>
          <a:bodyPr wrap="square" rtlCol="0">
            <a:spAutoFit/>
          </a:bodyPr>
          <a:lstStyle/>
          <a:p>
            <a:pPr algn="ctr"/>
            <a:r>
              <a:rPr lang="fr-FR" sz="600"/>
              <a:t>NON ou Désactivé</a:t>
            </a:r>
          </a:p>
        </p:txBody>
      </p:sp>
      <p:sp>
        <p:nvSpPr>
          <p:cNvPr id="92" name="ZoneTexte 91"/>
          <p:cNvSpPr txBox="1"/>
          <p:nvPr/>
        </p:nvSpPr>
        <p:spPr>
          <a:xfrm>
            <a:off x="8109194" y="2855063"/>
            <a:ext cx="540403" cy="184666"/>
          </a:xfrm>
          <a:prstGeom prst="rect">
            <a:avLst/>
          </a:prstGeom>
          <a:noFill/>
        </p:spPr>
        <p:txBody>
          <a:bodyPr wrap="square" rtlCol="0">
            <a:spAutoFit/>
          </a:bodyPr>
          <a:lstStyle/>
          <a:p>
            <a:pPr algn="ctr"/>
            <a:r>
              <a:rPr lang="fr-FR" sz="600"/>
              <a:t>OUI</a:t>
            </a:r>
          </a:p>
        </p:txBody>
      </p:sp>
      <p:sp>
        <p:nvSpPr>
          <p:cNvPr id="93" name="ZoneTexte 92"/>
          <p:cNvSpPr txBox="1"/>
          <p:nvPr/>
        </p:nvSpPr>
        <p:spPr>
          <a:xfrm>
            <a:off x="5923635" y="1932249"/>
            <a:ext cx="540403" cy="184666"/>
          </a:xfrm>
          <a:prstGeom prst="rect">
            <a:avLst/>
          </a:prstGeom>
          <a:noFill/>
        </p:spPr>
        <p:txBody>
          <a:bodyPr wrap="square" rtlCol="0">
            <a:spAutoFit/>
          </a:bodyPr>
          <a:lstStyle/>
          <a:p>
            <a:pPr algn="ctr"/>
            <a:r>
              <a:rPr lang="fr-FR" sz="600"/>
              <a:t>Désactivé</a:t>
            </a:r>
          </a:p>
        </p:txBody>
      </p:sp>
      <p:cxnSp>
        <p:nvCxnSpPr>
          <p:cNvPr id="224" name="Connecteur en angle 223"/>
          <p:cNvCxnSpPr>
            <a:stCxn id="148" idx="2"/>
            <a:endCxn id="89" idx="3"/>
          </p:cNvCxnSpPr>
          <p:nvPr/>
        </p:nvCxnSpPr>
        <p:spPr bwMode="auto">
          <a:xfrm rot="5400000">
            <a:off x="6170720" y="1891907"/>
            <a:ext cx="440215" cy="529184"/>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Connecteur en angle 225"/>
          <p:cNvCxnSpPr>
            <a:stCxn id="89" idx="1"/>
            <a:endCxn id="105" idx="0"/>
          </p:cNvCxnSpPr>
          <p:nvPr/>
        </p:nvCxnSpPr>
        <p:spPr bwMode="auto">
          <a:xfrm rot="10800000" flipV="1">
            <a:off x="3811754" y="2376607"/>
            <a:ext cx="843256" cy="879026"/>
          </a:xfrm>
          <a:prstGeom prst="bent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Connecteur droit avec flèche 228"/>
          <p:cNvCxnSpPr>
            <a:stCxn id="105" idx="2"/>
            <a:endCxn id="137" idx="0"/>
          </p:cNvCxnSpPr>
          <p:nvPr/>
        </p:nvCxnSpPr>
        <p:spPr bwMode="auto">
          <a:xfrm flipH="1">
            <a:off x="3804247" y="3407684"/>
            <a:ext cx="7507" cy="26273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AutoShape 142">
            <a:extLst>
              <a:ext uri="{FF2B5EF4-FFF2-40B4-BE49-F238E27FC236}">
                <a16:creationId xmlns:a16="http://schemas.microsoft.com/office/drawing/2014/main" id="{ACDB7097-F9AC-4239-BA10-D8CCC7A6D897}"/>
              </a:ext>
            </a:extLst>
          </p:cNvPr>
          <p:cNvSpPr>
            <a:spLocks noChangeArrowheads="1"/>
          </p:cNvSpPr>
          <p:nvPr/>
        </p:nvSpPr>
        <p:spPr bwMode="auto">
          <a:xfrm>
            <a:off x="2857133" y="5396971"/>
            <a:ext cx="1186408"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TRANSFERT</a:t>
            </a:r>
          </a:p>
          <a:p>
            <a:pPr algn="ctr" eaLnBrk="0" hangingPunct="0"/>
            <a:r>
              <a:rPr lang="fr-FR" sz="600"/>
              <a:t>ABO WCB FCT PACKPRO</a:t>
            </a:r>
          </a:p>
        </p:txBody>
      </p:sp>
      <p:cxnSp>
        <p:nvCxnSpPr>
          <p:cNvPr id="77" name="AutoShape 13">
            <a:extLst>
              <a:ext uri="{FF2B5EF4-FFF2-40B4-BE49-F238E27FC236}">
                <a16:creationId xmlns:a16="http://schemas.microsoft.com/office/drawing/2014/main" id="{93CA81FA-25F9-4112-B049-B84F0DE86ECA}"/>
              </a:ext>
            </a:extLst>
          </p:cNvPr>
          <p:cNvCxnSpPr>
            <a:cxnSpLocks noChangeShapeType="1"/>
            <a:stCxn id="78" idx="3"/>
            <a:endCxn id="76" idx="1"/>
          </p:cNvCxnSpPr>
          <p:nvPr/>
        </p:nvCxnSpPr>
        <p:spPr bwMode="auto">
          <a:xfrm>
            <a:off x="2707201" y="5514289"/>
            <a:ext cx="149932" cy="7777"/>
          </a:xfrm>
          <a:prstGeom prst="straightConnector1">
            <a:avLst/>
          </a:prstGeom>
          <a:noFill/>
          <a:ln w="3175">
            <a:solidFill>
              <a:srgbClr val="0000FF"/>
            </a:solidFill>
            <a:miter lim="800000"/>
            <a:headEnd/>
            <a:tailEnd type="triangle" w="med" len="med"/>
          </a:ln>
          <a:extLst>
            <a:ext uri="{909E8E84-426E-40DD-AFC4-6F175D3DCCD1}">
              <a14:hiddenFill xmlns:a14="http://schemas.microsoft.com/office/drawing/2010/main">
                <a:noFill/>
              </a14:hiddenFill>
            </a:ext>
          </a:extLst>
        </p:spPr>
      </p:cxnSp>
      <p:sp>
        <p:nvSpPr>
          <p:cNvPr id="78" name="AutoShape 208">
            <a:extLst>
              <a:ext uri="{FF2B5EF4-FFF2-40B4-BE49-F238E27FC236}">
                <a16:creationId xmlns:a16="http://schemas.microsoft.com/office/drawing/2014/main" id="{B234B3EA-C1D8-4D7B-BFF0-A831D1005EF6}"/>
              </a:ext>
            </a:extLst>
          </p:cNvPr>
          <p:cNvSpPr>
            <a:spLocks noChangeArrowheads="1"/>
          </p:cNvSpPr>
          <p:nvPr/>
        </p:nvSpPr>
        <p:spPr bwMode="auto">
          <a:xfrm>
            <a:off x="1348784" y="5442289"/>
            <a:ext cx="1358417" cy="14400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33000_WCB_FCT_PACKPRO</a:t>
            </a:r>
          </a:p>
        </p:txBody>
      </p:sp>
      <p:sp>
        <p:nvSpPr>
          <p:cNvPr id="82" name="ZoneTexte 81">
            <a:extLst>
              <a:ext uri="{FF2B5EF4-FFF2-40B4-BE49-F238E27FC236}">
                <a16:creationId xmlns:a16="http://schemas.microsoft.com/office/drawing/2014/main" id="{077942B6-3FA2-4D2E-978D-55A5E0241B40}"/>
              </a:ext>
            </a:extLst>
          </p:cNvPr>
          <p:cNvSpPr txBox="1"/>
          <p:nvPr/>
        </p:nvSpPr>
        <p:spPr>
          <a:xfrm>
            <a:off x="1433632" y="5305364"/>
            <a:ext cx="1122323" cy="184666"/>
          </a:xfrm>
          <a:prstGeom prst="rect">
            <a:avLst/>
          </a:prstGeom>
          <a:noFill/>
        </p:spPr>
        <p:txBody>
          <a:bodyPr wrap="square" rtlCol="0">
            <a:spAutoFit/>
          </a:bodyPr>
          <a:lstStyle/>
          <a:p>
            <a:pPr algn="ctr"/>
            <a:r>
              <a:rPr lang="fr-FR" sz="600"/>
              <a:t>Valeur1 = PACKPRO_M</a:t>
            </a:r>
            <a:endParaRPr lang="fr-FR" sz="600">
              <a:solidFill>
                <a:srgbClr val="FF0000"/>
              </a:solidFill>
            </a:endParaRPr>
          </a:p>
        </p:txBody>
      </p:sp>
      <p:cxnSp>
        <p:nvCxnSpPr>
          <p:cNvPr id="3" name="Connecteur : en angle 2">
            <a:extLst>
              <a:ext uri="{FF2B5EF4-FFF2-40B4-BE49-F238E27FC236}">
                <a16:creationId xmlns:a16="http://schemas.microsoft.com/office/drawing/2014/main" id="{1392142C-1811-49BD-BE1E-18B44EBFDDCA}"/>
              </a:ext>
            </a:extLst>
          </p:cNvPr>
          <p:cNvCxnSpPr>
            <a:stCxn id="94" idx="2"/>
            <a:endCxn id="78" idx="1"/>
          </p:cNvCxnSpPr>
          <p:nvPr/>
        </p:nvCxnSpPr>
        <p:spPr bwMode="auto">
          <a:xfrm rot="16200000" flipH="1">
            <a:off x="1085654" y="5251158"/>
            <a:ext cx="362513" cy="163747"/>
          </a:xfrm>
          <a:prstGeom prst="bentConnector2">
            <a:avLst/>
          </a:prstGeom>
          <a:solidFill>
            <a:schemeClr val="accent1"/>
          </a:solidFill>
          <a:ln w="9525"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AutoShape 142">
            <a:extLst>
              <a:ext uri="{FF2B5EF4-FFF2-40B4-BE49-F238E27FC236}">
                <a16:creationId xmlns:a16="http://schemas.microsoft.com/office/drawing/2014/main" id="{1B9C6570-0492-468E-B6C1-8FF54EB52A4B}"/>
              </a:ext>
            </a:extLst>
          </p:cNvPr>
          <p:cNvSpPr>
            <a:spLocks noChangeArrowheads="1"/>
          </p:cNvSpPr>
          <p:nvPr/>
        </p:nvSpPr>
        <p:spPr bwMode="auto">
          <a:xfrm>
            <a:off x="7701637" y="5264098"/>
            <a:ext cx="997712" cy="250190"/>
          </a:xfrm>
          <a:prstGeom prst="flowChartProcess">
            <a:avLst/>
          </a:prstGeom>
          <a:solidFill>
            <a:schemeClr val="accent1"/>
          </a:solidFill>
          <a:ln w="9525">
            <a:noFill/>
            <a:miter lim="800000"/>
            <a:headEnd/>
            <a:tailEnd/>
          </a:ln>
          <a:effectLst>
            <a:outerShdw blurRad="50800" dist="38100" dir="2700000" algn="tl" rotWithShape="0">
              <a:prstClr val="black">
                <a:alpha val="40000"/>
              </a:prstClr>
            </a:outerShdw>
          </a:effectLst>
        </p:spPr>
        <p:txBody>
          <a:bodyPr wrap="none" anchor="ctr"/>
          <a:lstStyle/>
          <a:p>
            <a:pPr algn="ctr" eaLnBrk="0" hangingPunct="0"/>
            <a:r>
              <a:rPr lang="fr-FR" sz="600" b="1"/>
              <a:t>TRANSFERT</a:t>
            </a:r>
          </a:p>
          <a:p>
            <a:pPr algn="ctr" eaLnBrk="0" hangingPunct="0"/>
            <a:r>
              <a:rPr lang="fr-FR" sz="600" b="1" i="1"/>
              <a:t>ABO FCT PACKPRO</a:t>
            </a:r>
            <a:endParaRPr lang="fr-FR" sz="600" i="1"/>
          </a:p>
        </p:txBody>
      </p:sp>
      <p:cxnSp>
        <p:nvCxnSpPr>
          <p:cNvPr id="97" name="AutoShape 13">
            <a:extLst>
              <a:ext uri="{FF2B5EF4-FFF2-40B4-BE49-F238E27FC236}">
                <a16:creationId xmlns:a16="http://schemas.microsoft.com/office/drawing/2014/main" id="{ED03B064-85F9-4FE0-8B5B-DD6AC6B21F5B}"/>
              </a:ext>
            </a:extLst>
          </p:cNvPr>
          <p:cNvCxnSpPr>
            <a:cxnSpLocks noChangeShapeType="1"/>
            <a:stCxn id="101" idx="3"/>
            <a:endCxn id="96" idx="1"/>
          </p:cNvCxnSpPr>
          <p:nvPr/>
        </p:nvCxnSpPr>
        <p:spPr bwMode="auto">
          <a:xfrm flipV="1">
            <a:off x="7539818" y="5389193"/>
            <a:ext cx="161819" cy="8570"/>
          </a:xfrm>
          <a:prstGeom prst="bentConnector3">
            <a:avLst>
              <a:gd name="adj1" fmla="val 50000"/>
            </a:avLst>
          </a:prstGeom>
          <a:noFill/>
          <a:ln w="317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01" name="AutoShape 208">
            <a:extLst>
              <a:ext uri="{FF2B5EF4-FFF2-40B4-BE49-F238E27FC236}">
                <a16:creationId xmlns:a16="http://schemas.microsoft.com/office/drawing/2014/main" id="{93057117-FE35-430D-9519-0CF68A283418}"/>
              </a:ext>
            </a:extLst>
          </p:cNvPr>
          <p:cNvSpPr>
            <a:spLocks noChangeArrowheads="1"/>
          </p:cNvSpPr>
          <p:nvPr/>
        </p:nvSpPr>
        <p:spPr bwMode="auto">
          <a:xfrm>
            <a:off x="6169384" y="5332111"/>
            <a:ext cx="1370434" cy="13130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hangingPunct="0"/>
            <a:r>
              <a:rPr lang="fr-FR" sz="600"/>
              <a:t>33000_FCT_PACKPRO</a:t>
            </a:r>
          </a:p>
        </p:txBody>
      </p:sp>
      <p:sp>
        <p:nvSpPr>
          <p:cNvPr id="109" name="ZoneTexte 108">
            <a:extLst>
              <a:ext uri="{FF2B5EF4-FFF2-40B4-BE49-F238E27FC236}">
                <a16:creationId xmlns:a16="http://schemas.microsoft.com/office/drawing/2014/main" id="{0C1541BB-8129-4EFA-8FEB-633CA0604AEE}"/>
              </a:ext>
            </a:extLst>
          </p:cNvPr>
          <p:cNvSpPr txBox="1"/>
          <p:nvPr/>
        </p:nvSpPr>
        <p:spPr>
          <a:xfrm>
            <a:off x="6331471" y="5182028"/>
            <a:ext cx="1122323" cy="184666"/>
          </a:xfrm>
          <a:prstGeom prst="rect">
            <a:avLst/>
          </a:prstGeom>
          <a:noFill/>
        </p:spPr>
        <p:txBody>
          <a:bodyPr wrap="square" rtlCol="0">
            <a:spAutoFit/>
          </a:bodyPr>
          <a:lstStyle/>
          <a:p>
            <a:pPr algn="ctr"/>
            <a:r>
              <a:rPr lang="fr-FR" sz="600"/>
              <a:t>Valeur1 = PACKPRO_M</a:t>
            </a:r>
            <a:endParaRPr lang="fr-FR" sz="600">
              <a:solidFill>
                <a:srgbClr val="FF0000"/>
              </a:solidFill>
            </a:endParaRPr>
          </a:p>
        </p:txBody>
      </p:sp>
      <p:cxnSp>
        <p:nvCxnSpPr>
          <p:cNvPr id="10" name="Connecteur : en angle 9">
            <a:extLst>
              <a:ext uri="{FF2B5EF4-FFF2-40B4-BE49-F238E27FC236}">
                <a16:creationId xmlns:a16="http://schemas.microsoft.com/office/drawing/2014/main" id="{45AD8EF2-F670-4A0A-80A6-CBD796AF7E15}"/>
              </a:ext>
            </a:extLst>
          </p:cNvPr>
          <p:cNvCxnSpPr>
            <a:stCxn id="110" idx="2"/>
            <a:endCxn id="101" idx="1"/>
          </p:cNvCxnSpPr>
          <p:nvPr/>
        </p:nvCxnSpPr>
        <p:spPr bwMode="auto">
          <a:xfrm rot="16200000" flipH="1">
            <a:off x="5932049" y="5160427"/>
            <a:ext cx="332605" cy="14206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32295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CF0194-9775-463D-987B-5936F1ECF18C}" type="slidenum">
              <a:rPr lang="fr-FR" smtClean="0"/>
              <a:pPr eaLnBrk="1" hangingPunct="1"/>
              <a:t>37</a:t>
            </a:fld>
            <a:endParaRPr lang="fr-FR"/>
          </a:p>
        </p:txBody>
      </p: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2" name="Rectangle 2"/>
          <p:cNvSpPr txBox="1">
            <a:spLocks noGrp="1" noChangeArrowheads="1"/>
          </p:cNvSpPr>
          <p:nvPr>
            <p:ph type="title"/>
          </p:nvPr>
        </p:nvSpPr>
        <p:spPr bwMode="auto">
          <a:xfrm>
            <a:off x="2714288" y="47697"/>
            <a:ext cx="4019550" cy="27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HNO GP</a:t>
            </a:r>
          </a:p>
        </p:txBody>
      </p:sp>
      <p:cxnSp>
        <p:nvCxnSpPr>
          <p:cNvPr id="106" name="AutoShape 12"/>
          <p:cNvCxnSpPr>
            <a:cxnSpLocks noChangeShapeType="1"/>
            <a:stCxn id="156" idx="3"/>
            <a:endCxn id="107" idx="6"/>
          </p:cNvCxnSpPr>
          <p:nvPr/>
        </p:nvCxnSpPr>
        <p:spPr bwMode="auto">
          <a:xfrm>
            <a:off x="2774657" y="2989232"/>
            <a:ext cx="330028" cy="9644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AutoShape 13"/>
          <p:cNvSpPr>
            <a:spLocks noChangeArrowheads="1"/>
          </p:cNvSpPr>
          <p:nvPr/>
        </p:nvSpPr>
        <p:spPr bwMode="auto">
          <a:xfrm>
            <a:off x="2996735" y="3085675"/>
            <a:ext cx="215900" cy="1762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2</a:t>
            </a:r>
          </a:p>
        </p:txBody>
      </p:sp>
      <p:cxnSp>
        <p:nvCxnSpPr>
          <p:cNvPr id="108" name="AutoShape 14"/>
          <p:cNvCxnSpPr>
            <a:cxnSpLocks noChangeShapeType="1"/>
            <a:stCxn id="156" idx="1"/>
            <a:endCxn id="190" idx="6"/>
          </p:cNvCxnSpPr>
          <p:nvPr/>
        </p:nvCxnSpPr>
        <p:spPr bwMode="auto">
          <a:xfrm rot="10800000" flipV="1">
            <a:off x="737501" y="2989232"/>
            <a:ext cx="1681557" cy="9604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19"/>
          <p:cNvCxnSpPr>
            <a:cxnSpLocks noChangeShapeType="1"/>
            <a:stCxn id="85" idx="2"/>
            <a:endCxn id="127" idx="0"/>
          </p:cNvCxnSpPr>
          <p:nvPr/>
        </p:nvCxnSpPr>
        <p:spPr bwMode="auto">
          <a:xfrm>
            <a:off x="3104685" y="4717464"/>
            <a:ext cx="0" cy="312343"/>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21"/>
          <p:cNvCxnSpPr>
            <a:cxnSpLocks noChangeShapeType="1"/>
            <a:stCxn id="130" idx="3"/>
            <a:endCxn id="135" idx="0"/>
          </p:cNvCxnSpPr>
          <p:nvPr/>
        </p:nvCxnSpPr>
        <p:spPr bwMode="auto">
          <a:xfrm>
            <a:off x="990604" y="5358277"/>
            <a:ext cx="2330" cy="1508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22"/>
          <p:cNvCxnSpPr>
            <a:cxnSpLocks noChangeShapeType="1"/>
            <a:stCxn id="130" idx="6"/>
            <a:endCxn id="127" idx="1"/>
          </p:cNvCxnSpPr>
          <p:nvPr/>
        </p:nvCxnSpPr>
        <p:spPr bwMode="auto">
          <a:xfrm rot="5400000" flipH="1" flipV="1">
            <a:off x="1919624" y="4196831"/>
            <a:ext cx="78240" cy="1936281"/>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AutoShape 23"/>
          <p:cNvCxnSpPr>
            <a:cxnSpLocks noChangeShapeType="1"/>
            <a:stCxn id="148" idx="2"/>
            <a:endCxn id="96" idx="0"/>
          </p:cNvCxnSpPr>
          <p:nvPr/>
        </p:nvCxnSpPr>
        <p:spPr bwMode="auto">
          <a:xfrm flipH="1">
            <a:off x="2079786" y="5713761"/>
            <a:ext cx="2325" cy="42053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AutoShape 33"/>
          <p:cNvSpPr>
            <a:spLocks noChangeArrowheads="1"/>
          </p:cNvSpPr>
          <p:nvPr/>
        </p:nvSpPr>
        <p:spPr bwMode="auto">
          <a:xfrm>
            <a:off x="2926885" y="5029807"/>
            <a:ext cx="355600" cy="192088"/>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Choix</a:t>
            </a:r>
          </a:p>
        </p:txBody>
      </p:sp>
      <p:sp>
        <p:nvSpPr>
          <p:cNvPr id="130" name="AutoShape 54"/>
          <p:cNvSpPr>
            <a:spLocks noChangeArrowheads="1"/>
          </p:cNvSpPr>
          <p:nvPr/>
        </p:nvSpPr>
        <p:spPr bwMode="auto">
          <a:xfrm>
            <a:off x="882654" y="5204091"/>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1</a:t>
            </a:r>
          </a:p>
        </p:txBody>
      </p:sp>
      <p:sp>
        <p:nvSpPr>
          <p:cNvPr id="131" name="AutoShape 55"/>
          <p:cNvSpPr>
            <a:spLocks noChangeArrowheads="1"/>
          </p:cNvSpPr>
          <p:nvPr/>
        </p:nvSpPr>
        <p:spPr bwMode="auto">
          <a:xfrm>
            <a:off x="1971837" y="5219824"/>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2</a:t>
            </a:r>
          </a:p>
        </p:txBody>
      </p:sp>
      <p:sp>
        <p:nvSpPr>
          <p:cNvPr id="132" name="AutoShape 56"/>
          <p:cNvSpPr>
            <a:spLocks noChangeArrowheads="1"/>
          </p:cNvSpPr>
          <p:nvPr/>
        </p:nvSpPr>
        <p:spPr bwMode="auto">
          <a:xfrm>
            <a:off x="3263315" y="5230678"/>
            <a:ext cx="215900" cy="176212"/>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3</a:t>
            </a:r>
          </a:p>
        </p:txBody>
      </p:sp>
      <p:sp>
        <p:nvSpPr>
          <p:cNvPr id="133" name="AutoShape 59"/>
          <p:cNvSpPr>
            <a:spLocks noChangeArrowheads="1"/>
          </p:cNvSpPr>
          <p:nvPr/>
        </p:nvSpPr>
        <p:spPr bwMode="auto">
          <a:xfrm>
            <a:off x="5238475" y="5034135"/>
            <a:ext cx="46355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NMNI &gt; 1</a:t>
            </a:r>
          </a:p>
        </p:txBody>
      </p:sp>
      <p:sp>
        <p:nvSpPr>
          <p:cNvPr id="134" name="AutoShape 83">
            <a:hlinkClick r:id="rId3" action="ppaction://hlinksldjump"/>
          </p:cNvPr>
          <p:cNvSpPr>
            <a:spLocks noChangeArrowheads="1"/>
          </p:cNvSpPr>
          <p:nvPr/>
        </p:nvSpPr>
        <p:spPr bwMode="auto">
          <a:xfrm rot="10800000">
            <a:off x="2063058" y="573996"/>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fontAlgn="base" hangingPunct="0">
              <a:spcBef>
                <a:spcPct val="0"/>
              </a:spcBef>
              <a:spcAft>
                <a:spcPct val="0"/>
              </a:spcAft>
            </a:pPr>
            <a:r>
              <a:rPr lang="fr-FR" sz="600">
                <a:solidFill>
                  <a:srgbClr val="000000"/>
                </a:solidFill>
              </a:rPr>
              <a:t>HO / HNO</a:t>
            </a:r>
          </a:p>
        </p:txBody>
      </p:sp>
      <p:sp>
        <p:nvSpPr>
          <p:cNvPr id="135" name="AutoShape 86"/>
          <p:cNvSpPr>
            <a:spLocks noChangeArrowheads="1"/>
          </p:cNvSpPr>
          <p:nvPr/>
        </p:nvSpPr>
        <p:spPr bwMode="auto">
          <a:xfrm>
            <a:off x="542934" y="5509082"/>
            <a:ext cx="900000" cy="18894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21000_HNO_DCS</a:t>
            </a:r>
          </a:p>
        </p:txBody>
      </p:sp>
      <p:cxnSp>
        <p:nvCxnSpPr>
          <p:cNvPr id="137" name="AutoShape 88"/>
          <p:cNvCxnSpPr>
            <a:cxnSpLocks noChangeShapeType="1"/>
            <a:stCxn id="135" idx="2"/>
            <a:endCxn id="95" idx="0"/>
          </p:cNvCxnSpPr>
          <p:nvPr/>
        </p:nvCxnSpPr>
        <p:spPr bwMode="auto">
          <a:xfrm rot="16200000" flipH="1">
            <a:off x="779536" y="5911426"/>
            <a:ext cx="430442" cy="3646"/>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AutoShape 89"/>
          <p:cNvSpPr>
            <a:spLocks noChangeArrowheads="1"/>
          </p:cNvSpPr>
          <p:nvPr/>
        </p:nvSpPr>
        <p:spPr bwMode="auto">
          <a:xfrm>
            <a:off x="2920543" y="5535669"/>
            <a:ext cx="900000" cy="18894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23000_HNO_SDL</a:t>
            </a:r>
          </a:p>
        </p:txBody>
      </p:sp>
      <p:cxnSp>
        <p:nvCxnSpPr>
          <p:cNvPr id="140" name="AutoShape 91"/>
          <p:cNvCxnSpPr>
            <a:cxnSpLocks noChangeShapeType="1"/>
            <a:stCxn id="138" idx="2"/>
            <a:endCxn id="98" idx="0"/>
          </p:cNvCxnSpPr>
          <p:nvPr/>
        </p:nvCxnSpPr>
        <p:spPr bwMode="auto">
          <a:xfrm rot="5400000">
            <a:off x="3151225" y="5937586"/>
            <a:ext cx="432287" cy="635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AutoShape 109"/>
          <p:cNvCxnSpPr>
            <a:cxnSpLocks noChangeShapeType="1"/>
            <a:stCxn id="142" idx="2"/>
            <a:endCxn id="85" idx="0"/>
          </p:cNvCxnSpPr>
          <p:nvPr/>
        </p:nvCxnSpPr>
        <p:spPr bwMode="auto">
          <a:xfrm rot="5400000">
            <a:off x="2876951" y="3846176"/>
            <a:ext cx="455468" cy="127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2" name="AutoShape 110"/>
          <p:cNvSpPr>
            <a:spLocks noChangeArrowheads="1"/>
          </p:cNvSpPr>
          <p:nvPr/>
        </p:nvSpPr>
        <p:spPr bwMode="auto">
          <a:xfrm>
            <a:off x="2758610" y="3412302"/>
            <a:ext cx="692150" cy="206140"/>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20000_HNO_SIM</a:t>
            </a:r>
          </a:p>
        </p:txBody>
      </p:sp>
      <p:cxnSp>
        <p:nvCxnSpPr>
          <p:cNvPr id="143" name="AutoShape 111"/>
          <p:cNvCxnSpPr>
            <a:cxnSpLocks noChangeShapeType="1"/>
            <a:stCxn id="107" idx="2"/>
            <a:endCxn id="142" idx="0"/>
          </p:cNvCxnSpPr>
          <p:nvPr/>
        </p:nvCxnSpPr>
        <p:spPr bwMode="auto">
          <a:xfrm>
            <a:off x="3104685" y="3261887"/>
            <a:ext cx="0" cy="15041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AutoShape 115"/>
          <p:cNvCxnSpPr>
            <a:cxnSpLocks noChangeShapeType="1"/>
            <a:stCxn id="127" idx="3"/>
            <a:endCxn id="133" idx="4"/>
          </p:cNvCxnSpPr>
          <p:nvPr/>
        </p:nvCxnSpPr>
        <p:spPr bwMode="auto">
          <a:xfrm flipV="1">
            <a:off x="3282485" y="5122242"/>
            <a:ext cx="1955990" cy="360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116"/>
          <p:cNvCxnSpPr>
            <a:cxnSpLocks noChangeShapeType="1"/>
            <a:stCxn id="127" idx="3"/>
            <a:endCxn id="132" idx="7"/>
          </p:cNvCxnSpPr>
          <p:nvPr/>
        </p:nvCxnSpPr>
        <p:spPr bwMode="auto">
          <a:xfrm>
            <a:off x="3282485" y="5125851"/>
            <a:ext cx="88780" cy="126854"/>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117"/>
          <p:cNvCxnSpPr>
            <a:cxnSpLocks noChangeShapeType="1"/>
            <a:stCxn id="127" idx="1"/>
            <a:endCxn id="131" idx="6"/>
          </p:cNvCxnSpPr>
          <p:nvPr/>
        </p:nvCxnSpPr>
        <p:spPr bwMode="auto">
          <a:xfrm rot="10800000" flipV="1">
            <a:off x="2079787" y="5125850"/>
            <a:ext cx="847098" cy="93973"/>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AutoShape 119"/>
          <p:cNvSpPr>
            <a:spLocks noChangeArrowheads="1"/>
          </p:cNvSpPr>
          <p:nvPr/>
        </p:nvSpPr>
        <p:spPr bwMode="auto">
          <a:xfrm>
            <a:off x="1632111" y="5524815"/>
            <a:ext cx="900000" cy="188946"/>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22000_HNO_ACS</a:t>
            </a:r>
          </a:p>
        </p:txBody>
      </p:sp>
      <p:cxnSp>
        <p:nvCxnSpPr>
          <p:cNvPr id="149" name="AutoShape 120"/>
          <p:cNvCxnSpPr>
            <a:cxnSpLocks noChangeShapeType="1"/>
            <a:stCxn id="131" idx="2"/>
            <a:endCxn id="148" idx="0"/>
          </p:cNvCxnSpPr>
          <p:nvPr/>
        </p:nvCxnSpPr>
        <p:spPr bwMode="auto">
          <a:xfrm>
            <a:off x="2079787" y="5396037"/>
            <a:ext cx="2324" cy="128778"/>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AutoShape 132"/>
          <p:cNvCxnSpPr>
            <a:cxnSpLocks noChangeShapeType="1"/>
            <a:stCxn id="151" idx="1"/>
            <a:endCxn id="85" idx="3"/>
          </p:cNvCxnSpPr>
          <p:nvPr/>
        </p:nvCxnSpPr>
        <p:spPr bwMode="auto">
          <a:xfrm rot="10800000">
            <a:off x="4740095" y="4395687"/>
            <a:ext cx="196954" cy="1466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1" name="Rectangle 133"/>
          <p:cNvSpPr>
            <a:spLocks noChangeArrowheads="1"/>
          </p:cNvSpPr>
          <p:nvPr/>
        </p:nvSpPr>
        <p:spPr bwMode="auto">
          <a:xfrm>
            <a:off x="4937049" y="4179514"/>
            <a:ext cx="1066402" cy="4616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fontAlgn="base" hangingPunct="0">
              <a:spcBef>
                <a:spcPct val="0"/>
              </a:spcBef>
              <a:spcAft>
                <a:spcPct val="0"/>
              </a:spcAft>
            </a:pPr>
            <a:r>
              <a:rPr lang="fr-FR" sz="600">
                <a:solidFill>
                  <a:srgbClr val="CC3300"/>
                </a:solidFill>
              </a:rPr>
              <a:t>SAISIE BIS</a:t>
            </a:r>
          </a:p>
          <a:p>
            <a:pPr algn="ctr" eaLnBrk="0" fontAlgn="base" hangingPunct="0">
              <a:spcBef>
                <a:spcPct val="0"/>
              </a:spcBef>
              <a:spcAft>
                <a:spcPct val="0"/>
              </a:spcAft>
            </a:pPr>
            <a:r>
              <a:rPr lang="fr-FR" sz="600">
                <a:solidFill>
                  <a:srgbClr val="000000"/>
                </a:solidFill>
              </a:rPr>
              <a:t>Désolé je n’ai pas compris votre demande, de nouveau…</a:t>
            </a:r>
          </a:p>
        </p:txBody>
      </p:sp>
      <p:cxnSp>
        <p:nvCxnSpPr>
          <p:cNvPr id="152" name="AutoShape 134"/>
          <p:cNvCxnSpPr>
            <a:cxnSpLocks noChangeShapeType="1"/>
            <a:stCxn id="133" idx="6"/>
            <a:endCxn id="172" idx="2"/>
          </p:cNvCxnSpPr>
          <p:nvPr/>
        </p:nvCxnSpPr>
        <p:spPr bwMode="auto">
          <a:xfrm flipV="1">
            <a:off x="5470250" y="4925286"/>
            <a:ext cx="0" cy="108849"/>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AutoShape 136"/>
          <p:cNvCxnSpPr>
            <a:cxnSpLocks noChangeShapeType="1"/>
            <a:stCxn id="154" idx="1"/>
            <a:endCxn id="76" idx="3"/>
          </p:cNvCxnSpPr>
          <p:nvPr/>
        </p:nvCxnSpPr>
        <p:spPr bwMode="auto">
          <a:xfrm flipH="1" flipV="1">
            <a:off x="4857269" y="2200600"/>
            <a:ext cx="3149159" cy="4612"/>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Rectangle 135"/>
          <p:cNvSpPr>
            <a:spLocks noChangeArrowheads="1"/>
          </p:cNvSpPr>
          <p:nvPr/>
        </p:nvSpPr>
        <p:spPr bwMode="auto">
          <a:xfrm>
            <a:off x="8006428" y="1974379"/>
            <a:ext cx="986634" cy="4616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fontAlgn="base" hangingPunct="0">
              <a:spcBef>
                <a:spcPct val="0"/>
              </a:spcBef>
              <a:spcAft>
                <a:spcPct val="0"/>
              </a:spcAft>
            </a:pPr>
            <a:r>
              <a:rPr lang="fr-FR" sz="600">
                <a:solidFill>
                  <a:srgbClr val="CC3300"/>
                </a:solidFill>
              </a:rPr>
              <a:t>SAISIE BIS</a:t>
            </a:r>
          </a:p>
          <a:p>
            <a:pPr algn="ctr" eaLnBrk="0" fontAlgn="base" hangingPunct="0">
              <a:spcBef>
                <a:spcPct val="0"/>
              </a:spcBef>
              <a:spcAft>
                <a:spcPct val="0"/>
              </a:spcAft>
            </a:pPr>
            <a:r>
              <a:rPr lang="fr-FR" sz="600">
                <a:solidFill>
                  <a:srgbClr val="000000"/>
                </a:solidFill>
              </a:rPr>
              <a:t>Désolé je n’ai pas compris votre choix, de nouveau…</a:t>
            </a:r>
          </a:p>
        </p:txBody>
      </p:sp>
      <p:sp>
        <p:nvSpPr>
          <p:cNvPr id="156" name="AutoShape 33"/>
          <p:cNvSpPr>
            <a:spLocks noChangeArrowheads="1"/>
          </p:cNvSpPr>
          <p:nvPr/>
        </p:nvSpPr>
        <p:spPr bwMode="auto">
          <a:xfrm>
            <a:off x="2419057" y="2893188"/>
            <a:ext cx="355600" cy="192088"/>
          </a:xfrm>
          <a:prstGeom prst="flowChartDecision">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Choix</a:t>
            </a:r>
          </a:p>
        </p:txBody>
      </p:sp>
      <p:cxnSp>
        <p:nvCxnSpPr>
          <p:cNvPr id="157" name="AutoShape 19"/>
          <p:cNvCxnSpPr>
            <a:cxnSpLocks noChangeShapeType="1"/>
            <a:stCxn id="76" idx="2"/>
            <a:endCxn id="156" idx="0"/>
          </p:cNvCxnSpPr>
          <p:nvPr/>
        </p:nvCxnSpPr>
        <p:spPr bwMode="auto">
          <a:xfrm rot="5400000">
            <a:off x="2395300" y="2686850"/>
            <a:ext cx="407895" cy="478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AutoShape 60"/>
          <p:cNvSpPr>
            <a:spLocks noChangeArrowheads="1"/>
          </p:cNvSpPr>
          <p:nvPr/>
        </p:nvSpPr>
        <p:spPr bwMode="auto">
          <a:xfrm>
            <a:off x="8247332" y="2901125"/>
            <a:ext cx="504825"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NMNI &gt; 1</a:t>
            </a:r>
          </a:p>
        </p:txBody>
      </p:sp>
      <p:cxnSp>
        <p:nvCxnSpPr>
          <p:cNvPr id="159" name="AutoShape 14"/>
          <p:cNvCxnSpPr>
            <a:cxnSpLocks noChangeShapeType="1"/>
            <a:stCxn id="156" idx="3"/>
            <a:endCxn id="158" idx="4"/>
          </p:cNvCxnSpPr>
          <p:nvPr/>
        </p:nvCxnSpPr>
        <p:spPr bwMode="auto">
          <a:xfrm>
            <a:off x="2774657" y="2989232"/>
            <a:ext cx="5472675" cy="0"/>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AutoShape 136"/>
          <p:cNvCxnSpPr>
            <a:cxnSpLocks noChangeShapeType="1"/>
            <a:stCxn id="158" idx="6"/>
            <a:endCxn id="169" idx="2"/>
          </p:cNvCxnSpPr>
          <p:nvPr/>
        </p:nvCxnSpPr>
        <p:spPr bwMode="auto">
          <a:xfrm rot="5400000" flipH="1" flipV="1">
            <a:off x="8459587" y="2860967"/>
            <a:ext cx="80316" cy="12700"/>
          </a:xfrm>
          <a:prstGeom prst="bentConnector3">
            <a:avLst>
              <a:gd name="adj1" fmla="val 50000"/>
            </a:avLst>
          </a:prstGeom>
          <a:noFill/>
          <a:ln w="9525">
            <a:solidFill>
              <a:schemeClr val="tx1"/>
            </a:solidFill>
            <a:miter lim="800000"/>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AutoShape 45"/>
          <p:cNvSpPr>
            <a:spLocks noChangeArrowheads="1"/>
          </p:cNvSpPr>
          <p:nvPr/>
        </p:nvSpPr>
        <p:spPr bwMode="auto">
          <a:xfrm>
            <a:off x="8428309" y="4264391"/>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fontAlgn="base">
              <a:spcBef>
                <a:spcPct val="0"/>
              </a:spcBef>
              <a:spcAft>
                <a:spcPct val="0"/>
              </a:spcAft>
            </a:pPr>
            <a:endParaRPr lang="fr-FR">
              <a:solidFill>
                <a:srgbClr val="000000"/>
              </a:solidFill>
            </a:endParaRPr>
          </a:p>
        </p:txBody>
      </p:sp>
      <p:sp>
        <p:nvSpPr>
          <p:cNvPr id="162" name="Rectangle 46"/>
          <p:cNvSpPr>
            <a:spLocks noChangeArrowheads="1"/>
          </p:cNvSpPr>
          <p:nvPr/>
        </p:nvSpPr>
        <p:spPr bwMode="auto">
          <a:xfrm>
            <a:off x="7892129" y="3596996"/>
            <a:ext cx="1215232" cy="461665"/>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fontAlgn="base" hangingPunct="0">
              <a:spcBef>
                <a:spcPct val="0"/>
              </a:spcBef>
              <a:spcAft>
                <a:spcPct val="0"/>
              </a:spcAft>
            </a:pPr>
            <a:r>
              <a:rPr lang="fr-FR" sz="600">
                <a:solidFill>
                  <a:srgbClr val="D31E05"/>
                </a:solidFill>
              </a:rPr>
              <a:t>QUIT</a:t>
            </a:r>
          </a:p>
          <a:p>
            <a:pPr algn="ctr" eaLnBrk="0" fontAlgn="base" hangingPunct="0">
              <a:spcBef>
                <a:spcPct val="0"/>
              </a:spcBef>
              <a:spcAft>
                <a:spcPct val="0"/>
              </a:spcAft>
            </a:pPr>
            <a:r>
              <a:rPr lang="fr-FR" sz="600">
                <a:solidFill>
                  <a:srgbClr val="000000"/>
                </a:solidFill>
              </a:rPr>
              <a:t>Désolé, nous n’avons pas compris votre demande. SFR vous remercie de votre appel </a:t>
            </a:r>
          </a:p>
        </p:txBody>
      </p:sp>
      <p:cxnSp>
        <p:nvCxnSpPr>
          <p:cNvPr id="163" name="AutoShape 47"/>
          <p:cNvCxnSpPr>
            <a:cxnSpLocks noChangeShapeType="1"/>
            <a:stCxn id="162" idx="2"/>
            <a:endCxn id="161" idx="0"/>
          </p:cNvCxnSpPr>
          <p:nvPr/>
        </p:nvCxnSpPr>
        <p:spPr bwMode="auto">
          <a:xfrm>
            <a:off x="8499746" y="4058660"/>
            <a:ext cx="1" cy="20573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AutoShape 101"/>
          <p:cNvCxnSpPr>
            <a:cxnSpLocks noChangeShapeType="1"/>
            <a:stCxn id="158" idx="2"/>
            <a:endCxn id="162" idx="0"/>
          </p:cNvCxnSpPr>
          <p:nvPr/>
        </p:nvCxnSpPr>
        <p:spPr bwMode="auto">
          <a:xfrm rot="5400000">
            <a:off x="8239916" y="3337167"/>
            <a:ext cx="519658" cy="12700"/>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AutoShape 45"/>
          <p:cNvSpPr>
            <a:spLocks noChangeArrowheads="1"/>
          </p:cNvSpPr>
          <p:nvPr/>
        </p:nvSpPr>
        <p:spPr bwMode="auto">
          <a:xfrm>
            <a:off x="5398814" y="6603535"/>
            <a:ext cx="142875" cy="141287"/>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pPr fontAlgn="base">
              <a:spcBef>
                <a:spcPct val="0"/>
              </a:spcBef>
              <a:spcAft>
                <a:spcPct val="0"/>
              </a:spcAft>
            </a:pPr>
            <a:endParaRPr lang="fr-FR">
              <a:solidFill>
                <a:srgbClr val="000000"/>
              </a:solidFill>
            </a:endParaRPr>
          </a:p>
        </p:txBody>
      </p:sp>
      <p:sp>
        <p:nvSpPr>
          <p:cNvPr id="166" name="Rectangle 46"/>
          <p:cNvSpPr>
            <a:spLocks noChangeArrowheads="1"/>
          </p:cNvSpPr>
          <p:nvPr/>
        </p:nvSpPr>
        <p:spPr bwMode="auto">
          <a:xfrm>
            <a:off x="4937049" y="5905847"/>
            <a:ext cx="1066402" cy="553998"/>
          </a:xfrm>
          <a:prstGeom prst="rect">
            <a:avLst/>
          </a:prstGeom>
          <a:solidFill>
            <a:srgbClr val="C0C0C0"/>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fontAlgn="base" hangingPunct="0">
              <a:spcBef>
                <a:spcPct val="0"/>
              </a:spcBef>
              <a:spcAft>
                <a:spcPct val="0"/>
              </a:spcAft>
            </a:pPr>
            <a:r>
              <a:rPr lang="fr-FR" sz="600">
                <a:solidFill>
                  <a:srgbClr val="D31E05"/>
                </a:solidFill>
              </a:rPr>
              <a:t>QUIT</a:t>
            </a:r>
          </a:p>
          <a:p>
            <a:pPr algn="ctr" eaLnBrk="0" fontAlgn="base" hangingPunct="0">
              <a:spcBef>
                <a:spcPct val="0"/>
              </a:spcBef>
              <a:spcAft>
                <a:spcPct val="0"/>
              </a:spcAft>
            </a:pPr>
            <a:r>
              <a:rPr lang="fr-FR" sz="600">
                <a:solidFill>
                  <a:srgbClr val="000000"/>
                </a:solidFill>
              </a:rPr>
              <a:t>Désolé, nous n’avons pas compris votre demande. SFR vous remercie de votre appel </a:t>
            </a:r>
          </a:p>
        </p:txBody>
      </p:sp>
      <p:cxnSp>
        <p:nvCxnSpPr>
          <p:cNvPr id="167" name="AutoShape 47"/>
          <p:cNvCxnSpPr>
            <a:cxnSpLocks noChangeShapeType="1"/>
            <a:stCxn id="166" idx="2"/>
            <a:endCxn id="165" idx="0"/>
          </p:cNvCxnSpPr>
          <p:nvPr/>
        </p:nvCxnSpPr>
        <p:spPr bwMode="auto">
          <a:xfrm>
            <a:off x="5470251" y="6459846"/>
            <a:ext cx="1" cy="143689"/>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AutoShape 101"/>
          <p:cNvCxnSpPr>
            <a:cxnSpLocks noChangeShapeType="1"/>
            <a:stCxn id="171" idx="2"/>
            <a:endCxn id="166" idx="0"/>
          </p:cNvCxnSpPr>
          <p:nvPr/>
        </p:nvCxnSpPr>
        <p:spPr bwMode="auto">
          <a:xfrm>
            <a:off x="5470250" y="5722532"/>
            <a:ext cx="0" cy="183315"/>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9" name="AutoShape 112"/>
          <p:cNvSpPr>
            <a:spLocks noChangeArrowheads="1"/>
          </p:cNvSpPr>
          <p:nvPr/>
        </p:nvSpPr>
        <p:spPr bwMode="auto">
          <a:xfrm>
            <a:off x="7998095" y="2625212"/>
            <a:ext cx="1003300" cy="195597"/>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90001_HNO_NMNI</a:t>
            </a:r>
          </a:p>
        </p:txBody>
      </p:sp>
      <p:sp>
        <p:nvSpPr>
          <p:cNvPr id="170" name="AutoShape 112"/>
          <p:cNvSpPr>
            <a:spLocks noChangeArrowheads="1"/>
          </p:cNvSpPr>
          <p:nvPr/>
        </p:nvSpPr>
        <p:spPr bwMode="auto">
          <a:xfrm>
            <a:off x="7998095" y="3224720"/>
            <a:ext cx="1003300" cy="20385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90002_HNO_QUIT</a:t>
            </a:r>
          </a:p>
        </p:txBody>
      </p:sp>
      <p:sp>
        <p:nvSpPr>
          <p:cNvPr id="171" name="AutoShape 89"/>
          <p:cNvSpPr>
            <a:spLocks noChangeArrowheads="1"/>
          </p:cNvSpPr>
          <p:nvPr/>
        </p:nvSpPr>
        <p:spPr bwMode="auto">
          <a:xfrm>
            <a:off x="5020250" y="5507333"/>
            <a:ext cx="900000" cy="215199"/>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29002_HNO_QUIT</a:t>
            </a:r>
          </a:p>
        </p:txBody>
      </p:sp>
      <p:sp>
        <p:nvSpPr>
          <p:cNvPr id="172" name="AutoShape 89"/>
          <p:cNvSpPr>
            <a:spLocks noChangeArrowheads="1"/>
          </p:cNvSpPr>
          <p:nvPr/>
        </p:nvSpPr>
        <p:spPr bwMode="auto">
          <a:xfrm>
            <a:off x="5124175" y="4725825"/>
            <a:ext cx="692150" cy="199461"/>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29001_HNO_NMNI</a:t>
            </a:r>
          </a:p>
        </p:txBody>
      </p:sp>
      <p:cxnSp>
        <p:nvCxnSpPr>
          <p:cNvPr id="173" name="AutoShape 19"/>
          <p:cNvCxnSpPr>
            <a:cxnSpLocks noChangeShapeType="1"/>
            <a:endCxn id="76" idx="0"/>
          </p:cNvCxnSpPr>
          <p:nvPr/>
        </p:nvCxnSpPr>
        <p:spPr bwMode="auto">
          <a:xfrm rot="16200000" flipH="1">
            <a:off x="2479816" y="1794085"/>
            <a:ext cx="240844" cy="279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4" name="AutoShape 31">
            <a:hlinkClick r:id="" action="ppaction://noaction"/>
          </p:cNvPr>
          <p:cNvSpPr>
            <a:spLocks noChangeArrowheads="1"/>
          </p:cNvSpPr>
          <p:nvPr/>
        </p:nvSpPr>
        <p:spPr bwMode="auto">
          <a:xfrm>
            <a:off x="2482385" y="3698542"/>
            <a:ext cx="1244600" cy="16899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ABO_HNO_SIM</a:t>
            </a:r>
          </a:p>
        </p:txBody>
      </p:sp>
      <p:sp>
        <p:nvSpPr>
          <p:cNvPr id="175" name="AutoShape 31">
            <a:hlinkClick r:id="" action="ppaction://noaction"/>
          </p:cNvPr>
          <p:cNvSpPr>
            <a:spLocks noChangeArrowheads="1"/>
          </p:cNvSpPr>
          <p:nvPr/>
        </p:nvSpPr>
        <p:spPr bwMode="auto">
          <a:xfrm>
            <a:off x="1640051" y="5740014"/>
            <a:ext cx="879475" cy="16583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ABO_HNO_ACS</a:t>
            </a:r>
          </a:p>
        </p:txBody>
      </p:sp>
      <p:cxnSp>
        <p:nvCxnSpPr>
          <p:cNvPr id="176" name="Connecteur en angle 14427"/>
          <p:cNvCxnSpPr>
            <a:stCxn id="132" idx="2"/>
            <a:endCxn id="138" idx="0"/>
          </p:cNvCxnSpPr>
          <p:nvPr/>
        </p:nvCxnSpPr>
        <p:spPr bwMode="auto">
          <a:xfrm flipH="1">
            <a:off x="3370543" y="5406890"/>
            <a:ext cx="722" cy="128779"/>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AutoShape 12"/>
          <p:cNvCxnSpPr>
            <a:cxnSpLocks noChangeShapeType="1"/>
            <a:endCxn id="134" idx="0"/>
          </p:cNvCxnSpPr>
          <p:nvPr/>
        </p:nvCxnSpPr>
        <p:spPr bwMode="auto">
          <a:xfrm flipV="1">
            <a:off x="2598839" y="1048659"/>
            <a:ext cx="0" cy="62640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Connecteur droit 179"/>
          <p:cNvCxnSpPr>
            <a:stCxn id="169" idx="0"/>
            <a:endCxn id="154" idx="2"/>
          </p:cNvCxnSpPr>
          <p:nvPr/>
        </p:nvCxnSpPr>
        <p:spPr bwMode="auto">
          <a:xfrm flipV="1">
            <a:off x="8499745" y="2436044"/>
            <a:ext cx="0" cy="1891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AutoShape 134"/>
          <p:cNvCxnSpPr>
            <a:cxnSpLocks noChangeShapeType="1"/>
            <a:stCxn id="172" idx="0"/>
            <a:endCxn id="151" idx="2"/>
          </p:cNvCxnSpPr>
          <p:nvPr/>
        </p:nvCxnSpPr>
        <p:spPr bwMode="auto">
          <a:xfrm flipV="1">
            <a:off x="5470250" y="4641179"/>
            <a:ext cx="0" cy="84646"/>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AutoShape 134"/>
          <p:cNvCxnSpPr>
            <a:cxnSpLocks noChangeShapeType="1"/>
            <a:stCxn id="171" idx="0"/>
            <a:endCxn id="133" idx="2"/>
          </p:cNvCxnSpPr>
          <p:nvPr/>
        </p:nvCxnSpPr>
        <p:spPr bwMode="auto">
          <a:xfrm flipV="1">
            <a:off x="5470250" y="5210348"/>
            <a:ext cx="0" cy="296985"/>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0" name="AutoShape 15"/>
          <p:cNvSpPr>
            <a:spLocks noChangeArrowheads="1"/>
          </p:cNvSpPr>
          <p:nvPr/>
        </p:nvSpPr>
        <p:spPr bwMode="auto">
          <a:xfrm>
            <a:off x="629550" y="3085276"/>
            <a:ext cx="215900" cy="176213"/>
          </a:xfrm>
          <a:prstGeom prst="bevel">
            <a:avLst>
              <a:gd name="adj" fmla="val 12500"/>
            </a:avLst>
          </a:prstGeom>
          <a:solidFill>
            <a:schemeClr val="hlink"/>
          </a:solidFill>
          <a:ln w="9525">
            <a:noFill/>
            <a:miter lim="800000"/>
            <a:headEnd/>
            <a:tailEnd/>
          </a:ln>
          <a:effectLst>
            <a:outerShdw blurRad="50800" dist="38100" dir="2700000" algn="tl" rotWithShape="0">
              <a:prstClr val="black">
                <a:alpha val="40000"/>
              </a:prstClr>
            </a:outerShdw>
          </a:effectLst>
        </p:spPr>
        <p:txBody>
          <a:bodyPr wrap="none" lIns="37874" tIns="18937" rIns="37874" bIns="18937" anchor="ctr"/>
          <a:lstStyle/>
          <a:p>
            <a:pPr algn="ctr" defTabSz="379413" eaLnBrk="0" fontAlgn="base" hangingPunct="0">
              <a:spcBef>
                <a:spcPct val="0"/>
              </a:spcBef>
              <a:spcAft>
                <a:spcPct val="0"/>
              </a:spcAft>
            </a:pPr>
            <a:r>
              <a:rPr lang="fr-FR" sz="600">
                <a:solidFill>
                  <a:srgbClr val="000000"/>
                </a:solidFill>
              </a:rPr>
              <a:t>1</a:t>
            </a:r>
          </a:p>
        </p:txBody>
      </p:sp>
      <p:sp>
        <p:nvSpPr>
          <p:cNvPr id="192" name="AutoShape 112"/>
          <p:cNvSpPr>
            <a:spLocks noChangeArrowheads="1"/>
          </p:cNvSpPr>
          <p:nvPr/>
        </p:nvSpPr>
        <p:spPr bwMode="auto">
          <a:xfrm>
            <a:off x="235850" y="3335502"/>
            <a:ext cx="1003300" cy="220863"/>
          </a:xfrm>
          <a:prstGeom prst="roundRect">
            <a:avLst>
              <a:gd name="adj" fmla="val 16667"/>
            </a:avLst>
          </a:prstGeom>
          <a:solidFill>
            <a:srgbClr val="F8DAD4"/>
          </a:solidFill>
          <a:ln w="9525">
            <a:noFill/>
            <a:round/>
            <a:headEnd/>
            <a:tailEnd/>
          </a:ln>
          <a:effectLst>
            <a:outerShdw blurRad="50800" dist="38100" dir="2700000" algn="tl" rotWithShape="0">
              <a:prstClr val="black">
                <a:alpha val="40000"/>
              </a:prstClr>
            </a:outerShdw>
          </a:effectLst>
        </p:spPr>
        <p:txBody>
          <a:bodyPr wrap="none" anchor="ctr"/>
          <a:lstStyle/>
          <a:p>
            <a:pPr algn="ctr" eaLnBrk="0" fontAlgn="base" hangingPunct="0">
              <a:spcBef>
                <a:spcPct val="0"/>
              </a:spcBef>
              <a:spcAft>
                <a:spcPct val="0"/>
              </a:spcAft>
            </a:pPr>
            <a:r>
              <a:rPr lang="fr-FR" sz="600">
                <a:solidFill>
                  <a:srgbClr val="000000"/>
                </a:solidFill>
              </a:rPr>
              <a:t>10000_HNO_FACT</a:t>
            </a:r>
          </a:p>
        </p:txBody>
      </p:sp>
      <p:cxnSp>
        <p:nvCxnSpPr>
          <p:cNvPr id="193" name="AutoShape 113"/>
          <p:cNvCxnSpPr>
            <a:cxnSpLocks noChangeShapeType="1"/>
            <a:stCxn id="190" idx="2"/>
            <a:endCxn id="192" idx="0"/>
          </p:cNvCxnSpPr>
          <p:nvPr/>
        </p:nvCxnSpPr>
        <p:spPr bwMode="auto">
          <a:xfrm>
            <a:off x="737500" y="3261489"/>
            <a:ext cx="0" cy="740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AutoShape 114"/>
          <p:cNvCxnSpPr>
            <a:cxnSpLocks noChangeShapeType="1"/>
            <a:stCxn id="195" idx="2"/>
            <a:endCxn id="79" idx="0"/>
          </p:cNvCxnSpPr>
          <p:nvPr/>
        </p:nvCxnSpPr>
        <p:spPr bwMode="auto">
          <a:xfrm>
            <a:off x="737500" y="3867141"/>
            <a:ext cx="0" cy="353014"/>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5" name="AutoShape 31">
            <a:hlinkClick r:id="" action="ppaction://noaction"/>
          </p:cNvPr>
          <p:cNvSpPr>
            <a:spLocks noChangeArrowheads="1"/>
          </p:cNvSpPr>
          <p:nvPr/>
        </p:nvSpPr>
        <p:spPr bwMode="auto">
          <a:xfrm>
            <a:off x="115200" y="3698142"/>
            <a:ext cx="1244600" cy="168999"/>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ABO_HNO_FACT</a:t>
            </a:r>
          </a:p>
        </p:txBody>
      </p:sp>
      <p:cxnSp>
        <p:nvCxnSpPr>
          <p:cNvPr id="196" name="AutoShape 12"/>
          <p:cNvCxnSpPr>
            <a:cxnSpLocks noChangeShapeType="1"/>
            <a:stCxn id="192" idx="2"/>
            <a:endCxn id="195" idx="0"/>
          </p:cNvCxnSpPr>
          <p:nvPr/>
        </p:nvCxnSpPr>
        <p:spPr bwMode="auto">
          <a:xfrm>
            <a:off x="737500" y="3556365"/>
            <a:ext cx="0" cy="141777"/>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AutoShape 143"/>
          <p:cNvSpPr>
            <a:spLocks noChangeArrowheads="1"/>
          </p:cNvSpPr>
          <p:nvPr/>
        </p:nvSpPr>
        <p:spPr bwMode="auto">
          <a:xfrm>
            <a:off x="210970" y="4220155"/>
            <a:ext cx="1053060"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a:t>
            </a:r>
            <a:r>
              <a:rPr lang="fr-FR" sz="600" b="1"/>
              <a:t>_</a:t>
            </a:r>
            <a:r>
              <a:rPr lang="fr-FR" sz="600" b="1">
                <a:solidFill>
                  <a:srgbClr val="2C842C"/>
                </a:solidFill>
              </a:rPr>
              <a:t>PCB</a:t>
            </a:r>
          </a:p>
          <a:p>
            <a:pPr algn="ctr" eaLnBrk="0" hangingPunct="0"/>
            <a:r>
              <a:rPr lang="fr-FR" sz="600"/>
              <a:t>03 69 18 58 75</a:t>
            </a:r>
            <a:endParaRPr lang="fr-FR" sz="600" b="1">
              <a:solidFill>
                <a:srgbClr val="2C842C"/>
              </a:solidFill>
            </a:endParaRPr>
          </a:p>
        </p:txBody>
      </p:sp>
      <p:sp>
        <p:nvSpPr>
          <p:cNvPr id="95" name="AutoShape 143"/>
          <p:cNvSpPr>
            <a:spLocks noChangeArrowheads="1"/>
          </p:cNvSpPr>
          <p:nvPr/>
        </p:nvSpPr>
        <p:spPr bwMode="auto">
          <a:xfrm>
            <a:off x="520392" y="6128470"/>
            <a:ext cx="952376"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DCS</a:t>
            </a:r>
          </a:p>
          <a:p>
            <a:pPr algn="ctr" eaLnBrk="0" hangingPunct="0"/>
            <a:r>
              <a:rPr lang="fr-FR" sz="600"/>
              <a:t>03 69 18 58 76</a:t>
            </a:r>
            <a:endParaRPr lang="fr-FR" sz="600" b="1">
              <a:solidFill>
                <a:srgbClr val="2C842C"/>
              </a:solidFill>
            </a:endParaRPr>
          </a:p>
        </p:txBody>
      </p:sp>
      <p:sp>
        <p:nvSpPr>
          <p:cNvPr id="96" name="AutoShape 143"/>
          <p:cNvSpPr>
            <a:spLocks noChangeArrowheads="1"/>
          </p:cNvSpPr>
          <p:nvPr/>
        </p:nvSpPr>
        <p:spPr bwMode="auto">
          <a:xfrm>
            <a:off x="1622494" y="6134293"/>
            <a:ext cx="914584"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ACS</a:t>
            </a:r>
          </a:p>
          <a:p>
            <a:pPr algn="ctr" eaLnBrk="0" hangingPunct="0"/>
            <a:r>
              <a:rPr lang="fr-FR" sz="600"/>
              <a:t>03 69 18 58 74</a:t>
            </a:r>
            <a:endParaRPr lang="fr-FR" sz="600" b="1">
              <a:solidFill>
                <a:srgbClr val="2C842C"/>
              </a:solidFill>
            </a:endParaRPr>
          </a:p>
        </p:txBody>
      </p:sp>
      <p:sp>
        <p:nvSpPr>
          <p:cNvPr id="76" name="Rectangle 25"/>
          <p:cNvSpPr>
            <a:spLocks noChangeArrowheads="1"/>
          </p:cNvSpPr>
          <p:nvPr/>
        </p:nvSpPr>
        <p:spPr bwMode="auto">
          <a:xfrm>
            <a:off x="346005" y="1915906"/>
            <a:ext cx="4511264" cy="569387"/>
          </a:xfrm>
          <a:prstGeom prst="rect">
            <a:avLst/>
          </a:prstGeom>
          <a:solidFill>
            <a:srgbClr val="FF99CC"/>
          </a:solidFill>
          <a:ln w="9525">
            <a:noFill/>
            <a:miter lim="800000"/>
            <a:headEnd/>
            <a:tailEnd/>
          </a:ln>
          <a:effectLst>
            <a:outerShdw blurRad="50800" dist="38100" dir="2700000" algn="tl" rotWithShape="0">
              <a:prstClr val="black">
                <a:alpha val="40000"/>
              </a:prstClr>
            </a:outerShdw>
          </a:effectLst>
        </p:spPr>
        <p:txBody>
          <a:bodyPr wrap="square" anchor="ctr">
            <a:spAutoFit/>
          </a:bodyPr>
          <a:lstStyle/>
          <a:p>
            <a:pPr algn="ctr" eaLnBrk="0" hangingPunct="0"/>
            <a:r>
              <a:rPr lang="fr-FR" sz="700">
                <a:solidFill>
                  <a:srgbClr val="FF0000"/>
                </a:solidFill>
              </a:rPr>
              <a:t>ABO MENU HNO </a:t>
            </a:r>
          </a:p>
          <a:p>
            <a:pPr algn="ctr"/>
            <a:r>
              <a:rPr lang="fr-CH" sz="600">
                <a:solidFill>
                  <a:srgbClr val="000000"/>
                </a:solidFill>
                <a:ea typeface="ＭＳ Ｐゴシック" pitchFamily="-80" charset="-128"/>
              </a:rPr>
              <a:t>Pour régler votre facture par carte bancaire tapez 1</a:t>
            </a:r>
          </a:p>
          <a:p>
            <a:pPr algn="ctr"/>
            <a:r>
              <a:rPr lang="fr-FR" sz="600">
                <a:solidFill>
                  <a:srgbClr val="000000"/>
                </a:solidFill>
                <a:ea typeface="ＭＳ Ｐゴシック" pitchFamily="-80" charset="-128"/>
              </a:rPr>
              <a:t>Pour activer, débloquer  votre carte </a:t>
            </a:r>
            <a:r>
              <a:rPr lang="fr-FR" sz="600" err="1">
                <a:solidFill>
                  <a:srgbClr val="000000"/>
                </a:solidFill>
                <a:ea typeface="ＭＳ Ｐゴシック" pitchFamily="-80" charset="-128"/>
              </a:rPr>
              <a:t>sim</a:t>
            </a:r>
            <a:r>
              <a:rPr lang="fr-FR" sz="600">
                <a:solidFill>
                  <a:srgbClr val="000000"/>
                </a:solidFill>
                <a:ea typeface="ＭＳ Ｐゴシック" pitchFamily="-80" charset="-128"/>
              </a:rPr>
              <a:t> ou suspendre votre ligne suite à une perte ou vol de votre mobile tapez 2</a:t>
            </a:r>
            <a:r>
              <a:rPr lang="fr-CH" sz="600">
                <a:solidFill>
                  <a:srgbClr val="000000"/>
                </a:solidFill>
                <a:ea typeface="ＭＳ Ｐゴシック" pitchFamily="-80" charset="-128"/>
              </a:rPr>
              <a:t> </a:t>
            </a:r>
            <a:endParaRPr lang="fr-CH" sz="600">
              <a:ea typeface="ＭＳ Ｐゴシック" pitchFamily="-80" charset="-128"/>
            </a:endParaRPr>
          </a:p>
          <a:p>
            <a:pPr algn="ctr"/>
            <a:r>
              <a:rPr lang="fr-CH" sz="600">
                <a:solidFill>
                  <a:srgbClr val="000000"/>
                </a:solidFill>
                <a:ea typeface="ＭＳ Ｐゴシック" pitchFamily="-80" charset="-128"/>
              </a:rPr>
              <a:t>Pour tout autre demande nous vous informons que nos conseillers sont à votre disposition du lundi au samedi de 8h à 22h, hors jours fériés</a:t>
            </a:r>
          </a:p>
        </p:txBody>
      </p:sp>
      <p:sp>
        <p:nvSpPr>
          <p:cNvPr id="85" name="Rectangle 25"/>
          <p:cNvSpPr>
            <a:spLocks noChangeArrowheads="1"/>
          </p:cNvSpPr>
          <p:nvPr/>
        </p:nvSpPr>
        <p:spPr bwMode="auto">
          <a:xfrm>
            <a:off x="1469275" y="4073910"/>
            <a:ext cx="3270820" cy="643554"/>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eaLnBrk="0" hangingPunct="0"/>
            <a:r>
              <a:rPr lang="fr-FR" sz="700">
                <a:solidFill>
                  <a:srgbClr val="FF0000"/>
                </a:solidFill>
              </a:rPr>
              <a:t>ABO MENU SIM HNO</a:t>
            </a:r>
          </a:p>
          <a:p>
            <a:pPr algn="ctr"/>
            <a:r>
              <a:rPr lang="fr-FR" sz="600">
                <a:solidFill>
                  <a:srgbClr val="000000"/>
                </a:solidFill>
                <a:ea typeface="ＭＳ Ｐゴシック" pitchFamily="-80" charset="-128"/>
              </a:rPr>
              <a:t>Pour débloquer votre  mobile suite à la saisie de 3 codes erronés, tapez 1</a:t>
            </a:r>
          </a:p>
          <a:p>
            <a:pPr algn="ctr"/>
            <a:r>
              <a:rPr lang="fr-FR" sz="600">
                <a:solidFill>
                  <a:srgbClr val="000000"/>
                </a:solidFill>
                <a:ea typeface="ＭＳ Ｐゴシック" pitchFamily="-80" charset="-128"/>
              </a:rPr>
              <a:t>Pour activer votre carte SIM, tapez 2 </a:t>
            </a:r>
          </a:p>
          <a:p>
            <a:pPr algn="ctr"/>
            <a:r>
              <a:rPr lang="fr-FR" sz="600">
                <a:solidFill>
                  <a:srgbClr val="000000"/>
                </a:solidFill>
                <a:ea typeface="ＭＳ Ｐゴシック" pitchFamily="-80" charset="-128"/>
              </a:rPr>
              <a:t>Pour suspendre votre ligne suite à une perte ou un vol de votre mobile, tapez 3 </a:t>
            </a:r>
          </a:p>
        </p:txBody>
      </p:sp>
      <p:sp>
        <p:nvSpPr>
          <p:cNvPr id="77" name="Rectangle 76"/>
          <p:cNvSpPr/>
          <p:nvPr/>
        </p:nvSpPr>
        <p:spPr bwMode="auto">
          <a:xfrm rot="20243957">
            <a:off x="3288839" y="6300312"/>
            <a:ext cx="1650267" cy="319067"/>
          </a:xfrm>
          <a:prstGeom prst="rect">
            <a:avLst/>
          </a:prstGeom>
          <a:solidFill>
            <a:srgbClr val="E5851B"/>
          </a:solidFill>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Transmission du numéro appelant </a:t>
            </a:r>
          </a:p>
          <a:p>
            <a:pPr marL="0" marR="0" indent="0" algn="l" defTabSz="914400" rtl="0" eaLnBrk="1" fontAlgn="base" latinLnBrk="0" hangingPunct="1">
              <a:lnSpc>
                <a:spcPct val="100000"/>
              </a:lnSpc>
              <a:spcBef>
                <a:spcPct val="0"/>
              </a:spcBef>
              <a:spcAft>
                <a:spcPct val="0"/>
              </a:spcAft>
              <a:buClrTx/>
              <a:buSzTx/>
              <a:buFontTx/>
              <a:buNone/>
              <a:tabLst/>
            </a:pPr>
            <a:r>
              <a:rPr kumimoji="0" lang="fr-FR" sz="800" b="0" i="0" u="none" strike="noStrike" cap="none" normalizeH="0" baseline="0">
                <a:ln>
                  <a:noFill/>
                </a:ln>
                <a:solidFill>
                  <a:schemeClr val="tx1"/>
                </a:solidFill>
                <a:effectLst/>
                <a:latin typeface="Arial" charset="0"/>
              </a:rPr>
              <a:t>plutôt que le numéro qualifié</a:t>
            </a:r>
          </a:p>
        </p:txBody>
      </p:sp>
      <p:sp>
        <p:nvSpPr>
          <p:cNvPr id="78" name="AutoShape 31">
            <a:hlinkClick r:id="" action="ppaction://noaction"/>
          </p:cNvPr>
          <p:cNvSpPr>
            <a:spLocks noChangeArrowheads="1"/>
          </p:cNvSpPr>
          <p:nvPr/>
        </p:nvSpPr>
        <p:spPr bwMode="auto">
          <a:xfrm>
            <a:off x="508626" y="5791899"/>
            <a:ext cx="975908" cy="19015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ABO_HNO_DCS</a:t>
            </a:r>
          </a:p>
        </p:txBody>
      </p:sp>
      <p:sp>
        <p:nvSpPr>
          <p:cNvPr id="80" name="AutoShape 31">
            <a:hlinkClick r:id="" action="ppaction://noaction"/>
          </p:cNvPr>
          <p:cNvSpPr>
            <a:spLocks noChangeArrowheads="1"/>
          </p:cNvSpPr>
          <p:nvPr/>
        </p:nvSpPr>
        <p:spPr bwMode="auto">
          <a:xfrm>
            <a:off x="2905939" y="5791832"/>
            <a:ext cx="975908" cy="190150"/>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ABO_HNO_SDL</a:t>
            </a:r>
          </a:p>
        </p:txBody>
      </p:sp>
      <p:sp>
        <p:nvSpPr>
          <p:cNvPr id="98" name="AutoShape 143"/>
          <p:cNvSpPr>
            <a:spLocks noChangeArrowheads="1"/>
          </p:cNvSpPr>
          <p:nvPr/>
        </p:nvSpPr>
        <p:spPr bwMode="auto">
          <a:xfrm>
            <a:off x="2926145" y="6156905"/>
            <a:ext cx="876095" cy="424237"/>
          </a:xfrm>
          <a:prstGeom prst="flowChartProcess">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b="1">
                <a:solidFill>
                  <a:srgbClr val="00B050"/>
                </a:solidFill>
              </a:rPr>
              <a:t>ABO_SELFCARE_</a:t>
            </a:r>
            <a:r>
              <a:rPr lang="fr-FR" sz="600" b="1">
                <a:solidFill>
                  <a:srgbClr val="2C842C"/>
                </a:solidFill>
              </a:rPr>
              <a:t>SDL</a:t>
            </a:r>
          </a:p>
          <a:p>
            <a:pPr algn="ctr" eaLnBrk="0" hangingPunct="0"/>
            <a:r>
              <a:rPr lang="fr-FR" sz="600"/>
              <a:t>03 69 18 58 78</a:t>
            </a:r>
            <a:endParaRPr lang="fr-FR" sz="600" b="1">
              <a:solidFill>
                <a:srgbClr val="2C842C"/>
              </a:solidFill>
            </a:endParaRPr>
          </a:p>
        </p:txBody>
      </p:sp>
      <p:sp>
        <p:nvSpPr>
          <p:cNvPr id="87" name="ZoneTexte 86"/>
          <p:cNvSpPr txBox="1"/>
          <p:nvPr/>
        </p:nvSpPr>
        <p:spPr>
          <a:xfrm>
            <a:off x="4372953" y="1066434"/>
            <a:ext cx="3214919" cy="307777"/>
          </a:xfrm>
          <a:prstGeom prst="rect">
            <a:avLst/>
          </a:prstGeom>
          <a:solidFill>
            <a:srgbClr val="FFFF00"/>
          </a:solidFill>
        </p:spPr>
        <p:txBody>
          <a:bodyPr wrap="none" rtlCol="0">
            <a:spAutoFit/>
          </a:bodyPr>
          <a:lstStyle/>
          <a:p>
            <a:r>
              <a:rPr lang="fr-FR" sz="1400"/>
              <a:t>WAV Modifiables dans MENU de ABO</a:t>
            </a:r>
          </a:p>
        </p:txBody>
      </p:sp>
    </p:spTree>
    <p:extLst>
      <p:ext uri="{BB962C8B-B14F-4D97-AF65-F5344CB8AC3E}">
        <p14:creationId xmlns:p14="http://schemas.microsoft.com/office/powerpoint/2010/main" val="4253708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3346F3F-CFA2-4AF7-BE3B-8DF2654D1934}"/>
              </a:ext>
            </a:extLst>
          </p:cNvPr>
          <p:cNvSpPr/>
          <p:nvPr/>
        </p:nvSpPr>
        <p:spPr bwMode="auto">
          <a:xfrm>
            <a:off x="6879106" y="1793133"/>
            <a:ext cx="2228255" cy="1201079"/>
          </a:xfrm>
          <a:prstGeom prst="rect">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
        <p:nvSpPr>
          <p:cNvPr id="1433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CF0194-9775-463D-987B-5936F1ECF18C}" type="slidenum">
              <a:rPr lang="fr-FR" smtClean="0"/>
              <a:pPr eaLnBrk="1" hangingPunct="1"/>
              <a:t>38</a:t>
            </a:fld>
            <a:endParaRPr lang="fr-FR"/>
          </a:p>
        </p:txBody>
      </p: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2" name="Rectangle 2"/>
          <p:cNvSpPr txBox="1">
            <a:spLocks noGrp="1" noChangeArrowheads="1"/>
          </p:cNvSpPr>
          <p:nvPr>
            <p:ph type="title"/>
          </p:nvPr>
        </p:nvSpPr>
        <p:spPr bwMode="auto">
          <a:xfrm>
            <a:off x="2714288" y="47697"/>
            <a:ext cx="4019550" cy="27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HNO COM</a:t>
            </a:r>
          </a:p>
        </p:txBody>
      </p:sp>
      <p:sp>
        <p:nvSpPr>
          <p:cNvPr id="134" name="AutoShape 83">
            <a:hlinkClick r:id="rId3" action="ppaction://hlinksldjump"/>
          </p:cNvPr>
          <p:cNvSpPr>
            <a:spLocks noChangeArrowheads="1"/>
          </p:cNvSpPr>
          <p:nvPr/>
        </p:nvSpPr>
        <p:spPr bwMode="auto">
          <a:xfrm rot="10800000">
            <a:off x="258386" y="2031819"/>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BOX 4G</a:t>
            </a:r>
            <a:endParaRPr lang="fr-FR" sz="600">
              <a:solidFill>
                <a:srgbClr val="000000"/>
              </a:solidFill>
            </a:endParaRPr>
          </a:p>
        </p:txBody>
      </p:sp>
      <p:cxnSp>
        <p:nvCxnSpPr>
          <p:cNvPr id="177" name="AutoShape 12"/>
          <p:cNvCxnSpPr>
            <a:cxnSpLocks noChangeShapeType="1"/>
            <a:stCxn id="178" idx="2"/>
          </p:cNvCxnSpPr>
          <p:nvPr/>
        </p:nvCxnSpPr>
        <p:spPr bwMode="auto">
          <a:xfrm flipH="1" flipV="1">
            <a:off x="4656114" y="3268261"/>
            <a:ext cx="1982" cy="68264"/>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31">
            <a:hlinkClick r:id="" action="ppaction://noaction"/>
          </p:cNvPr>
          <p:cNvSpPr>
            <a:spLocks noChangeArrowheads="1"/>
          </p:cNvSpPr>
          <p:nvPr/>
        </p:nvSpPr>
        <p:spPr bwMode="auto">
          <a:xfrm>
            <a:off x="4035796" y="3115863"/>
            <a:ext cx="1244600" cy="2206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ABO_COM_HNO</a:t>
            </a:r>
          </a:p>
        </p:txBody>
      </p:sp>
      <p:sp>
        <p:nvSpPr>
          <p:cNvPr id="77" name="AutoShape 83">
            <a:hlinkClick r:id="rId4" action="ppaction://hlinksldjump"/>
          </p:cNvPr>
          <p:cNvSpPr>
            <a:spLocks noChangeArrowheads="1"/>
          </p:cNvSpPr>
          <p:nvPr/>
        </p:nvSpPr>
        <p:spPr bwMode="auto">
          <a:xfrm rot="10800000">
            <a:off x="1558280" y="2020190"/>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SUSPENDU</a:t>
            </a:r>
            <a:endParaRPr lang="fr-FR" sz="600">
              <a:solidFill>
                <a:srgbClr val="000000"/>
              </a:solidFill>
            </a:endParaRPr>
          </a:p>
        </p:txBody>
      </p:sp>
      <p:sp>
        <p:nvSpPr>
          <p:cNvPr id="78" name="AutoShape 83">
            <a:hlinkClick r:id="rId5" action="ppaction://hlinksldjump"/>
          </p:cNvPr>
          <p:cNvSpPr>
            <a:spLocks noChangeArrowheads="1"/>
          </p:cNvSpPr>
          <p:nvPr/>
        </p:nvSpPr>
        <p:spPr bwMode="auto">
          <a:xfrm rot="10800000">
            <a:off x="2858174" y="2035786"/>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RESILIATION</a:t>
            </a:r>
            <a:endParaRPr lang="fr-FR" sz="600">
              <a:solidFill>
                <a:srgbClr val="000000"/>
              </a:solidFill>
            </a:endParaRPr>
          </a:p>
        </p:txBody>
      </p:sp>
      <p:sp>
        <p:nvSpPr>
          <p:cNvPr id="80" name="AutoShape 83">
            <a:hlinkClick r:id="rId6" action="ppaction://hlinksldjump"/>
          </p:cNvPr>
          <p:cNvSpPr>
            <a:spLocks noChangeArrowheads="1"/>
          </p:cNvSpPr>
          <p:nvPr/>
        </p:nvSpPr>
        <p:spPr bwMode="auto">
          <a:xfrm rot="10800000">
            <a:off x="4225479" y="2039196"/>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ADMIN</a:t>
            </a:r>
            <a:endParaRPr lang="fr-FR" sz="600">
              <a:solidFill>
                <a:srgbClr val="000000"/>
              </a:solidFill>
            </a:endParaRPr>
          </a:p>
        </p:txBody>
      </p:sp>
      <p:sp>
        <p:nvSpPr>
          <p:cNvPr id="81" name="AutoShape 83">
            <a:hlinkClick r:id="rId7" action="ppaction://hlinksldjump"/>
          </p:cNvPr>
          <p:cNvSpPr>
            <a:spLocks noChangeArrowheads="1"/>
          </p:cNvSpPr>
          <p:nvPr/>
        </p:nvSpPr>
        <p:spPr bwMode="auto">
          <a:xfrm rot="10800000">
            <a:off x="5520997" y="2047809"/>
            <a:ext cx="1358109"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PREMIUM AUTRE</a:t>
            </a:r>
            <a:endParaRPr lang="fr-FR" sz="600">
              <a:solidFill>
                <a:srgbClr val="000000"/>
              </a:solidFill>
            </a:endParaRPr>
          </a:p>
        </p:txBody>
      </p:sp>
      <p:cxnSp>
        <p:nvCxnSpPr>
          <p:cNvPr id="5" name="Connecteur en angle 4"/>
          <p:cNvCxnSpPr>
            <a:stCxn id="80" idx="0"/>
            <a:endCxn id="178" idx="0"/>
          </p:cNvCxnSpPr>
          <p:nvPr/>
        </p:nvCxnSpPr>
        <p:spPr bwMode="auto">
          <a:xfrm rot="5400000">
            <a:off x="4408676" y="2763279"/>
            <a:ext cx="602004" cy="103164"/>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en angle 6"/>
          <p:cNvCxnSpPr>
            <a:stCxn id="81" idx="0"/>
            <a:endCxn id="178" idx="0"/>
          </p:cNvCxnSpPr>
          <p:nvPr/>
        </p:nvCxnSpPr>
        <p:spPr bwMode="auto">
          <a:xfrm rot="5400000">
            <a:off x="5132379" y="2048190"/>
            <a:ext cx="593391" cy="154195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77" idx="0"/>
            <a:endCxn id="178" idx="0"/>
          </p:cNvCxnSpPr>
          <p:nvPr/>
        </p:nvCxnSpPr>
        <p:spPr bwMode="auto">
          <a:xfrm rot="16200000" flipH="1">
            <a:off x="3065573" y="1523340"/>
            <a:ext cx="621010" cy="256403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Connecteur en angle 10"/>
          <p:cNvCxnSpPr>
            <a:stCxn id="78" idx="0"/>
            <a:endCxn id="178" idx="0"/>
          </p:cNvCxnSpPr>
          <p:nvPr/>
        </p:nvCxnSpPr>
        <p:spPr bwMode="auto">
          <a:xfrm rot="16200000" flipH="1">
            <a:off x="3723318" y="2181085"/>
            <a:ext cx="605414" cy="126414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Connecteur en angle 9"/>
          <p:cNvCxnSpPr>
            <a:stCxn id="134" idx="0"/>
            <a:endCxn id="178" idx="0"/>
          </p:cNvCxnSpPr>
          <p:nvPr/>
        </p:nvCxnSpPr>
        <p:spPr bwMode="auto">
          <a:xfrm rot="16200000" flipH="1">
            <a:off x="2421441" y="879207"/>
            <a:ext cx="609381" cy="386392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56"/>
          <p:cNvCxnSpPr>
            <a:cxnSpLocks noChangeShapeType="1"/>
            <a:stCxn id="40" idx="2"/>
            <a:endCxn id="38" idx="0"/>
          </p:cNvCxnSpPr>
          <p:nvPr/>
        </p:nvCxnSpPr>
        <p:spPr bwMode="auto">
          <a:xfrm>
            <a:off x="4673054" y="4873141"/>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 name="AutoShape 19"/>
          <p:cNvSpPr>
            <a:spLocks noChangeArrowheads="1"/>
          </p:cNvSpPr>
          <p:nvPr/>
        </p:nvSpPr>
        <p:spPr bwMode="auto">
          <a:xfrm>
            <a:off x="4601616" y="5189591"/>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40" name="Rectangle 55"/>
          <p:cNvSpPr>
            <a:spLocks noChangeArrowheads="1"/>
          </p:cNvSpPr>
          <p:nvPr/>
        </p:nvSpPr>
        <p:spPr bwMode="auto">
          <a:xfrm>
            <a:off x="3760241" y="4627078"/>
            <a:ext cx="1825625" cy="246063"/>
          </a:xfrm>
          <a:prstGeom prst="rect">
            <a:avLst/>
          </a:prstGeom>
          <a:solidFill>
            <a:schemeClr val="bg1">
              <a:lumMod val="75000"/>
            </a:schemeClr>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sp>
        <p:nvSpPr>
          <p:cNvPr id="29" name="Rectangle 63"/>
          <p:cNvSpPr>
            <a:spLocks noChangeArrowheads="1"/>
          </p:cNvSpPr>
          <p:nvPr/>
        </p:nvSpPr>
        <p:spPr bwMode="auto">
          <a:xfrm>
            <a:off x="2378595" y="3582588"/>
            <a:ext cx="4588916" cy="574190"/>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 HNO COM</a:t>
            </a:r>
          </a:p>
          <a:p>
            <a:pPr algn="ctr" defTabSz="433388" eaLnBrk="0" hangingPunct="0"/>
            <a:endParaRPr lang="fr-FR" sz="600" b="1">
              <a:solidFill>
                <a:srgbClr val="FA0404"/>
              </a:solidFill>
            </a:endParaRPr>
          </a:p>
          <a:p>
            <a:pPr algn="ctr" defTabSz="433388" eaLnBrk="0" hangingPunct="0"/>
            <a:r>
              <a:rPr lang="fr-FR" sz="600"/>
              <a:t>Nos conseillers sont à votre disposition, du lundi au samedi, de 8h à 20h, hors jours fériés.</a:t>
            </a:r>
          </a:p>
          <a:p>
            <a:pPr algn="ctr" defTabSz="433388" eaLnBrk="0" hangingPunct="0"/>
            <a:r>
              <a:rPr lang="fr-FR" sz="600"/>
              <a:t>Pour toutes vos questions, rendez-vous sur l’appli SFR &amp; Moi ou sur la rubrique assistance du site sfr.fr.</a:t>
            </a:r>
          </a:p>
        </p:txBody>
      </p:sp>
      <p:cxnSp>
        <p:nvCxnSpPr>
          <p:cNvPr id="13" name="Connecteur en angle 12"/>
          <p:cNvCxnSpPr>
            <a:stCxn id="178" idx="2"/>
            <a:endCxn id="29" idx="0"/>
          </p:cNvCxnSpPr>
          <p:nvPr/>
        </p:nvCxnSpPr>
        <p:spPr bwMode="auto">
          <a:xfrm rot="16200000" flipH="1">
            <a:off x="4542543" y="3452078"/>
            <a:ext cx="246062" cy="1495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en angle 14"/>
          <p:cNvCxnSpPr>
            <a:stCxn id="29" idx="2"/>
            <a:endCxn id="40" idx="0"/>
          </p:cNvCxnSpPr>
          <p:nvPr/>
        </p:nvCxnSpPr>
        <p:spPr bwMode="auto">
          <a:xfrm rot="16200000" flipH="1">
            <a:off x="4437903" y="4391927"/>
            <a:ext cx="470300" cy="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ZoneTexte 23"/>
          <p:cNvSpPr txBox="1"/>
          <p:nvPr/>
        </p:nvSpPr>
        <p:spPr>
          <a:xfrm rot="20284957">
            <a:off x="579990" y="3448397"/>
            <a:ext cx="3392019" cy="307777"/>
          </a:xfrm>
          <a:prstGeom prst="rect">
            <a:avLst/>
          </a:prstGeom>
          <a:solidFill>
            <a:srgbClr val="FFFF00"/>
          </a:solidFill>
        </p:spPr>
        <p:txBody>
          <a:bodyPr wrap="none" rtlCol="0">
            <a:spAutoFit/>
          </a:bodyPr>
          <a:lstStyle/>
          <a:p>
            <a:r>
              <a:rPr lang="fr-FR" sz="1400"/>
              <a:t>Modifiable dans HO/HNO de ABO_COM</a:t>
            </a:r>
          </a:p>
        </p:txBody>
      </p:sp>
      <p:sp>
        <p:nvSpPr>
          <p:cNvPr id="25" name="AutoShape 83">
            <a:hlinkClick r:id="rId8" action="ppaction://hlinksldjump"/>
          </p:cNvPr>
          <p:cNvSpPr>
            <a:spLocks noChangeArrowheads="1"/>
          </p:cNvSpPr>
          <p:nvPr/>
        </p:nvSpPr>
        <p:spPr bwMode="auto">
          <a:xfrm rot="10800000">
            <a:off x="6967511" y="2039196"/>
            <a:ext cx="986576"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strike="sngStrike" dirty="0">
                <a:effectLst>
                  <a:outerShdw blurRad="38100" dist="38100" dir="2700000" algn="tl">
                    <a:srgbClr val="000000">
                      <a:alpha val="43137"/>
                    </a:srgbClr>
                  </a:outerShdw>
                </a:effectLst>
                <a:latin typeface="SFR Thin" panose="020B0203040504020204" pitchFamily="34" charset="0"/>
              </a:rPr>
              <a:t>RESILIE</a:t>
            </a:r>
          </a:p>
          <a:p>
            <a:pPr algn="ctr" eaLnBrk="0" hangingPunct="0"/>
            <a:r>
              <a:rPr lang="fr-FR" sz="800" dirty="0">
                <a:solidFill>
                  <a:srgbClr val="000000"/>
                </a:solidFill>
                <a:effectLst>
                  <a:outerShdw blurRad="38100" dist="38100" dir="2700000" algn="tl">
                    <a:srgbClr val="000000">
                      <a:alpha val="43137"/>
                    </a:srgbClr>
                  </a:outerShdw>
                </a:effectLst>
                <a:latin typeface="SFR Thin" panose="020B0203040504020204" pitchFamily="34" charset="0"/>
              </a:rPr>
              <a:t>RESILIE GP</a:t>
            </a:r>
            <a:endParaRPr lang="fr-FR" sz="600" dirty="0">
              <a:solidFill>
                <a:srgbClr val="000000"/>
              </a:solidFill>
            </a:endParaRPr>
          </a:p>
        </p:txBody>
      </p:sp>
      <p:cxnSp>
        <p:nvCxnSpPr>
          <p:cNvPr id="3" name="Connecteur en angle 2"/>
          <p:cNvCxnSpPr>
            <a:stCxn id="25" idx="0"/>
            <a:endCxn id="178" idx="0"/>
          </p:cNvCxnSpPr>
          <p:nvPr/>
        </p:nvCxnSpPr>
        <p:spPr bwMode="auto">
          <a:xfrm rot="5400000">
            <a:off x="5758446" y="1413510"/>
            <a:ext cx="602004" cy="2802703"/>
          </a:xfrm>
          <a:prstGeom prst="bentConnector3">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Connecteur : en angle 17">
            <a:extLst>
              <a:ext uri="{FF2B5EF4-FFF2-40B4-BE49-F238E27FC236}">
                <a16:creationId xmlns:a16="http://schemas.microsoft.com/office/drawing/2014/main" id="{0C4D4DB6-20B9-49EE-A4FB-EC2131EEEF77}"/>
              </a:ext>
            </a:extLst>
          </p:cNvPr>
          <p:cNvCxnSpPr>
            <a:stCxn id="178" idx="0"/>
            <a:endCxn id="35" idx="0"/>
          </p:cNvCxnSpPr>
          <p:nvPr/>
        </p:nvCxnSpPr>
        <p:spPr bwMode="auto">
          <a:xfrm rot="5400000" flipH="1" flipV="1">
            <a:off x="6302834" y="869121"/>
            <a:ext cx="602004" cy="389148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AutoShape 83">
            <a:hlinkClick r:id="rId8" action="ppaction://hlinksldjump"/>
            <a:extLst>
              <a:ext uri="{FF2B5EF4-FFF2-40B4-BE49-F238E27FC236}">
                <a16:creationId xmlns:a16="http://schemas.microsoft.com/office/drawing/2014/main" id="{DCC12DB9-E30B-4168-AF7D-026F8A92F721}"/>
              </a:ext>
            </a:extLst>
          </p:cNvPr>
          <p:cNvSpPr>
            <a:spLocks noChangeArrowheads="1"/>
          </p:cNvSpPr>
          <p:nvPr/>
        </p:nvSpPr>
        <p:spPr bwMode="auto">
          <a:xfrm rot="10800000">
            <a:off x="8056288" y="2039196"/>
            <a:ext cx="986576"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dirty="0">
                <a:effectLst>
                  <a:outerShdw blurRad="38100" dist="38100" dir="2700000" algn="tl">
                    <a:srgbClr val="000000">
                      <a:alpha val="43137"/>
                    </a:srgbClr>
                  </a:outerShdw>
                </a:effectLst>
                <a:latin typeface="SFR Thin" panose="020B0203040504020204" pitchFamily="34" charset="0"/>
              </a:rPr>
              <a:t>RESILIE RDGU</a:t>
            </a:r>
            <a:endParaRPr lang="fr-FR" sz="600" dirty="0">
              <a:solidFill>
                <a:srgbClr val="000000"/>
              </a:solidFill>
            </a:endParaRPr>
          </a:p>
        </p:txBody>
      </p:sp>
      <p:sp>
        <p:nvSpPr>
          <p:cNvPr id="23" name="Flèche : droite 22">
            <a:extLst>
              <a:ext uri="{FF2B5EF4-FFF2-40B4-BE49-F238E27FC236}">
                <a16:creationId xmlns:a16="http://schemas.microsoft.com/office/drawing/2014/main" id="{A821B30B-4004-4719-A57A-816B08D7DEB2}"/>
              </a:ext>
            </a:extLst>
          </p:cNvPr>
          <p:cNvSpPr/>
          <p:nvPr/>
        </p:nvSpPr>
        <p:spPr bwMode="auto">
          <a:xfrm rot="1335249">
            <a:off x="6852050" y="1079077"/>
            <a:ext cx="978408" cy="484632"/>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96916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CF0194-9775-463D-987B-5936F1ECF18C}" type="slidenum">
              <a:rPr lang="fr-FR" smtClean="0"/>
              <a:pPr eaLnBrk="1" hangingPunct="1"/>
              <a:t>39</a:t>
            </a:fld>
            <a:endParaRPr lang="fr-FR"/>
          </a:p>
        </p:txBody>
      </p: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2" name="Rectangle 2"/>
          <p:cNvSpPr txBox="1">
            <a:spLocks noGrp="1" noChangeArrowheads="1"/>
          </p:cNvSpPr>
          <p:nvPr>
            <p:ph type="title"/>
          </p:nvPr>
        </p:nvSpPr>
        <p:spPr bwMode="auto">
          <a:xfrm>
            <a:off x="2714288" y="47697"/>
            <a:ext cx="4019550" cy="27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HNO TECH</a:t>
            </a:r>
          </a:p>
        </p:txBody>
      </p:sp>
      <p:cxnSp>
        <p:nvCxnSpPr>
          <p:cNvPr id="177" name="AutoShape 12"/>
          <p:cNvCxnSpPr>
            <a:cxnSpLocks noChangeShapeType="1"/>
            <a:stCxn id="178" idx="2"/>
          </p:cNvCxnSpPr>
          <p:nvPr/>
        </p:nvCxnSpPr>
        <p:spPr bwMode="auto">
          <a:xfrm flipH="1" flipV="1">
            <a:off x="4656116" y="3008873"/>
            <a:ext cx="1982" cy="68264"/>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31">
            <a:hlinkClick r:id="" action="ppaction://noaction"/>
          </p:cNvPr>
          <p:cNvSpPr>
            <a:spLocks noChangeArrowheads="1"/>
          </p:cNvSpPr>
          <p:nvPr/>
        </p:nvSpPr>
        <p:spPr bwMode="auto">
          <a:xfrm>
            <a:off x="4035798" y="2856475"/>
            <a:ext cx="1244600" cy="2206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ABO_TECH_HNO</a:t>
            </a:r>
          </a:p>
        </p:txBody>
      </p:sp>
      <p:sp>
        <p:nvSpPr>
          <p:cNvPr id="15" name="AutoShape 83">
            <a:hlinkClick r:id="rId3" action="ppaction://hlinksldjump"/>
          </p:cNvPr>
          <p:cNvSpPr>
            <a:spLocks noChangeArrowheads="1"/>
          </p:cNvSpPr>
          <p:nvPr/>
        </p:nvSpPr>
        <p:spPr bwMode="auto">
          <a:xfrm rot="10800000">
            <a:off x="2007020" y="1686951"/>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BOX 4G</a:t>
            </a:r>
            <a:endParaRPr lang="fr-FR" sz="600">
              <a:solidFill>
                <a:srgbClr val="000000"/>
              </a:solidFill>
            </a:endParaRPr>
          </a:p>
        </p:txBody>
      </p:sp>
      <p:sp>
        <p:nvSpPr>
          <p:cNvPr id="16" name="AutoShape 83">
            <a:hlinkClick r:id="rId4" action="ppaction://hlinksldjump"/>
          </p:cNvPr>
          <p:cNvSpPr>
            <a:spLocks noChangeArrowheads="1"/>
          </p:cNvSpPr>
          <p:nvPr/>
        </p:nvSpPr>
        <p:spPr bwMode="auto">
          <a:xfrm rot="10800000">
            <a:off x="3291414" y="1686953"/>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TECHNIQUE</a:t>
            </a:r>
            <a:endParaRPr lang="fr-FR" sz="600">
              <a:solidFill>
                <a:srgbClr val="000000"/>
              </a:solidFill>
            </a:endParaRPr>
          </a:p>
        </p:txBody>
      </p:sp>
      <p:sp>
        <p:nvSpPr>
          <p:cNvPr id="17" name="AutoShape 83">
            <a:hlinkClick r:id="rId5" action="ppaction://hlinksldjump"/>
          </p:cNvPr>
          <p:cNvSpPr>
            <a:spLocks noChangeArrowheads="1"/>
          </p:cNvSpPr>
          <p:nvPr/>
        </p:nvSpPr>
        <p:spPr bwMode="auto">
          <a:xfrm rot="10800000">
            <a:off x="4603040" y="1692999"/>
            <a:ext cx="1575818"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PREMIUM TECH</a:t>
            </a:r>
            <a:endParaRPr lang="fr-FR" sz="600">
              <a:solidFill>
                <a:srgbClr val="000000"/>
              </a:solidFill>
            </a:endParaRPr>
          </a:p>
        </p:txBody>
      </p:sp>
      <p:cxnSp>
        <p:nvCxnSpPr>
          <p:cNvPr id="5" name="Connecteur en angle 4"/>
          <p:cNvCxnSpPr>
            <a:stCxn id="17" idx="0"/>
            <a:endCxn id="178" idx="0"/>
          </p:cNvCxnSpPr>
          <p:nvPr/>
        </p:nvCxnSpPr>
        <p:spPr bwMode="auto">
          <a:xfrm rot="5400000">
            <a:off x="4680118" y="2145643"/>
            <a:ext cx="688813" cy="732851"/>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en angle 6"/>
          <p:cNvCxnSpPr>
            <a:stCxn id="15" idx="0"/>
            <a:endCxn id="178" idx="0"/>
          </p:cNvCxnSpPr>
          <p:nvPr/>
        </p:nvCxnSpPr>
        <p:spPr bwMode="auto">
          <a:xfrm rot="16200000" flipH="1">
            <a:off x="3253019" y="1451395"/>
            <a:ext cx="694861" cy="211529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Connecteur en angle 8"/>
          <p:cNvCxnSpPr>
            <a:stCxn id="16" idx="0"/>
            <a:endCxn id="178" idx="0"/>
          </p:cNvCxnSpPr>
          <p:nvPr/>
        </p:nvCxnSpPr>
        <p:spPr bwMode="auto">
          <a:xfrm rot="16200000" flipH="1">
            <a:off x="3895217" y="2093593"/>
            <a:ext cx="694859" cy="83090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56"/>
          <p:cNvCxnSpPr>
            <a:cxnSpLocks noChangeShapeType="1"/>
            <a:stCxn id="32" idx="2"/>
            <a:endCxn id="30" idx="0"/>
          </p:cNvCxnSpPr>
          <p:nvPr/>
        </p:nvCxnSpPr>
        <p:spPr bwMode="auto">
          <a:xfrm>
            <a:off x="4651748" y="4895094"/>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0" name="AutoShape 19"/>
          <p:cNvSpPr>
            <a:spLocks noChangeArrowheads="1"/>
          </p:cNvSpPr>
          <p:nvPr/>
        </p:nvSpPr>
        <p:spPr bwMode="auto">
          <a:xfrm>
            <a:off x="4580310" y="5211544"/>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32" name="Rectangle 55"/>
          <p:cNvSpPr>
            <a:spLocks noChangeArrowheads="1"/>
          </p:cNvSpPr>
          <p:nvPr/>
        </p:nvSpPr>
        <p:spPr bwMode="auto">
          <a:xfrm>
            <a:off x="3738935" y="4649031"/>
            <a:ext cx="1825625" cy="246063"/>
          </a:xfrm>
          <a:prstGeom prst="rect">
            <a:avLst/>
          </a:prstGeom>
          <a:solidFill>
            <a:schemeClr val="bg1">
              <a:lumMod val="75000"/>
            </a:schemeClr>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sp>
        <p:nvSpPr>
          <p:cNvPr id="24" name="Rectangle 63"/>
          <p:cNvSpPr>
            <a:spLocks noChangeArrowheads="1"/>
          </p:cNvSpPr>
          <p:nvPr/>
        </p:nvSpPr>
        <p:spPr bwMode="auto">
          <a:xfrm>
            <a:off x="2359545" y="3582588"/>
            <a:ext cx="4588916" cy="574190"/>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 HNO TECH</a:t>
            </a:r>
          </a:p>
          <a:p>
            <a:pPr algn="ctr" defTabSz="433388" eaLnBrk="0" hangingPunct="0"/>
            <a:endParaRPr lang="fr-FR" sz="600" b="1">
              <a:solidFill>
                <a:srgbClr val="FA0404"/>
              </a:solidFill>
            </a:endParaRPr>
          </a:p>
          <a:p>
            <a:pPr algn="ctr" defTabSz="433388" eaLnBrk="0" hangingPunct="0"/>
            <a:r>
              <a:rPr lang="fr-FR" sz="600"/>
              <a:t>Nos conseillers sont à votre disposition, du lundi au samedi, de 8h à 20h, hors jours fériés.</a:t>
            </a:r>
          </a:p>
          <a:p>
            <a:pPr algn="ctr" defTabSz="433388" eaLnBrk="0" hangingPunct="0"/>
            <a:r>
              <a:rPr lang="fr-FR" sz="600"/>
              <a:t>Pour toutes vos questions, rendez-vous sur l’appli SFR &amp; Moi ou sur la rubrique assistance du site sfr.fr.</a:t>
            </a:r>
          </a:p>
        </p:txBody>
      </p:sp>
      <p:cxnSp>
        <p:nvCxnSpPr>
          <p:cNvPr id="4" name="Connecteur en angle 3"/>
          <p:cNvCxnSpPr>
            <a:stCxn id="178" idx="2"/>
            <a:endCxn id="24" idx="0"/>
          </p:cNvCxnSpPr>
          <p:nvPr/>
        </p:nvCxnSpPr>
        <p:spPr bwMode="auto">
          <a:xfrm rot="5400000">
            <a:off x="4403326" y="3327816"/>
            <a:ext cx="505450" cy="409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Connecteur en angle 7"/>
          <p:cNvCxnSpPr>
            <a:stCxn id="24" idx="2"/>
            <a:endCxn id="32" idx="0"/>
          </p:cNvCxnSpPr>
          <p:nvPr/>
        </p:nvCxnSpPr>
        <p:spPr bwMode="auto">
          <a:xfrm rot="5400000">
            <a:off x="4406750" y="4401777"/>
            <a:ext cx="492253" cy="225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ZoneTexte 21"/>
          <p:cNvSpPr txBox="1"/>
          <p:nvPr/>
        </p:nvSpPr>
        <p:spPr>
          <a:xfrm rot="20284957">
            <a:off x="544724" y="3448397"/>
            <a:ext cx="3462551" cy="307777"/>
          </a:xfrm>
          <a:prstGeom prst="rect">
            <a:avLst/>
          </a:prstGeom>
          <a:solidFill>
            <a:srgbClr val="FFFF00"/>
          </a:solidFill>
        </p:spPr>
        <p:txBody>
          <a:bodyPr wrap="none" rtlCol="0">
            <a:spAutoFit/>
          </a:bodyPr>
          <a:lstStyle/>
          <a:p>
            <a:r>
              <a:rPr lang="fr-FR" sz="1400"/>
              <a:t>Modifiable dans HO/HNO de ABO_TECH</a:t>
            </a:r>
          </a:p>
        </p:txBody>
      </p:sp>
    </p:spTree>
    <p:extLst>
      <p:ext uri="{BB962C8B-B14F-4D97-AF65-F5344CB8AC3E}">
        <p14:creationId xmlns:p14="http://schemas.microsoft.com/office/powerpoint/2010/main" val="2059332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CCF0194-9775-463D-987B-5936F1ECF18C}" type="slidenum">
              <a:rPr lang="fr-FR" smtClean="0"/>
              <a:pPr eaLnBrk="1" hangingPunct="1"/>
              <a:t>40</a:t>
            </a:fld>
            <a:endParaRPr lang="fr-FR"/>
          </a:p>
        </p:txBody>
      </p:sp>
      <p:sp>
        <p:nvSpPr>
          <p:cNvPr id="97"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102" name="Rectangle 2"/>
          <p:cNvSpPr txBox="1">
            <a:spLocks noGrp="1" noChangeArrowheads="1"/>
          </p:cNvSpPr>
          <p:nvPr>
            <p:ph type="title"/>
          </p:nvPr>
        </p:nvSpPr>
        <p:spPr bwMode="auto">
          <a:xfrm>
            <a:off x="2714288" y="47697"/>
            <a:ext cx="4019550" cy="27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HNO RET</a:t>
            </a:r>
          </a:p>
        </p:txBody>
      </p:sp>
      <p:cxnSp>
        <p:nvCxnSpPr>
          <p:cNvPr id="177" name="AutoShape 12"/>
          <p:cNvCxnSpPr>
            <a:cxnSpLocks noChangeShapeType="1"/>
            <a:stCxn id="178" idx="2"/>
          </p:cNvCxnSpPr>
          <p:nvPr/>
        </p:nvCxnSpPr>
        <p:spPr bwMode="auto">
          <a:xfrm flipH="1" flipV="1">
            <a:off x="4656116" y="3008873"/>
            <a:ext cx="1982" cy="68264"/>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8" name="AutoShape 31">
            <a:hlinkClick r:id="" action="ppaction://noaction"/>
          </p:cNvPr>
          <p:cNvSpPr>
            <a:spLocks noChangeArrowheads="1"/>
          </p:cNvSpPr>
          <p:nvPr/>
        </p:nvSpPr>
        <p:spPr bwMode="auto">
          <a:xfrm>
            <a:off x="4035798" y="2856475"/>
            <a:ext cx="1244600" cy="2206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fontAlgn="base" hangingPunct="0">
              <a:spcBef>
                <a:spcPct val="0"/>
              </a:spcBef>
              <a:spcAft>
                <a:spcPct val="0"/>
              </a:spcAft>
            </a:pPr>
            <a:r>
              <a:rPr lang="fr-FR" sz="600">
                <a:solidFill>
                  <a:srgbClr val="D31E05"/>
                </a:solidFill>
              </a:rPr>
              <a:t>ABO_RET_HNO</a:t>
            </a:r>
          </a:p>
        </p:txBody>
      </p:sp>
      <p:cxnSp>
        <p:nvCxnSpPr>
          <p:cNvPr id="181" name="AutoShape 12"/>
          <p:cNvCxnSpPr>
            <a:cxnSpLocks noChangeShapeType="1"/>
          </p:cNvCxnSpPr>
          <p:nvPr/>
        </p:nvCxnSpPr>
        <p:spPr bwMode="auto">
          <a:xfrm>
            <a:off x="4658098" y="2450734"/>
            <a:ext cx="0" cy="116132"/>
          </a:xfrm>
          <a:prstGeom prst="straightConnector1">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AutoShape 83">
            <a:hlinkClick r:id="" action="ppaction://noaction"/>
          </p:cNvPr>
          <p:cNvSpPr>
            <a:spLocks noChangeArrowheads="1"/>
          </p:cNvSpPr>
          <p:nvPr/>
        </p:nvSpPr>
        <p:spPr bwMode="auto">
          <a:xfrm rot="10800000">
            <a:off x="3221484" y="1552068"/>
            <a:ext cx="1071562"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hlinkClick r:id="rId3" action="ppaction://hlinksldjump"/>
              </a:rPr>
              <a:t>RESILIATION</a:t>
            </a:r>
            <a:endParaRPr lang="fr-FR" sz="600">
              <a:solidFill>
                <a:srgbClr val="000000"/>
              </a:solidFill>
            </a:endParaRPr>
          </a:p>
        </p:txBody>
      </p:sp>
      <p:sp>
        <p:nvSpPr>
          <p:cNvPr id="16" name="AutoShape 83">
            <a:hlinkClick r:id="rId4" action="ppaction://hlinksldjump"/>
          </p:cNvPr>
          <p:cNvSpPr>
            <a:spLocks noChangeArrowheads="1"/>
          </p:cNvSpPr>
          <p:nvPr/>
        </p:nvSpPr>
        <p:spPr bwMode="auto">
          <a:xfrm rot="10800000">
            <a:off x="4826801" y="1552069"/>
            <a:ext cx="1362983" cy="474663"/>
          </a:xfrm>
          <a:prstGeom prst="upArrowCallout">
            <a:avLst>
              <a:gd name="adj1" fmla="val 56438"/>
              <a:gd name="adj2" fmla="val 56438"/>
              <a:gd name="adj3" fmla="val 16667"/>
              <a:gd name="adj4" fmla="val 66667"/>
            </a:avLst>
          </a:prstGeom>
          <a:solidFill>
            <a:srgbClr val="00FFFF"/>
          </a:solidFill>
          <a:ln w="9525" algn="ctr">
            <a:noFill/>
            <a:miter lim="800000"/>
            <a:headEnd/>
            <a:tailEnd/>
          </a:ln>
          <a:effectLst>
            <a:outerShdw blurRad="50800" dist="38100" dir="2700000" algn="tl" rotWithShape="0">
              <a:prstClr val="black">
                <a:alpha val="40000"/>
              </a:prstClr>
            </a:outerShdw>
          </a:effectLst>
        </p:spPr>
        <p:txBody>
          <a:bodyPr rot="10800000" wrap="none" anchor="ctr"/>
          <a:lstStyle/>
          <a:p>
            <a:pPr algn="ctr" eaLnBrk="0" hangingPunct="0"/>
            <a:r>
              <a:rPr lang="fr-FR" sz="800">
                <a:effectLst>
                  <a:outerShdw blurRad="38100" dist="38100" dir="2700000" algn="tl">
                    <a:srgbClr val="000000">
                      <a:alpha val="43137"/>
                    </a:srgbClr>
                  </a:outerShdw>
                </a:effectLst>
                <a:latin typeface="SFR Thin" panose="020B0203040504020204" pitchFamily="34" charset="0"/>
              </a:rPr>
              <a:t>PREMIUM AUTRE</a:t>
            </a:r>
            <a:endParaRPr lang="fr-FR" sz="600">
              <a:solidFill>
                <a:srgbClr val="000000"/>
              </a:solidFill>
            </a:endParaRPr>
          </a:p>
        </p:txBody>
      </p:sp>
      <p:cxnSp>
        <p:nvCxnSpPr>
          <p:cNvPr id="3" name="Connecteur en angle 2"/>
          <p:cNvCxnSpPr>
            <a:stCxn id="16" idx="0"/>
            <a:endCxn id="178" idx="0"/>
          </p:cNvCxnSpPr>
          <p:nvPr/>
        </p:nvCxnSpPr>
        <p:spPr bwMode="auto">
          <a:xfrm rot="5400000">
            <a:off x="4668324" y="2016506"/>
            <a:ext cx="829743" cy="85019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Connecteur en angle 4"/>
          <p:cNvCxnSpPr>
            <a:stCxn id="15" idx="0"/>
            <a:endCxn id="178" idx="0"/>
          </p:cNvCxnSpPr>
          <p:nvPr/>
        </p:nvCxnSpPr>
        <p:spPr bwMode="auto">
          <a:xfrm rot="16200000" flipH="1">
            <a:off x="3792809" y="1991186"/>
            <a:ext cx="829744" cy="900833"/>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56"/>
          <p:cNvCxnSpPr>
            <a:cxnSpLocks noChangeShapeType="1"/>
            <a:stCxn id="26" idx="2"/>
            <a:endCxn id="24" idx="0"/>
          </p:cNvCxnSpPr>
          <p:nvPr/>
        </p:nvCxnSpPr>
        <p:spPr bwMode="auto">
          <a:xfrm>
            <a:off x="4656090" y="4780858"/>
            <a:ext cx="0" cy="316450"/>
          </a:xfrm>
          <a:prstGeom prst="straightConnector1">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4" name="AutoShape 19"/>
          <p:cNvSpPr>
            <a:spLocks noChangeArrowheads="1"/>
          </p:cNvSpPr>
          <p:nvPr/>
        </p:nvSpPr>
        <p:spPr bwMode="auto">
          <a:xfrm>
            <a:off x="4584652" y="5097308"/>
            <a:ext cx="142875" cy="141288"/>
          </a:xfrm>
          <a:prstGeom prst="flowChartSummingJunction">
            <a:avLst/>
          </a:prstGeom>
          <a:solidFill>
            <a:schemeClr val="hlink"/>
          </a:solidFill>
          <a:ln w="19050">
            <a:solidFill>
              <a:schemeClr val="tx1"/>
            </a:solidFill>
            <a:round/>
            <a:headEnd/>
            <a:tailEnd/>
          </a:ln>
          <a:effectLst>
            <a:outerShdw blurRad="50800" dist="38100" dir="2700000" algn="tl" rotWithShape="0">
              <a:prstClr val="black">
                <a:alpha val="40000"/>
              </a:prstClr>
            </a:outerShdw>
          </a:effectLst>
        </p:spPr>
        <p:txBody>
          <a:bodyPr wrap="none" anchor="ctr"/>
          <a:lstStyle/>
          <a:p>
            <a:endParaRPr lang="fr-FR"/>
          </a:p>
        </p:txBody>
      </p:sp>
      <p:sp>
        <p:nvSpPr>
          <p:cNvPr id="26" name="Rectangle 55"/>
          <p:cNvSpPr>
            <a:spLocks noChangeArrowheads="1"/>
          </p:cNvSpPr>
          <p:nvPr/>
        </p:nvSpPr>
        <p:spPr bwMode="auto">
          <a:xfrm>
            <a:off x="3743277" y="4534795"/>
            <a:ext cx="1825625" cy="246063"/>
          </a:xfrm>
          <a:prstGeom prst="rect">
            <a:avLst/>
          </a:prstGeom>
          <a:solidFill>
            <a:schemeClr val="bg1">
              <a:lumMod val="75000"/>
            </a:schemeClr>
          </a:solidFill>
          <a:ln w="9525">
            <a:noFill/>
            <a:miter lim="800000"/>
            <a:headEnd/>
            <a:tailEnd/>
          </a:ln>
          <a:effectLst>
            <a:outerShdw blurRad="50800" dist="38100" dir="2700000" algn="tl" rotWithShape="0">
              <a:prstClr val="black">
                <a:alpha val="40000"/>
              </a:prstClr>
            </a:outerShdw>
          </a:effectLst>
        </p:spPr>
        <p:txBody>
          <a:bodyPr anchor="ctr"/>
          <a:lstStyle/>
          <a:p>
            <a:pPr algn="ctr">
              <a:defRPr/>
            </a:pPr>
            <a:r>
              <a:rPr lang="fr-FR" sz="600">
                <a:solidFill>
                  <a:srgbClr val="FF0000"/>
                </a:solidFill>
                <a:ea typeface="ＭＳ Ｐゴシック" charset="0"/>
              </a:rPr>
              <a:t>QUIT</a:t>
            </a:r>
          </a:p>
          <a:p>
            <a:pPr algn="ctr">
              <a:defRPr/>
            </a:pPr>
            <a:r>
              <a:rPr lang="fr-FR" sz="600">
                <a:ea typeface="ＭＳ Ｐゴシック" charset="0"/>
              </a:rPr>
              <a:t>SFR VOUS REMERCIE DE VOTRE APPEL</a:t>
            </a:r>
          </a:p>
        </p:txBody>
      </p:sp>
      <p:sp>
        <p:nvSpPr>
          <p:cNvPr id="25" name="Rectangle 63"/>
          <p:cNvSpPr>
            <a:spLocks noChangeArrowheads="1"/>
          </p:cNvSpPr>
          <p:nvPr/>
        </p:nvSpPr>
        <p:spPr bwMode="auto">
          <a:xfrm>
            <a:off x="2359545" y="3582588"/>
            <a:ext cx="4588916" cy="574190"/>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 HNO RET</a:t>
            </a:r>
          </a:p>
          <a:p>
            <a:pPr algn="ctr" defTabSz="433388" eaLnBrk="0" hangingPunct="0"/>
            <a:endParaRPr lang="fr-FR" sz="600" b="1">
              <a:solidFill>
                <a:srgbClr val="FA0404"/>
              </a:solidFill>
            </a:endParaRPr>
          </a:p>
          <a:p>
            <a:pPr algn="ctr" defTabSz="433388" eaLnBrk="0" hangingPunct="0"/>
            <a:r>
              <a:rPr lang="fr-FR" sz="600"/>
              <a:t>Nos conseillers sont à votre disposition, du lundi au samedi, de 8h à 20h, hors jours fériés.</a:t>
            </a:r>
          </a:p>
          <a:p>
            <a:pPr algn="ctr" defTabSz="433388" eaLnBrk="0" hangingPunct="0"/>
            <a:r>
              <a:rPr lang="fr-FR" sz="600"/>
              <a:t>Pour toutes vos questions, rendez-vous sur l’appli SFR &amp; Moi ou sur la rubrique assistance du site sfr.fr.</a:t>
            </a:r>
          </a:p>
        </p:txBody>
      </p:sp>
      <p:cxnSp>
        <p:nvCxnSpPr>
          <p:cNvPr id="4" name="Connecteur en angle 3"/>
          <p:cNvCxnSpPr>
            <a:stCxn id="178" idx="2"/>
            <a:endCxn id="25" idx="0"/>
          </p:cNvCxnSpPr>
          <p:nvPr/>
        </p:nvCxnSpPr>
        <p:spPr bwMode="auto">
          <a:xfrm rot="5400000">
            <a:off x="4403326" y="3327816"/>
            <a:ext cx="505450" cy="4095"/>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Connecteur en angle 6"/>
          <p:cNvCxnSpPr>
            <a:stCxn id="25" idx="2"/>
            <a:endCxn id="26" idx="0"/>
          </p:cNvCxnSpPr>
          <p:nvPr/>
        </p:nvCxnSpPr>
        <p:spPr bwMode="auto">
          <a:xfrm rot="16200000" flipH="1">
            <a:off x="4466038" y="4344742"/>
            <a:ext cx="378017" cy="208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ZoneTexte 18"/>
          <p:cNvSpPr txBox="1"/>
          <p:nvPr/>
        </p:nvSpPr>
        <p:spPr>
          <a:xfrm rot="20284957">
            <a:off x="609646" y="3448397"/>
            <a:ext cx="3332707" cy="307777"/>
          </a:xfrm>
          <a:prstGeom prst="rect">
            <a:avLst/>
          </a:prstGeom>
          <a:solidFill>
            <a:srgbClr val="FFFF00"/>
          </a:solidFill>
        </p:spPr>
        <p:txBody>
          <a:bodyPr wrap="none" rtlCol="0">
            <a:spAutoFit/>
          </a:bodyPr>
          <a:lstStyle/>
          <a:p>
            <a:r>
              <a:rPr lang="fr-FR" sz="1400"/>
              <a:t>Modifiable dans HO/HNO de ABO_RET</a:t>
            </a:r>
          </a:p>
        </p:txBody>
      </p:sp>
    </p:spTree>
    <p:extLst>
      <p:ext uri="{BB962C8B-B14F-4D97-AF65-F5344CB8AC3E}">
        <p14:creationId xmlns:p14="http://schemas.microsoft.com/office/powerpoint/2010/main" val="1625634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31">
            <a:hlinkClick r:id="" action="ppaction://noaction"/>
          </p:cNvPr>
          <p:cNvSpPr>
            <a:spLocks noChangeArrowheads="1"/>
          </p:cNvSpPr>
          <p:nvPr/>
        </p:nvSpPr>
        <p:spPr bwMode="auto">
          <a:xfrm>
            <a:off x="1391603" y="965199"/>
            <a:ext cx="6029325" cy="5072063"/>
          </a:xfrm>
          <a:prstGeom prst="roundRect">
            <a:avLst>
              <a:gd name="adj" fmla="val 16667"/>
            </a:avLst>
          </a:prstGeom>
          <a:solidFill>
            <a:srgbClr val="FFFF00"/>
          </a:solidFill>
          <a:ln w="9525" algn="ctr">
            <a:noFill/>
            <a:round/>
            <a:headEnd/>
            <a:tailEnd/>
          </a:ln>
          <a:effectLst>
            <a:outerShdw blurRad="50800" dist="38100" dir="2700000" algn="tl" rotWithShape="0">
              <a:prstClr val="black">
                <a:alpha val="40000"/>
              </a:prstClr>
            </a:outerShdw>
          </a:effectLst>
        </p:spPr>
        <p:txBody>
          <a:bodyPr wrap="none" anchor="ctr"/>
          <a:lstStyle/>
          <a:p>
            <a:pPr algn="ctr" defTabSz="379413" eaLnBrk="0" hangingPunct="0"/>
            <a:endParaRPr lang="fr-FR" sz="600" b="1">
              <a:solidFill>
                <a:srgbClr val="D31E05"/>
              </a:solidFill>
            </a:endParaRPr>
          </a:p>
        </p:txBody>
      </p:sp>
      <p:sp>
        <p:nvSpPr>
          <p:cNvPr id="20483"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42034DC-FC0D-4729-8F3D-7D16A4DE4346}" type="slidenum">
              <a:rPr lang="fr-FR" smtClean="0"/>
              <a:pPr eaLnBrk="1" hangingPunct="1"/>
              <a:t>41</a:t>
            </a:fld>
            <a:endParaRPr lang="fr-FR"/>
          </a:p>
        </p:txBody>
      </p:sp>
      <p:sp>
        <p:nvSpPr>
          <p:cNvPr id="20486" name="AutoShape 5"/>
          <p:cNvSpPr>
            <a:spLocks noChangeArrowheads="1"/>
          </p:cNvSpPr>
          <p:nvPr/>
        </p:nvSpPr>
        <p:spPr bwMode="auto">
          <a:xfrm>
            <a:off x="3486150" y="3040063"/>
            <a:ext cx="506413" cy="230187"/>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Flash</a:t>
            </a:r>
          </a:p>
        </p:txBody>
      </p:sp>
      <p:sp>
        <p:nvSpPr>
          <p:cNvPr id="201734" name="Text Box 6"/>
          <p:cNvSpPr txBox="1">
            <a:spLocks noChangeArrowheads="1"/>
          </p:cNvSpPr>
          <p:nvPr/>
        </p:nvSpPr>
        <p:spPr bwMode="auto">
          <a:xfrm>
            <a:off x="4329113" y="29956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fr-FR" sz="600" b="1">
                <a:effectLst>
                  <a:outerShdw blurRad="38100" dist="38100" dir="2700000" algn="tl">
                    <a:srgbClr val="C0C0C0"/>
                  </a:outerShdw>
                </a:effectLst>
              </a:rPr>
              <a:t>Générique</a:t>
            </a:r>
          </a:p>
        </p:txBody>
      </p:sp>
      <p:sp>
        <p:nvSpPr>
          <p:cNvPr id="20488" name="AutoShape 7"/>
          <p:cNvSpPr>
            <a:spLocks noChangeArrowheads="1"/>
          </p:cNvSpPr>
          <p:nvPr/>
        </p:nvSpPr>
        <p:spPr bwMode="auto">
          <a:xfrm>
            <a:off x="4854575" y="3279775"/>
            <a:ext cx="609600"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a:t>
            </a:r>
          </a:p>
        </p:txBody>
      </p:sp>
      <p:cxnSp>
        <p:nvCxnSpPr>
          <p:cNvPr id="20489" name="AutoShape 8"/>
          <p:cNvCxnSpPr>
            <a:cxnSpLocks noChangeShapeType="1"/>
            <a:stCxn id="49" idx="2"/>
            <a:endCxn id="20511" idx="2"/>
          </p:cNvCxnSpPr>
          <p:nvPr/>
        </p:nvCxnSpPr>
        <p:spPr bwMode="auto">
          <a:xfrm rot="5400000">
            <a:off x="3406262" y="4526242"/>
            <a:ext cx="454259" cy="932657"/>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90" name="AutoShape 9"/>
          <p:cNvCxnSpPr>
            <a:cxnSpLocks noChangeShapeType="1"/>
            <a:stCxn id="20486" idx="1"/>
            <a:endCxn id="20511" idx="2"/>
          </p:cNvCxnSpPr>
          <p:nvPr/>
        </p:nvCxnSpPr>
        <p:spPr bwMode="auto">
          <a:xfrm rot="10800000" flipV="1">
            <a:off x="3167063" y="3155950"/>
            <a:ext cx="319087" cy="206375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1" name="AutoShape 10"/>
          <p:cNvSpPr>
            <a:spLocks noChangeArrowheads="1"/>
          </p:cNvSpPr>
          <p:nvPr/>
        </p:nvSpPr>
        <p:spPr bwMode="auto">
          <a:xfrm>
            <a:off x="3637756" y="4415632"/>
            <a:ext cx="923925"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_FC</a:t>
            </a:r>
          </a:p>
        </p:txBody>
      </p:sp>
      <p:cxnSp>
        <p:nvCxnSpPr>
          <p:cNvPr id="20492" name="AutoShape 11"/>
          <p:cNvCxnSpPr>
            <a:cxnSpLocks noChangeShapeType="1"/>
            <a:stCxn id="20486" idx="3"/>
            <a:endCxn id="20488" idx="0"/>
          </p:cNvCxnSpPr>
          <p:nvPr/>
        </p:nvCxnSpPr>
        <p:spPr bwMode="auto">
          <a:xfrm>
            <a:off x="3992563" y="3155950"/>
            <a:ext cx="1166812" cy="123825"/>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93" name="AutoShape 12"/>
          <p:cNvCxnSpPr>
            <a:cxnSpLocks noChangeShapeType="1"/>
            <a:stCxn id="20488" idx="2"/>
            <a:endCxn id="20512" idx="0"/>
          </p:cNvCxnSpPr>
          <p:nvPr/>
        </p:nvCxnSpPr>
        <p:spPr bwMode="auto">
          <a:xfrm rot="16200000" flipH="1">
            <a:off x="5083969" y="3499644"/>
            <a:ext cx="153987" cy="3175"/>
          </a:xfrm>
          <a:prstGeom prst="bentConnector3">
            <a:avLst>
              <a:gd name="adj1" fmla="val 49486"/>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741" name="Text Box 13"/>
          <p:cNvSpPr txBox="1">
            <a:spLocks noChangeArrowheads="1"/>
          </p:cNvSpPr>
          <p:nvPr/>
        </p:nvSpPr>
        <p:spPr bwMode="auto">
          <a:xfrm>
            <a:off x="3203575" y="1081088"/>
            <a:ext cx="2809875" cy="483722"/>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lnSpc>
                <a:spcPct val="116000"/>
              </a:lnSpc>
              <a:spcBef>
                <a:spcPct val="50000"/>
              </a:spcBef>
              <a:buClr>
                <a:srgbClr val="000000"/>
              </a:buClr>
              <a:buSzPct val="100000"/>
              <a:buFont typeface="Times New Roman" pitchFamily="18" charset="0"/>
              <a:buNone/>
              <a:defRPr/>
            </a:pPr>
            <a:r>
              <a:rPr lang="fr-FR" sz="2400"/>
              <a:t>Message Flash</a:t>
            </a:r>
          </a:p>
        </p:txBody>
      </p:sp>
      <p:cxnSp>
        <p:nvCxnSpPr>
          <p:cNvPr id="20495" name="AutoShape 14"/>
          <p:cNvCxnSpPr>
            <a:cxnSpLocks noChangeShapeType="1"/>
            <a:stCxn id="20508" idx="0"/>
            <a:endCxn id="20486" idx="0"/>
          </p:cNvCxnSpPr>
          <p:nvPr/>
        </p:nvCxnSpPr>
        <p:spPr bwMode="auto">
          <a:xfrm>
            <a:off x="3732213" y="2384425"/>
            <a:ext cx="7937" cy="65563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496" name="AutoShape 15"/>
          <p:cNvSpPr>
            <a:spLocks noChangeArrowheads="1"/>
          </p:cNvSpPr>
          <p:nvPr/>
        </p:nvSpPr>
        <p:spPr bwMode="auto">
          <a:xfrm>
            <a:off x="4865688" y="4025900"/>
            <a:ext cx="595312" cy="398463"/>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Traitement</a:t>
            </a:r>
          </a:p>
        </p:txBody>
      </p:sp>
      <p:sp>
        <p:nvSpPr>
          <p:cNvPr id="20497" name="AutoShape 16"/>
          <p:cNvSpPr>
            <a:spLocks noChangeArrowheads="1"/>
          </p:cNvSpPr>
          <p:nvPr/>
        </p:nvSpPr>
        <p:spPr bwMode="auto">
          <a:xfrm>
            <a:off x="4713287" y="4530255"/>
            <a:ext cx="898525"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_FD</a:t>
            </a:r>
          </a:p>
        </p:txBody>
      </p:sp>
      <p:sp>
        <p:nvSpPr>
          <p:cNvPr id="20498" name="AutoShape 17"/>
          <p:cNvSpPr>
            <a:spLocks noChangeArrowheads="1"/>
          </p:cNvSpPr>
          <p:nvPr/>
        </p:nvSpPr>
        <p:spPr bwMode="auto">
          <a:xfrm>
            <a:off x="6015877" y="4454055"/>
            <a:ext cx="936625" cy="15240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_FT</a:t>
            </a:r>
          </a:p>
        </p:txBody>
      </p:sp>
      <p:sp>
        <p:nvSpPr>
          <p:cNvPr id="20499" name="AutoShape 18"/>
          <p:cNvSpPr>
            <a:spLocks noChangeArrowheads="1"/>
          </p:cNvSpPr>
          <p:nvPr/>
        </p:nvSpPr>
        <p:spPr bwMode="auto">
          <a:xfrm>
            <a:off x="5092700" y="5659438"/>
            <a:ext cx="142875" cy="141287"/>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cxnSp>
        <p:nvCxnSpPr>
          <p:cNvPr id="20500" name="AutoShape 19"/>
          <p:cNvCxnSpPr>
            <a:cxnSpLocks noChangeShapeType="1"/>
            <a:stCxn id="20496" idx="2"/>
            <a:endCxn id="20497" idx="0"/>
          </p:cNvCxnSpPr>
          <p:nvPr/>
        </p:nvCxnSpPr>
        <p:spPr bwMode="auto">
          <a:xfrm rot="5400000">
            <a:off x="5110001" y="4476912"/>
            <a:ext cx="105892" cy="794"/>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1" name="AutoShape 20"/>
          <p:cNvCxnSpPr>
            <a:cxnSpLocks noChangeShapeType="1"/>
            <a:stCxn id="20496" idx="1"/>
            <a:endCxn id="20491" idx="0"/>
          </p:cNvCxnSpPr>
          <p:nvPr/>
        </p:nvCxnSpPr>
        <p:spPr bwMode="auto">
          <a:xfrm rot="10800000" flipV="1">
            <a:off x="4099720" y="4225132"/>
            <a:ext cx="765969" cy="19050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2" name="AutoShape 21"/>
          <p:cNvCxnSpPr>
            <a:cxnSpLocks noChangeShapeType="1"/>
            <a:stCxn id="20496" idx="3"/>
            <a:endCxn id="20498" idx="0"/>
          </p:cNvCxnSpPr>
          <p:nvPr/>
        </p:nvCxnSpPr>
        <p:spPr bwMode="auto">
          <a:xfrm>
            <a:off x="5461000" y="4225132"/>
            <a:ext cx="1023190" cy="22892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3" name="AutoShape 22"/>
          <p:cNvCxnSpPr>
            <a:cxnSpLocks noChangeShapeType="1"/>
            <a:stCxn id="20512" idx="2"/>
            <a:endCxn id="20496" idx="0"/>
          </p:cNvCxnSpPr>
          <p:nvPr/>
        </p:nvCxnSpPr>
        <p:spPr bwMode="auto">
          <a:xfrm rot="16200000" flipH="1">
            <a:off x="5069681" y="3931444"/>
            <a:ext cx="187325" cy="1588"/>
          </a:xfrm>
          <a:prstGeom prst="bentConnector3">
            <a:avLst>
              <a:gd name="adj1" fmla="val 5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4" name="AutoShape 23"/>
          <p:cNvCxnSpPr>
            <a:cxnSpLocks noChangeShapeType="1"/>
            <a:stCxn id="51" idx="2"/>
            <a:endCxn id="20522" idx="0"/>
          </p:cNvCxnSpPr>
          <p:nvPr/>
        </p:nvCxnSpPr>
        <p:spPr bwMode="auto">
          <a:xfrm>
            <a:off x="6472237" y="4801952"/>
            <a:ext cx="1" cy="19549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5" name="AutoShape 24"/>
          <p:cNvCxnSpPr>
            <a:cxnSpLocks noChangeShapeType="1"/>
            <a:stCxn id="47" idx="2"/>
            <a:endCxn id="20513" idx="0"/>
          </p:cNvCxnSpPr>
          <p:nvPr/>
        </p:nvCxnSpPr>
        <p:spPr bwMode="auto">
          <a:xfrm>
            <a:off x="5159375" y="4889738"/>
            <a:ext cx="3175" cy="11088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6" name="AutoShape 25"/>
          <p:cNvCxnSpPr>
            <a:cxnSpLocks noChangeShapeType="1"/>
            <a:stCxn id="20513" idx="2"/>
            <a:endCxn id="20499" idx="0"/>
          </p:cNvCxnSpPr>
          <p:nvPr/>
        </p:nvCxnSpPr>
        <p:spPr bwMode="auto">
          <a:xfrm rot="16200000" flipH="1">
            <a:off x="5076031" y="5561807"/>
            <a:ext cx="174625" cy="1588"/>
          </a:xfrm>
          <a:prstGeom prst="bentConnector3">
            <a:avLst>
              <a:gd name="adj1" fmla="val 51819"/>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754" name="Text Box 26"/>
          <p:cNvSpPr txBox="1">
            <a:spLocks noChangeArrowheads="1"/>
          </p:cNvSpPr>
          <p:nvPr/>
        </p:nvSpPr>
        <p:spPr bwMode="auto">
          <a:xfrm>
            <a:off x="2386013" y="2830513"/>
            <a:ext cx="8128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Multi appelant Nx</a:t>
            </a:r>
          </a:p>
        </p:txBody>
      </p:sp>
      <p:sp>
        <p:nvSpPr>
          <p:cNvPr id="20508" name="AutoShape 27"/>
          <p:cNvSpPr>
            <a:spLocks noChangeArrowheads="1"/>
          </p:cNvSpPr>
          <p:nvPr/>
        </p:nvSpPr>
        <p:spPr bwMode="auto">
          <a:xfrm rot="10800000">
            <a:off x="3298825" y="1765300"/>
            <a:ext cx="866775" cy="619125"/>
          </a:xfrm>
          <a:prstGeom prst="upArrowCallout">
            <a:avLst>
              <a:gd name="adj1" fmla="val 35000"/>
              <a:gd name="adj2" fmla="val 35000"/>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a:r>
              <a:rPr lang="fr-FR" sz="600"/>
              <a:t>ENTREE FLASH</a:t>
            </a:r>
          </a:p>
        </p:txBody>
      </p:sp>
      <p:grpSp>
        <p:nvGrpSpPr>
          <p:cNvPr id="20509" name="Group 28"/>
          <p:cNvGrpSpPr>
            <a:grpSpLocks/>
          </p:cNvGrpSpPr>
          <p:nvPr/>
        </p:nvGrpSpPr>
        <p:grpSpPr bwMode="auto">
          <a:xfrm rot="1292278">
            <a:off x="3033713" y="2346325"/>
            <a:ext cx="411162" cy="180975"/>
            <a:chOff x="1920" y="715"/>
            <a:chExt cx="270" cy="139"/>
          </a:xfrm>
        </p:grpSpPr>
        <p:sp>
          <p:nvSpPr>
            <p:cNvPr id="20526" name="AutoShape 29"/>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sp>
          <p:nvSpPr>
            <p:cNvPr id="20527" name="AutoShape 30"/>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grpSp>
      <p:sp>
        <p:nvSpPr>
          <p:cNvPr id="20510" name="AutoShape 31"/>
          <p:cNvSpPr>
            <a:spLocks noChangeArrowheads="1"/>
          </p:cNvSpPr>
          <p:nvPr/>
        </p:nvSpPr>
        <p:spPr bwMode="auto">
          <a:xfrm>
            <a:off x="2043113" y="2125663"/>
            <a:ext cx="942975" cy="398462"/>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Fichier NDI</a:t>
            </a:r>
            <a:br>
              <a:rPr lang="fr-FR" sz="600" b="1"/>
            </a:br>
            <a:r>
              <a:rPr lang="fr-FR" sz="600" b="1"/>
              <a:t>+ champ « n » Passage</a:t>
            </a:r>
          </a:p>
        </p:txBody>
      </p:sp>
      <p:sp>
        <p:nvSpPr>
          <p:cNvPr id="20511" name="AutoShape 32"/>
          <p:cNvSpPr>
            <a:spLocks noChangeArrowheads="1"/>
          </p:cNvSpPr>
          <p:nvPr/>
        </p:nvSpPr>
        <p:spPr bwMode="auto">
          <a:xfrm rot="10800000">
            <a:off x="2733675" y="5219700"/>
            <a:ext cx="866775" cy="619125"/>
          </a:xfrm>
          <a:prstGeom prst="upArrowCallout">
            <a:avLst>
              <a:gd name="adj1" fmla="val 35000"/>
              <a:gd name="adj2" fmla="val 35000"/>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a:r>
              <a:rPr lang="fr-FR" sz="600"/>
              <a:t>SORTIE FLASH</a:t>
            </a:r>
          </a:p>
        </p:txBody>
      </p:sp>
      <p:sp>
        <p:nvSpPr>
          <p:cNvPr id="20512" name="Rectangle 33"/>
          <p:cNvSpPr>
            <a:spLocks noChangeArrowheads="1"/>
          </p:cNvSpPr>
          <p:nvPr/>
        </p:nvSpPr>
        <p:spPr bwMode="auto">
          <a:xfrm>
            <a:off x="4638675" y="3578225"/>
            <a:ext cx="1047750" cy="2603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r>
              <a:rPr lang="fr-FR" sz="800" b="1">
                <a:solidFill>
                  <a:srgbClr val="FF0000"/>
                </a:solidFill>
              </a:rPr>
              <a:t>MESSAGE_FLASH</a:t>
            </a:r>
            <a:endParaRPr lang="fr-FR" sz="400"/>
          </a:p>
        </p:txBody>
      </p:sp>
      <p:sp>
        <p:nvSpPr>
          <p:cNvPr id="20513" name="Rectangle 34"/>
          <p:cNvSpPr>
            <a:spLocks noChangeArrowheads="1"/>
          </p:cNvSpPr>
          <p:nvPr/>
        </p:nvSpPr>
        <p:spPr bwMode="auto">
          <a:xfrm>
            <a:off x="4518025" y="5000625"/>
            <a:ext cx="1289050" cy="474663"/>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solidFill>
                  <a:srgbClr val="FF0000"/>
                </a:solidFill>
              </a:rPr>
              <a:t>QUIT</a:t>
            </a:r>
            <a:endParaRPr lang="fr-FR" sz="600"/>
          </a:p>
          <a:p>
            <a:pPr algn="ctr" eaLnBrk="0" hangingPunct="0"/>
            <a:r>
              <a:rPr lang="fr-FR" sz="600"/>
              <a:t>SFR vous remercie</a:t>
            </a:r>
            <a:br>
              <a:rPr lang="fr-FR" sz="600"/>
            </a:br>
            <a:r>
              <a:rPr lang="fr-FR" sz="600"/>
              <a:t>de votre Appel</a:t>
            </a:r>
          </a:p>
        </p:txBody>
      </p:sp>
      <p:sp>
        <p:nvSpPr>
          <p:cNvPr id="20514" name="Freeform 35"/>
          <p:cNvSpPr>
            <a:spLocks/>
          </p:cNvSpPr>
          <p:nvPr/>
        </p:nvSpPr>
        <p:spPr bwMode="auto">
          <a:xfrm>
            <a:off x="3975100" y="2711450"/>
            <a:ext cx="1663700" cy="647700"/>
          </a:xfrm>
          <a:custGeom>
            <a:avLst/>
            <a:gdLst>
              <a:gd name="T0" fmla="*/ 0 w 1048"/>
              <a:gd name="T1" fmla="*/ 2147483647 h 408"/>
              <a:gd name="T2" fmla="*/ 2147483647 w 1048"/>
              <a:gd name="T3" fmla="*/ 0 h 408"/>
              <a:gd name="T4" fmla="*/ 2147483647 w 1048"/>
              <a:gd name="T5" fmla="*/ 0 h 408"/>
              <a:gd name="T6" fmla="*/ 2147483647 w 1048"/>
              <a:gd name="T7" fmla="*/ 2147483647 h 408"/>
              <a:gd name="T8" fmla="*/ 2147483647 w 1048"/>
              <a:gd name="T9" fmla="*/ 2147483647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8" h="408">
                <a:moveTo>
                  <a:pt x="0" y="272"/>
                </a:moveTo>
                <a:lnTo>
                  <a:pt x="352" y="0"/>
                </a:lnTo>
                <a:lnTo>
                  <a:pt x="1048" y="0"/>
                </a:lnTo>
                <a:lnTo>
                  <a:pt x="1048" y="408"/>
                </a:lnTo>
                <a:lnTo>
                  <a:pt x="936" y="40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201764" name="Text Box 36"/>
          <p:cNvSpPr txBox="1">
            <a:spLocks noChangeArrowheads="1"/>
          </p:cNvSpPr>
          <p:nvPr/>
        </p:nvSpPr>
        <p:spPr bwMode="auto">
          <a:xfrm>
            <a:off x="4729163" y="2690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defRPr/>
            </a:pPr>
            <a:r>
              <a:rPr lang="fr-FR" sz="600" b="1">
                <a:effectLst>
                  <a:outerShdw blurRad="38100" dist="38100" dir="2700000" algn="tl">
                    <a:srgbClr val="C0C0C0"/>
                  </a:outerShdw>
                </a:effectLst>
              </a:rPr>
              <a:t>Spécifique</a:t>
            </a:r>
          </a:p>
        </p:txBody>
      </p:sp>
      <p:grpSp>
        <p:nvGrpSpPr>
          <p:cNvPr id="20516" name="Group 37"/>
          <p:cNvGrpSpPr>
            <a:grpSpLocks/>
          </p:cNvGrpSpPr>
          <p:nvPr/>
        </p:nvGrpSpPr>
        <p:grpSpPr bwMode="auto">
          <a:xfrm rot="-1789661">
            <a:off x="5745163" y="2466975"/>
            <a:ext cx="411162" cy="180975"/>
            <a:chOff x="1920" y="715"/>
            <a:chExt cx="270" cy="139"/>
          </a:xfrm>
        </p:grpSpPr>
        <p:sp>
          <p:nvSpPr>
            <p:cNvPr id="20524" name="AutoShape 38"/>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sp>
          <p:nvSpPr>
            <p:cNvPr id="20525" name="AutoShape 39"/>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grpSp>
      <p:sp>
        <p:nvSpPr>
          <p:cNvPr id="20517" name="AutoShape 40"/>
          <p:cNvSpPr>
            <a:spLocks noChangeArrowheads="1"/>
          </p:cNvSpPr>
          <p:nvPr/>
        </p:nvSpPr>
        <p:spPr bwMode="auto">
          <a:xfrm>
            <a:off x="6215063" y="2233613"/>
            <a:ext cx="765175" cy="309562"/>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Fichier NDI</a:t>
            </a:r>
          </a:p>
        </p:txBody>
      </p:sp>
      <p:sp>
        <p:nvSpPr>
          <p:cNvPr id="20518" name="AutoShape 41"/>
          <p:cNvSpPr>
            <a:spLocks noChangeArrowheads="1"/>
          </p:cNvSpPr>
          <p:nvPr/>
        </p:nvSpPr>
        <p:spPr bwMode="auto">
          <a:xfrm>
            <a:off x="3302000" y="2443163"/>
            <a:ext cx="862013" cy="458787"/>
          </a:xfrm>
          <a:prstGeom prst="diamond">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a:t>Test Multi Appelant</a:t>
            </a:r>
          </a:p>
        </p:txBody>
      </p:sp>
      <p:cxnSp>
        <p:nvCxnSpPr>
          <p:cNvPr id="20519" name="AutoShape 42"/>
          <p:cNvCxnSpPr>
            <a:cxnSpLocks noChangeShapeType="1"/>
            <a:stCxn id="20518" idx="1"/>
            <a:endCxn id="20511" idx="2"/>
          </p:cNvCxnSpPr>
          <p:nvPr/>
        </p:nvCxnSpPr>
        <p:spPr bwMode="auto">
          <a:xfrm rot="10800000" flipV="1">
            <a:off x="3167063" y="2673350"/>
            <a:ext cx="134937" cy="2546350"/>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771" name="Text Box 43"/>
          <p:cNvSpPr txBox="1">
            <a:spLocks noChangeArrowheads="1"/>
          </p:cNvSpPr>
          <p:nvPr/>
        </p:nvSpPr>
        <p:spPr bwMode="auto">
          <a:xfrm>
            <a:off x="3706813" y="3198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OUI</a:t>
            </a:r>
          </a:p>
        </p:txBody>
      </p:sp>
      <p:sp>
        <p:nvSpPr>
          <p:cNvPr id="201772" name="Text Box 44"/>
          <p:cNvSpPr txBox="1">
            <a:spLocks noChangeArrowheads="1"/>
          </p:cNvSpPr>
          <p:nvPr/>
        </p:nvSpPr>
        <p:spPr bwMode="auto">
          <a:xfrm>
            <a:off x="3148013" y="3198813"/>
            <a:ext cx="633412"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defRPr/>
            </a:pPr>
            <a:r>
              <a:rPr lang="fr-FR" sz="600" b="1">
                <a:effectLst>
                  <a:outerShdw blurRad="38100" dist="38100" dir="2700000" algn="tl">
                    <a:srgbClr val="C0C0C0"/>
                  </a:outerShdw>
                </a:effectLst>
              </a:rPr>
              <a:t>NON</a:t>
            </a:r>
          </a:p>
        </p:txBody>
      </p:sp>
      <p:sp>
        <p:nvSpPr>
          <p:cNvPr id="20522" name="AutoShape 45"/>
          <p:cNvSpPr>
            <a:spLocks noChangeArrowheads="1"/>
          </p:cNvSpPr>
          <p:nvPr/>
        </p:nvSpPr>
        <p:spPr bwMode="auto">
          <a:xfrm>
            <a:off x="6042025" y="4997450"/>
            <a:ext cx="860425" cy="430213"/>
          </a:xfrm>
          <a:prstGeom prst="flowChartProcess">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t>Plateaux</a:t>
            </a:r>
            <a:endParaRPr lang="fr-FR" sz="600" i="1"/>
          </a:p>
        </p:txBody>
      </p:sp>
      <p:sp>
        <p:nvSpPr>
          <p:cNvPr id="48"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50" name="Rectangle 2"/>
          <p:cNvSpPr txBox="1">
            <a:spLocks noGrp="1" noChangeArrowheads="1"/>
          </p:cNvSpPr>
          <p:nvPr>
            <p:ph type="title"/>
          </p:nvPr>
        </p:nvSpPr>
        <p:spPr bwMode="auto">
          <a:xfrm>
            <a:off x="2712914" y="38787"/>
            <a:ext cx="4019550" cy="300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FLASH</a:t>
            </a:r>
          </a:p>
        </p:txBody>
      </p:sp>
      <p:sp>
        <p:nvSpPr>
          <p:cNvPr id="47" name="AutoShape 16"/>
          <p:cNvSpPr>
            <a:spLocks noChangeArrowheads="1"/>
          </p:cNvSpPr>
          <p:nvPr/>
        </p:nvSpPr>
        <p:spPr bwMode="auto">
          <a:xfrm>
            <a:off x="4710112" y="4745275"/>
            <a:ext cx="898525"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FD_IdFlash</a:t>
            </a:r>
            <a:endParaRPr lang="fr-FR" sz="600" b="1"/>
          </a:p>
        </p:txBody>
      </p:sp>
      <p:sp>
        <p:nvSpPr>
          <p:cNvPr id="49" name="AutoShape 10"/>
          <p:cNvSpPr>
            <a:spLocks noChangeArrowheads="1"/>
          </p:cNvSpPr>
          <p:nvPr/>
        </p:nvSpPr>
        <p:spPr bwMode="auto">
          <a:xfrm>
            <a:off x="3637756" y="4620979"/>
            <a:ext cx="923925" cy="144462"/>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FC_IdFlash</a:t>
            </a:r>
            <a:endParaRPr lang="fr-FR" sz="600" b="1"/>
          </a:p>
        </p:txBody>
      </p:sp>
      <p:sp>
        <p:nvSpPr>
          <p:cNvPr id="51" name="AutoShape 17"/>
          <p:cNvSpPr>
            <a:spLocks noChangeArrowheads="1"/>
          </p:cNvSpPr>
          <p:nvPr/>
        </p:nvSpPr>
        <p:spPr bwMode="auto">
          <a:xfrm>
            <a:off x="6003924" y="4649552"/>
            <a:ext cx="936625" cy="152400"/>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_</a:t>
            </a:r>
            <a:r>
              <a:rPr lang="fr-FR" sz="600" b="1" err="1"/>
              <a:t>FT_IdFlash</a:t>
            </a:r>
            <a:endParaRPr lang="fr-FR" sz="600" b="1"/>
          </a:p>
        </p:txBody>
      </p:sp>
      <p:cxnSp>
        <p:nvCxnSpPr>
          <p:cNvPr id="13" name="Connecteur droit 12"/>
          <p:cNvCxnSpPr>
            <a:stCxn id="20491" idx="2"/>
            <a:endCxn id="49" idx="0"/>
          </p:cNvCxnSpPr>
          <p:nvPr/>
        </p:nvCxnSpPr>
        <p:spPr bwMode="auto">
          <a:xfrm>
            <a:off x="4099719" y="4560094"/>
            <a:ext cx="0" cy="608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Connecteur droit 14"/>
          <p:cNvCxnSpPr>
            <a:stCxn id="20497" idx="2"/>
            <a:endCxn id="47" idx="0"/>
          </p:cNvCxnSpPr>
          <p:nvPr/>
        </p:nvCxnSpPr>
        <p:spPr bwMode="auto">
          <a:xfrm flipH="1">
            <a:off x="5159375" y="4674718"/>
            <a:ext cx="3175" cy="705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Connecteur droit 16"/>
          <p:cNvCxnSpPr>
            <a:stCxn id="20498" idx="2"/>
            <a:endCxn id="51" idx="0"/>
          </p:cNvCxnSpPr>
          <p:nvPr/>
        </p:nvCxnSpPr>
        <p:spPr bwMode="auto">
          <a:xfrm flipH="1">
            <a:off x="6472237" y="4606455"/>
            <a:ext cx="11953" cy="430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Espace réservé du numéro de diapositive 3"/>
          <p:cNvSpPr>
            <a:spLocks noGrp="1"/>
          </p:cNvSpPr>
          <p:nvPr>
            <p:ph type="sldNum" sz="quarter" idx="10"/>
          </p:nvPr>
        </p:nvSpPr>
        <p:spPr>
          <a:noFill/>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E69B827-ED8C-480E-BEB2-5B7AE1B2B084}" type="slidenum">
              <a:rPr lang="fr-FR" smtClean="0"/>
              <a:pPr eaLnBrk="1" hangingPunct="1"/>
              <a:t>42</a:t>
            </a:fld>
            <a:endParaRPr lang="fr-FR"/>
          </a:p>
        </p:txBody>
      </p:sp>
      <p:sp>
        <p:nvSpPr>
          <p:cNvPr id="21510" name="Rectangle 5"/>
          <p:cNvSpPr>
            <a:spLocks noChangeArrowheads="1"/>
          </p:cNvSpPr>
          <p:nvPr/>
        </p:nvSpPr>
        <p:spPr bwMode="auto">
          <a:xfrm>
            <a:off x="322263" y="688975"/>
            <a:ext cx="915987" cy="287338"/>
          </a:xfrm>
          <a:prstGeom prst="rect">
            <a:avLst/>
          </a:prstGeom>
          <a:solidFill>
            <a:srgbClr val="D31E05"/>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700" b="1">
                <a:solidFill>
                  <a:schemeClr val="bg1"/>
                </a:solidFill>
              </a:rPr>
              <a:t>8AB</a:t>
            </a:r>
          </a:p>
          <a:p>
            <a:pPr algn="ctr" eaLnBrk="0" hangingPunct="0"/>
            <a:r>
              <a:rPr lang="fr-FR" sz="700" b="1">
                <a:solidFill>
                  <a:schemeClr val="bg1"/>
                </a:solidFill>
              </a:rPr>
              <a:t>SN xxxx</a:t>
            </a:r>
            <a:endParaRPr lang="fr-FR" sz="700"/>
          </a:p>
        </p:txBody>
      </p:sp>
      <p:sp>
        <p:nvSpPr>
          <p:cNvPr id="167942" name="AutoShape 6"/>
          <p:cNvSpPr>
            <a:spLocks noChangeArrowheads="1"/>
          </p:cNvSpPr>
          <p:nvPr/>
        </p:nvSpPr>
        <p:spPr bwMode="auto">
          <a:xfrm>
            <a:off x="315913" y="1112838"/>
            <a:ext cx="915987" cy="133350"/>
          </a:xfrm>
          <a:prstGeom prst="flowChartDocumen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defRPr/>
            </a:pPr>
            <a:r>
              <a:rPr lang="fr-FR" sz="600">
                <a:effectLst>
                  <a:outerShdw blurRad="38100" dist="38100" dir="2700000" algn="tl">
                    <a:srgbClr val="FFFFFF"/>
                  </a:outerShdw>
                </a:effectLst>
              </a:rPr>
              <a:t>Décroché de l ’application</a:t>
            </a:r>
          </a:p>
        </p:txBody>
      </p:sp>
      <p:sp>
        <p:nvSpPr>
          <p:cNvPr id="21512" name="AutoShape 7"/>
          <p:cNvSpPr>
            <a:spLocks noChangeArrowheads="1"/>
          </p:cNvSpPr>
          <p:nvPr/>
        </p:nvSpPr>
        <p:spPr bwMode="auto">
          <a:xfrm>
            <a:off x="447675" y="1403350"/>
            <a:ext cx="666750" cy="144463"/>
          </a:xfrm>
          <a:prstGeom prst="roundRect">
            <a:avLst>
              <a:gd name="adj" fmla="val 16667"/>
            </a:avLst>
          </a:prstGeom>
          <a:solidFill>
            <a:srgbClr val="F8DAD4"/>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00001_Balise</a:t>
            </a:r>
          </a:p>
        </p:txBody>
      </p:sp>
      <p:sp>
        <p:nvSpPr>
          <p:cNvPr id="21513" name="AutoShape 8"/>
          <p:cNvSpPr>
            <a:spLocks noChangeArrowheads="1"/>
          </p:cNvSpPr>
          <p:nvPr/>
        </p:nvSpPr>
        <p:spPr bwMode="auto">
          <a:xfrm>
            <a:off x="396875" y="1682750"/>
            <a:ext cx="766763" cy="288925"/>
          </a:xfrm>
          <a:prstGeom prst="flowChartDecision">
            <a:avLst/>
          </a:prstGeom>
          <a:solidFill>
            <a:srgbClr val="CCFF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t>Filtre</a:t>
            </a:r>
          </a:p>
        </p:txBody>
      </p:sp>
      <p:sp>
        <p:nvSpPr>
          <p:cNvPr id="21514" name="Rectangle 10"/>
          <p:cNvSpPr>
            <a:spLocks noChangeArrowheads="1"/>
          </p:cNvSpPr>
          <p:nvPr/>
        </p:nvSpPr>
        <p:spPr bwMode="auto">
          <a:xfrm>
            <a:off x="266700" y="4776788"/>
            <a:ext cx="1054100" cy="130175"/>
          </a:xfrm>
          <a:prstGeom prst="rect">
            <a:avLst/>
          </a:prstGeom>
          <a:solidFill>
            <a:schemeClr val="folHlink"/>
          </a:solidFill>
          <a:ln w="9525">
            <a:solidFill>
              <a:schemeClr val="tx1"/>
            </a:solidFill>
            <a:miter lim="800000"/>
            <a:headEnd/>
            <a:tailEnd/>
          </a:ln>
          <a:effectLst>
            <a:outerShdw dist="35921" dir="2700000" algn="ctr" rotWithShape="0">
              <a:schemeClr val="bg2"/>
            </a:outerShdw>
          </a:effectLst>
        </p:spPr>
        <p:txBody>
          <a:bodyPr wrap="none" lIns="108845" tIns="54423" rIns="108845" bIns="54423" anchor="ctr"/>
          <a:lstStyle/>
          <a:p>
            <a:pPr algn="ctr" defTabSz="1087438" eaLnBrk="0" hangingPunct="0"/>
            <a:r>
              <a:rPr lang="fr-FR" sz="600" b="1"/>
              <a:t>Restitution TTS</a:t>
            </a:r>
            <a:endParaRPr lang="fr-FR" sz="600"/>
          </a:p>
        </p:txBody>
      </p:sp>
      <p:sp>
        <p:nvSpPr>
          <p:cNvPr id="21515" name="AutoShape 11"/>
          <p:cNvSpPr>
            <a:spLocks noChangeArrowheads="1"/>
          </p:cNvSpPr>
          <p:nvPr/>
        </p:nvSpPr>
        <p:spPr bwMode="auto">
          <a:xfrm rot="10800000">
            <a:off x="4543425" y="1844675"/>
            <a:ext cx="1071563" cy="406400"/>
          </a:xfrm>
          <a:prstGeom prst="upArrowCallout">
            <a:avLst>
              <a:gd name="adj1" fmla="val 65918"/>
              <a:gd name="adj2" fmla="val 65918"/>
              <a:gd name="adj3" fmla="val 16667"/>
              <a:gd name="adj4" fmla="val 66667"/>
            </a:avLst>
          </a:prstGeom>
          <a:solidFill>
            <a:srgbClr val="00FFFF"/>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RENVOI</a:t>
            </a:r>
          </a:p>
        </p:txBody>
      </p:sp>
      <p:grpSp>
        <p:nvGrpSpPr>
          <p:cNvPr id="21516" name="Group 12"/>
          <p:cNvGrpSpPr>
            <a:grpSpLocks/>
          </p:cNvGrpSpPr>
          <p:nvPr/>
        </p:nvGrpSpPr>
        <p:grpSpPr bwMode="auto">
          <a:xfrm rot="10800000">
            <a:off x="5285581" y="1389064"/>
            <a:ext cx="450850" cy="130175"/>
            <a:chOff x="1920" y="715"/>
            <a:chExt cx="270" cy="139"/>
          </a:xfrm>
        </p:grpSpPr>
        <p:sp>
          <p:nvSpPr>
            <p:cNvPr id="21553" name="AutoShape 13"/>
            <p:cNvSpPr>
              <a:spLocks noChangeArrowheads="1"/>
            </p:cNvSpPr>
            <p:nvPr/>
          </p:nvSpPr>
          <p:spPr bwMode="auto">
            <a:xfrm rot="-5400000">
              <a:off x="2013" y="622"/>
              <a:ext cx="66" cy="252"/>
            </a:xfrm>
            <a:prstGeom prst="upArrow">
              <a:avLst>
                <a:gd name="adj1" fmla="val 50000"/>
                <a:gd name="adj2" fmla="val 95455"/>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sp>
          <p:nvSpPr>
            <p:cNvPr id="21554" name="AutoShape 14"/>
            <p:cNvSpPr>
              <a:spLocks noChangeArrowheads="1"/>
            </p:cNvSpPr>
            <p:nvPr/>
          </p:nvSpPr>
          <p:spPr bwMode="auto">
            <a:xfrm rot="5400000">
              <a:off x="2031" y="696"/>
              <a:ext cx="65" cy="252"/>
            </a:xfrm>
            <a:prstGeom prst="upArrow">
              <a:avLst>
                <a:gd name="adj1" fmla="val 50000"/>
                <a:gd name="adj2" fmla="val 96923"/>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fr-FR"/>
            </a:p>
          </p:txBody>
        </p:sp>
      </p:grpSp>
      <p:sp>
        <p:nvSpPr>
          <p:cNvPr id="21517" name="AutoShape 15"/>
          <p:cNvSpPr>
            <a:spLocks noChangeArrowheads="1"/>
          </p:cNvSpPr>
          <p:nvPr/>
        </p:nvSpPr>
        <p:spPr bwMode="auto">
          <a:xfrm>
            <a:off x="4552156" y="1322389"/>
            <a:ext cx="611188" cy="233362"/>
          </a:xfrm>
          <a:prstGeom prst="can">
            <a:avLst>
              <a:gd name="adj" fmla="val 25000"/>
            </a:avLst>
          </a:prstGeom>
          <a:solidFill>
            <a:schemeClr val="accent1"/>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fr-FR" sz="600" b="1"/>
              <a:t>Base 9T</a:t>
            </a:r>
          </a:p>
        </p:txBody>
      </p:sp>
      <p:grpSp>
        <p:nvGrpSpPr>
          <p:cNvPr id="21518" name="Group 16"/>
          <p:cNvGrpSpPr>
            <a:grpSpLocks/>
          </p:cNvGrpSpPr>
          <p:nvPr/>
        </p:nvGrpSpPr>
        <p:grpSpPr bwMode="auto">
          <a:xfrm>
            <a:off x="219075" y="5065713"/>
            <a:ext cx="1168400" cy="415925"/>
            <a:chOff x="2472" y="1979"/>
            <a:chExt cx="862" cy="409"/>
          </a:xfrm>
        </p:grpSpPr>
        <p:sp>
          <p:nvSpPr>
            <p:cNvPr id="21551" name="AutoShape 17"/>
            <p:cNvSpPr>
              <a:spLocks noChangeArrowheads="1"/>
            </p:cNvSpPr>
            <p:nvPr/>
          </p:nvSpPr>
          <p:spPr bwMode="auto">
            <a:xfrm>
              <a:off x="2472" y="1979"/>
              <a:ext cx="862" cy="409"/>
            </a:xfrm>
            <a:prstGeom prst="verticalScroll">
              <a:avLst>
                <a:gd name="adj" fmla="val 12500"/>
              </a:avLst>
            </a:prstGeom>
            <a:solidFill>
              <a:srgbClr val="CC99FF"/>
            </a:solidFill>
            <a:ln w="9525">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21552" name="Text Box 18"/>
            <p:cNvSpPr txBox="1">
              <a:spLocks noChangeArrowheads="1"/>
            </p:cNvSpPr>
            <p:nvPr/>
          </p:nvSpPr>
          <p:spPr bwMode="auto">
            <a:xfrm>
              <a:off x="2561" y="2098"/>
              <a:ext cx="684" cy="13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lnSpc>
                  <a:spcPct val="50000"/>
                </a:lnSpc>
                <a:spcBef>
                  <a:spcPct val="50000"/>
                </a:spcBef>
                <a:buClr>
                  <a:srgbClr val="000000"/>
                </a:buClr>
                <a:buSzPct val="100000"/>
                <a:buFont typeface="Times New Roman" pitchFamily="18" charset="0"/>
                <a:buNone/>
              </a:pPr>
              <a:r>
                <a:rPr lang="fr-FR" sz="600" b="1">
                  <a:solidFill>
                    <a:schemeClr val="bg1"/>
                  </a:solidFill>
                </a:rPr>
                <a:t>TRAITEMENT</a:t>
              </a:r>
            </a:p>
          </p:txBody>
        </p:sp>
      </p:grpSp>
      <p:sp>
        <p:nvSpPr>
          <p:cNvPr id="21519" name="AutoShape 19"/>
          <p:cNvSpPr>
            <a:spLocks noChangeArrowheads="1"/>
          </p:cNvSpPr>
          <p:nvPr/>
        </p:nvSpPr>
        <p:spPr bwMode="auto">
          <a:xfrm>
            <a:off x="731838" y="5610225"/>
            <a:ext cx="142875" cy="141288"/>
          </a:xfrm>
          <a:prstGeom prst="flowChartSummingJunction">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endParaRPr lang="fr-FR"/>
          </a:p>
        </p:txBody>
      </p:sp>
      <p:sp>
        <p:nvSpPr>
          <p:cNvPr id="21520" name="AutoShape 20"/>
          <p:cNvSpPr>
            <a:spLocks noChangeArrowheads="1"/>
          </p:cNvSpPr>
          <p:nvPr/>
        </p:nvSpPr>
        <p:spPr bwMode="auto">
          <a:xfrm>
            <a:off x="635000" y="5970588"/>
            <a:ext cx="355600" cy="192087"/>
          </a:xfrm>
          <a:prstGeom prst="flowChartDecision">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Choix</a:t>
            </a:r>
          </a:p>
        </p:txBody>
      </p:sp>
      <p:sp>
        <p:nvSpPr>
          <p:cNvPr id="21521" name="AutoShape 21"/>
          <p:cNvSpPr>
            <a:spLocks noChangeArrowheads="1"/>
          </p:cNvSpPr>
          <p:nvPr/>
        </p:nvSpPr>
        <p:spPr bwMode="auto">
          <a:xfrm>
            <a:off x="201613" y="5995988"/>
            <a:ext cx="215900" cy="180975"/>
          </a:xfrm>
          <a:prstGeom prst="bevel">
            <a:avLst>
              <a:gd name="adj" fmla="val 125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7874" tIns="18937" rIns="37874" bIns="18937" anchor="ctr"/>
          <a:lstStyle/>
          <a:p>
            <a:pPr algn="ctr" defTabSz="379413" eaLnBrk="0" hangingPunct="0"/>
            <a:r>
              <a:rPr lang="fr-FR" sz="600"/>
              <a:t>1</a:t>
            </a:r>
          </a:p>
        </p:txBody>
      </p:sp>
      <p:sp>
        <p:nvSpPr>
          <p:cNvPr id="21522" name="AutoShape 22"/>
          <p:cNvSpPr>
            <a:spLocks noChangeArrowheads="1"/>
          </p:cNvSpPr>
          <p:nvPr/>
        </p:nvSpPr>
        <p:spPr bwMode="auto">
          <a:xfrm>
            <a:off x="1104900" y="5946775"/>
            <a:ext cx="458788" cy="252413"/>
          </a:xfrm>
          <a:prstGeom prst="bevel">
            <a:avLst>
              <a:gd name="adj" fmla="val 12500"/>
            </a:avLst>
          </a:prstGeom>
          <a:solidFill>
            <a:schemeClr val="hlink"/>
          </a:solidFill>
          <a:ln w="9525">
            <a:solidFill>
              <a:schemeClr val="tx1"/>
            </a:solidFill>
            <a:miter lim="800000"/>
            <a:headEnd/>
            <a:tailEnd/>
          </a:ln>
          <a:effectLst>
            <a:outerShdw dist="35921" dir="2700000" algn="ctr" rotWithShape="0">
              <a:schemeClr val="bg2"/>
            </a:outerShdw>
          </a:effectLst>
        </p:spPr>
        <p:txBody>
          <a:bodyPr wrap="none" lIns="37874" tIns="18937" rIns="37874" bIns="18937" anchor="ctr"/>
          <a:lstStyle/>
          <a:p>
            <a:pPr algn="ctr" defTabSz="379413" eaLnBrk="0" hangingPunct="0"/>
            <a:r>
              <a:rPr lang="fr-FR" sz="600"/>
              <a:t>NMNI</a:t>
            </a:r>
          </a:p>
        </p:txBody>
      </p:sp>
      <p:sp>
        <p:nvSpPr>
          <p:cNvPr id="21523" name="AutoShape 23"/>
          <p:cNvSpPr>
            <a:spLocks noChangeArrowheads="1"/>
          </p:cNvSpPr>
          <p:nvPr/>
        </p:nvSpPr>
        <p:spPr bwMode="auto">
          <a:xfrm>
            <a:off x="315913" y="6357938"/>
            <a:ext cx="950912" cy="454025"/>
          </a:xfrm>
          <a:prstGeom prst="flowChartPunchedTape">
            <a:avLst/>
          </a:prstGeom>
          <a:solidFill>
            <a:srgbClr val="CCFFCC"/>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Mise à jour champ</a:t>
            </a:r>
          </a:p>
          <a:p>
            <a:pPr algn="ctr" eaLnBrk="0" hangingPunct="0"/>
            <a:r>
              <a:rPr lang="fr-FR" sz="600" b="1"/>
              <a:t>BASE</a:t>
            </a:r>
          </a:p>
        </p:txBody>
      </p:sp>
      <p:sp>
        <p:nvSpPr>
          <p:cNvPr id="21524" name="AutoShape 24"/>
          <p:cNvSpPr>
            <a:spLocks noChangeArrowheads="1"/>
          </p:cNvSpPr>
          <p:nvPr/>
        </p:nvSpPr>
        <p:spPr bwMode="auto">
          <a:xfrm>
            <a:off x="4484688" y="3648075"/>
            <a:ext cx="1187450" cy="430213"/>
          </a:xfrm>
          <a:prstGeom prst="flowChartProcess">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t>Nœud</a:t>
            </a:r>
            <a:endParaRPr lang="fr-FR" sz="600" i="1"/>
          </a:p>
        </p:txBody>
      </p:sp>
      <p:sp>
        <p:nvSpPr>
          <p:cNvPr id="21525" name="Rectangle 25"/>
          <p:cNvSpPr>
            <a:spLocks noChangeArrowheads="1"/>
          </p:cNvSpPr>
          <p:nvPr/>
        </p:nvSpPr>
        <p:spPr bwMode="auto">
          <a:xfrm>
            <a:off x="161925" y="3059113"/>
            <a:ext cx="1227138" cy="427037"/>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a:t>
            </a:r>
          </a:p>
          <a:p>
            <a:pPr algn="ctr" defTabSz="433388" eaLnBrk="0" hangingPunct="0"/>
            <a:r>
              <a:rPr lang="fr-FR" sz="600"/>
              <a:t>Texte texte texte texte</a:t>
            </a:r>
          </a:p>
        </p:txBody>
      </p:sp>
      <p:sp>
        <p:nvSpPr>
          <p:cNvPr id="21526" name="Text Box 39"/>
          <p:cNvSpPr txBox="1">
            <a:spLocks noChangeArrowheads="1"/>
          </p:cNvSpPr>
          <p:nvPr/>
        </p:nvSpPr>
        <p:spPr bwMode="auto">
          <a:xfrm>
            <a:off x="1595438" y="658813"/>
            <a:ext cx="51895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- 8AB et Service Number concerné par le parcours</a:t>
            </a:r>
          </a:p>
        </p:txBody>
      </p:sp>
      <p:sp>
        <p:nvSpPr>
          <p:cNvPr id="21527" name="Text Box 40"/>
          <p:cNvSpPr txBox="1">
            <a:spLocks noChangeArrowheads="1"/>
          </p:cNvSpPr>
          <p:nvPr/>
        </p:nvSpPr>
        <p:spPr bwMode="auto">
          <a:xfrm>
            <a:off x="1595438" y="974725"/>
            <a:ext cx="430371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Symbole pour un décroché d’application</a:t>
            </a:r>
          </a:p>
        </p:txBody>
      </p:sp>
      <p:sp>
        <p:nvSpPr>
          <p:cNvPr id="21528" name="Text Box 41"/>
          <p:cNvSpPr txBox="1">
            <a:spLocks noChangeArrowheads="1"/>
          </p:cNvSpPr>
          <p:nvPr/>
        </p:nvSpPr>
        <p:spPr bwMode="auto">
          <a:xfrm>
            <a:off x="1595438" y="1293813"/>
            <a:ext cx="22748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Balise statistique</a:t>
            </a:r>
          </a:p>
        </p:txBody>
      </p:sp>
      <p:sp>
        <p:nvSpPr>
          <p:cNvPr id="21529" name="Text Box 42"/>
          <p:cNvSpPr txBox="1">
            <a:spLocks noChangeArrowheads="1"/>
          </p:cNvSpPr>
          <p:nvPr/>
        </p:nvSpPr>
        <p:spPr bwMode="auto">
          <a:xfrm>
            <a:off x="1595438" y="1651000"/>
            <a:ext cx="11255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Filtre</a:t>
            </a:r>
          </a:p>
        </p:txBody>
      </p:sp>
      <p:sp>
        <p:nvSpPr>
          <p:cNvPr id="21530" name="Text Box 43"/>
          <p:cNvSpPr txBox="1">
            <a:spLocks noChangeArrowheads="1"/>
          </p:cNvSpPr>
          <p:nvPr/>
        </p:nvSpPr>
        <p:spPr bwMode="auto">
          <a:xfrm>
            <a:off x="1579563" y="3125788"/>
            <a:ext cx="34655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Message vocale préenregistré</a:t>
            </a:r>
          </a:p>
        </p:txBody>
      </p:sp>
      <p:sp>
        <p:nvSpPr>
          <p:cNvPr id="21531" name="Text Box 44"/>
          <p:cNvSpPr txBox="1">
            <a:spLocks noChangeArrowheads="1"/>
          </p:cNvSpPr>
          <p:nvPr/>
        </p:nvSpPr>
        <p:spPr bwMode="auto">
          <a:xfrm>
            <a:off x="1579563" y="4678363"/>
            <a:ext cx="36179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Message vocale </a:t>
            </a:r>
            <a:r>
              <a:rPr lang="fr-FR" sz="1200" err="1"/>
              <a:t>Text</a:t>
            </a:r>
            <a:r>
              <a:rPr lang="fr-FR" sz="1200"/>
              <a:t> to Speech</a:t>
            </a:r>
          </a:p>
        </p:txBody>
      </p:sp>
      <p:sp>
        <p:nvSpPr>
          <p:cNvPr id="21532" name="Text Box 45"/>
          <p:cNvSpPr txBox="1">
            <a:spLocks noChangeArrowheads="1"/>
          </p:cNvSpPr>
          <p:nvPr/>
        </p:nvSpPr>
        <p:spPr bwMode="auto">
          <a:xfrm>
            <a:off x="5789613" y="1827213"/>
            <a:ext cx="3465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Renvoi de page</a:t>
            </a:r>
            <a:br>
              <a:rPr lang="fr-FR" sz="1200"/>
            </a:br>
            <a:r>
              <a:rPr lang="fr-FR" sz="1200"/>
              <a:t>(lien hypertexte vers titre diapo pour navigation)</a:t>
            </a:r>
          </a:p>
        </p:txBody>
      </p:sp>
      <p:sp>
        <p:nvSpPr>
          <p:cNvPr id="21533" name="Text Box 46"/>
          <p:cNvSpPr txBox="1">
            <a:spLocks noChangeArrowheads="1"/>
          </p:cNvSpPr>
          <p:nvPr/>
        </p:nvSpPr>
        <p:spPr bwMode="auto">
          <a:xfrm>
            <a:off x="1579563" y="5103813"/>
            <a:ext cx="25606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Traitement spécifique</a:t>
            </a:r>
          </a:p>
        </p:txBody>
      </p:sp>
      <p:sp>
        <p:nvSpPr>
          <p:cNvPr id="21534" name="Text Box 47"/>
          <p:cNvSpPr txBox="1">
            <a:spLocks noChangeArrowheads="1"/>
          </p:cNvSpPr>
          <p:nvPr/>
        </p:nvSpPr>
        <p:spPr bwMode="auto">
          <a:xfrm>
            <a:off x="1579563" y="5541963"/>
            <a:ext cx="15033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Raccroché</a:t>
            </a:r>
          </a:p>
        </p:txBody>
      </p:sp>
      <p:sp>
        <p:nvSpPr>
          <p:cNvPr id="21535" name="Text Box 48"/>
          <p:cNvSpPr txBox="1">
            <a:spLocks noChangeArrowheads="1"/>
          </p:cNvSpPr>
          <p:nvPr/>
        </p:nvSpPr>
        <p:spPr bwMode="auto">
          <a:xfrm>
            <a:off x="1579563" y="5911850"/>
            <a:ext cx="15795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Choix DTMF</a:t>
            </a:r>
          </a:p>
        </p:txBody>
      </p:sp>
      <p:sp>
        <p:nvSpPr>
          <p:cNvPr id="21536" name="Text Box 50"/>
          <p:cNvSpPr txBox="1">
            <a:spLocks noChangeArrowheads="1"/>
          </p:cNvSpPr>
          <p:nvPr/>
        </p:nvSpPr>
        <p:spPr bwMode="auto">
          <a:xfrm>
            <a:off x="1579563" y="6413500"/>
            <a:ext cx="25415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Mise à jour de base SVI</a:t>
            </a:r>
          </a:p>
        </p:txBody>
      </p:sp>
      <p:sp>
        <p:nvSpPr>
          <p:cNvPr id="21537" name="Text Box 51"/>
          <p:cNvSpPr txBox="1">
            <a:spLocks noChangeArrowheads="1"/>
          </p:cNvSpPr>
          <p:nvPr/>
        </p:nvSpPr>
        <p:spPr bwMode="auto">
          <a:xfrm>
            <a:off x="5703094" y="1296989"/>
            <a:ext cx="440848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Interrogation de base ou procédure stockée</a:t>
            </a:r>
          </a:p>
        </p:txBody>
      </p:sp>
      <p:sp>
        <p:nvSpPr>
          <p:cNvPr id="21538" name="Text Box 52"/>
          <p:cNvSpPr txBox="1">
            <a:spLocks noChangeArrowheads="1"/>
          </p:cNvSpPr>
          <p:nvPr/>
        </p:nvSpPr>
        <p:spPr bwMode="auto">
          <a:xfrm>
            <a:off x="5789613" y="3748088"/>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Transfert Plateaux</a:t>
            </a:r>
          </a:p>
        </p:txBody>
      </p:sp>
      <p:sp>
        <p:nvSpPr>
          <p:cNvPr id="21539" name="AutoShape 53"/>
          <p:cNvSpPr>
            <a:spLocks noChangeArrowheads="1"/>
          </p:cNvSpPr>
          <p:nvPr/>
        </p:nvSpPr>
        <p:spPr bwMode="auto">
          <a:xfrm>
            <a:off x="4484688" y="4259263"/>
            <a:ext cx="1187450" cy="430212"/>
          </a:xfrm>
          <a:prstGeom prst="flowChartProcess">
            <a:avLst/>
          </a:prstGeom>
          <a:solidFill>
            <a:srgbClr val="FF9900"/>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fr-FR" sz="600" b="1"/>
              <a:t>TRANSFERT</a:t>
            </a:r>
            <a:br>
              <a:rPr lang="fr-FR" sz="600" b="1"/>
            </a:br>
            <a:r>
              <a:rPr lang="fr-FR" sz="600"/>
              <a:t>Nœud</a:t>
            </a:r>
          </a:p>
          <a:p>
            <a:pPr algn="ctr" eaLnBrk="0" hangingPunct="0"/>
            <a:r>
              <a:rPr lang="fr-FR" sz="600"/>
              <a:t>Param=xxx</a:t>
            </a:r>
            <a:endParaRPr lang="fr-FR" sz="600" i="1"/>
          </a:p>
        </p:txBody>
      </p:sp>
      <p:sp>
        <p:nvSpPr>
          <p:cNvPr id="21540" name="Text Box 54"/>
          <p:cNvSpPr txBox="1">
            <a:spLocks noChangeArrowheads="1"/>
          </p:cNvSpPr>
          <p:nvPr/>
        </p:nvSpPr>
        <p:spPr bwMode="auto">
          <a:xfrm>
            <a:off x="5789613" y="431641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Transfert </a:t>
            </a:r>
            <a:r>
              <a:rPr lang="fr-FR" sz="1200" err="1"/>
              <a:t>Selfcare</a:t>
            </a:r>
            <a:endParaRPr lang="fr-FR" sz="1200"/>
          </a:p>
        </p:txBody>
      </p:sp>
      <p:sp>
        <p:nvSpPr>
          <p:cNvPr id="21541" name="AutoShape 55"/>
          <p:cNvSpPr>
            <a:spLocks noChangeArrowheads="1"/>
          </p:cNvSpPr>
          <p:nvPr/>
        </p:nvSpPr>
        <p:spPr bwMode="auto">
          <a:xfrm>
            <a:off x="384175" y="2657475"/>
            <a:ext cx="766763" cy="288925"/>
          </a:xfrm>
          <a:prstGeom prst="flowChartDecision">
            <a:avLst/>
          </a:prstGeom>
          <a:solidFill>
            <a:srgbClr val="92D050"/>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solidFill>
                  <a:schemeClr val="bg1"/>
                </a:solidFill>
              </a:rPr>
              <a:t>Filtre</a:t>
            </a:r>
          </a:p>
        </p:txBody>
      </p:sp>
      <p:sp>
        <p:nvSpPr>
          <p:cNvPr id="21542" name="Text Box 56"/>
          <p:cNvSpPr txBox="1">
            <a:spLocks noChangeArrowheads="1"/>
          </p:cNvSpPr>
          <p:nvPr/>
        </p:nvSpPr>
        <p:spPr bwMode="auto">
          <a:xfrm>
            <a:off x="1579563" y="2627313"/>
            <a:ext cx="31194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Filtre Paramétrable via IHM mutualisé sur plusieurs applications</a:t>
            </a:r>
          </a:p>
        </p:txBody>
      </p:sp>
      <p:sp>
        <p:nvSpPr>
          <p:cNvPr id="21543" name="AutoShape 31">
            <a:hlinkClick r:id="" action="ppaction://noaction"/>
          </p:cNvPr>
          <p:cNvSpPr>
            <a:spLocks noChangeArrowheads="1"/>
          </p:cNvSpPr>
          <p:nvPr/>
        </p:nvSpPr>
        <p:spPr bwMode="auto">
          <a:xfrm>
            <a:off x="4457700" y="3101975"/>
            <a:ext cx="1244600"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D31E05"/>
                </a:solidFill>
              </a:rPr>
              <a:t>FLASH</a:t>
            </a:r>
          </a:p>
        </p:txBody>
      </p:sp>
      <p:sp>
        <p:nvSpPr>
          <p:cNvPr id="21544" name="Text Box 58"/>
          <p:cNvSpPr txBox="1">
            <a:spLocks noChangeArrowheads="1"/>
          </p:cNvSpPr>
          <p:nvPr/>
        </p:nvSpPr>
        <p:spPr bwMode="auto">
          <a:xfrm>
            <a:off x="5789613" y="309086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Flash</a:t>
            </a:r>
          </a:p>
        </p:txBody>
      </p:sp>
      <p:sp>
        <p:nvSpPr>
          <p:cNvPr id="21545" name="AutoShape 59"/>
          <p:cNvSpPr>
            <a:spLocks noChangeArrowheads="1"/>
          </p:cNvSpPr>
          <p:nvPr/>
        </p:nvSpPr>
        <p:spPr bwMode="auto">
          <a:xfrm rot="10800000">
            <a:off x="4545013" y="2403475"/>
            <a:ext cx="1071562" cy="406400"/>
          </a:xfrm>
          <a:prstGeom prst="upArrowCallout">
            <a:avLst>
              <a:gd name="adj1" fmla="val 65918"/>
              <a:gd name="adj2" fmla="val 65918"/>
              <a:gd name="adj3" fmla="val 16667"/>
              <a:gd name="adj4" fmla="val 66667"/>
            </a:avLst>
          </a:prstGeom>
          <a:solidFill>
            <a:srgbClr val="339966"/>
          </a:solidFill>
          <a:ln w="9525" algn="ctr">
            <a:solidFill>
              <a:schemeClr val="tx1"/>
            </a:solidFill>
            <a:miter lim="800000"/>
            <a:headEnd/>
            <a:tailEnd/>
          </a:ln>
          <a:effectLst>
            <a:outerShdw dist="35921" dir="2700000" algn="ctr" rotWithShape="0">
              <a:schemeClr val="bg2"/>
            </a:outerShdw>
          </a:effectLst>
        </p:spPr>
        <p:txBody>
          <a:bodyPr rot="10800000" wrap="none" anchor="ctr"/>
          <a:lstStyle/>
          <a:p>
            <a:pPr algn="ctr" eaLnBrk="0" hangingPunct="0"/>
            <a:r>
              <a:rPr lang="fr-FR" sz="600" b="1"/>
              <a:t>RENVOI</a:t>
            </a:r>
          </a:p>
        </p:txBody>
      </p:sp>
      <p:sp>
        <p:nvSpPr>
          <p:cNvPr id="21546" name="Text Box 60"/>
          <p:cNvSpPr txBox="1">
            <a:spLocks noChangeArrowheads="1"/>
          </p:cNvSpPr>
          <p:nvPr/>
        </p:nvSpPr>
        <p:spPr bwMode="auto">
          <a:xfrm>
            <a:off x="5789613" y="2373313"/>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Renvoi de SVI</a:t>
            </a:r>
          </a:p>
        </p:txBody>
      </p:sp>
      <p:sp>
        <p:nvSpPr>
          <p:cNvPr id="21547" name="Rectangle 61"/>
          <p:cNvSpPr>
            <a:spLocks noChangeArrowheads="1"/>
          </p:cNvSpPr>
          <p:nvPr/>
        </p:nvSpPr>
        <p:spPr bwMode="auto">
          <a:xfrm>
            <a:off x="158750" y="3589338"/>
            <a:ext cx="1227138" cy="427037"/>
          </a:xfrm>
          <a:prstGeom prst="rect">
            <a:avLst/>
          </a:prstGeom>
          <a:solidFill>
            <a:srgbClr val="C0C0C0"/>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a:t>
            </a:r>
          </a:p>
          <a:p>
            <a:pPr algn="ctr" defTabSz="433388" eaLnBrk="0" hangingPunct="0"/>
            <a:r>
              <a:rPr lang="fr-FR" sz="600"/>
              <a:t>Texte texte texte texte</a:t>
            </a:r>
          </a:p>
        </p:txBody>
      </p:sp>
      <p:sp>
        <p:nvSpPr>
          <p:cNvPr id="21548" name="Text Box 62"/>
          <p:cNvSpPr txBox="1">
            <a:spLocks noChangeArrowheads="1"/>
          </p:cNvSpPr>
          <p:nvPr/>
        </p:nvSpPr>
        <p:spPr bwMode="auto">
          <a:xfrm>
            <a:off x="1579563" y="3570288"/>
            <a:ext cx="315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Message vocale préenregistré</a:t>
            </a:r>
            <a:br>
              <a:rPr lang="fr-FR" sz="1200"/>
            </a:br>
            <a:r>
              <a:rPr lang="fr-FR" sz="1200"/>
              <a:t>générique</a:t>
            </a:r>
          </a:p>
        </p:txBody>
      </p:sp>
      <p:sp>
        <p:nvSpPr>
          <p:cNvPr id="21549" name="Rectangle 63"/>
          <p:cNvSpPr>
            <a:spLocks noChangeArrowheads="1"/>
          </p:cNvSpPr>
          <p:nvPr/>
        </p:nvSpPr>
        <p:spPr bwMode="auto">
          <a:xfrm>
            <a:off x="155575" y="4157663"/>
            <a:ext cx="1227138" cy="427037"/>
          </a:xfrm>
          <a:prstGeom prst="rect">
            <a:avLst/>
          </a:prstGeom>
          <a:solidFill>
            <a:srgbClr val="FF99CC"/>
          </a:solidFill>
          <a:ln w="9525">
            <a:solidFill>
              <a:schemeClr val="tx1"/>
            </a:solidFill>
            <a:miter lim="800000"/>
            <a:headEnd/>
            <a:tailEnd/>
          </a:ln>
          <a:effectLst>
            <a:outerShdw dist="35921" dir="2700000" algn="ctr" rotWithShape="0">
              <a:schemeClr val="bg2"/>
            </a:outerShdw>
          </a:effectLst>
        </p:spPr>
        <p:txBody>
          <a:bodyPr lIns="43189" tIns="21595" rIns="43189" bIns="21595" anchor="ctr"/>
          <a:lstStyle/>
          <a:p>
            <a:pPr algn="ctr" defTabSz="433388" eaLnBrk="0" hangingPunct="0"/>
            <a:r>
              <a:rPr lang="fr-FR" sz="600" b="1">
                <a:solidFill>
                  <a:srgbClr val="FA0404"/>
                </a:solidFill>
              </a:rPr>
              <a:t>MESSAGE xx</a:t>
            </a:r>
          </a:p>
          <a:p>
            <a:pPr algn="ctr" defTabSz="433388" eaLnBrk="0" hangingPunct="0"/>
            <a:r>
              <a:rPr lang="fr-FR" sz="600"/>
              <a:t>Texte texte texte texte</a:t>
            </a:r>
          </a:p>
        </p:txBody>
      </p:sp>
      <p:sp>
        <p:nvSpPr>
          <p:cNvPr id="21550" name="Text Box 64"/>
          <p:cNvSpPr txBox="1">
            <a:spLocks noChangeArrowheads="1"/>
          </p:cNvSpPr>
          <p:nvPr/>
        </p:nvSpPr>
        <p:spPr bwMode="auto">
          <a:xfrm>
            <a:off x="1579563" y="4138613"/>
            <a:ext cx="2522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Char char="-"/>
            </a:pPr>
            <a:r>
              <a:rPr lang="fr-FR" sz="1200"/>
              <a:t> Message vocale préenregistré</a:t>
            </a:r>
            <a:br>
              <a:rPr lang="fr-FR" sz="1200"/>
            </a:br>
            <a:r>
              <a:rPr lang="fr-FR" sz="1200"/>
              <a:t>en plusieurs fichiers audio</a:t>
            </a:r>
          </a:p>
        </p:txBody>
      </p:sp>
      <p:sp>
        <p:nvSpPr>
          <p:cNvPr id="51" name="AutoShape 31">
            <a:hlinkClick r:id="" action="ppaction://noaction"/>
          </p:cNvPr>
          <p:cNvSpPr>
            <a:spLocks noChangeArrowheads="1"/>
          </p:cNvSpPr>
          <p:nvPr/>
        </p:nvSpPr>
        <p:spPr bwMode="auto">
          <a:xfrm>
            <a:off x="4458494" y="4986337"/>
            <a:ext cx="1244600" cy="220663"/>
          </a:xfrm>
          <a:prstGeom prst="roundRect">
            <a:avLst>
              <a:gd name="adj" fmla="val 16667"/>
            </a:avLst>
          </a:prstGeom>
          <a:solidFill>
            <a:srgbClr val="FFFF00"/>
          </a:solidFill>
          <a:ln w="9525" algn="ctr">
            <a:solidFill>
              <a:schemeClr val="tx1"/>
            </a:solidFill>
            <a:round/>
            <a:headEnd/>
            <a:tailEnd/>
          </a:ln>
          <a:effectLst>
            <a:outerShdw dist="35921" dir="2700000" algn="ctr" rotWithShape="0">
              <a:srgbClr val="808080"/>
            </a:outerShdw>
          </a:effectLst>
        </p:spPr>
        <p:txBody>
          <a:bodyPr wrap="none" anchor="ctr"/>
          <a:lstStyle/>
          <a:p>
            <a:pPr algn="ctr" defTabSz="379413" eaLnBrk="0" hangingPunct="0"/>
            <a:r>
              <a:rPr lang="fr-FR" sz="600" b="1">
                <a:solidFill>
                  <a:srgbClr val="00B050"/>
                </a:solidFill>
              </a:rPr>
              <a:t>FLASH</a:t>
            </a:r>
          </a:p>
        </p:txBody>
      </p:sp>
      <p:sp>
        <p:nvSpPr>
          <p:cNvPr id="52" name="Text Box 58"/>
          <p:cNvSpPr txBox="1">
            <a:spLocks noChangeArrowheads="1"/>
          </p:cNvSpPr>
          <p:nvPr/>
        </p:nvSpPr>
        <p:spPr bwMode="auto">
          <a:xfrm>
            <a:off x="5790407" y="4975225"/>
            <a:ext cx="21923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Flash MUTUALISE</a:t>
            </a:r>
          </a:p>
        </p:txBody>
      </p:sp>
      <p:sp>
        <p:nvSpPr>
          <p:cNvPr id="53" name="AutoShape 55"/>
          <p:cNvSpPr>
            <a:spLocks noChangeArrowheads="1"/>
          </p:cNvSpPr>
          <p:nvPr/>
        </p:nvSpPr>
        <p:spPr bwMode="auto">
          <a:xfrm>
            <a:off x="384174" y="2206624"/>
            <a:ext cx="766763" cy="288925"/>
          </a:xfrm>
          <a:prstGeom prst="flowChartDecision">
            <a:avLst/>
          </a:prstGeom>
          <a:solidFill>
            <a:srgbClr val="0000FF"/>
          </a:solidFill>
          <a:ln w="9525">
            <a:solidFill>
              <a:schemeClr val="tx1"/>
            </a:solidFill>
            <a:miter lim="800000"/>
            <a:headEnd/>
            <a:tailEnd/>
          </a:ln>
          <a:effectLst>
            <a:outerShdw dist="35921" dir="2700000" algn="ctr" rotWithShape="0">
              <a:schemeClr val="bg2"/>
            </a:outerShdw>
          </a:effectLst>
        </p:spPr>
        <p:txBody>
          <a:bodyPr lIns="37874" tIns="18937" rIns="37874" bIns="18937" anchor="ctr"/>
          <a:lstStyle/>
          <a:p>
            <a:pPr algn="ctr" defTabSz="379413" eaLnBrk="0" hangingPunct="0"/>
            <a:r>
              <a:rPr lang="fr-FR" sz="600">
                <a:solidFill>
                  <a:schemeClr val="bg1"/>
                </a:solidFill>
              </a:rPr>
              <a:t>Filtre</a:t>
            </a:r>
          </a:p>
        </p:txBody>
      </p:sp>
      <p:sp>
        <p:nvSpPr>
          <p:cNvPr id="54" name="Text Box 56"/>
          <p:cNvSpPr txBox="1">
            <a:spLocks noChangeArrowheads="1"/>
          </p:cNvSpPr>
          <p:nvPr/>
        </p:nvSpPr>
        <p:spPr bwMode="auto">
          <a:xfrm>
            <a:off x="1599406" y="2113756"/>
            <a:ext cx="3119437"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fr-FR" sz="1200"/>
              <a:t>- Filtre Paramétrable via IHM</a:t>
            </a:r>
          </a:p>
        </p:txBody>
      </p:sp>
      <p:sp>
        <p:nvSpPr>
          <p:cNvPr id="55" name="Text Box 4"/>
          <p:cNvSpPr txBox="1">
            <a:spLocks noChangeArrowheads="1"/>
          </p:cNvSpPr>
          <p:nvPr/>
        </p:nvSpPr>
        <p:spPr bwMode="auto">
          <a:xfrm>
            <a:off x="31260" y="31383"/>
            <a:ext cx="5373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r-FR" sz="1400">
                <a:solidFill>
                  <a:schemeClr val="bg1"/>
                </a:solidFill>
                <a:effectLst>
                  <a:outerShdw blurRad="38100" dist="38100" dir="2700000" algn="tl">
                    <a:srgbClr val="000000">
                      <a:alpha val="43137"/>
                    </a:srgbClr>
                  </a:outerShdw>
                </a:effectLst>
                <a:latin typeface="SFR Thin" panose="020B0203040504020204" pitchFamily="34" charset="0"/>
              </a:rPr>
              <a:t>ABO</a:t>
            </a:r>
          </a:p>
        </p:txBody>
      </p:sp>
      <p:sp>
        <p:nvSpPr>
          <p:cNvPr id="57" name="Rectangle 2"/>
          <p:cNvSpPr txBox="1">
            <a:spLocks noGrp="1" noChangeArrowheads="1"/>
          </p:cNvSpPr>
          <p:nvPr>
            <p:ph type="title"/>
          </p:nvPr>
        </p:nvSpPr>
        <p:spPr bwMode="auto">
          <a:xfrm>
            <a:off x="2709068" y="48746"/>
            <a:ext cx="4019550" cy="24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1600" i="1">
                <a:solidFill>
                  <a:schemeClr val="bg1"/>
                </a:solidFill>
                <a:latin typeface="+mj-lt"/>
                <a:ea typeface="+mj-ea"/>
                <a:cs typeface="+mj-cs"/>
              </a:defRPr>
            </a:lvl1pPr>
            <a:lvl2pPr algn="l" rtl="0" eaLnBrk="0" fontAlgn="base" hangingPunct="0">
              <a:spcBef>
                <a:spcPct val="0"/>
              </a:spcBef>
              <a:spcAft>
                <a:spcPct val="0"/>
              </a:spcAft>
              <a:defRPr sz="1600" i="1">
                <a:solidFill>
                  <a:schemeClr val="bg1"/>
                </a:solidFill>
                <a:latin typeface="Arial" charset="0"/>
              </a:defRPr>
            </a:lvl2pPr>
            <a:lvl3pPr algn="l" rtl="0" eaLnBrk="0" fontAlgn="base" hangingPunct="0">
              <a:spcBef>
                <a:spcPct val="0"/>
              </a:spcBef>
              <a:spcAft>
                <a:spcPct val="0"/>
              </a:spcAft>
              <a:defRPr sz="1600" i="1">
                <a:solidFill>
                  <a:schemeClr val="bg1"/>
                </a:solidFill>
                <a:latin typeface="Arial" charset="0"/>
              </a:defRPr>
            </a:lvl3pPr>
            <a:lvl4pPr algn="l" rtl="0" eaLnBrk="0" fontAlgn="base" hangingPunct="0">
              <a:spcBef>
                <a:spcPct val="0"/>
              </a:spcBef>
              <a:spcAft>
                <a:spcPct val="0"/>
              </a:spcAft>
              <a:defRPr sz="1600" i="1">
                <a:solidFill>
                  <a:schemeClr val="bg1"/>
                </a:solidFill>
                <a:latin typeface="Arial" charset="0"/>
              </a:defRPr>
            </a:lvl4pPr>
            <a:lvl5pPr algn="l" rtl="0" eaLnBrk="0" fontAlgn="base" hangingPunct="0">
              <a:spcBef>
                <a:spcPct val="0"/>
              </a:spcBef>
              <a:spcAft>
                <a:spcPct val="0"/>
              </a:spcAft>
              <a:defRPr sz="1600" i="1">
                <a:solidFill>
                  <a:schemeClr val="bg1"/>
                </a:solidFill>
                <a:latin typeface="Arial" charset="0"/>
              </a:defRPr>
            </a:lvl5pPr>
            <a:lvl6pPr marL="457200" algn="l" rtl="0" fontAlgn="base">
              <a:spcBef>
                <a:spcPct val="0"/>
              </a:spcBef>
              <a:spcAft>
                <a:spcPct val="0"/>
              </a:spcAft>
              <a:defRPr sz="1600" i="1">
                <a:solidFill>
                  <a:schemeClr val="bg1"/>
                </a:solidFill>
                <a:latin typeface="Arial" charset="0"/>
              </a:defRPr>
            </a:lvl6pPr>
            <a:lvl7pPr marL="914400" algn="l" rtl="0" fontAlgn="base">
              <a:spcBef>
                <a:spcPct val="0"/>
              </a:spcBef>
              <a:spcAft>
                <a:spcPct val="0"/>
              </a:spcAft>
              <a:defRPr sz="1600" i="1">
                <a:solidFill>
                  <a:schemeClr val="bg1"/>
                </a:solidFill>
                <a:latin typeface="Arial" charset="0"/>
              </a:defRPr>
            </a:lvl7pPr>
            <a:lvl8pPr marL="1371600" algn="l" rtl="0" fontAlgn="base">
              <a:spcBef>
                <a:spcPct val="0"/>
              </a:spcBef>
              <a:spcAft>
                <a:spcPct val="0"/>
              </a:spcAft>
              <a:defRPr sz="1600" i="1">
                <a:solidFill>
                  <a:schemeClr val="bg1"/>
                </a:solidFill>
                <a:latin typeface="Arial" charset="0"/>
              </a:defRPr>
            </a:lvl8pPr>
            <a:lvl9pPr marL="1828800" algn="l" rtl="0" fontAlgn="base">
              <a:spcBef>
                <a:spcPct val="0"/>
              </a:spcBef>
              <a:spcAft>
                <a:spcPct val="0"/>
              </a:spcAft>
              <a:defRPr sz="1600" i="1">
                <a:solidFill>
                  <a:schemeClr val="bg1"/>
                </a:solidFill>
                <a:latin typeface="Arial" charset="0"/>
              </a:defRPr>
            </a:lvl9pPr>
          </a:lstStyle>
          <a:p>
            <a:pPr eaLnBrk="1" hangingPunct="1"/>
            <a:r>
              <a:rPr lang="fr-FR" sz="1400" kern="0">
                <a:effectLst>
                  <a:outerShdw blurRad="38100" dist="38100" dir="2700000" algn="tl">
                    <a:srgbClr val="000000">
                      <a:alpha val="43137"/>
                    </a:srgbClr>
                  </a:outerShdw>
                </a:effectLst>
                <a:latin typeface="SFR Thin" panose="020B0203040504020204" pitchFamily="34" charset="0"/>
              </a:rPr>
              <a:t>LEGENDE</a:t>
            </a:r>
          </a:p>
        </p:txBody>
      </p:sp>
    </p:spTree>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BD96BD634D274AA3303560415F7EA5" ma:contentTypeVersion="7" ma:contentTypeDescription="Create a new document." ma:contentTypeScope="" ma:versionID="083e677d7ec1a0d40b1c56cbf7480c14">
  <xsd:schema xmlns:xsd="http://www.w3.org/2001/XMLSchema" xmlns:xs="http://www.w3.org/2001/XMLSchema" xmlns:p="http://schemas.microsoft.com/office/2006/metadata/properties" xmlns:ns2="8397cdd7-deac-431a-a2a5-591602707ee1" xmlns:ns3="1f9d51c6-4c15-4c38-98ed-759e68b36dbc" targetNamespace="http://schemas.microsoft.com/office/2006/metadata/properties" ma:root="true" ma:fieldsID="369b5bbc110ddf2481eb0d8e4b477f2e" ns2:_="" ns3:_="">
    <xsd:import namespace="8397cdd7-deac-431a-a2a5-591602707ee1"/>
    <xsd:import namespace="1f9d51c6-4c15-4c38-98ed-759e68b36db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97cdd7-deac-431a-a2a5-591602707e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f9d51c6-4c15-4c38-98ed-759e68b36db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53DFE9-5C5B-4FA4-B93E-4404399F15FE}">
  <ds:schemaRefs>
    <ds:schemaRef ds:uri="http://schemas.microsoft.com/sharepoint/v3/contenttype/forms"/>
  </ds:schemaRefs>
</ds:datastoreItem>
</file>

<file path=customXml/itemProps2.xml><?xml version="1.0" encoding="utf-8"?>
<ds:datastoreItem xmlns:ds="http://schemas.openxmlformats.org/officeDocument/2006/customXml" ds:itemID="{2F7E4EB9-2608-4711-A583-C3C2C1C51787}">
  <ds:schemaRefs>
    <ds:schemaRef ds:uri="http://www.w3.org/XML/1998/namespace"/>
    <ds:schemaRef ds:uri="http://schemas.microsoft.com/office/2006/documentManagement/types"/>
    <ds:schemaRef ds:uri="http://purl.org/dc/dcmitype/"/>
    <ds:schemaRef ds:uri="http://schemas.microsoft.com/office/2006/metadata/properties"/>
    <ds:schemaRef ds:uri="http://purl.org/dc/elements/1.1/"/>
    <ds:schemaRef ds:uri="1f9d51c6-4c15-4c38-98ed-759e68b36dbc"/>
    <ds:schemaRef ds:uri="http://schemas.openxmlformats.org/package/2006/metadata/core-properties"/>
    <ds:schemaRef ds:uri="http://purl.org/dc/terms/"/>
    <ds:schemaRef ds:uri="http://schemas.microsoft.com/office/infopath/2007/PartnerControls"/>
    <ds:schemaRef ds:uri="8397cdd7-deac-431a-a2a5-591602707ee1"/>
  </ds:schemaRefs>
</ds:datastoreItem>
</file>

<file path=customXml/itemProps3.xml><?xml version="1.0" encoding="utf-8"?>
<ds:datastoreItem xmlns:ds="http://schemas.openxmlformats.org/officeDocument/2006/customXml" ds:itemID="{18FEAE8E-0932-4279-B46F-5B23E32DD0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97cdd7-deac-431a-a2a5-591602707ee1"/>
    <ds:schemaRef ds:uri="1f9d51c6-4c15-4c38-98ed-759e68b36d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92fdf0e-a2b6-4bf4-a810-0f4961cdb50f}" enabled="0" method="" siteId="{d92fdf0e-a2b6-4bf4-a810-0f4961cdb50f}" removed="1"/>
</clbl:labelList>
</file>

<file path=docProps/app.xml><?xml version="1.0" encoding="utf-8"?>
<Properties xmlns="http://schemas.openxmlformats.org/officeDocument/2006/extended-properties" xmlns:vt="http://schemas.openxmlformats.org/officeDocument/2006/docPropsVTypes">
  <Template/>
  <TotalTime>791</TotalTime>
  <Words>18277</Words>
  <Application>Microsoft Office PowerPoint</Application>
  <PresentationFormat>Affichage à l'écran (4:3)</PresentationFormat>
  <Paragraphs>2970</Paragraphs>
  <Slides>43</Slides>
  <Notes>38</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43</vt:i4>
      </vt:variant>
    </vt:vector>
  </HeadingPairs>
  <TitlesOfParts>
    <vt:vector size="52" baseType="lpstr">
      <vt:lpstr>Arial</vt:lpstr>
      <vt:lpstr>Calibri</vt:lpstr>
      <vt:lpstr>Segoe UI</vt:lpstr>
      <vt:lpstr>SFR Black</vt:lpstr>
      <vt:lpstr>SFR Thin</vt:lpstr>
      <vt:lpstr>Times New Roman</vt:lpstr>
      <vt:lpstr>Modèle par défaut</vt:lpstr>
      <vt:lpstr>1_Modèle par défaut</vt:lpstr>
      <vt:lpstr>2_Modèle par défaut</vt:lpstr>
      <vt:lpstr>HO / HNO</vt:lpstr>
      <vt:lpstr>ENTREE</vt:lpstr>
      <vt:lpstr>RESILIE RDGU</vt:lpstr>
      <vt:lpstr>RESILIE (GP)</vt:lpstr>
      <vt:lpstr>BOX 4G/5G</vt:lpstr>
      <vt:lpstr>MAISON SECURISEE</vt:lpstr>
      <vt:lpstr>SUSPENDU</vt:lpstr>
      <vt:lpstr>SUSPENDU 2</vt:lpstr>
      <vt:lpstr>IMPAYE</vt:lpstr>
      <vt:lpstr>MENU PRINCIPAL</vt:lpstr>
      <vt:lpstr>MENU PRINCIPAL –AB Test</vt:lpstr>
      <vt:lpstr>SELFCARE</vt:lpstr>
      <vt:lpstr>[SELFCARE] – AB Test</vt:lpstr>
      <vt:lpstr>CHOIX FLASH TECH</vt:lpstr>
      <vt:lpstr>CHOIX FLASH 2 TECH</vt:lpstr>
      <vt:lpstr>CHOIX FLASH 3 TECH</vt:lpstr>
      <vt:lpstr>TECHNIQUE</vt:lpstr>
      <vt:lpstr>AUTRE</vt:lpstr>
      <vt:lpstr>CHOIX FLASH FCT</vt:lpstr>
      <vt:lpstr>CHOIX FLASH 2 FCT</vt:lpstr>
      <vt:lpstr>CHOIX FLASH 3 FCT</vt:lpstr>
      <vt:lpstr>RESILIATION</vt:lpstr>
      <vt:lpstr>ADMIN</vt:lpstr>
      <vt:lpstr>ELIGIBILITE LN CO</vt:lpstr>
      <vt:lpstr>ROUTAGE LN CO</vt:lpstr>
      <vt:lpstr>RDGU</vt:lpstr>
      <vt:lpstr>PREMIUM</vt:lpstr>
      <vt:lpstr>CHOIX FLASH TECH PREMIUM</vt:lpstr>
      <vt:lpstr>CHOIX FLASH 2 TECH PREMIUM</vt:lpstr>
      <vt:lpstr>CHOIX FLASH 3 TECH PREMIUM</vt:lpstr>
      <vt:lpstr>PREMIUM TECH</vt:lpstr>
      <vt:lpstr>PREMIUM AUTRE</vt:lpstr>
      <vt:lpstr>CHOIX FLASH FCT PREMIUM</vt:lpstr>
      <vt:lpstr>CHOIX FLASH 2 FCT PREMIUM</vt:lpstr>
      <vt:lpstr>CHOIX FLASH 3 FCT PREMIUM</vt:lpstr>
      <vt:lpstr>PREMIUM RESILIATION</vt:lpstr>
      <vt:lpstr>PREMIUM ADMIN</vt:lpstr>
      <vt:lpstr>HNO GP</vt:lpstr>
      <vt:lpstr>HNO COM</vt:lpstr>
      <vt:lpstr>HNO TECH</vt:lpstr>
      <vt:lpstr>HNO RET</vt:lpstr>
      <vt:lpstr>FLASH</vt:lpstr>
      <vt:lpstr>LEGENDE</vt:lpstr>
    </vt:vector>
  </TitlesOfParts>
  <Company>9 TELECOM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Aucun titre de diapositive</dc:title>
  <dc:creator>pbegue</dc:creator>
  <cp:lastModifiedBy>LE FALHER, Martial</cp:lastModifiedBy>
  <cp:revision>32</cp:revision>
  <cp:lastPrinted>2017-11-10T13:26:06Z</cp:lastPrinted>
  <dcterms:created xsi:type="dcterms:W3CDTF">2002-11-18T14:07:38Z</dcterms:created>
  <dcterms:modified xsi:type="dcterms:W3CDTF">2024-08-23T16:13:21Z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0x010100BFBD96BD634D274AA3303560415F7EA5</vt:lpwstr>
  </property>
</Properties>
</file>